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86" r:id="rId2"/>
    <p:sldId id="289" r:id="rId3"/>
    <p:sldId id="294" r:id="rId4"/>
    <p:sldId id="293" r:id="rId5"/>
    <p:sldId id="290" r:id="rId6"/>
    <p:sldId id="291" r:id="rId7"/>
    <p:sldId id="292" r:id="rId8"/>
  </p:sldIdLst>
  <p:sldSz cx="10058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8FAA"/>
    <a:srgbClr val="856C8E"/>
    <a:srgbClr val="9D88A4"/>
    <a:srgbClr val="A08BA7"/>
    <a:srgbClr val="FFFF3F"/>
    <a:srgbClr val="FC7093"/>
    <a:srgbClr val="F9B651"/>
    <a:srgbClr val="FF7F50"/>
    <a:srgbClr val="A7EF16"/>
    <a:srgbClr val="FDE6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2" d="100"/>
          <a:sy n="62" d="100"/>
        </p:scale>
        <p:origin x="147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1272011"/>
            <a:ext cx="8549640" cy="2705947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4082310"/>
            <a:ext cx="7543800" cy="1876530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9E5BE-372F-4D7C-BC0C-F3FB3BEE47A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9A4C5-0CC5-464F-BFFF-2B0C9AFCC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59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9E5BE-372F-4D7C-BC0C-F3FB3BEE47A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9A4C5-0CC5-464F-BFFF-2B0C9AFCC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936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1937705"/>
            <a:ext cx="8675370" cy="323310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5201393"/>
            <a:ext cx="8675370" cy="1700212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9E5BE-372F-4D7C-BC0C-F3FB3BEE47A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9A4C5-0CC5-464F-BFFF-2B0C9AFCC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664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9E5BE-372F-4D7C-BC0C-F3FB3BEE47A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9A4C5-0CC5-464F-BFFF-2B0C9AFCC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085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413810"/>
            <a:ext cx="867537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1905318"/>
            <a:ext cx="4255174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2839085"/>
            <a:ext cx="4255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1905318"/>
            <a:ext cx="4276130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2839085"/>
            <a:ext cx="4276130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9E5BE-372F-4D7C-BC0C-F3FB3BEE47A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9A4C5-0CC5-464F-BFFF-2B0C9AFCC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037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9E5BE-372F-4D7C-BC0C-F3FB3BEE47A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9A4C5-0CC5-464F-BFFF-2B0C9AFCC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791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9E5BE-372F-4D7C-BC0C-F3FB3BEE47A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9A4C5-0CC5-464F-BFFF-2B0C9AFCC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5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1119083"/>
            <a:ext cx="5092065" cy="5523442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9E5BE-372F-4D7C-BC0C-F3FB3BEE47A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9A4C5-0CC5-464F-BFFF-2B0C9AFCC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57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1119083"/>
            <a:ext cx="5092065" cy="5523442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9E5BE-372F-4D7C-BC0C-F3FB3BEE47A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9A4C5-0CC5-464F-BFFF-2B0C9AFCC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564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9E5BE-372F-4D7C-BC0C-F3FB3BEE47A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9A4C5-0CC5-464F-BFFF-2B0C9AFCC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095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413808"/>
            <a:ext cx="216884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413808"/>
            <a:ext cx="638079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9E5BE-372F-4D7C-BC0C-F3FB3BEE47A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C9A4C5-0CC5-464F-BFFF-2B0C9AFCC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28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9E5BE-372F-4D7C-BC0C-F3FB3BEE47A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C9A4C5-0CC5-464F-BFFF-2B0C9AFCC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109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3523842-0099-6A01-CB15-D2A838AC543C}"/>
              </a:ext>
            </a:extLst>
          </p:cNvPr>
          <p:cNvSpPr/>
          <p:nvPr/>
        </p:nvSpPr>
        <p:spPr>
          <a:xfrm>
            <a:off x="0" y="0"/>
            <a:ext cx="10058400" cy="777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EE7B43C-7C28-45CD-15A3-37431D8220BA}"/>
              </a:ext>
            </a:extLst>
          </p:cNvPr>
          <p:cNvSpPr/>
          <p:nvPr/>
        </p:nvSpPr>
        <p:spPr>
          <a:xfrm>
            <a:off x="0" y="0"/>
            <a:ext cx="10058400" cy="10090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softEdge rad="1016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6221F8C-D9F5-0E07-B06B-7AC734F5E09A}"/>
              </a:ext>
            </a:extLst>
          </p:cNvPr>
          <p:cNvSpPr txBox="1"/>
          <p:nvPr/>
        </p:nvSpPr>
        <p:spPr>
          <a:xfrm>
            <a:off x="0" y="0"/>
            <a:ext cx="10058400" cy="1015663"/>
          </a:xfrm>
          <a:prstGeom prst="rect">
            <a:avLst/>
          </a:prstGeom>
          <a:noFill/>
          <a:ln>
            <a:noFill/>
          </a:ln>
          <a:effectLst>
            <a:softEdge rad="457200"/>
          </a:effectLst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6000" dirty="0">
                <a:ln w="12700">
                  <a:solidFill>
                    <a:sysClr val="windowText" lastClr="000000"/>
                  </a:solidFill>
                </a:ln>
                <a:solidFill>
                  <a:schemeClr val="accent2"/>
                </a:solidFill>
                <a:latin typeface="Arial Black" panose="020B0A04020102020204" pitchFamily="34" charset="0"/>
              </a:rPr>
              <a:t>B</a:t>
            </a:r>
            <a:r>
              <a:rPr lang="en-US" sz="6000" dirty="0">
                <a:ln w="12700">
                  <a:solidFill>
                    <a:sysClr val="windowText" lastClr="000000"/>
                  </a:solidFill>
                </a:ln>
                <a:solidFill>
                  <a:srgbClr val="2CB4AC"/>
                </a:solidFill>
                <a:latin typeface="Arial Black" panose="020B0A04020102020204" pitchFamily="34" charset="0"/>
              </a:rPr>
              <a:t>u</a:t>
            </a:r>
            <a:r>
              <a:rPr lang="en-US" sz="6000" dirty="0">
                <a:ln w="12700">
                  <a:solidFill>
                    <a:sysClr val="windowText" lastClr="000000"/>
                  </a:solidFill>
                </a:ln>
                <a:solidFill>
                  <a:srgbClr val="FFFF00"/>
                </a:solidFill>
                <a:latin typeface="Arial Black" panose="020B0A04020102020204" pitchFamily="34" charset="0"/>
              </a:rPr>
              <a:t>s</a:t>
            </a:r>
            <a:r>
              <a:rPr lang="en-US" sz="6000" dirty="0">
                <a:ln w="12700">
                  <a:solidFill>
                    <a:sysClr val="windowText" lastClr="000000"/>
                  </a:solidFill>
                </a:ln>
                <a:solidFill>
                  <a:srgbClr val="CC0099"/>
                </a:solidFill>
                <a:latin typeface="Arial Black" panose="020B0A04020102020204" pitchFamily="34" charset="0"/>
              </a:rPr>
              <a:t>y </a:t>
            </a:r>
            <a:r>
              <a:rPr lang="en-US" sz="6000" dirty="0">
                <a:ln w="12700">
                  <a:solidFill>
                    <a:sysClr val="windowText" lastClr="000000"/>
                  </a:solidFill>
                </a:ln>
                <a:solidFill>
                  <a:srgbClr val="B0CF71"/>
                </a:solidFill>
                <a:latin typeface="Arial Black" panose="020B0A04020102020204" pitchFamily="34" charset="0"/>
              </a:rPr>
              <a:t>B</a:t>
            </a:r>
            <a:r>
              <a:rPr lang="en-US" sz="6000" dirty="0">
                <a:ln w="12700">
                  <a:solidFill>
                    <a:sysClr val="windowText" lastClr="000000"/>
                  </a:solidFill>
                </a:ln>
                <a:solidFill>
                  <a:srgbClr val="EA5B6B"/>
                </a:solidFill>
                <a:latin typeface="Arial Black" panose="020B0A04020102020204" pitchFamily="34" charset="0"/>
              </a:rPr>
              <a:t>e</a:t>
            </a:r>
            <a:r>
              <a:rPr lang="en-US" sz="6000" dirty="0">
                <a:ln w="12700">
                  <a:solidFill>
                    <a:sysClr val="windowText" lastClr="000000"/>
                  </a:solidFill>
                </a:ln>
                <a:solidFill>
                  <a:srgbClr val="FFFF53"/>
                </a:solidFill>
                <a:latin typeface="Arial Black" panose="020B0A04020102020204" pitchFamily="34" charset="0"/>
              </a:rPr>
              <a:t>e</a:t>
            </a:r>
            <a:r>
              <a:rPr lang="en-US" sz="6000" dirty="0">
                <a:ln w="12700">
                  <a:solidFill>
                    <a:sysClr val="windowText" lastClr="000000"/>
                  </a:solidFill>
                </a:ln>
                <a:solidFill>
                  <a:srgbClr val="7030A0"/>
                </a:solidFill>
                <a:latin typeface="Arial Black" panose="020B0A04020102020204" pitchFamily="34" charset="0"/>
              </a:rPr>
              <a:t>s</a:t>
            </a:r>
            <a:endParaRPr kumimoji="0" lang="en-US" sz="6000" b="0" i="0" u="none" strike="noStrike" kern="1200" cap="none" spc="0" normalizeH="0" baseline="0" noProof="0" dirty="0">
              <a:ln w="12700">
                <a:solidFill>
                  <a:sysClr val="windowText" lastClr="000000"/>
                </a:solidFill>
              </a:ln>
              <a:solidFill>
                <a:srgbClr val="218781"/>
              </a:solidFill>
              <a:effectLst/>
              <a:uLnTx/>
              <a:uFillTx/>
              <a:latin typeface="Arial Black" panose="020B0A04020102020204" pitchFamily="34" charset="0"/>
              <a:ea typeface="+mn-ea"/>
              <a:cs typeface="+mn-cs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1E1FCD4-4900-B6E8-6AD2-4EE8B2285E9D}"/>
              </a:ext>
            </a:extLst>
          </p:cNvPr>
          <p:cNvSpPr txBox="1"/>
          <p:nvPr/>
        </p:nvSpPr>
        <p:spPr>
          <a:xfrm>
            <a:off x="0" y="1009080"/>
            <a:ext cx="10058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0" i="0" u="none" strike="noStrike" kern="1200" cap="none" spc="0" normalizeH="0" baseline="0" noProof="0" dirty="0">
                <a:ln w="28575">
                  <a:solidFill>
                    <a:sysClr val="windowText" lastClr="000000"/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Clipart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5AA8103-750D-999E-AFAF-17D463F11A01}"/>
              </a:ext>
            </a:extLst>
          </p:cNvPr>
          <p:cNvGrpSpPr/>
          <p:nvPr/>
        </p:nvGrpSpPr>
        <p:grpSpPr>
          <a:xfrm>
            <a:off x="3375242" y="2186546"/>
            <a:ext cx="3621820" cy="3847127"/>
            <a:chOff x="1972933" y="1435578"/>
            <a:chExt cx="3597923" cy="382174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795CB61-0363-1FEA-833D-0F3DC6B98C90}"/>
                </a:ext>
              </a:extLst>
            </p:cNvPr>
            <p:cNvGrpSpPr/>
            <p:nvPr/>
          </p:nvGrpSpPr>
          <p:grpSpPr>
            <a:xfrm flipH="1">
              <a:off x="4184113" y="3409016"/>
              <a:ext cx="1205650" cy="1531201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C330D125-EE06-F6E3-15A0-A7A36A174F19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C20EB372-6B7D-2E2B-DDC9-3B7F807A2F55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458D62E5-F1B7-D257-F563-521321F9D834}"/>
                </a:ext>
              </a:extLst>
            </p:cNvPr>
            <p:cNvGrpSpPr/>
            <p:nvPr/>
          </p:nvGrpSpPr>
          <p:grpSpPr>
            <a:xfrm>
              <a:off x="2075062" y="3426729"/>
              <a:ext cx="1205650" cy="1531201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284D67F3-5566-8517-08A5-B0D49560CB2E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CDFD5C35-F860-B0A0-CC34-3FF5B91EBDE6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1" name="Rectangle 24">
              <a:extLst>
                <a:ext uri="{FF2B5EF4-FFF2-40B4-BE49-F238E27FC236}">
                  <a16:creationId xmlns:a16="http://schemas.microsoft.com/office/drawing/2014/main" id="{AA47AA35-2B57-A061-30AB-C89CC08811DB}"/>
                </a:ext>
              </a:extLst>
            </p:cNvPr>
            <p:cNvSpPr/>
            <p:nvPr/>
          </p:nvSpPr>
          <p:spPr>
            <a:xfrm>
              <a:off x="2718281" y="3278849"/>
              <a:ext cx="2090836" cy="1978473"/>
            </a:xfrm>
            <a:custGeom>
              <a:avLst/>
              <a:gdLst>
                <a:gd name="connsiteX0" fmla="*/ 0 w 799686"/>
                <a:gd name="connsiteY0" fmla="*/ 0 h 708473"/>
                <a:gd name="connsiteX1" fmla="*/ 799686 w 799686"/>
                <a:gd name="connsiteY1" fmla="*/ 0 h 708473"/>
                <a:gd name="connsiteX2" fmla="*/ 799686 w 799686"/>
                <a:gd name="connsiteY2" fmla="*/ 708473 h 708473"/>
                <a:gd name="connsiteX3" fmla="*/ 0 w 799686"/>
                <a:gd name="connsiteY3" fmla="*/ 708473 h 708473"/>
                <a:gd name="connsiteX4" fmla="*/ 0 w 799686"/>
                <a:gd name="connsiteY4" fmla="*/ 0 h 708473"/>
                <a:gd name="connsiteX0" fmla="*/ 0 w 799686"/>
                <a:gd name="connsiteY0" fmla="*/ 0 h 1051373"/>
                <a:gd name="connsiteX1" fmla="*/ 799686 w 799686"/>
                <a:gd name="connsiteY1" fmla="*/ 0 h 1051373"/>
                <a:gd name="connsiteX2" fmla="*/ 799686 w 799686"/>
                <a:gd name="connsiteY2" fmla="*/ 708473 h 1051373"/>
                <a:gd name="connsiteX3" fmla="*/ 88900 w 799686"/>
                <a:gd name="connsiteY3" fmla="*/ 1051373 h 1051373"/>
                <a:gd name="connsiteX4" fmla="*/ 0 w 799686"/>
                <a:gd name="connsiteY4" fmla="*/ 0 h 1051373"/>
                <a:gd name="connsiteX0" fmla="*/ 0 w 1269586"/>
                <a:gd name="connsiteY0" fmla="*/ 0 h 1813373"/>
                <a:gd name="connsiteX1" fmla="*/ 1269586 w 1269586"/>
                <a:gd name="connsiteY1" fmla="*/ 762000 h 1813373"/>
                <a:gd name="connsiteX2" fmla="*/ 1269586 w 1269586"/>
                <a:gd name="connsiteY2" fmla="*/ 1470473 h 1813373"/>
                <a:gd name="connsiteX3" fmla="*/ 558800 w 1269586"/>
                <a:gd name="connsiteY3" fmla="*/ 1813373 h 1813373"/>
                <a:gd name="connsiteX4" fmla="*/ 0 w 1269586"/>
                <a:gd name="connsiteY4" fmla="*/ 0 h 18133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1269586 w 1320386"/>
                <a:gd name="connsiteY2" fmla="*/ 1610173 h 1953073"/>
                <a:gd name="connsiteX3" fmla="*/ 558800 w 1320386"/>
                <a:gd name="connsiteY3" fmla="*/ 1953073 h 1953073"/>
                <a:gd name="connsiteX4" fmla="*/ 0 w 1320386"/>
                <a:gd name="connsiteY4" fmla="*/ 139700 h 19530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558800 w 1320386"/>
                <a:gd name="connsiteY2" fmla="*/ 1953073 h 1953073"/>
                <a:gd name="connsiteX3" fmla="*/ 0 w 1320386"/>
                <a:gd name="connsiteY3" fmla="*/ 139700 h 1953073"/>
                <a:gd name="connsiteX0" fmla="*/ 0 w 1589232"/>
                <a:gd name="connsiteY0" fmla="*/ 139700 h 1953073"/>
                <a:gd name="connsiteX1" fmla="*/ 1320386 w 1589232"/>
                <a:gd name="connsiteY1" fmla="*/ 0 h 1953073"/>
                <a:gd name="connsiteX2" fmla="*/ 558800 w 1589232"/>
                <a:gd name="connsiteY2" fmla="*/ 1953073 h 1953073"/>
                <a:gd name="connsiteX3" fmla="*/ 0 w 1589232"/>
                <a:gd name="connsiteY3" fmla="*/ 139700 h 1953073"/>
                <a:gd name="connsiteX0" fmla="*/ 499635 w 2088867"/>
                <a:gd name="connsiteY0" fmla="*/ 139700 h 1953073"/>
                <a:gd name="connsiteX1" fmla="*/ 1820021 w 2088867"/>
                <a:gd name="connsiteY1" fmla="*/ 0 h 1953073"/>
                <a:gd name="connsiteX2" fmla="*/ 1058435 w 2088867"/>
                <a:gd name="connsiteY2" fmla="*/ 1953073 h 1953073"/>
                <a:gd name="connsiteX3" fmla="*/ 499635 w 2088867"/>
                <a:gd name="connsiteY3" fmla="*/ 139700 h 1953073"/>
                <a:gd name="connsiteX0" fmla="*/ 520808 w 2110040"/>
                <a:gd name="connsiteY0" fmla="*/ 139700 h 1953073"/>
                <a:gd name="connsiteX1" fmla="*/ 1841194 w 2110040"/>
                <a:gd name="connsiteY1" fmla="*/ 0 h 1953073"/>
                <a:gd name="connsiteX2" fmla="*/ 1079608 w 2110040"/>
                <a:gd name="connsiteY2" fmla="*/ 1953073 h 1953073"/>
                <a:gd name="connsiteX3" fmla="*/ 520808 w 2110040"/>
                <a:gd name="connsiteY3" fmla="*/ 139700 h 1953073"/>
                <a:gd name="connsiteX0" fmla="*/ 356377 w 1945609"/>
                <a:gd name="connsiteY0" fmla="*/ 139700 h 1953073"/>
                <a:gd name="connsiteX1" fmla="*/ 1676763 w 1945609"/>
                <a:gd name="connsiteY1" fmla="*/ 0 h 1953073"/>
                <a:gd name="connsiteX2" fmla="*/ 915177 w 1945609"/>
                <a:gd name="connsiteY2" fmla="*/ 1953073 h 1953073"/>
                <a:gd name="connsiteX3" fmla="*/ 356377 w 1945609"/>
                <a:gd name="connsiteY3" fmla="*/ 139700 h 1953073"/>
                <a:gd name="connsiteX0" fmla="*/ 421865 w 2011097"/>
                <a:gd name="connsiteY0" fmla="*/ 139700 h 1953073"/>
                <a:gd name="connsiteX1" fmla="*/ 1742251 w 2011097"/>
                <a:gd name="connsiteY1" fmla="*/ 0 h 1953073"/>
                <a:gd name="connsiteX2" fmla="*/ 980665 w 2011097"/>
                <a:gd name="connsiteY2" fmla="*/ 1953073 h 1953073"/>
                <a:gd name="connsiteX3" fmla="*/ 421865 w 2011097"/>
                <a:gd name="connsiteY3" fmla="*/ 139700 h 1953073"/>
                <a:gd name="connsiteX0" fmla="*/ 432822 w 2022054"/>
                <a:gd name="connsiteY0" fmla="*/ 139700 h 1953073"/>
                <a:gd name="connsiteX1" fmla="*/ 1753208 w 2022054"/>
                <a:gd name="connsiteY1" fmla="*/ 0 h 1953073"/>
                <a:gd name="connsiteX2" fmla="*/ 991622 w 2022054"/>
                <a:gd name="connsiteY2" fmla="*/ 1953073 h 1953073"/>
                <a:gd name="connsiteX3" fmla="*/ 432822 w 2022054"/>
                <a:gd name="connsiteY3" fmla="*/ 139700 h 1953073"/>
                <a:gd name="connsiteX0" fmla="*/ 384320 w 2049752"/>
                <a:gd name="connsiteY0" fmla="*/ 63500 h 1953073"/>
                <a:gd name="connsiteX1" fmla="*/ 1780906 w 2049752"/>
                <a:gd name="connsiteY1" fmla="*/ 0 h 1953073"/>
                <a:gd name="connsiteX2" fmla="*/ 1019320 w 2049752"/>
                <a:gd name="connsiteY2" fmla="*/ 1953073 h 1953073"/>
                <a:gd name="connsiteX3" fmla="*/ 384320 w 2049752"/>
                <a:gd name="connsiteY3" fmla="*/ 63500 h 1953073"/>
                <a:gd name="connsiteX0" fmla="*/ 384320 w 2069519"/>
                <a:gd name="connsiteY0" fmla="*/ 88900 h 1978473"/>
                <a:gd name="connsiteX1" fmla="*/ 1831706 w 2069519"/>
                <a:gd name="connsiteY1" fmla="*/ 0 h 1978473"/>
                <a:gd name="connsiteX2" fmla="*/ 1019320 w 2069519"/>
                <a:gd name="connsiteY2" fmla="*/ 1978473 h 1978473"/>
                <a:gd name="connsiteX3" fmla="*/ 384320 w 2069519"/>
                <a:gd name="connsiteY3" fmla="*/ 88900 h 1978473"/>
                <a:gd name="connsiteX0" fmla="*/ 384320 w 2090836"/>
                <a:gd name="connsiteY0" fmla="*/ 88900 h 1978473"/>
                <a:gd name="connsiteX1" fmla="*/ 1831706 w 2090836"/>
                <a:gd name="connsiteY1" fmla="*/ 0 h 1978473"/>
                <a:gd name="connsiteX2" fmla="*/ 1019320 w 2090836"/>
                <a:gd name="connsiteY2" fmla="*/ 1978473 h 1978473"/>
                <a:gd name="connsiteX3" fmla="*/ 384320 w 2090836"/>
                <a:gd name="connsiteY3" fmla="*/ 88900 h 1978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0836" h="1978473">
                  <a:moveTo>
                    <a:pt x="384320" y="88900"/>
                  </a:moveTo>
                  <a:lnTo>
                    <a:pt x="1831706" y="0"/>
                  </a:lnTo>
                  <a:cubicBezTo>
                    <a:pt x="1577844" y="651024"/>
                    <a:pt x="3000382" y="1276649"/>
                    <a:pt x="1019320" y="1978473"/>
                  </a:cubicBezTo>
                  <a:cubicBezTo>
                    <a:pt x="-894147" y="1386715"/>
                    <a:pt x="494387" y="363158"/>
                    <a:pt x="384320" y="88900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5A91FE0A-F0DA-638E-C266-2526E6AE1FDE}"/>
                </a:ext>
              </a:extLst>
            </p:cNvPr>
            <p:cNvSpPr/>
            <p:nvPr/>
          </p:nvSpPr>
          <p:spPr>
            <a:xfrm>
              <a:off x="2262595" y="1435578"/>
              <a:ext cx="3004414" cy="2586398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7DF67F82-0F17-4FF5-C10E-B47C5C4C1D7C}"/>
                </a:ext>
              </a:extLst>
            </p:cNvPr>
            <p:cNvSpPr/>
            <p:nvPr/>
          </p:nvSpPr>
          <p:spPr>
            <a:xfrm>
              <a:off x="1972933" y="1596988"/>
              <a:ext cx="953148" cy="550456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4606ABA0-6381-B9E9-B397-2EAC5A6FFD26}"/>
                </a:ext>
              </a:extLst>
            </p:cNvPr>
            <p:cNvSpPr/>
            <p:nvPr/>
          </p:nvSpPr>
          <p:spPr>
            <a:xfrm rot="9500543">
              <a:off x="3601913" y="3244281"/>
              <a:ext cx="314714" cy="314714"/>
            </a:xfrm>
            <a:prstGeom prst="arc">
              <a:avLst>
                <a:gd name="adj1" fmla="val 12939651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25586CE6-F98D-6B22-8BDF-E242C5521EE3}"/>
                </a:ext>
              </a:extLst>
            </p:cNvPr>
            <p:cNvGrpSpPr/>
            <p:nvPr/>
          </p:nvGrpSpPr>
          <p:grpSpPr>
            <a:xfrm>
              <a:off x="2788371" y="2413698"/>
              <a:ext cx="673395" cy="828081"/>
              <a:chOff x="2788371" y="2413698"/>
              <a:chExt cx="673395" cy="828081"/>
            </a:xfrm>
          </p:grpSpPr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CF49115C-CAA2-E215-FD5B-F9B75F2C2F44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</p:grpSpPr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ABB4F4C5-E4E8-8D9D-BF26-D6BF052BD067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2E65CB0F-71E3-D78E-6D81-B81CD8D3ACEB}"/>
                    </a:ext>
                  </a:extLst>
                </p:cNvPr>
                <p:cNvSpPr/>
                <p:nvPr/>
              </p:nvSpPr>
              <p:spPr>
                <a:xfrm>
                  <a:off x="3003335" y="2773414"/>
                  <a:ext cx="235165" cy="235165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0702714C-4FB4-F9E8-1EEF-ECF2CC2BF475}"/>
                    </a:ext>
                  </a:extLst>
                </p:cNvPr>
                <p:cNvSpPr/>
                <p:nvPr/>
              </p:nvSpPr>
              <p:spPr>
                <a:xfrm>
                  <a:off x="3197013" y="2995024"/>
                  <a:ext cx="137167" cy="137167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6" name="Freeform: Shape 65">
                  <a:extLst>
                    <a:ext uri="{FF2B5EF4-FFF2-40B4-BE49-F238E27FC236}">
                      <a16:creationId xmlns:a16="http://schemas.microsoft.com/office/drawing/2014/main" id="{43285532-3B82-688B-4957-F4577498A7ED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7" name="Freeform: Shape 66">
                  <a:extLst>
                    <a:ext uri="{FF2B5EF4-FFF2-40B4-BE49-F238E27FC236}">
                      <a16:creationId xmlns:a16="http://schemas.microsoft.com/office/drawing/2014/main" id="{4DDACAB4-C38F-159E-ABC1-67CF72205A14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Freeform: Shape 67">
                  <a:extLst>
                    <a:ext uri="{FF2B5EF4-FFF2-40B4-BE49-F238E27FC236}">
                      <a16:creationId xmlns:a16="http://schemas.microsoft.com/office/drawing/2014/main" id="{053F53E9-0F37-4055-FD17-6C7F0AE4C518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62" name="Arc 61">
                <a:extLst>
                  <a:ext uri="{FF2B5EF4-FFF2-40B4-BE49-F238E27FC236}">
                    <a16:creationId xmlns:a16="http://schemas.microsoft.com/office/drawing/2014/main" id="{56EDC045-B468-BD5B-2D44-F44C7E02BD36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7AE301B-CDE4-21DB-D98F-11205FBE1C37}"/>
                </a:ext>
              </a:extLst>
            </p:cNvPr>
            <p:cNvSpPr/>
            <p:nvPr/>
          </p:nvSpPr>
          <p:spPr>
            <a:xfrm flipH="1">
              <a:off x="4617708" y="1534361"/>
              <a:ext cx="953148" cy="550456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05D79620-F77D-DBD7-42F6-4AE94E98D36E}"/>
                </a:ext>
              </a:extLst>
            </p:cNvPr>
            <p:cNvGrpSpPr/>
            <p:nvPr/>
          </p:nvGrpSpPr>
          <p:grpSpPr>
            <a:xfrm flipH="1">
              <a:off x="4045924" y="2420364"/>
              <a:ext cx="673395" cy="828081"/>
              <a:chOff x="2788371" y="2413698"/>
              <a:chExt cx="673395" cy="828081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1FD5E3CC-0D1F-9A1A-F031-EC089649BD49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8B5BA30F-604C-9262-7843-F8A01DFA456C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26548449-FD0B-286E-DF3D-2228DF0E52E4}"/>
                    </a:ext>
                  </a:extLst>
                </p:cNvPr>
                <p:cNvSpPr/>
                <p:nvPr/>
              </p:nvSpPr>
              <p:spPr>
                <a:xfrm>
                  <a:off x="3088412" y="2760492"/>
                  <a:ext cx="235165" cy="235165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10E4FF5C-362F-2DA8-37F5-59DC1F7D33ED}"/>
                    </a:ext>
                  </a:extLst>
                </p:cNvPr>
                <p:cNvSpPr/>
                <p:nvPr/>
              </p:nvSpPr>
              <p:spPr>
                <a:xfrm>
                  <a:off x="2983650" y="2984939"/>
                  <a:ext cx="137167" cy="137167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" name="Freeform: Shape 57">
                  <a:extLst>
                    <a:ext uri="{FF2B5EF4-FFF2-40B4-BE49-F238E27FC236}">
                      <a16:creationId xmlns:a16="http://schemas.microsoft.com/office/drawing/2014/main" id="{884213FB-2B90-A49B-9FE5-0BCB786F3AC0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" name="Freeform: Shape 58">
                  <a:extLst>
                    <a:ext uri="{FF2B5EF4-FFF2-40B4-BE49-F238E27FC236}">
                      <a16:creationId xmlns:a16="http://schemas.microsoft.com/office/drawing/2014/main" id="{BA3041F5-2F35-E98B-59B1-DE4B36F673DF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id="{44F49D57-17AA-F86A-35F0-4A00A8316FB2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50" name="Arc 49">
                <a:extLst>
                  <a:ext uri="{FF2B5EF4-FFF2-40B4-BE49-F238E27FC236}">
                    <a16:creationId xmlns:a16="http://schemas.microsoft.com/office/drawing/2014/main" id="{72791621-C882-DBD1-3FF4-40AD82AD3770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2270737-95BD-736D-209F-22F7072AAAC3}"/>
                </a:ext>
              </a:extLst>
            </p:cNvPr>
            <p:cNvSpPr/>
            <p:nvPr/>
          </p:nvSpPr>
          <p:spPr>
            <a:xfrm>
              <a:off x="2718281" y="4027937"/>
              <a:ext cx="2090836" cy="731656"/>
            </a:xfrm>
            <a:custGeom>
              <a:avLst/>
              <a:gdLst>
                <a:gd name="connsiteX0" fmla="*/ 85313 w 2090836"/>
                <a:gd name="connsiteY0" fmla="*/ 0 h 731656"/>
                <a:gd name="connsiteX1" fmla="*/ 103638 w 2090836"/>
                <a:gd name="connsiteY1" fmla="*/ 13227 h 731656"/>
                <a:gd name="connsiteX2" fmla="*/ 1901708 w 2090836"/>
                <a:gd name="connsiteY2" fmla="*/ 98568 h 731656"/>
                <a:gd name="connsiteX3" fmla="*/ 2012822 w 2090836"/>
                <a:gd name="connsiteY3" fmla="*/ 45877 h 731656"/>
                <a:gd name="connsiteX4" fmla="*/ 2035732 w 2090836"/>
                <a:gd name="connsiteY4" fmla="*/ 101169 h 731656"/>
                <a:gd name="connsiteX5" fmla="*/ 2089158 w 2090836"/>
                <a:gd name="connsiteY5" fmla="*/ 406818 h 731656"/>
                <a:gd name="connsiteX6" fmla="*/ 2082082 w 2090836"/>
                <a:gd name="connsiteY6" fmla="*/ 454530 h 731656"/>
                <a:gd name="connsiteX7" fmla="*/ 2061872 w 2090836"/>
                <a:gd name="connsiteY7" fmla="*/ 462605 h 731656"/>
                <a:gd name="connsiteX8" fmla="*/ 100105 w 2090836"/>
                <a:gd name="connsiteY8" fmla="*/ 467357 h 731656"/>
                <a:gd name="connsiteX9" fmla="*/ 3394 w 2090836"/>
                <a:gd name="connsiteY9" fmla="*/ 410264 h 731656"/>
                <a:gd name="connsiteX10" fmla="*/ 293 w 2090836"/>
                <a:gd name="connsiteY10" fmla="*/ 375443 h 731656"/>
                <a:gd name="connsiteX11" fmla="*/ 70262 w 2090836"/>
                <a:gd name="connsiteY11" fmla="*/ 32997 h 731656"/>
                <a:gd name="connsiteX12" fmla="*/ 85313 w 2090836"/>
                <a:gd name="connsiteY12" fmla="*/ 0 h 731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0836" h="731656">
                  <a:moveTo>
                    <a:pt x="85313" y="0"/>
                  </a:moveTo>
                  <a:lnTo>
                    <a:pt x="103638" y="13227"/>
                  </a:lnTo>
                  <a:cubicBezTo>
                    <a:pt x="624258" y="359537"/>
                    <a:pt x="1237831" y="390353"/>
                    <a:pt x="1901708" y="98568"/>
                  </a:cubicBezTo>
                  <a:lnTo>
                    <a:pt x="2012822" y="45877"/>
                  </a:lnTo>
                  <a:lnTo>
                    <a:pt x="2035732" y="101169"/>
                  </a:lnTo>
                  <a:cubicBezTo>
                    <a:pt x="2073333" y="202458"/>
                    <a:pt x="2097601" y="304211"/>
                    <a:pt x="2089158" y="406818"/>
                  </a:cubicBezTo>
                  <a:lnTo>
                    <a:pt x="2082082" y="454530"/>
                  </a:lnTo>
                  <a:lnTo>
                    <a:pt x="2061872" y="462605"/>
                  </a:lnTo>
                  <a:cubicBezTo>
                    <a:pt x="1621195" y="644809"/>
                    <a:pt x="981489" y="961521"/>
                    <a:pt x="100105" y="467357"/>
                  </a:cubicBezTo>
                  <a:lnTo>
                    <a:pt x="3394" y="410264"/>
                  </a:lnTo>
                  <a:lnTo>
                    <a:pt x="293" y="375443"/>
                  </a:lnTo>
                  <a:cubicBezTo>
                    <a:pt x="-3282" y="258620"/>
                    <a:pt x="26146" y="142970"/>
                    <a:pt x="70262" y="32997"/>
                  </a:cubicBezTo>
                  <a:lnTo>
                    <a:pt x="85313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1FACD5E7-E35E-3AA2-0847-4086F5296D1A}"/>
              </a:ext>
            </a:extLst>
          </p:cNvPr>
          <p:cNvGrpSpPr/>
          <p:nvPr/>
        </p:nvGrpSpPr>
        <p:grpSpPr>
          <a:xfrm rot="940518">
            <a:off x="586090" y="3096228"/>
            <a:ext cx="3737848" cy="3970373"/>
            <a:chOff x="5164264" y="871660"/>
            <a:chExt cx="4279878" cy="4546122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09A9F221-3B7B-1E1B-F84E-DC3C4F46834D}"/>
                </a:ext>
              </a:extLst>
            </p:cNvPr>
            <p:cNvGrpSpPr/>
            <p:nvPr/>
          </p:nvGrpSpPr>
          <p:grpSpPr>
            <a:xfrm flipH="1">
              <a:off x="7794554" y="3219146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51A93F70-A239-73D8-5C29-DB2DA3E4F178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0797BB7A-2ACD-4A5A-4D0F-237A9E703777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F99D5150-DE52-725D-C577-815D856D14CB}"/>
                </a:ext>
              </a:extLst>
            </p:cNvPr>
            <p:cNvGrpSpPr/>
            <p:nvPr/>
          </p:nvGrpSpPr>
          <p:grpSpPr>
            <a:xfrm>
              <a:off x="5285751" y="3240216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C8D43C2A-6A15-B0D7-EA20-319584732537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AF6AEF83-3AA1-4213-8CB8-E24EAEC340E5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76" name="Rectangle 24">
              <a:extLst>
                <a:ext uri="{FF2B5EF4-FFF2-40B4-BE49-F238E27FC236}">
                  <a16:creationId xmlns:a16="http://schemas.microsoft.com/office/drawing/2014/main" id="{B356314B-470B-A27B-A71E-4C89087B4000}"/>
                </a:ext>
              </a:extLst>
            </p:cNvPr>
            <p:cNvSpPr/>
            <p:nvPr/>
          </p:nvSpPr>
          <p:spPr>
            <a:xfrm>
              <a:off x="6050886" y="3064307"/>
              <a:ext cx="2487136" cy="2353475"/>
            </a:xfrm>
            <a:custGeom>
              <a:avLst/>
              <a:gdLst>
                <a:gd name="connsiteX0" fmla="*/ 0 w 799686"/>
                <a:gd name="connsiteY0" fmla="*/ 0 h 708473"/>
                <a:gd name="connsiteX1" fmla="*/ 799686 w 799686"/>
                <a:gd name="connsiteY1" fmla="*/ 0 h 708473"/>
                <a:gd name="connsiteX2" fmla="*/ 799686 w 799686"/>
                <a:gd name="connsiteY2" fmla="*/ 708473 h 708473"/>
                <a:gd name="connsiteX3" fmla="*/ 0 w 799686"/>
                <a:gd name="connsiteY3" fmla="*/ 708473 h 708473"/>
                <a:gd name="connsiteX4" fmla="*/ 0 w 799686"/>
                <a:gd name="connsiteY4" fmla="*/ 0 h 708473"/>
                <a:gd name="connsiteX0" fmla="*/ 0 w 799686"/>
                <a:gd name="connsiteY0" fmla="*/ 0 h 1051373"/>
                <a:gd name="connsiteX1" fmla="*/ 799686 w 799686"/>
                <a:gd name="connsiteY1" fmla="*/ 0 h 1051373"/>
                <a:gd name="connsiteX2" fmla="*/ 799686 w 799686"/>
                <a:gd name="connsiteY2" fmla="*/ 708473 h 1051373"/>
                <a:gd name="connsiteX3" fmla="*/ 88900 w 799686"/>
                <a:gd name="connsiteY3" fmla="*/ 1051373 h 1051373"/>
                <a:gd name="connsiteX4" fmla="*/ 0 w 799686"/>
                <a:gd name="connsiteY4" fmla="*/ 0 h 1051373"/>
                <a:gd name="connsiteX0" fmla="*/ 0 w 1269586"/>
                <a:gd name="connsiteY0" fmla="*/ 0 h 1813373"/>
                <a:gd name="connsiteX1" fmla="*/ 1269586 w 1269586"/>
                <a:gd name="connsiteY1" fmla="*/ 762000 h 1813373"/>
                <a:gd name="connsiteX2" fmla="*/ 1269586 w 1269586"/>
                <a:gd name="connsiteY2" fmla="*/ 1470473 h 1813373"/>
                <a:gd name="connsiteX3" fmla="*/ 558800 w 1269586"/>
                <a:gd name="connsiteY3" fmla="*/ 1813373 h 1813373"/>
                <a:gd name="connsiteX4" fmla="*/ 0 w 1269586"/>
                <a:gd name="connsiteY4" fmla="*/ 0 h 18133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1269586 w 1320386"/>
                <a:gd name="connsiteY2" fmla="*/ 1610173 h 1953073"/>
                <a:gd name="connsiteX3" fmla="*/ 558800 w 1320386"/>
                <a:gd name="connsiteY3" fmla="*/ 1953073 h 1953073"/>
                <a:gd name="connsiteX4" fmla="*/ 0 w 1320386"/>
                <a:gd name="connsiteY4" fmla="*/ 139700 h 19530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558800 w 1320386"/>
                <a:gd name="connsiteY2" fmla="*/ 1953073 h 1953073"/>
                <a:gd name="connsiteX3" fmla="*/ 0 w 1320386"/>
                <a:gd name="connsiteY3" fmla="*/ 139700 h 1953073"/>
                <a:gd name="connsiteX0" fmla="*/ 0 w 1589232"/>
                <a:gd name="connsiteY0" fmla="*/ 139700 h 1953073"/>
                <a:gd name="connsiteX1" fmla="*/ 1320386 w 1589232"/>
                <a:gd name="connsiteY1" fmla="*/ 0 h 1953073"/>
                <a:gd name="connsiteX2" fmla="*/ 558800 w 1589232"/>
                <a:gd name="connsiteY2" fmla="*/ 1953073 h 1953073"/>
                <a:gd name="connsiteX3" fmla="*/ 0 w 1589232"/>
                <a:gd name="connsiteY3" fmla="*/ 139700 h 1953073"/>
                <a:gd name="connsiteX0" fmla="*/ 499635 w 2088867"/>
                <a:gd name="connsiteY0" fmla="*/ 139700 h 1953073"/>
                <a:gd name="connsiteX1" fmla="*/ 1820021 w 2088867"/>
                <a:gd name="connsiteY1" fmla="*/ 0 h 1953073"/>
                <a:gd name="connsiteX2" fmla="*/ 1058435 w 2088867"/>
                <a:gd name="connsiteY2" fmla="*/ 1953073 h 1953073"/>
                <a:gd name="connsiteX3" fmla="*/ 499635 w 2088867"/>
                <a:gd name="connsiteY3" fmla="*/ 139700 h 1953073"/>
                <a:gd name="connsiteX0" fmla="*/ 520808 w 2110040"/>
                <a:gd name="connsiteY0" fmla="*/ 139700 h 1953073"/>
                <a:gd name="connsiteX1" fmla="*/ 1841194 w 2110040"/>
                <a:gd name="connsiteY1" fmla="*/ 0 h 1953073"/>
                <a:gd name="connsiteX2" fmla="*/ 1079608 w 2110040"/>
                <a:gd name="connsiteY2" fmla="*/ 1953073 h 1953073"/>
                <a:gd name="connsiteX3" fmla="*/ 520808 w 2110040"/>
                <a:gd name="connsiteY3" fmla="*/ 139700 h 1953073"/>
                <a:gd name="connsiteX0" fmla="*/ 356377 w 1945609"/>
                <a:gd name="connsiteY0" fmla="*/ 139700 h 1953073"/>
                <a:gd name="connsiteX1" fmla="*/ 1676763 w 1945609"/>
                <a:gd name="connsiteY1" fmla="*/ 0 h 1953073"/>
                <a:gd name="connsiteX2" fmla="*/ 915177 w 1945609"/>
                <a:gd name="connsiteY2" fmla="*/ 1953073 h 1953073"/>
                <a:gd name="connsiteX3" fmla="*/ 356377 w 1945609"/>
                <a:gd name="connsiteY3" fmla="*/ 139700 h 1953073"/>
                <a:gd name="connsiteX0" fmla="*/ 421865 w 2011097"/>
                <a:gd name="connsiteY0" fmla="*/ 139700 h 1953073"/>
                <a:gd name="connsiteX1" fmla="*/ 1742251 w 2011097"/>
                <a:gd name="connsiteY1" fmla="*/ 0 h 1953073"/>
                <a:gd name="connsiteX2" fmla="*/ 980665 w 2011097"/>
                <a:gd name="connsiteY2" fmla="*/ 1953073 h 1953073"/>
                <a:gd name="connsiteX3" fmla="*/ 421865 w 2011097"/>
                <a:gd name="connsiteY3" fmla="*/ 139700 h 1953073"/>
                <a:gd name="connsiteX0" fmla="*/ 432822 w 2022054"/>
                <a:gd name="connsiteY0" fmla="*/ 139700 h 1953073"/>
                <a:gd name="connsiteX1" fmla="*/ 1753208 w 2022054"/>
                <a:gd name="connsiteY1" fmla="*/ 0 h 1953073"/>
                <a:gd name="connsiteX2" fmla="*/ 991622 w 2022054"/>
                <a:gd name="connsiteY2" fmla="*/ 1953073 h 1953073"/>
                <a:gd name="connsiteX3" fmla="*/ 432822 w 2022054"/>
                <a:gd name="connsiteY3" fmla="*/ 139700 h 1953073"/>
                <a:gd name="connsiteX0" fmla="*/ 384320 w 2049752"/>
                <a:gd name="connsiteY0" fmla="*/ 63500 h 1953073"/>
                <a:gd name="connsiteX1" fmla="*/ 1780906 w 2049752"/>
                <a:gd name="connsiteY1" fmla="*/ 0 h 1953073"/>
                <a:gd name="connsiteX2" fmla="*/ 1019320 w 2049752"/>
                <a:gd name="connsiteY2" fmla="*/ 1953073 h 1953073"/>
                <a:gd name="connsiteX3" fmla="*/ 384320 w 2049752"/>
                <a:gd name="connsiteY3" fmla="*/ 63500 h 1953073"/>
                <a:gd name="connsiteX0" fmla="*/ 384320 w 2069519"/>
                <a:gd name="connsiteY0" fmla="*/ 88900 h 1978473"/>
                <a:gd name="connsiteX1" fmla="*/ 1831706 w 2069519"/>
                <a:gd name="connsiteY1" fmla="*/ 0 h 1978473"/>
                <a:gd name="connsiteX2" fmla="*/ 1019320 w 2069519"/>
                <a:gd name="connsiteY2" fmla="*/ 1978473 h 1978473"/>
                <a:gd name="connsiteX3" fmla="*/ 384320 w 2069519"/>
                <a:gd name="connsiteY3" fmla="*/ 88900 h 1978473"/>
                <a:gd name="connsiteX0" fmla="*/ 384320 w 2090836"/>
                <a:gd name="connsiteY0" fmla="*/ 88900 h 1978473"/>
                <a:gd name="connsiteX1" fmla="*/ 1831706 w 2090836"/>
                <a:gd name="connsiteY1" fmla="*/ 0 h 1978473"/>
                <a:gd name="connsiteX2" fmla="*/ 1019320 w 2090836"/>
                <a:gd name="connsiteY2" fmla="*/ 1978473 h 1978473"/>
                <a:gd name="connsiteX3" fmla="*/ 384320 w 2090836"/>
                <a:gd name="connsiteY3" fmla="*/ 88900 h 1978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0836" h="1978473">
                  <a:moveTo>
                    <a:pt x="384320" y="88900"/>
                  </a:moveTo>
                  <a:lnTo>
                    <a:pt x="1831706" y="0"/>
                  </a:lnTo>
                  <a:cubicBezTo>
                    <a:pt x="1577844" y="651024"/>
                    <a:pt x="3000382" y="1276649"/>
                    <a:pt x="1019320" y="1978473"/>
                  </a:cubicBezTo>
                  <a:cubicBezTo>
                    <a:pt x="-894147" y="1386715"/>
                    <a:pt x="494387" y="363158"/>
                    <a:pt x="384320" y="88900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7" name="Rectangle 8">
              <a:extLst>
                <a:ext uri="{FF2B5EF4-FFF2-40B4-BE49-F238E27FC236}">
                  <a16:creationId xmlns:a16="http://schemas.microsoft.com/office/drawing/2014/main" id="{97B31743-8B74-7367-560E-B5F3FFEA584F}"/>
                </a:ext>
              </a:extLst>
            </p:cNvPr>
            <p:cNvSpPr/>
            <p:nvPr/>
          </p:nvSpPr>
          <p:spPr>
            <a:xfrm>
              <a:off x="5508829" y="871660"/>
              <a:ext cx="3573875" cy="3076627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6EDC453-5848-A658-8DF2-6035E6EC6AF1}"/>
                </a:ext>
              </a:extLst>
            </p:cNvPr>
            <p:cNvSpPr/>
            <p:nvPr/>
          </p:nvSpPr>
          <p:spPr>
            <a:xfrm>
              <a:off x="5164264" y="1063664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9" name="Arc 78">
              <a:extLst>
                <a:ext uri="{FF2B5EF4-FFF2-40B4-BE49-F238E27FC236}">
                  <a16:creationId xmlns:a16="http://schemas.microsoft.com/office/drawing/2014/main" id="{7783A43E-A6D2-C505-7169-440D1228A763}"/>
                </a:ext>
              </a:extLst>
            </p:cNvPr>
            <p:cNvSpPr/>
            <p:nvPr/>
          </p:nvSpPr>
          <p:spPr>
            <a:xfrm rot="9634460">
              <a:off x="6846089" y="2567074"/>
              <a:ext cx="822291" cy="744168"/>
            </a:xfrm>
            <a:prstGeom prst="arc">
              <a:avLst>
                <a:gd name="adj1" fmla="val 12939651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81830238-08D5-FD84-C7BC-959B42BA0E2C}"/>
                </a:ext>
              </a:extLst>
            </p:cNvPr>
            <p:cNvSpPr/>
            <p:nvPr/>
          </p:nvSpPr>
          <p:spPr>
            <a:xfrm flipH="1">
              <a:off x="8310333" y="989166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9B9ADB93-114E-1C64-4332-0A346D21E299}"/>
                </a:ext>
              </a:extLst>
            </p:cNvPr>
            <p:cNvSpPr/>
            <p:nvPr/>
          </p:nvSpPr>
          <p:spPr>
            <a:xfrm>
              <a:off x="6050886" y="3955378"/>
              <a:ext cx="2487136" cy="870335"/>
            </a:xfrm>
            <a:custGeom>
              <a:avLst/>
              <a:gdLst>
                <a:gd name="connsiteX0" fmla="*/ 85313 w 2090836"/>
                <a:gd name="connsiteY0" fmla="*/ 0 h 731656"/>
                <a:gd name="connsiteX1" fmla="*/ 103638 w 2090836"/>
                <a:gd name="connsiteY1" fmla="*/ 13227 h 731656"/>
                <a:gd name="connsiteX2" fmla="*/ 1901708 w 2090836"/>
                <a:gd name="connsiteY2" fmla="*/ 98568 h 731656"/>
                <a:gd name="connsiteX3" fmla="*/ 2012822 w 2090836"/>
                <a:gd name="connsiteY3" fmla="*/ 45877 h 731656"/>
                <a:gd name="connsiteX4" fmla="*/ 2035732 w 2090836"/>
                <a:gd name="connsiteY4" fmla="*/ 101169 h 731656"/>
                <a:gd name="connsiteX5" fmla="*/ 2089158 w 2090836"/>
                <a:gd name="connsiteY5" fmla="*/ 406818 h 731656"/>
                <a:gd name="connsiteX6" fmla="*/ 2082082 w 2090836"/>
                <a:gd name="connsiteY6" fmla="*/ 454530 h 731656"/>
                <a:gd name="connsiteX7" fmla="*/ 2061872 w 2090836"/>
                <a:gd name="connsiteY7" fmla="*/ 462605 h 731656"/>
                <a:gd name="connsiteX8" fmla="*/ 100105 w 2090836"/>
                <a:gd name="connsiteY8" fmla="*/ 467357 h 731656"/>
                <a:gd name="connsiteX9" fmla="*/ 3394 w 2090836"/>
                <a:gd name="connsiteY9" fmla="*/ 410264 h 731656"/>
                <a:gd name="connsiteX10" fmla="*/ 293 w 2090836"/>
                <a:gd name="connsiteY10" fmla="*/ 375443 h 731656"/>
                <a:gd name="connsiteX11" fmla="*/ 70262 w 2090836"/>
                <a:gd name="connsiteY11" fmla="*/ 32997 h 731656"/>
                <a:gd name="connsiteX12" fmla="*/ 85313 w 2090836"/>
                <a:gd name="connsiteY12" fmla="*/ 0 h 731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0836" h="731656">
                  <a:moveTo>
                    <a:pt x="85313" y="0"/>
                  </a:moveTo>
                  <a:lnTo>
                    <a:pt x="103638" y="13227"/>
                  </a:lnTo>
                  <a:cubicBezTo>
                    <a:pt x="624258" y="359537"/>
                    <a:pt x="1237831" y="390353"/>
                    <a:pt x="1901708" y="98568"/>
                  </a:cubicBezTo>
                  <a:lnTo>
                    <a:pt x="2012822" y="45877"/>
                  </a:lnTo>
                  <a:lnTo>
                    <a:pt x="2035732" y="101169"/>
                  </a:lnTo>
                  <a:cubicBezTo>
                    <a:pt x="2073333" y="202458"/>
                    <a:pt x="2097601" y="304211"/>
                    <a:pt x="2089158" y="406818"/>
                  </a:cubicBezTo>
                  <a:lnTo>
                    <a:pt x="2082082" y="454530"/>
                  </a:lnTo>
                  <a:lnTo>
                    <a:pt x="2061872" y="462605"/>
                  </a:lnTo>
                  <a:cubicBezTo>
                    <a:pt x="1621195" y="644809"/>
                    <a:pt x="981489" y="961521"/>
                    <a:pt x="100105" y="467357"/>
                  </a:cubicBezTo>
                  <a:lnTo>
                    <a:pt x="3394" y="410264"/>
                  </a:lnTo>
                  <a:lnTo>
                    <a:pt x="293" y="375443"/>
                  </a:lnTo>
                  <a:cubicBezTo>
                    <a:pt x="-3282" y="258620"/>
                    <a:pt x="26146" y="142970"/>
                    <a:pt x="70262" y="32997"/>
                  </a:cubicBezTo>
                  <a:lnTo>
                    <a:pt x="85313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F0349E2A-52AA-5E8A-FC8F-A2FC23C1AF92}"/>
                </a:ext>
              </a:extLst>
            </p:cNvPr>
            <p:cNvGrpSpPr/>
            <p:nvPr/>
          </p:nvGrpSpPr>
          <p:grpSpPr>
            <a:xfrm>
              <a:off x="7918336" y="2107505"/>
              <a:ext cx="563582" cy="341024"/>
              <a:chOff x="7918336" y="2107505"/>
              <a:chExt cx="563582" cy="341024"/>
            </a:xfrm>
          </p:grpSpPr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325F994-8056-35D0-5073-311BB221C0C0}"/>
                  </a:ext>
                </a:extLst>
              </p:cNvPr>
              <p:cNvSpPr/>
              <p:nvPr/>
            </p:nvSpPr>
            <p:spPr>
              <a:xfrm rot="1407024">
                <a:off x="7918336" y="2107505"/>
                <a:ext cx="456018" cy="341024"/>
              </a:xfrm>
              <a:custGeom>
                <a:avLst/>
                <a:gdLst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65791 w 685477"/>
                  <a:gd name="connsiteY6" fmla="*/ 68160 h 512620"/>
                  <a:gd name="connsiteX7" fmla="*/ 409986 w 685477"/>
                  <a:gd name="connsiteY7" fmla="*/ 69908 h 512620"/>
                  <a:gd name="connsiteX8" fmla="*/ 3412 w 685477"/>
                  <a:gd name="connsiteY8" fmla="*/ 512620 h 512620"/>
                  <a:gd name="connsiteX9" fmla="*/ 401872 w 685477"/>
                  <a:gd name="connsiteY9" fmla="*/ 3412 h 512620"/>
                  <a:gd name="connsiteX10" fmla="*/ 494461 w 685477"/>
                  <a:gd name="connsiteY10" fmla="*/ 1472 h 512620"/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09986 w 685477"/>
                  <a:gd name="connsiteY6" fmla="*/ 69908 h 512620"/>
                  <a:gd name="connsiteX7" fmla="*/ 3412 w 685477"/>
                  <a:gd name="connsiteY7" fmla="*/ 512620 h 512620"/>
                  <a:gd name="connsiteX8" fmla="*/ 401872 w 685477"/>
                  <a:gd name="connsiteY8" fmla="*/ 3412 h 512620"/>
                  <a:gd name="connsiteX9" fmla="*/ 494461 w 685477"/>
                  <a:gd name="connsiteY9" fmla="*/ 1472 h 512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85477" h="512620">
                    <a:moveTo>
                      <a:pt x="494461" y="1472"/>
                    </a:moveTo>
                    <a:cubicBezTo>
                      <a:pt x="555023" y="6354"/>
                      <a:pt x="612803" y="23229"/>
                      <a:pt x="665072" y="49959"/>
                    </a:cubicBezTo>
                    <a:lnTo>
                      <a:pt x="685477" y="62993"/>
                    </a:lnTo>
                    <a:lnTo>
                      <a:pt x="675687" y="59992"/>
                    </a:lnTo>
                    <a:cubicBezTo>
                      <a:pt x="647525" y="54575"/>
                      <a:pt x="616562" y="51580"/>
                      <a:pt x="584061" y="51580"/>
                    </a:cubicBezTo>
                    <a:cubicBezTo>
                      <a:pt x="551560" y="51580"/>
                      <a:pt x="520597" y="54575"/>
                      <a:pt x="492435" y="59992"/>
                    </a:cubicBezTo>
                    <a:lnTo>
                      <a:pt x="409986" y="69908"/>
                    </a:lnTo>
                    <a:cubicBezTo>
                      <a:pt x="184061" y="97474"/>
                      <a:pt x="11686" y="285170"/>
                      <a:pt x="3412" y="512620"/>
                    </a:cubicBezTo>
                    <a:cubicBezTo>
                      <a:pt x="-27171" y="261974"/>
                      <a:pt x="151226" y="33994"/>
                      <a:pt x="401872" y="3412"/>
                    </a:cubicBezTo>
                    <a:cubicBezTo>
                      <a:pt x="433203" y="-411"/>
                      <a:pt x="464179" y="-969"/>
                      <a:pt x="494461" y="1472"/>
                    </a:cubicBezTo>
                    <a:close/>
                  </a:path>
                </a:pathLst>
              </a:cu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0ABF503E-D2E7-D640-E896-4984DCE89145}"/>
                  </a:ext>
                </a:extLst>
              </p:cNvPr>
              <p:cNvSpPr/>
              <p:nvPr/>
            </p:nvSpPr>
            <p:spPr>
              <a:xfrm rot="20807829" flipH="1">
                <a:off x="8171278" y="211239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0557B237-A604-1D9A-3F33-524A0BA0A633}"/>
                  </a:ext>
                </a:extLst>
              </p:cNvPr>
              <p:cNvSpPr/>
              <p:nvPr/>
            </p:nvSpPr>
            <p:spPr>
              <a:xfrm rot="20807829" flipH="1">
                <a:off x="8280422" y="215367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6703345C-8DF9-16EC-6014-C01918859EBF}"/>
                  </a:ext>
                </a:extLst>
              </p:cNvPr>
              <p:cNvSpPr/>
              <p:nvPr/>
            </p:nvSpPr>
            <p:spPr>
              <a:xfrm rot="20807829" flipH="1">
                <a:off x="8364837" y="2208717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955CAC05-6795-96DC-D0AA-A3EDA98A05E8}"/>
                </a:ext>
              </a:extLst>
            </p:cNvPr>
            <p:cNvGrpSpPr/>
            <p:nvPr/>
          </p:nvGrpSpPr>
          <p:grpSpPr>
            <a:xfrm flipH="1">
              <a:off x="6081577" y="2077605"/>
              <a:ext cx="563582" cy="341024"/>
              <a:chOff x="7918336" y="2107505"/>
              <a:chExt cx="563582" cy="341024"/>
            </a:xfrm>
          </p:grpSpPr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B15105F3-382E-7D8C-30DE-17C06AB08898}"/>
                  </a:ext>
                </a:extLst>
              </p:cNvPr>
              <p:cNvSpPr/>
              <p:nvPr/>
            </p:nvSpPr>
            <p:spPr>
              <a:xfrm rot="1407024">
                <a:off x="7918336" y="2107505"/>
                <a:ext cx="456018" cy="341024"/>
              </a:xfrm>
              <a:custGeom>
                <a:avLst/>
                <a:gdLst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65791 w 685477"/>
                  <a:gd name="connsiteY6" fmla="*/ 68160 h 512620"/>
                  <a:gd name="connsiteX7" fmla="*/ 409986 w 685477"/>
                  <a:gd name="connsiteY7" fmla="*/ 69908 h 512620"/>
                  <a:gd name="connsiteX8" fmla="*/ 3412 w 685477"/>
                  <a:gd name="connsiteY8" fmla="*/ 512620 h 512620"/>
                  <a:gd name="connsiteX9" fmla="*/ 401872 w 685477"/>
                  <a:gd name="connsiteY9" fmla="*/ 3412 h 512620"/>
                  <a:gd name="connsiteX10" fmla="*/ 494461 w 685477"/>
                  <a:gd name="connsiteY10" fmla="*/ 1472 h 512620"/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09986 w 685477"/>
                  <a:gd name="connsiteY6" fmla="*/ 69908 h 512620"/>
                  <a:gd name="connsiteX7" fmla="*/ 3412 w 685477"/>
                  <a:gd name="connsiteY7" fmla="*/ 512620 h 512620"/>
                  <a:gd name="connsiteX8" fmla="*/ 401872 w 685477"/>
                  <a:gd name="connsiteY8" fmla="*/ 3412 h 512620"/>
                  <a:gd name="connsiteX9" fmla="*/ 494461 w 685477"/>
                  <a:gd name="connsiteY9" fmla="*/ 1472 h 512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85477" h="512620">
                    <a:moveTo>
                      <a:pt x="494461" y="1472"/>
                    </a:moveTo>
                    <a:cubicBezTo>
                      <a:pt x="555023" y="6354"/>
                      <a:pt x="612803" y="23229"/>
                      <a:pt x="665072" y="49959"/>
                    </a:cubicBezTo>
                    <a:lnTo>
                      <a:pt x="685477" y="62993"/>
                    </a:lnTo>
                    <a:lnTo>
                      <a:pt x="675687" y="59992"/>
                    </a:lnTo>
                    <a:cubicBezTo>
                      <a:pt x="647525" y="54575"/>
                      <a:pt x="616562" y="51580"/>
                      <a:pt x="584061" y="51580"/>
                    </a:cubicBezTo>
                    <a:cubicBezTo>
                      <a:pt x="551560" y="51580"/>
                      <a:pt x="520597" y="54575"/>
                      <a:pt x="492435" y="59992"/>
                    </a:cubicBezTo>
                    <a:lnTo>
                      <a:pt x="409986" y="69908"/>
                    </a:lnTo>
                    <a:cubicBezTo>
                      <a:pt x="184061" y="97474"/>
                      <a:pt x="11686" y="285170"/>
                      <a:pt x="3412" y="512620"/>
                    </a:cubicBezTo>
                    <a:cubicBezTo>
                      <a:pt x="-27171" y="261974"/>
                      <a:pt x="151226" y="33994"/>
                      <a:pt x="401872" y="3412"/>
                    </a:cubicBezTo>
                    <a:cubicBezTo>
                      <a:pt x="433203" y="-411"/>
                      <a:pt x="464179" y="-969"/>
                      <a:pt x="494461" y="1472"/>
                    </a:cubicBezTo>
                    <a:close/>
                  </a:path>
                </a:pathLst>
              </a:cu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4B38310C-CCEE-7144-6D03-51AB532DE701}"/>
                  </a:ext>
                </a:extLst>
              </p:cNvPr>
              <p:cNvSpPr/>
              <p:nvPr/>
            </p:nvSpPr>
            <p:spPr>
              <a:xfrm rot="20807829" flipH="1">
                <a:off x="8171278" y="211239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EE1A5CA6-C8C6-FA16-3C0A-45DB89723F14}"/>
                  </a:ext>
                </a:extLst>
              </p:cNvPr>
              <p:cNvSpPr/>
              <p:nvPr/>
            </p:nvSpPr>
            <p:spPr>
              <a:xfrm rot="20807829" flipH="1">
                <a:off x="8280422" y="215367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D41F720-0C8F-2F62-A225-0B716086A1CA}"/>
                  </a:ext>
                </a:extLst>
              </p:cNvPr>
              <p:cNvSpPr/>
              <p:nvPr/>
            </p:nvSpPr>
            <p:spPr>
              <a:xfrm rot="20807829" flipH="1">
                <a:off x="8364837" y="2208717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84" name="Arc 83">
              <a:extLst>
                <a:ext uri="{FF2B5EF4-FFF2-40B4-BE49-F238E27FC236}">
                  <a16:creationId xmlns:a16="http://schemas.microsoft.com/office/drawing/2014/main" id="{E6A6915C-79B8-DCB9-2EFA-C05C27915FF5}"/>
                </a:ext>
              </a:extLst>
            </p:cNvPr>
            <p:cNvSpPr/>
            <p:nvPr/>
          </p:nvSpPr>
          <p:spPr>
            <a:xfrm rot="9634460">
              <a:off x="7597527" y="2917723"/>
              <a:ext cx="155648" cy="140860"/>
            </a:xfrm>
            <a:prstGeom prst="arc">
              <a:avLst>
                <a:gd name="adj1" fmla="val 16464870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Arc 84">
              <a:extLst>
                <a:ext uri="{FF2B5EF4-FFF2-40B4-BE49-F238E27FC236}">
                  <a16:creationId xmlns:a16="http://schemas.microsoft.com/office/drawing/2014/main" id="{796E2505-40AB-16BA-34E0-14050B9ED436}"/>
                </a:ext>
              </a:extLst>
            </p:cNvPr>
            <p:cNvSpPr/>
            <p:nvPr/>
          </p:nvSpPr>
          <p:spPr>
            <a:xfrm rot="5873861">
              <a:off x="6762507" y="2955492"/>
              <a:ext cx="155648" cy="140860"/>
            </a:xfrm>
            <a:prstGeom prst="arc">
              <a:avLst>
                <a:gd name="adj1" fmla="val 16464870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52859FCE-21FD-FF9A-845F-38204E9E110F}"/>
              </a:ext>
            </a:extLst>
          </p:cNvPr>
          <p:cNvGrpSpPr/>
          <p:nvPr/>
        </p:nvGrpSpPr>
        <p:grpSpPr>
          <a:xfrm>
            <a:off x="5846357" y="3019406"/>
            <a:ext cx="4090132" cy="4083537"/>
            <a:chOff x="5416543" y="2517868"/>
            <a:chExt cx="4514775" cy="4507496"/>
          </a:xfrm>
        </p:grpSpPr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6342E20-24B2-39DD-2CF5-F673D7630C6E}"/>
                </a:ext>
              </a:extLst>
            </p:cNvPr>
            <p:cNvGrpSpPr/>
            <p:nvPr/>
          </p:nvGrpSpPr>
          <p:grpSpPr>
            <a:xfrm flipH="1">
              <a:off x="8045027" y="4430098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183" name="Oval 182">
                <a:extLst>
                  <a:ext uri="{FF2B5EF4-FFF2-40B4-BE49-F238E27FC236}">
                    <a16:creationId xmlns:a16="http://schemas.microsoft.com/office/drawing/2014/main" id="{EBD6B16B-6D1D-5C57-EBAA-F13BB5471D0C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4" name="Oval 183">
                <a:extLst>
                  <a:ext uri="{FF2B5EF4-FFF2-40B4-BE49-F238E27FC236}">
                    <a16:creationId xmlns:a16="http://schemas.microsoft.com/office/drawing/2014/main" id="{58140346-9D43-A182-CB47-4BC7DBDC1DB2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D0D111B6-7287-F4DF-0D72-14665C4EBEA8}"/>
                </a:ext>
              </a:extLst>
            </p:cNvPr>
            <p:cNvGrpSpPr/>
            <p:nvPr/>
          </p:nvGrpSpPr>
          <p:grpSpPr>
            <a:xfrm>
              <a:off x="5416543" y="4795717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181" name="Oval 180">
                <a:extLst>
                  <a:ext uri="{FF2B5EF4-FFF2-40B4-BE49-F238E27FC236}">
                    <a16:creationId xmlns:a16="http://schemas.microsoft.com/office/drawing/2014/main" id="{9D885879-8E15-21B2-E0DA-1583FF887D56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2" name="Oval 181">
                <a:extLst>
                  <a:ext uri="{FF2B5EF4-FFF2-40B4-BE49-F238E27FC236}">
                    <a16:creationId xmlns:a16="http://schemas.microsoft.com/office/drawing/2014/main" id="{86A6B728-2CB6-FD70-6BD2-BB61F159FEAC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59" name="Rectangle 24">
              <a:extLst>
                <a:ext uri="{FF2B5EF4-FFF2-40B4-BE49-F238E27FC236}">
                  <a16:creationId xmlns:a16="http://schemas.microsoft.com/office/drawing/2014/main" id="{5504F1DE-FDEB-7ECA-9589-35F4F81377EC}"/>
                </a:ext>
              </a:extLst>
            </p:cNvPr>
            <p:cNvSpPr/>
            <p:nvPr/>
          </p:nvSpPr>
          <p:spPr>
            <a:xfrm>
              <a:off x="6392970" y="4671889"/>
              <a:ext cx="2487136" cy="2353475"/>
            </a:xfrm>
            <a:custGeom>
              <a:avLst/>
              <a:gdLst>
                <a:gd name="connsiteX0" fmla="*/ 0 w 799686"/>
                <a:gd name="connsiteY0" fmla="*/ 0 h 708473"/>
                <a:gd name="connsiteX1" fmla="*/ 799686 w 799686"/>
                <a:gd name="connsiteY1" fmla="*/ 0 h 708473"/>
                <a:gd name="connsiteX2" fmla="*/ 799686 w 799686"/>
                <a:gd name="connsiteY2" fmla="*/ 708473 h 708473"/>
                <a:gd name="connsiteX3" fmla="*/ 0 w 799686"/>
                <a:gd name="connsiteY3" fmla="*/ 708473 h 708473"/>
                <a:gd name="connsiteX4" fmla="*/ 0 w 799686"/>
                <a:gd name="connsiteY4" fmla="*/ 0 h 708473"/>
                <a:gd name="connsiteX0" fmla="*/ 0 w 799686"/>
                <a:gd name="connsiteY0" fmla="*/ 0 h 1051373"/>
                <a:gd name="connsiteX1" fmla="*/ 799686 w 799686"/>
                <a:gd name="connsiteY1" fmla="*/ 0 h 1051373"/>
                <a:gd name="connsiteX2" fmla="*/ 799686 w 799686"/>
                <a:gd name="connsiteY2" fmla="*/ 708473 h 1051373"/>
                <a:gd name="connsiteX3" fmla="*/ 88900 w 799686"/>
                <a:gd name="connsiteY3" fmla="*/ 1051373 h 1051373"/>
                <a:gd name="connsiteX4" fmla="*/ 0 w 799686"/>
                <a:gd name="connsiteY4" fmla="*/ 0 h 1051373"/>
                <a:gd name="connsiteX0" fmla="*/ 0 w 1269586"/>
                <a:gd name="connsiteY0" fmla="*/ 0 h 1813373"/>
                <a:gd name="connsiteX1" fmla="*/ 1269586 w 1269586"/>
                <a:gd name="connsiteY1" fmla="*/ 762000 h 1813373"/>
                <a:gd name="connsiteX2" fmla="*/ 1269586 w 1269586"/>
                <a:gd name="connsiteY2" fmla="*/ 1470473 h 1813373"/>
                <a:gd name="connsiteX3" fmla="*/ 558800 w 1269586"/>
                <a:gd name="connsiteY3" fmla="*/ 1813373 h 1813373"/>
                <a:gd name="connsiteX4" fmla="*/ 0 w 1269586"/>
                <a:gd name="connsiteY4" fmla="*/ 0 h 18133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1269586 w 1320386"/>
                <a:gd name="connsiteY2" fmla="*/ 1610173 h 1953073"/>
                <a:gd name="connsiteX3" fmla="*/ 558800 w 1320386"/>
                <a:gd name="connsiteY3" fmla="*/ 1953073 h 1953073"/>
                <a:gd name="connsiteX4" fmla="*/ 0 w 1320386"/>
                <a:gd name="connsiteY4" fmla="*/ 139700 h 19530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558800 w 1320386"/>
                <a:gd name="connsiteY2" fmla="*/ 1953073 h 1953073"/>
                <a:gd name="connsiteX3" fmla="*/ 0 w 1320386"/>
                <a:gd name="connsiteY3" fmla="*/ 139700 h 1953073"/>
                <a:gd name="connsiteX0" fmla="*/ 0 w 1589232"/>
                <a:gd name="connsiteY0" fmla="*/ 139700 h 1953073"/>
                <a:gd name="connsiteX1" fmla="*/ 1320386 w 1589232"/>
                <a:gd name="connsiteY1" fmla="*/ 0 h 1953073"/>
                <a:gd name="connsiteX2" fmla="*/ 558800 w 1589232"/>
                <a:gd name="connsiteY2" fmla="*/ 1953073 h 1953073"/>
                <a:gd name="connsiteX3" fmla="*/ 0 w 1589232"/>
                <a:gd name="connsiteY3" fmla="*/ 139700 h 1953073"/>
                <a:gd name="connsiteX0" fmla="*/ 499635 w 2088867"/>
                <a:gd name="connsiteY0" fmla="*/ 139700 h 1953073"/>
                <a:gd name="connsiteX1" fmla="*/ 1820021 w 2088867"/>
                <a:gd name="connsiteY1" fmla="*/ 0 h 1953073"/>
                <a:gd name="connsiteX2" fmla="*/ 1058435 w 2088867"/>
                <a:gd name="connsiteY2" fmla="*/ 1953073 h 1953073"/>
                <a:gd name="connsiteX3" fmla="*/ 499635 w 2088867"/>
                <a:gd name="connsiteY3" fmla="*/ 139700 h 1953073"/>
                <a:gd name="connsiteX0" fmla="*/ 520808 w 2110040"/>
                <a:gd name="connsiteY0" fmla="*/ 139700 h 1953073"/>
                <a:gd name="connsiteX1" fmla="*/ 1841194 w 2110040"/>
                <a:gd name="connsiteY1" fmla="*/ 0 h 1953073"/>
                <a:gd name="connsiteX2" fmla="*/ 1079608 w 2110040"/>
                <a:gd name="connsiteY2" fmla="*/ 1953073 h 1953073"/>
                <a:gd name="connsiteX3" fmla="*/ 520808 w 2110040"/>
                <a:gd name="connsiteY3" fmla="*/ 139700 h 1953073"/>
                <a:gd name="connsiteX0" fmla="*/ 356377 w 1945609"/>
                <a:gd name="connsiteY0" fmla="*/ 139700 h 1953073"/>
                <a:gd name="connsiteX1" fmla="*/ 1676763 w 1945609"/>
                <a:gd name="connsiteY1" fmla="*/ 0 h 1953073"/>
                <a:gd name="connsiteX2" fmla="*/ 915177 w 1945609"/>
                <a:gd name="connsiteY2" fmla="*/ 1953073 h 1953073"/>
                <a:gd name="connsiteX3" fmla="*/ 356377 w 1945609"/>
                <a:gd name="connsiteY3" fmla="*/ 139700 h 1953073"/>
                <a:gd name="connsiteX0" fmla="*/ 421865 w 2011097"/>
                <a:gd name="connsiteY0" fmla="*/ 139700 h 1953073"/>
                <a:gd name="connsiteX1" fmla="*/ 1742251 w 2011097"/>
                <a:gd name="connsiteY1" fmla="*/ 0 h 1953073"/>
                <a:gd name="connsiteX2" fmla="*/ 980665 w 2011097"/>
                <a:gd name="connsiteY2" fmla="*/ 1953073 h 1953073"/>
                <a:gd name="connsiteX3" fmla="*/ 421865 w 2011097"/>
                <a:gd name="connsiteY3" fmla="*/ 139700 h 1953073"/>
                <a:gd name="connsiteX0" fmla="*/ 432822 w 2022054"/>
                <a:gd name="connsiteY0" fmla="*/ 139700 h 1953073"/>
                <a:gd name="connsiteX1" fmla="*/ 1753208 w 2022054"/>
                <a:gd name="connsiteY1" fmla="*/ 0 h 1953073"/>
                <a:gd name="connsiteX2" fmla="*/ 991622 w 2022054"/>
                <a:gd name="connsiteY2" fmla="*/ 1953073 h 1953073"/>
                <a:gd name="connsiteX3" fmla="*/ 432822 w 2022054"/>
                <a:gd name="connsiteY3" fmla="*/ 139700 h 1953073"/>
                <a:gd name="connsiteX0" fmla="*/ 384320 w 2049752"/>
                <a:gd name="connsiteY0" fmla="*/ 63500 h 1953073"/>
                <a:gd name="connsiteX1" fmla="*/ 1780906 w 2049752"/>
                <a:gd name="connsiteY1" fmla="*/ 0 h 1953073"/>
                <a:gd name="connsiteX2" fmla="*/ 1019320 w 2049752"/>
                <a:gd name="connsiteY2" fmla="*/ 1953073 h 1953073"/>
                <a:gd name="connsiteX3" fmla="*/ 384320 w 2049752"/>
                <a:gd name="connsiteY3" fmla="*/ 63500 h 1953073"/>
                <a:gd name="connsiteX0" fmla="*/ 384320 w 2069519"/>
                <a:gd name="connsiteY0" fmla="*/ 88900 h 1978473"/>
                <a:gd name="connsiteX1" fmla="*/ 1831706 w 2069519"/>
                <a:gd name="connsiteY1" fmla="*/ 0 h 1978473"/>
                <a:gd name="connsiteX2" fmla="*/ 1019320 w 2069519"/>
                <a:gd name="connsiteY2" fmla="*/ 1978473 h 1978473"/>
                <a:gd name="connsiteX3" fmla="*/ 384320 w 2069519"/>
                <a:gd name="connsiteY3" fmla="*/ 88900 h 1978473"/>
                <a:gd name="connsiteX0" fmla="*/ 384320 w 2090836"/>
                <a:gd name="connsiteY0" fmla="*/ 88900 h 1978473"/>
                <a:gd name="connsiteX1" fmla="*/ 1831706 w 2090836"/>
                <a:gd name="connsiteY1" fmla="*/ 0 h 1978473"/>
                <a:gd name="connsiteX2" fmla="*/ 1019320 w 2090836"/>
                <a:gd name="connsiteY2" fmla="*/ 1978473 h 1978473"/>
                <a:gd name="connsiteX3" fmla="*/ 384320 w 2090836"/>
                <a:gd name="connsiteY3" fmla="*/ 88900 h 1978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0836" h="1978473">
                  <a:moveTo>
                    <a:pt x="384320" y="88900"/>
                  </a:moveTo>
                  <a:lnTo>
                    <a:pt x="1831706" y="0"/>
                  </a:lnTo>
                  <a:cubicBezTo>
                    <a:pt x="1577844" y="651024"/>
                    <a:pt x="3000382" y="1276649"/>
                    <a:pt x="1019320" y="1978473"/>
                  </a:cubicBezTo>
                  <a:cubicBezTo>
                    <a:pt x="-894147" y="1386715"/>
                    <a:pt x="494387" y="363158"/>
                    <a:pt x="384320" y="88900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Rectangle 8">
              <a:extLst>
                <a:ext uri="{FF2B5EF4-FFF2-40B4-BE49-F238E27FC236}">
                  <a16:creationId xmlns:a16="http://schemas.microsoft.com/office/drawing/2014/main" id="{99D81C51-99E2-5087-08E4-32938DDE889A}"/>
                </a:ext>
              </a:extLst>
            </p:cNvPr>
            <p:cNvSpPr/>
            <p:nvPr/>
          </p:nvSpPr>
          <p:spPr>
            <a:xfrm>
              <a:off x="5996005" y="2517868"/>
              <a:ext cx="3573875" cy="3076627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9C2F47F0-F485-1582-E87A-2D988DEF16F1}"/>
                </a:ext>
              </a:extLst>
            </p:cNvPr>
            <p:cNvSpPr/>
            <p:nvPr/>
          </p:nvSpPr>
          <p:spPr>
            <a:xfrm>
              <a:off x="5651440" y="2709872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DBCC102E-420A-6979-B335-81C16B2E0C34}"/>
                </a:ext>
              </a:extLst>
            </p:cNvPr>
            <p:cNvSpPr/>
            <p:nvPr/>
          </p:nvSpPr>
          <p:spPr>
            <a:xfrm flipH="1">
              <a:off x="8797509" y="2635374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A9F2CF05-BA2A-A296-9D2D-A567338BF9FE}"/>
                </a:ext>
              </a:extLst>
            </p:cNvPr>
            <p:cNvSpPr/>
            <p:nvPr/>
          </p:nvSpPr>
          <p:spPr>
            <a:xfrm>
              <a:off x="6392970" y="5562960"/>
              <a:ext cx="2487136" cy="870335"/>
            </a:xfrm>
            <a:custGeom>
              <a:avLst/>
              <a:gdLst>
                <a:gd name="connsiteX0" fmla="*/ 85313 w 2090836"/>
                <a:gd name="connsiteY0" fmla="*/ 0 h 731656"/>
                <a:gd name="connsiteX1" fmla="*/ 103638 w 2090836"/>
                <a:gd name="connsiteY1" fmla="*/ 13227 h 731656"/>
                <a:gd name="connsiteX2" fmla="*/ 1901708 w 2090836"/>
                <a:gd name="connsiteY2" fmla="*/ 98568 h 731656"/>
                <a:gd name="connsiteX3" fmla="*/ 2012822 w 2090836"/>
                <a:gd name="connsiteY3" fmla="*/ 45877 h 731656"/>
                <a:gd name="connsiteX4" fmla="*/ 2035732 w 2090836"/>
                <a:gd name="connsiteY4" fmla="*/ 101169 h 731656"/>
                <a:gd name="connsiteX5" fmla="*/ 2089158 w 2090836"/>
                <a:gd name="connsiteY5" fmla="*/ 406818 h 731656"/>
                <a:gd name="connsiteX6" fmla="*/ 2082082 w 2090836"/>
                <a:gd name="connsiteY6" fmla="*/ 454530 h 731656"/>
                <a:gd name="connsiteX7" fmla="*/ 2061872 w 2090836"/>
                <a:gd name="connsiteY7" fmla="*/ 462605 h 731656"/>
                <a:gd name="connsiteX8" fmla="*/ 100105 w 2090836"/>
                <a:gd name="connsiteY8" fmla="*/ 467357 h 731656"/>
                <a:gd name="connsiteX9" fmla="*/ 3394 w 2090836"/>
                <a:gd name="connsiteY9" fmla="*/ 410264 h 731656"/>
                <a:gd name="connsiteX10" fmla="*/ 293 w 2090836"/>
                <a:gd name="connsiteY10" fmla="*/ 375443 h 731656"/>
                <a:gd name="connsiteX11" fmla="*/ 70262 w 2090836"/>
                <a:gd name="connsiteY11" fmla="*/ 32997 h 731656"/>
                <a:gd name="connsiteX12" fmla="*/ 85313 w 2090836"/>
                <a:gd name="connsiteY12" fmla="*/ 0 h 731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0836" h="731656">
                  <a:moveTo>
                    <a:pt x="85313" y="0"/>
                  </a:moveTo>
                  <a:lnTo>
                    <a:pt x="103638" y="13227"/>
                  </a:lnTo>
                  <a:cubicBezTo>
                    <a:pt x="624258" y="359537"/>
                    <a:pt x="1237831" y="390353"/>
                    <a:pt x="1901708" y="98568"/>
                  </a:cubicBezTo>
                  <a:lnTo>
                    <a:pt x="2012822" y="45877"/>
                  </a:lnTo>
                  <a:lnTo>
                    <a:pt x="2035732" y="101169"/>
                  </a:lnTo>
                  <a:cubicBezTo>
                    <a:pt x="2073333" y="202458"/>
                    <a:pt x="2097601" y="304211"/>
                    <a:pt x="2089158" y="406818"/>
                  </a:cubicBezTo>
                  <a:lnTo>
                    <a:pt x="2082082" y="454530"/>
                  </a:lnTo>
                  <a:lnTo>
                    <a:pt x="2061872" y="462605"/>
                  </a:lnTo>
                  <a:cubicBezTo>
                    <a:pt x="1621195" y="644809"/>
                    <a:pt x="981489" y="961521"/>
                    <a:pt x="100105" y="467357"/>
                  </a:cubicBezTo>
                  <a:lnTo>
                    <a:pt x="3394" y="410264"/>
                  </a:lnTo>
                  <a:lnTo>
                    <a:pt x="293" y="375443"/>
                  </a:lnTo>
                  <a:cubicBezTo>
                    <a:pt x="-3282" y="258620"/>
                    <a:pt x="26146" y="142970"/>
                    <a:pt x="70262" y="32997"/>
                  </a:cubicBezTo>
                  <a:lnTo>
                    <a:pt x="85313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CFE4658A-8E9B-193D-0A05-6D623B4A10BD}"/>
                </a:ext>
              </a:extLst>
            </p:cNvPr>
            <p:cNvSpPr/>
            <p:nvPr/>
          </p:nvSpPr>
          <p:spPr>
            <a:xfrm>
              <a:off x="7879133" y="4631596"/>
              <a:ext cx="324726" cy="32472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459E49A2-54FF-5DE8-50E3-3C5FF0D00340}"/>
                </a:ext>
              </a:extLst>
            </p:cNvPr>
            <p:cNvGrpSpPr/>
            <p:nvPr/>
          </p:nvGrpSpPr>
          <p:grpSpPr>
            <a:xfrm>
              <a:off x="8444847" y="3412236"/>
              <a:ext cx="801031" cy="985036"/>
              <a:chOff x="3571992" y="4603536"/>
              <a:chExt cx="801031" cy="985036"/>
            </a:xfrm>
          </p:grpSpPr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E8C3B141-AD96-0D48-4CDB-26385839CAF2}"/>
                  </a:ext>
                </a:extLst>
              </p:cNvPr>
              <p:cNvSpPr/>
              <p:nvPr/>
            </p:nvSpPr>
            <p:spPr>
              <a:xfrm flipH="1">
                <a:off x="3571992" y="4884391"/>
                <a:ext cx="704181" cy="704181"/>
              </a:xfrm>
              <a:prstGeom prst="ellipse">
                <a:avLst/>
              </a:prstGeom>
              <a:solidFill>
                <a:sysClr val="windowText" lastClr="000000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6D0B957B-34E4-2DCD-CE27-EFD2D686EC01}"/>
                  </a:ext>
                </a:extLst>
              </p:cNvPr>
              <p:cNvSpPr/>
              <p:nvPr/>
            </p:nvSpPr>
            <p:spPr>
              <a:xfrm flipH="1">
                <a:off x="3736373" y="5016061"/>
                <a:ext cx="279738" cy="279738"/>
              </a:xfrm>
              <a:prstGeom prst="ellipse">
                <a:avLst/>
              </a:prstGeom>
              <a:solidFill>
                <a:sysClr val="window" lastClr="FFFFFF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4EA583DE-550F-255C-B614-9AEAEE9F0638}"/>
                  </a:ext>
                </a:extLst>
              </p:cNvPr>
              <p:cNvSpPr/>
              <p:nvPr/>
            </p:nvSpPr>
            <p:spPr>
              <a:xfrm flipH="1">
                <a:off x="3977565" y="5283050"/>
                <a:ext cx="163166" cy="163166"/>
              </a:xfrm>
              <a:prstGeom prst="ellipse">
                <a:avLst/>
              </a:prstGeom>
              <a:solidFill>
                <a:sysClr val="window" lastClr="FFFFFF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0A3984D1-0504-EB5C-88FA-0EEC922E00FA}"/>
                  </a:ext>
                </a:extLst>
              </p:cNvPr>
              <p:cNvSpPr/>
              <p:nvPr/>
            </p:nvSpPr>
            <p:spPr>
              <a:xfrm flipH="1">
                <a:off x="4219033" y="5414716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D0F8477E-CCB0-E3E6-C05B-C4E04B16A939}"/>
                  </a:ext>
                </a:extLst>
              </p:cNvPr>
              <p:cNvSpPr/>
              <p:nvPr/>
            </p:nvSpPr>
            <p:spPr>
              <a:xfrm flipH="1">
                <a:off x="4245987" y="5322978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1729B45-B88B-2A07-AC6B-602A9FE446BB}"/>
                  </a:ext>
                </a:extLst>
              </p:cNvPr>
              <p:cNvSpPr/>
              <p:nvPr/>
            </p:nvSpPr>
            <p:spPr>
              <a:xfrm rot="19727584" flipH="1">
                <a:off x="4255942" y="5234003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0" name="Arc 179">
                <a:extLst>
                  <a:ext uri="{FF2B5EF4-FFF2-40B4-BE49-F238E27FC236}">
                    <a16:creationId xmlns:a16="http://schemas.microsoft.com/office/drawing/2014/main" id="{B203CF65-4E15-0C41-F6C1-4B6CE4C4EE3C}"/>
                  </a:ext>
                </a:extLst>
              </p:cNvPr>
              <p:cNvSpPr/>
              <p:nvPr/>
            </p:nvSpPr>
            <p:spPr>
              <a:xfrm rot="3288094" flipH="1">
                <a:off x="3798688" y="4603536"/>
                <a:ext cx="374365" cy="374365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8C965636-DFD1-B862-7DA2-5103E21D12B6}"/>
                </a:ext>
              </a:extLst>
            </p:cNvPr>
            <p:cNvGrpSpPr/>
            <p:nvPr/>
          </p:nvGrpSpPr>
          <p:grpSpPr>
            <a:xfrm flipH="1">
              <a:off x="6785249" y="3431935"/>
              <a:ext cx="801031" cy="985036"/>
              <a:chOff x="3571992" y="4603536"/>
              <a:chExt cx="801031" cy="985036"/>
            </a:xfrm>
          </p:grpSpPr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99977396-DAA6-7CF7-9D9B-05C4A3F5D9B4}"/>
                  </a:ext>
                </a:extLst>
              </p:cNvPr>
              <p:cNvSpPr/>
              <p:nvPr/>
            </p:nvSpPr>
            <p:spPr>
              <a:xfrm flipH="1">
                <a:off x="3571992" y="4884391"/>
                <a:ext cx="704181" cy="704181"/>
              </a:xfrm>
              <a:prstGeom prst="ellipse">
                <a:avLst/>
              </a:prstGeom>
              <a:solidFill>
                <a:sysClr val="windowText" lastClr="000000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634D1FEF-F9BD-1A8F-B16A-0D43AEBD592E}"/>
                  </a:ext>
                </a:extLst>
              </p:cNvPr>
              <p:cNvSpPr/>
              <p:nvPr/>
            </p:nvSpPr>
            <p:spPr>
              <a:xfrm flipH="1">
                <a:off x="3736373" y="5016061"/>
                <a:ext cx="279738" cy="279738"/>
              </a:xfrm>
              <a:prstGeom prst="ellipse">
                <a:avLst/>
              </a:prstGeom>
              <a:solidFill>
                <a:sysClr val="window" lastClr="FFFFFF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97073CE0-9F24-DC73-7480-6321F4CFDCA7}"/>
                  </a:ext>
                </a:extLst>
              </p:cNvPr>
              <p:cNvSpPr/>
              <p:nvPr/>
            </p:nvSpPr>
            <p:spPr>
              <a:xfrm flipH="1">
                <a:off x="3977565" y="5283050"/>
                <a:ext cx="163166" cy="163166"/>
              </a:xfrm>
              <a:prstGeom prst="ellipse">
                <a:avLst/>
              </a:prstGeom>
              <a:solidFill>
                <a:sysClr val="window" lastClr="FFFFFF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AB68A2BB-9DD4-DD02-E00E-45A61C18DA72}"/>
                  </a:ext>
                </a:extLst>
              </p:cNvPr>
              <p:cNvSpPr/>
              <p:nvPr/>
            </p:nvSpPr>
            <p:spPr>
              <a:xfrm flipH="1">
                <a:off x="4219033" y="5414716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1F54C7C9-EB97-4D96-D44F-254FCA60EEC6}"/>
                  </a:ext>
                </a:extLst>
              </p:cNvPr>
              <p:cNvSpPr/>
              <p:nvPr/>
            </p:nvSpPr>
            <p:spPr>
              <a:xfrm flipH="1">
                <a:off x="4245987" y="5322978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4D57C2B2-59CC-5448-3B9A-9524704BF9B4}"/>
                  </a:ext>
                </a:extLst>
              </p:cNvPr>
              <p:cNvSpPr/>
              <p:nvPr/>
            </p:nvSpPr>
            <p:spPr>
              <a:xfrm rot="19727584" flipH="1">
                <a:off x="4255942" y="5234003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3" name="Arc 172">
                <a:extLst>
                  <a:ext uri="{FF2B5EF4-FFF2-40B4-BE49-F238E27FC236}">
                    <a16:creationId xmlns:a16="http://schemas.microsoft.com/office/drawing/2014/main" id="{D4FB6C74-22BF-7E25-D913-42020011E2C6}"/>
                  </a:ext>
                </a:extLst>
              </p:cNvPr>
              <p:cNvSpPr/>
              <p:nvPr/>
            </p:nvSpPr>
            <p:spPr>
              <a:xfrm rot="3288094" flipH="1">
                <a:off x="3798688" y="4603536"/>
                <a:ext cx="374365" cy="374365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21840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1442E3A-A12C-E9C3-AAB6-A19D2F568B54}"/>
              </a:ext>
            </a:extLst>
          </p:cNvPr>
          <p:cNvGrpSpPr/>
          <p:nvPr/>
        </p:nvGrpSpPr>
        <p:grpSpPr>
          <a:xfrm>
            <a:off x="1010718" y="422209"/>
            <a:ext cx="4279878" cy="4546122"/>
            <a:chOff x="1972933" y="1435578"/>
            <a:chExt cx="3597923" cy="382174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B575968-B00A-983E-1E52-8AE4FD9C4F35}"/>
                </a:ext>
              </a:extLst>
            </p:cNvPr>
            <p:cNvGrpSpPr/>
            <p:nvPr/>
          </p:nvGrpSpPr>
          <p:grpSpPr>
            <a:xfrm flipH="1">
              <a:off x="4184113" y="3409016"/>
              <a:ext cx="1205650" cy="1531201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7BA29348-31C3-3CF9-9FB9-B400C18D6FDD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0C1B80AF-6B7C-6F37-0B92-04B323C43ACA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3D3F80C-1CEA-DDED-753F-E92DE7A22915}"/>
                </a:ext>
              </a:extLst>
            </p:cNvPr>
            <p:cNvGrpSpPr/>
            <p:nvPr/>
          </p:nvGrpSpPr>
          <p:grpSpPr>
            <a:xfrm>
              <a:off x="2075062" y="3426729"/>
              <a:ext cx="1205650" cy="1531201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65084703-A2D6-E3A5-FA8A-D141FA3B1D74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AF1EB7D7-B042-3499-BB0F-06A4919B53A4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7" name="Rectangle 24">
              <a:extLst>
                <a:ext uri="{FF2B5EF4-FFF2-40B4-BE49-F238E27FC236}">
                  <a16:creationId xmlns:a16="http://schemas.microsoft.com/office/drawing/2014/main" id="{9B5A87A6-DED9-76A1-C9D2-F2CCF9D8E887}"/>
                </a:ext>
              </a:extLst>
            </p:cNvPr>
            <p:cNvSpPr/>
            <p:nvPr/>
          </p:nvSpPr>
          <p:spPr>
            <a:xfrm>
              <a:off x="2718281" y="3278849"/>
              <a:ext cx="2090836" cy="1978473"/>
            </a:xfrm>
            <a:custGeom>
              <a:avLst/>
              <a:gdLst>
                <a:gd name="connsiteX0" fmla="*/ 0 w 799686"/>
                <a:gd name="connsiteY0" fmla="*/ 0 h 708473"/>
                <a:gd name="connsiteX1" fmla="*/ 799686 w 799686"/>
                <a:gd name="connsiteY1" fmla="*/ 0 h 708473"/>
                <a:gd name="connsiteX2" fmla="*/ 799686 w 799686"/>
                <a:gd name="connsiteY2" fmla="*/ 708473 h 708473"/>
                <a:gd name="connsiteX3" fmla="*/ 0 w 799686"/>
                <a:gd name="connsiteY3" fmla="*/ 708473 h 708473"/>
                <a:gd name="connsiteX4" fmla="*/ 0 w 799686"/>
                <a:gd name="connsiteY4" fmla="*/ 0 h 708473"/>
                <a:gd name="connsiteX0" fmla="*/ 0 w 799686"/>
                <a:gd name="connsiteY0" fmla="*/ 0 h 1051373"/>
                <a:gd name="connsiteX1" fmla="*/ 799686 w 799686"/>
                <a:gd name="connsiteY1" fmla="*/ 0 h 1051373"/>
                <a:gd name="connsiteX2" fmla="*/ 799686 w 799686"/>
                <a:gd name="connsiteY2" fmla="*/ 708473 h 1051373"/>
                <a:gd name="connsiteX3" fmla="*/ 88900 w 799686"/>
                <a:gd name="connsiteY3" fmla="*/ 1051373 h 1051373"/>
                <a:gd name="connsiteX4" fmla="*/ 0 w 799686"/>
                <a:gd name="connsiteY4" fmla="*/ 0 h 1051373"/>
                <a:gd name="connsiteX0" fmla="*/ 0 w 1269586"/>
                <a:gd name="connsiteY0" fmla="*/ 0 h 1813373"/>
                <a:gd name="connsiteX1" fmla="*/ 1269586 w 1269586"/>
                <a:gd name="connsiteY1" fmla="*/ 762000 h 1813373"/>
                <a:gd name="connsiteX2" fmla="*/ 1269586 w 1269586"/>
                <a:gd name="connsiteY2" fmla="*/ 1470473 h 1813373"/>
                <a:gd name="connsiteX3" fmla="*/ 558800 w 1269586"/>
                <a:gd name="connsiteY3" fmla="*/ 1813373 h 1813373"/>
                <a:gd name="connsiteX4" fmla="*/ 0 w 1269586"/>
                <a:gd name="connsiteY4" fmla="*/ 0 h 18133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1269586 w 1320386"/>
                <a:gd name="connsiteY2" fmla="*/ 1610173 h 1953073"/>
                <a:gd name="connsiteX3" fmla="*/ 558800 w 1320386"/>
                <a:gd name="connsiteY3" fmla="*/ 1953073 h 1953073"/>
                <a:gd name="connsiteX4" fmla="*/ 0 w 1320386"/>
                <a:gd name="connsiteY4" fmla="*/ 139700 h 19530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558800 w 1320386"/>
                <a:gd name="connsiteY2" fmla="*/ 1953073 h 1953073"/>
                <a:gd name="connsiteX3" fmla="*/ 0 w 1320386"/>
                <a:gd name="connsiteY3" fmla="*/ 139700 h 1953073"/>
                <a:gd name="connsiteX0" fmla="*/ 0 w 1589232"/>
                <a:gd name="connsiteY0" fmla="*/ 139700 h 1953073"/>
                <a:gd name="connsiteX1" fmla="*/ 1320386 w 1589232"/>
                <a:gd name="connsiteY1" fmla="*/ 0 h 1953073"/>
                <a:gd name="connsiteX2" fmla="*/ 558800 w 1589232"/>
                <a:gd name="connsiteY2" fmla="*/ 1953073 h 1953073"/>
                <a:gd name="connsiteX3" fmla="*/ 0 w 1589232"/>
                <a:gd name="connsiteY3" fmla="*/ 139700 h 1953073"/>
                <a:gd name="connsiteX0" fmla="*/ 499635 w 2088867"/>
                <a:gd name="connsiteY0" fmla="*/ 139700 h 1953073"/>
                <a:gd name="connsiteX1" fmla="*/ 1820021 w 2088867"/>
                <a:gd name="connsiteY1" fmla="*/ 0 h 1953073"/>
                <a:gd name="connsiteX2" fmla="*/ 1058435 w 2088867"/>
                <a:gd name="connsiteY2" fmla="*/ 1953073 h 1953073"/>
                <a:gd name="connsiteX3" fmla="*/ 499635 w 2088867"/>
                <a:gd name="connsiteY3" fmla="*/ 139700 h 1953073"/>
                <a:gd name="connsiteX0" fmla="*/ 520808 w 2110040"/>
                <a:gd name="connsiteY0" fmla="*/ 139700 h 1953073"/>
                <a:gd name="connsiteX1" fmla="*/ 1841194 w 2110040"/>
                <a:gd name="connsiteY1" fmla="*/ 0 h 1953073"/>
                <a:gd name="connsiteX2" fmla="*/ 1079608 w 2110040"/>
                <a:gd name="connsiteY2" fmla="*/ 1953073 h 1953073"/>
                <a:gd name="connsiteX3" fmla="*/ 520808 w 2110040"/>
                <a:gd name="connsiteY3" fmla="*/ 139700 h 1953073"/>
                <a:gd name="connsiteX0" fmla="*/ 356377 w 1945609"/>
                <a:gd name="connsiteY0" fmla="*/ 139700 h 1953073"/>
                <a:gd name="connsiteX1" fmla="*/ 1676763 w 1945609"/>
                <a:gd name="connsiteY1" fmla="*/ 0 h 1953073"/>
                <a:gd name="connsiteX2" fmla="*/ 915177 w 1945609"/>
                <a:gd name="connsiteY2" fmla="*/ 1953073 h 1953073"/>
                <a:gd name="connsiteX3" fmla="*/ 356377 w 1945609"/>
                <a:gd name="connsiteY3" fmla="*/ 139700 h 1953073"/>
                <a:gd name="connsiteX0" fmla="*/ 421865 w 2011097"/>
                <a:gd name="connsiteY0" fmla="*/ 139700 h 1953073"/>
                <a:gd name="connsiteX1" fmla="*/ 1742251 w 2011097"/>
                <a:gd name="connsiteY1" fmla="*/ 0 h 1953073"/>
                <a:gd name="connsiteX2" fmla="*/ 980665 w 2011097"/>
                <a:gd name="connsiteY2" fmla="*/ 1953073 h 1953073"/>
                <a:gd name="connsiteX3" fmla="*/ 421865 w 2011097"/>
                <a:gd name="connsiteY3" fmla="*/ 139700 h 1953073"/>
                <a:gd name="connsiteX0" fmla="*/ 432822 w 2022054"/>
                <a:gd name="connsiteY0" fmla="*/ 139700 h 1953073"/>
                <a:gd name="connsiteX1" fmla="*/ 1753208 w 2022054"/>
                <a:gd name="connsiteY1" fmla="*/ 0 h 1953073"/>
                <a:gd name="connsiteX2" fmla="*/ 991622 w 2022054"/>
                <a:gd name="connsiteY2" fmla="*/ 1953073 h 1953073"/>
                <a:gd name="connsiteX3" fmla="*/ 432822 w 2022054"/>
                <a:gd name="connsiteY3" fmla="*/ 139700 h 1953073"/>
                <a:gd name="connsiteX0" fmla="*/ 384320 w 2049752"/>
                <a:gd name="connsiteY0" fmla="*/ 63500 h 1953073"/>
                <a:gd name="connsiteX1" fmla="*/ 1780906 w 2049752"/>
                <a:gd name="connsiteY1" fmla="*/ 0 h 1953073"/>
                <a:gd name="connsiteX2" fmla="*/ 1019320 w 2049752"/>
                <a:gd name="connsiteY2" fmla="*/ 1953073 h 1953073"/>
                <a:gd name="connsiteX3" fmla="*/ 384320 w 2049752"/>
                <a:gd name="connsiteY3" fmla="*/ 63500 h 1953073"/>
                <a:gd name="connsiteX0" fmla="*/ 384320 w 2069519"/>
                <a:gd name="connsiteY0" fmla="*/ 88900 h 1978473"/>
                <a:gd name="connsiteX1" fmla="*/ 1831706 w 2069519"/>
                <a:gd name="connsiteY1" fmla="*/ 0 h 1978473"/>
                <a:gd name="connsiteX2" fmla="*/ 1019320 w 2069519"/>
                <a:gd name="connsiteY2" fmla="*/ 1978473 h 1978473"/>
                <a:gd name="connsiteX3" fmla="*/ 384320 w 2069519"/>
                <a:gd name="connsiteY3" fmla="*/ 88900 h 1978473"/>
                <a:gd name="connsiteX0" fmla="*/ 384320 w 2090836"/>
                <a:gd name="connsiteY0" fmla="*/ 88900 h 1978473"/>
                <a:gd name="connsiteX1" fmla="*/ 1831706 w 2090836"/>
                <a:gd name="connsiteY1" fmla="*/ 0 h 1978473"/>
                <a:gd name="connsiteX2" fmla="*/ 1019320 w 2090836"/>
                <a:gd name="connsiteY2" fmla="*/ 1978473 h 1978473"/>
                <a:gd name="connsiteX3" fmla="*/ 384320 w 2090836"/>
                <a:gd name="connsiteY3" fmla="*/ 88900 h 1978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0836" h="1978473">
                  <a:moveTo>
                    <a:pt x="384320" y="88900"/>
                  </a:moveTo>
                  <a:lnTo>
                    <a:pt x="1831706" y="0"/>
                  </a:lnTo>
                  <a:cubicBezTo>
                    <a:pt x="1577844" y="651024"/>
                    <a:pt x="3000382" y="1276649"/>
                    <a:pt x="1019320" y="1978473"/>
                  </a:cubicBezTo>
                  <a:cubicBezTo>
                    <a:pt x="-894147" y="1386715"/>
                    <a:pt x="494387" y="363158"/>
                    <a:pt x="384320" y="88900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Rectangle 8">
              <a:extLst>
                <a:ext uri="{FF2B5EF4-FFF2-40B4-BE49-F238E27FC236}">
                  <a16:creationId xmlns:a16="http://schemas.microsoft.com/office/drawing/2014/main" id="{EB95B723-24C9-60FA-2834-748AC4159C53}"/>
                </a:ext>
              </a:extLst>
            </p:cNvPr>
            <p:cNvSpPr/>
            <p:nvPr/>
          </p:nvSpPr>
          <p:spPr>
            <a:xfrm>
              <a:off x="2262595" y="1435578"/>
              <a:ext cx="3004414" cy="2586398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AF1C307-BC32-923B-7DCA-DF2C3D3C7AF0}"/>
                </a:ext>
              </a:extLst>
            </p:cNvPr>
            <p:cNvSpPr/>
            <p:nvPr/>
          </p:nvSpPr>
          <p:spPr>
            <a:xfrm>
              <a:off x="1972933" y="1596988"/>
              <a:ext cx="953148" cy="550456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5539CBD1-B1DC-1705-BF95-BB39D396512B}"/>
                </a:ext>
              </a:extLst>
            </p:cNvPr>
            <p:cNvSpPr/>
            <p:nvPr/>
          </p:nvSpPr>
          <p:spPr>
            <a:xfrm rot="9500543">
              <a:off x="3601913" y="3244281"/>
              <a:ext cx="314714" cy="314714"/>
            </a:xfrm>
            <a:prstGeom prst="arc">
              <a:avLst>
                <a:gd name="adj1" fmla="val 12939651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53B193F-B3AB-6C5B-2E3C-8BAFA6F2BD12}"/>
                </a:ext>
              </a:extLst>
            </p:cNvPr>
            <p:cNvGrpSpPr/>
            <p:nvPr/>
          </p:nvGrpSpPr>
          <p:grpSpPr>
            <a:xfrm>
              <a:off x="2788371" y="2413698"/>
              <a:ext cx="673395" cy="828081"/>
              <a:chOff x="2788371" y="2413698"/>
              <a:chExt cx="673395" cy="828081"/>
            </a:xfrm>
          </p:grpSpPr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1AC61FC4-E62F-DBE3-0078-153652A1B8DD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</p:grpSpPr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35B391F-5D29-0735-9B20-FB747727555A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AE84E68B-081D-D41A-0FF5-8544D4B5F41A}"/>
                    </a:ext>
                  </a:extLst>
                </p:cNvPr>
                <p:cNvSpPr/>
                <p:nvPr/>
              </p:nvSpPr>
              <p:spPr>
                <a:xfrm>
                  <a:off x="3003335" y="2773414"/>
                  <a:ext cx="235165" cy="235165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A2B852A4-232E-92B9-40B8-AA85DE5BF984}"/>
                    </a:ext>
                  </a:extLst>
                </p:cNvPr>
                <p:cNvSpPr/>
                <p:nvPr/>
              </p:nvSpPr>
              <p:spPr>
                <a:xfrm>
                  <a:off x="3197013" y="2995024"/>
                  <a:ext cx="137167" cy="137167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" name="Freeform: Shape 57">
                  <a:extLst>
                    <a:ext uri="{FF2B5EF4-FFF2-40B4-BE49-F238E27FC236}">
                      <a16:creationId xmlns:a16="http://schemas.microsoft.com/office/drawing/2014/main" id="{188F7FC8-AEE5-E15A-9266-AFD7764767A0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" name="Freeform: Shape 58">
                  <a:extLst>
                    <a:ext uri="{FF2B5EF4-FFF2-40B4-BE49-F238E27FC236}">
                      <a16:creationId xmlns:a16="http://schemas.microsoft.com/office/drawing/2014/main" id="{7B00C2FC-38B5-5280-0FE7-F44268463F35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id="{94B80B85-F47D-B271-A285-2DD3C36BF8BB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54" name="Arc 53">
                <a:extLst>
                  <a:ext uri="{FF2B5EF4-FFF2-40B4-BE49-F238E27FC236}">
                    <a16:creationId xmlns:a16="http://schemas.microsoft.com/office/drawing/2014/main" id="{8F38794B-D0AC-D3AF-4A3B-4EB3B50D930B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C9A828E2-C094-9472-D726-CE463244EB45}"/>
                </a:ext>
              </a:extLst>
            </p:cNvPr>
            <p:cNvSpPr/>
            <p:nvPr/>
          </p:nvSpPr>
          <p:spPr>
            <a:xfrm flipH="1">
              <a:off x="4617708" y="1534361"/>
              <a:ext cx="953148" cy="550456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41E9FF-8A28-A10B-E150-415C8F1F1A26}"/>
                </a:ext>
              </a:extLst>
            </p:cNvPr>
            <p:cNvGrpSpPr/>
            <p:nvPr/>
          </p:nvGrpSpPr>
          <p:grpSpPr>
            <a:xfrm flipH="1">
              <a:off x="4045924" y="2420364"/>
              <a:ext cx="673395" cy="828081"/>
              <a:chOff x="2788371" y="2413698"/>
              <a:chExt cx="673395" cy="828081"/>
            </a:xfrm>
          </p:grpSpPr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9E2898C6-2EAE-C5F4-0275-5A71822BBF39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</p:grpSpPr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6EC7D7E7-CAC0-B96A-A4D5-DB760F530694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57768633-EDB9-048F-940E-F75DC9F116A3}"/>
                    </a:ext>
                  </a:extLst>
                </p:cNvPr>
                <p:cNvSpPr/>
                <p:nvPr/>
              </p:nvSpPr>
              <p:spPr>
                <a:xfrm>
                  <a:off x="3088412" y="2760492"/>
                  <a:ext cx="235165" cy="235165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926FFC32-FA70-AAD8-E5E5-402C4DFE3DAB}"/>
                    </a:ext>
                  </a:extLst>
                </p:cNvPr>
                <p:cNvSpPr/>
                <p:nvPr/>
              </p:nvSpPr>
              <p:spPr>
                <a:xfrm>
                  <a:off x="2983650" y="2984939"/>
                  <a:ext cx="137167" cy="137167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0" name="Freeform: Shape 49">
                  <a:extLst>
                    <a:ext uri="{FF2B5EF4-FFF2-40B4-BE49-F238E27FC236}">
                      <a16:creationId xmlns:a16="http://schemas.microsoft.com/office/drawing/2014/main" id="{A7EF3A5B-8850-F1AB-2412-3F10960A6C37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Freeform: Shape 50">
                  <a:extLst>
                    <a:ext uri="{FF2B5EF4-FFF2-40B4-BE49-F238E27FC236}">
                      <a16:creationId xmlns:a16="http://schemas.microsoft.com/office/drawing/2014/main" id="{DE3656D4-63D0-5FF9-8163-F7176DEC1AFA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Freeform: Shape 51">
                  <a:extLst>
                    <a:ext uri="{FF2B5EF4-FFF2-40B4-BE49-F238E27FC236}">
                      <a16:creationId xmlns:a16="http://schemas.microsoft.com/office/drawing/2014/main" id="{DD89A096-F985-0349-8242-E2E88DA850B8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6" name="Arc 45">
                <a:extLst>
                  <a:ext uri="{FF2B5EF4-FFF2-40B4-BE49-F238E27FC236}">
                    <a16:creationId xmlns:a16="http://schemas.microsoft.com/office/drawing/2014/main" id="{06587E45-BF9B-991A-E0CD-0E9AA18D571A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EB4C6314-FB55-FDB6-1467-DB3DF33EEC70}"/>
                </a:ext>
              </a:extLst>
            </p:cNvPr>
            <p:cNvSpPr/>
            <p:nvPr/>
          </p:nvSpPr>
          <p:spPr>
            <a:xfrm>
              <a:off x="2718281" y="4027937"/>
              <a:ext cx="2090836" cy="731656"/>
            </a:xfrm>
            <a:custGeom>
              <a:avLst/>
              <a:gdLst>
                <a:gd name="connsiteX0" fmla="*/ 85313 w 2090836"/>
                <a:gd name="connsiteY0" fmla="*/ 0 h 731656"/>
                <a:gd name="connsiteX1" fmla="*/ 103638 w 2090836"/>
                <a:gd name="connsiteY1" fmla="*/ 13227 h 731656"/>
                <a:gd name="connsiteX2" fmla="*/ 1901708 w 2090836"/>
                <a:gd name="connsiteY2" fmla="*/ 98568 h 731656"/>
                <a:gd name="connsiteX3" fmla="*/ 2012822 w 2090836"/>
                <a:gd name="connsiteY3" fmla="*/ 45877 h 731656"/>
                <a:gd name="connsiteX4" fmla="*/ 2035732 w 2090836"/>
                <a:gd name="connsiteY4" fmla="*/ 101169 h 731656"/>
                <a:gd name="connsiteX5" fmla="*/ 2089158 w 2090836"/>
                <a:gd name="connsiteY5" fmla="*/ 406818 h 731656"/>
                <a:gd name="connsiteX6" fmla="*/ 2082082 w 2090836"/>
                <a:gd name="connsiteY6" fmla="*/ 454530 h 731656"/>
                <a:gd name="connsiteX7" fmla="*/ 2061872 w 2090836"/>
                <a:gd name="connsiteY7" fmla="*/ 462605 h 731656"/>
                <a:gd name="connsiteX8" fmla="*/ 100105 w 2090836"/>
                <a:gd name="connsiteY8" fmla="*/ 467357 h 731656"/>
                <a:gd name="connsiteX9" fmla="*/ 3394 w 2090836"/>
                <a:gd name="connsiteY9" fmla="*/ 410264 h 731656"/>
                <a:gd name="connsiteX10" fmla="*/ 293 w 2090836"/>
                <a:gd name="connsiteY10" fmla="*/ 375443 h 731656"/>
                <a:gd name="connsiteX11" fmla="*/ 70262 w 2090836"/>
                <a:gd name="connsiteY11" fmla="*/ 32997 h 731656"/>
                <a:gd name="connsiteX12" fmla="*/ 85313 w 2090836"/>
                <a:gd name="connsiteY12" fmla="*/ 0 h 731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0836" h="731656">
                  <a:moveTo>
                    <a:pt x="85313" y="0"/>
                  </a:moveTo>
                  <a:lnTo>
                    <a:pt x="103638" y="13227"/>
                  </a:lnTo>
                  <a:cubicBezTo>
                    <a:pt x="624258" y="359537"/>
                    <a:pt x="1237831" y="390353"/>
                    <a:pt x="1901708" y="98568"/>
                  </a:cubicBezTo>
                  <a:lnTo>
                    <a:pt x="2012822" y="45877"/>
                  </a:lnTo>
                  <a:lnTo>
                    <a:pt x="2035732" y="101169"/>
                  </a:lnTo>
                  <a:cubicBezTo>
                    <a:pt x="2073333" y="202458"/>
                    <a:pt x="2097601" y="304211"/>
                    <a:pt x="2089158" y="406818"/>
                  </a:cubicBezTo>
                  <a:lnTo>
                    <a:pt x="2082082" y="454530"/>
                  </a:lnTo>
                  <a:lnTo>
                    <a:pt x="2061872" y="462605"/>
                  </a:lnTo>
                  <a:cubicBezTo>
                    <a:pt x="1621195" y="644809"/>
                    <a:pt x="981489" y="961521"/>
                    <a:pt x="100105" y="467357"/>
                  </a:cubicBezTo>
                  <a:lnTo>
                    <a:pt x="3394" y="410264"/>
                  </a:lnTo>
                  <a:lnTo>
                    <a:pt x="293" y="375443"/>
                  </a:lnTo>
                  <a:cubicBezTo>
                    <a:pt x="-3282" y="258620"/>
                    <a:pt x="26146" y="142970"/>
                    <a:pt x="70262" y="32997"/>
                  </a:cubicBezTo>
                  <a:lnTo>
                    <a:pt x="85313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3B1F222-27BA-F823-ABAB-DBD178CEA7BD}"/>
              </a:ext>
            </a:extLst>
          </p:cNvPr>
          <p:cNvGrpSpPr/>
          <p:nvPr/>
        </p:nvGrpSpPr>
        <p:grpSpPr>
          <a:xfrm>
            <a:off x="5520081" y="581131"/>
            <a:ext cx="4279878" cy="4546122"/>
            <a:chOff x="1972933" y="1435578"/>
            <a:chExt cx="3597923" cy="3821744"/>
          </a:xfrm>
          <a:solidFill>
            <a:schemeClr val="bg1"/>
          </a:solidFill>
        </p:grpSpPr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09F40088-948B-CD4C-BA76-550C812A56DF}"/>
                </a:ext>
              </a:extLst>
            </p:cNvPr>
            <p:cNvGrpSpPr/>
            <p:nvPr/>
          </p:nvGrpSpPr>
          <p:grpSpPr>
            <a:xfrm flipH="1">
              <a:off x="4184113" y="3409016"/>
              <a:ext cx="1205650" cy="1531201"/>
              <a:chOff x="1969722" y="3425409"/>
              <a:chExt cx="1205650" cy="1531201"/>
            </a:xfrm>
            <a:grpFill/>
          </p:grpSpPr>
          <p:sp>
            <p:nvSpPr>
              <p:cNvPr id="148" name="Oval 147">
                <a:extLst>
                  <a:ext uri="{FF2B5EF4-FFF2-40B4-BE49-F238E27FC236}">
                    <a16:creationId xmlns:a16="http://schemas.microsoft.com/office/drawing/2014/main" id="{FA115D35-408C-62ED-B2C0-79DF3D623584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Oval 148">
                <a:extLst>
                  <a:ext uri="{FF2B5EF4-FFF2-40B4-BE49-F238E27FC236}">
                    <a16:creationId xmlns:a16="http://schemas.microsoft.com/office/drawing/2014/main" id="{6CB4A88B-DC8C-CDF7-0D99-BA844E8F9E43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30B84F9A-8EEA-2ADF-3CE3-5307352E801C}"/>
                </a:ext>
              </a:extLst>
            </p:cNvPr>
            <p:cNvGrpSpPr/>
            <p:nvPr/>
          </p:nvGrpSpPr>
          <p:grpSpPr>
            <a:xfrm>
              <a:off x="2075062" y="3426729"/>
              <a:ext cx="1205650" cy="1531201"/>
              <a:chOff x="1969722" y="3425409"/>
              <a:chExt cx="1205650" cy="1531201"/>
            </a:xfrm>
            <a:grpFill/>
          </p:grpSpPr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135EE842-B1A8-A249-9980-BBCAAD39280D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DE0D8E08-C38E-8844-3BC5-1C002F3ED3F5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22" name="Rectangle 24">
              <a:extLst>
                <a:ext uri="{FF2B5EF4-FFF2-40B4-BE49-F238E27FC236}">
                  <a16:creationId xmlns:a16="http://schemas.microsoft.com/office/drawing/2014/main" id="{51AB9C8E-8023-1E76-D2C5-F4156D33BBFF}"/>
                </a:ext>
              </a:extLst>
            </p:cNvPr>
            <p:cNvSpPr/>
            <p:nvPr/>
          </p:nvSpPr>
          <p:spPr>
            <a:xfrm>
              <a:off x="2718281" y="3278849"/>
              <a:ext cx="2090836" cy="1978473"/>
            </a:xfrm>
            <a:custGeom>
              <a:avLst/>
              <a:gdLst>
                <a:gd name="connsiteX0" fmla="*/ 0 w 799686"/>
                <a:gd name="connsiteY0" fmla="*/ 0 h 708473"/>
                <a:gd name="connsiteX1" fmla="*/ 799686 w 799686"/>
                <a:gd name="connsiteY1" fmla="*/ 0 h 708473"/>
                <a:gd name="connsiteX2" fmla="*/ 799686 w 799686"/>
                <a:gd name="connsiteY2" fmla="*/ 708473 h 708473"/>
                <a:gd name="connsiteX3" fmla="*/ 0 w 799686"/>
                <a:gd name="connsiteY3" fmla="*/ 708473 h 708473"/>
                <a:gd name="connsiteX4" fmla="*/ 0 w 799686"/>
                <a:gd name="connsiteY4" fmla="*/ 0 h 708473"/>
                <a:gd name="connsiteX0" fmla="*/ 0 w 799686"/>
                <a:gd name="connsiteY0" fmla="*/ 0 h 1051373"/>
                <a:gd name="connsiteX1" fmla="*/ 799686 w 799686"/>
                <a:gd name="connsiteY1" fmla="*/ 0 h 1051373"/>
                <a:gd name="connsiteX2" fmla="*/ 799686 w 799686"/>
                <a:gd name="connsiteY2" fmla="*/ 708473 h 1051373"/>
                <a:gd name="connsiteX3" fmla="*/ 88900 w 799686"/>
                <a:gd name="connsiteY3" fmla="*/ 1051373 h 1051373"/>
                <a:gd name="connsiteX4" fmla="*/ 0 w 799686"/>
                <a:gd name="connsiteY4" fmla="*/ 0 h 1051373"/>
                <a:gd name="connsiteX0" fmla="*/ 0 w 1269586"/>
                <a:gd name="connsiteY0" fmla="*/ 0 h 1813373"/>
                <a:gd name="connsiteX1" fmla="*/ 1269586 w 1269586"/>
                <a:gd name="connsiteY1" fmla="*/ 762000 h 1813373"/>
                <a:gd name="connsiteX2" fmla="*/ 1269586 w 1269586"/>
                <a:gd name="connsiteY2" fmla="*/ 1470473 h 1813373"/>
                <a:gd name="connsiteX3" fmla="*/ 558800 w 1269586"/>
                <a:gd name="connsiteY3" fmla="*/ 1813373 h 1813373"/>
                <a:gd name="connsiteX4" fmla="*/ 0 w 1269586"/>
                <a:gd name="connsiteY4" fmla="*/ 0 h 18133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1269586 w 1320386"/>
                <a:gd name="connsiteY2" fmla="*/ 1610173 h 1953073"/>
                <a:gd name="connsiteX3" fmla="*/ 558800 w 1320386"/>
                <a:gd name="connsiteY3" fmla="*/ 1953073 h 1953073"/>
                <a:gd name="connsiteX4" fmla="*/ 0 w 1320386"/>
                <a:gd name="connsiteY4" fmla="*/ 139700 h 19530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558800 w 1320386"/>
                <a:gd name="connsiteY2" fmla="*/ 1953073 h 1953073"/>
                <a:gd name="connsiteX3" fmla="*/ 0 w 1320386"/>
                <a:gd name="connsiteY3" fmla="*/ 139700 h 1953073"/>
                <a:gd name="connsiteX0" fmla="*/ 0 w 1589232"/>
                <a:gd name="connsiteY0" fmla="*/ 139700 h 1953073"/>
                <a:gd name="connsiteX1" fmla="*/ 1320386 w 1589232"/>
                <a:gd name="connsiteY1" fmla="*/ 0 h 1953073"/>
                <a:gd name="connsiteX2" fmla="*/ 558800 w 1589232"/>
                <a:gd name="connsiteY2" fmla="*/ 1953073 h 1953073"/>
                <a:gd name="connsiteX3" fmla="*/ 0 w 1589232"/>
                <a:gd name="connsiteY3" fmla="*/ 139700 h 1953073"/>
                <a:gd name="connsiteX0" fmla="*/ 499635 w 2088867"/>
                <a:gd name="connsiteY0" fmla="*/ 139700 h 1953073"/>
                <a:gd name="connsiteX1" fmla="*/ 1820021 w 2088867"/>
                <a:gd name="connsiteY1" fmla="*/ 0 h 1953073"/>
                <a:gd name="connsiteX2" fmla="*/ 1058435 w 2088867"/>
                <a:gd name="connsiteY2" fmla="*/ 1953073 h 1953073"/>
                <a:gd name="connsiteX3" fmla="*/ 499635 w 2088867"/>
                <a:gd name="connsiteY3" fmla="*/ 139700 h 1953073"/>
                <a:gd name="connsiteX0" fmla="*/ 520808 w 2110040"/>
                <a:gd name="connsiteY0" fmla="*/ 139700 h 1953073"/>
                <a:gd name="connsiteX1" fmla="*/ 1841194 w 2110040"/>
                <a:gd name="connsiteY1" fmla="*/ 0 h 1953073"/>
                <a:gd name="connsiteX2" fmla="*/ 1079608 w 2110040"/>
                <a:gd name="connsiteY2" fmla="*/ 1953073 h 1953073"/>
                <a:gd name="connsiteX3" fmla="*/ 520808 w 2110040"/>
                <a:gd name="connsiteY3" fmla="*/ 139700 h 1953073"/>
                <a:gd name="connsiteX0" fmla="*/ 356377 w 1945609"/>
                <a:gd name="connsiteY0" fmla="*/ 139700 h 1953073"/>
                <a:gd name="connsiteX1" fmla="*/ 1676763 w 1945609"/>
                <a:gd name="connsiteY1" fmla="*/ 0 h 1953073"/>
                <a:gd name="connsiteX2" fmla="*/ 915177 w 1945609"/>
                <a:gd name="connsiteY2" fmla="*/ 1953073 h 1953073"/>
                <a:gd name="connsiteX3" fmla="*/ 356377 w 1945609"/>
                <a:gd name="connsiteY3" fmla="*/ 139700 h 1953073"/>
                <a:gd name="connsiteX0" fmla="*/ 421865 w 2011097"/>
                <a:gd name="connsiteY0" fmla="*/ 139700 h 1953073"/>
                <a:gd name="connsiteX1" fmla="*/ 1742251 w 2011097"/>
                <a:gd name="connsiteY1" fmla="*/ 0 h 1953073"/>
                <a:gd name="connsiteX2" fmla="*/ 980665 w 2011097"/>
                <a:gd name="connsiteY2" fmla="*/ 1953073 h 1953073"/>
                <a:gd name="connsiteX3" fmla="*/ 421865 w 2011097"/>
                <a:gd name="connsiteY3" fmla="*/ 139700 h 1953073"/>
                <a:gd name="connsiteX0" fmla="*/ 432822 w 2022054"/>
                <a:gd name="connsiteY0" fmla="*/ 139700 h 1953073"/>
                <a:gd name="connsiteX1" fmla="*/ 1753208 w 2022054"/>
                <a:gd name="connsiteY1" fmla="*/ 0 h 1953073"/>
                <a:gd name="connsiteX2" fmla="*/ 991622 w 2022054"/>
                <a:gd name="connsiteY2" fmla="*/ 1953073 h 1953073"/>
                <a:gd name="connsiteX3" fmla="*/ 432822 w 2022054"/>
                <a:gd name="connsiteY3" fmla="*/ 139700 h 1953073"/>
                <a:gd name="connsiteX0" fmla="*/ 384320 w 2049752"/>
                <a:gd name="connsiteY0" fmla="*/ 63500 h 1953073"/>
                <a:gd name="connsiteX1" fmla="*/ 1780906 w 2049752"/>
                <a:gd name="connsiteY1" fmla="*/ 0 h 1953073"/>
                <a:gd name="connsiteX2" fmla="*/ 1019320 w 2049752"/>
                <a:gd name="connsiteY2" fmla="*/ 1953073 h 1953073"/>
                <a:gd name="connsiteX3" fmla="*/ 384320 w 2049752"/>
                <a:gd name="connsiteY3" fmla="*/ 63500 h 1953073"/>
                <a:gd name="connsiteX0" fmla="*/ 384320 w 2069519"/>
                <a:gd name="connsiteY0" fmla="*/ 88900 h 1978473"/>
                <a:gd name="connsiteX1" fmla="*/ 1831706 w 2069519"/>
                <a:gd name="connsiteY1" fmla="*/ 0 h 1978473"/>
                <a:gd name="connsiteX2" fmla="*/ 1019320 w 2069519"/>
                <a:gd name="connsiteY2" fmla="*/ 1978473 h 1978473"/>
                <a:gd name="connsiteX3" fmla="*/ 384320 w 2069519"/>
                <a:gd name="connsiteY3" fmla="*/ 88900 h 1978473"/>
                <a:gd name="connsiteX0" fmla="*/ 384320 w 2090836"/>
                <a:gd name="connsiteY0" fmla="*/ 88900 h 1978473"/>
                <a:gd name="connsiteX1" fmla="*/ 1831706 w 2090836"/>
                <a:gd name="connsiteY1" fmla="*/ 0 h 1978473"/>
                <a:gd name="connsiteX2" fmla="*/ 1019320 w 2090836"/>
                <a:gd name="connsiteY2" fmla="*/ 1978473 h 1978473"/>
                <a:gd name="connsiteX3" fmla="*/ 384320 w 2090836"/>
                <a:gd name="connsiteY3" fmla="*/ 88900 h 1978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0836" h="1978473">
                  <a:moveTo>
                    <a:pt x="384320" y="88900"/>
                  </a:moveTo>
                  <a:lnTo>
                    <a:pt x="1831706" y="0"/>
                  </a:lnTo>
                  <a:cubicBezTo>
                    <a:pt x="1577844" y="651024"/>
                    <a:pt x="3000382" y="1276649"/>
                    <a:pt x="1019320" y="1978473"/>
                  </a:cubicBezTo>
                  <a:cubicBezTo>
                    <a:pt x="-894147" y="1386715"/>
                    <a:pt x="494387" y="363158"/>
                    <a:pt x="384320" y="88900"/>
                  </a:cubicBezTo>
                  <a:close/>
                </a:path>
              </a:pathLst>
            </a:cu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Rectangle 8">
              <a:extLst>
                <a:ext uri="{FF2B5EF4-FFF2-40B4-BE49-F238E27FC236}">
                  <a16:creationId xmlns:a16="http://schemas.microsoft.com/office/drawing/2014/main" id="{4EBE3ADB-7A38-240F-62B0-09A11977CC22}"/>
                </a:ext>
              </a:extLst>
            </p:cNvPr>
            <p:cNvSpPr/>
            <p:nvPr/>
          </p:nvSpPr>
          <p:spPr>
            <a:xfrm>
              <a:off x="2262595" y="1435578"/>
              <a:ext cx="3004414" cy="2586398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7A13DE2-0489-B7E6-B89B-398676FBD341}"/>
                </a:ext>
              </a:extLst>
            </p:cNvPr>
            <p:cNvSpPr/>
            <p:nvPr/>
          </p:nvSpPr>
          <p:spPr>
            <a:xfrm>
              <a:off x="1972933" y="1596988"/>
              <a:ext cx="953148" cy="550456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5" name="Arc 124">
              <a:extLst>
                <a:ext uri="{FF2B5EF4-FFF2-40B4-BE49-F238E27FC236}">
                  <a16:creationId xmlns:a16="http://schemas.microsoft.com/office/drawing/2014/main" id="{CEC86585-CCEA-CBD6-A52F-215BC313684E}"/>
                </a:ext>
              </a:extLst>
            </p:cNvPr>
            <p:cNvSpPr/>
            <p:nvPr/>
          </p:nvSpPr>
          <p:spPr>
            <a:xfrm rot="9500543">
              <a:off x="3601913" y="3244281"/>
              <a:ext cx="314714" cy="314714"/>
            </a:xfrm>
            <a:prstGeom prst="arc">
              <a:avLst>
                <a:gd name="adj1" fmla="val 12939651"/>
                <a:gd name="adj2" fmla="val 0"/>
              </a:avLst>
            </a:pr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8D4D70E3-1782-3981-E630-32D089BF0017}"/>
                </a:ext>
              </a:extLst>
            </p:cNvPr>
            <p:cNvGrpSpPr/>
            <p:nvPr/>
          </p:nvGrpSpPr>
          <p:grpSpPr>
            <a:xfrm>
              <a:off x="2788371" y="2413698"/>
              <a:ext cx="673395" cy="828081"/>
              <a:chOff x="2788371" y="2413698"/>
              <a:chExt cx="673395" cy="828081"/>
            </a:xfrm>
            <a:grpFill/>
          </p:grpSpPr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380458DF-528E-E821-77F1-92E98090B8C1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  <a:grpFill/>
            </p:grpSpPr>
            <p:sp>
              <p:nvSpPr>
                <p:cNvPr id="140" name="Oval 139">
                  <a:extLst>
                    <a:ext uri="{FF2B5EF4-FFF2-40B4-BE49-F238E27FC236}">
                      <a16:creationId xmlns:a16="http://schemas.microsoft.com/office/drawing/2014/main" id="{198AED0D-F436-2346-7A44-58C2F76BB0AA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Oval 140">
                  <a:extLst>
                    <a:ext uri="{FF2B5EF4-FFF2-40B4-BE49-F238E27FC236}">
                      <a16:creationId xmlns:a16="http://schemas.microsoft.com/office/drawing/2014/main" id="{1299CBFA-7261-4831-DDCF-828F2B061CB5}"/>
                    </a:ext>
                  </a:extLst>
                </p:cNvPr>
                <p:cNvSpPr/>
                <p:nvPr/>
              </p:nvSpPr>
              <p:spPr>
                <a:xfrm>
                  <a:off x="3003335" y="2773414"/>
                  <a:ext cx="235165" cy="235165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Oval 141">
                  <a:extLst>
                    <a:ext uri="{FF2B5EF4-FFF2-40B4-BE49-F238E27FC236}">
                      <a16:creationId xmlns:a16="http://schemas.microsoft.com/office/drawing/2014/main" id="{F3E97591-3A17-A428-1F98-80BF4DAD5F95}"/>
                    </a:ext>
                  </a:extLst>
                </p:cNvPr>
                <p:cNvSpPr/>
                <p:nvPr/>
              </p:nvSpPr>
              <p:spPr>
                <a:xfrm>
                  <a:off x="3197013" y="2995024"/>
                  <a:ext cx="137167" cy="137167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3" name="Freeform: Shape 142">
                  <a:extLst>
                    <a:ext uri="{FF2B5EF4-FFF2-40B4-BE49-F238E27FC236}">
                      <a16:creationId xmlns:a16="http://schemas.microsoft.com/office/drawing/2014/main" id="{A774BC35-0382-4985-F48E-03EA77787369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Freeform: Shape 143">
                  <a:extLst>
                    <a:ext uri="{FF2B5EF4-FFF2-40B4-BE49-F238E27FC236}">
                      <a16:creationId xmlns:a16="http://schemas.microsoft.com/office/drawing/2014/main" id="{5FDC925F-A985-C681-F4A3-7EDCA4A34B69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5" name="Freeform: Shape 144">
                  <a:extLst>
                    <a:ext uri="{FF2B5EF4-FFF2-40B4-BE49-F238E27FC236}">
                      <a16:creationId xmlns:a16="http://schemas.microsoft.com/office/drawing/2014/main" id="{BDAB3FC0-9F89-7FBD-1E91-FB333856F740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39" name="Arc 138">
                <a:extLst>
                  <a:ext uri="{FF2B5EF4-FFF2-40B4-BE49-F238E27FC236}">
                    <a16:creationId xmlns:a16="http://schemas.microsoft.com/office/drawing/2014/main" id="{57219944-6511-2045-012B-74D3FD0E6022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6A32B9DE-EAE9-3182-9E87-32FECEAA80D6}"/>
                </a:ext>
              </a:extLst>
            </p:cNvPr>
            <p:cNvSpPr/>
            <p:nvPr/>
          </p:nvSpPr>
          <p:spPr>
            <a:xfrm flipH="1">
              <a:off x="4617708" y="1534361"/>
              <a:ext cx="953148" cy="550456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0FF639DB-F3C6-3F41-D3B5-EB3931DC9B1F}"/>
                </a:ext>
              </a:extLst>
            </p:cNvPr>
            <p:cNvGrpSpPr/>
            <p:nvPr/>
          </p:nvGrpSpPr>
          <p:grpSpPr>
            <a:xfrm flipH="1">
              <a:off x="4045924" y="2420364"/>
              <a:ext cx="673395" cy="828081"/>
              <a:chOff x="2788371" y="2413698"/>
              <a:chExt cx="673395" cy="828081"/>
            </a:xfrm>
            <a:grpFill/>
          </p:grpSpPr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2C0DED07-6DAB-B88E-8E5A-C6BCF25E6AEF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  <a:grpFill/>
            </p:grpSpPr>
            <p:sp>
              <p:nvSpPr>
                <p:cNvPr id="132" name="Oval 131">
                  <a:extLst>
                    <a:ext uri="{FF2B5EF4-FFF2-40B4-BE49-F238E27FC236}">
                      <a16:creationId xmlns:a16="http://schemas.microsoft.com/office/drawing/2014/main" id="{F5916454-FA57-C104-A9AE-9341F524B4E1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Oval 132">
                  <a:extLst>
                    <a:ext uri="{FF2B5EF4-FFF2-40B4-BE49-F238E27FC236}">
                      <a16:creationId xmlns:a16="http://schemas.microsoft.com/office/drawing/2014/main" id="{7E99FA34-5B74-38DF-5FE4-B8E9EB392AFE}"/>
                    </a:ext>
                  </a:extLst>
                </p:cNvPr>
                <p:cNvSpPr/>
                <p:nvPr/>
              </p:nvSpPr>
              <p:spPr>
                <a:xfrm>
                  <a:off x="3088412" y="2760492"/>
                  <a:ext cx="235165" cy="235165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4" name="Oval 133">
                  <a:extLst>
                    <a:ext uri="{FF2B5EF4-FFF2-40B4-BE49-F238E27FC236}">
                      <a16:creationId xmlns:a16="http://schemas.microsoft.com/office/drawing/2014/main" id="{CA84AADC-945A-0F9E-1772-8750FD34DABF}"/>
                    </a:ext>
                  </a:extLst>
                </p:cNvPr>
                <p:cNvSpPr/>
                <p:nvPr/>
              </p:nvSpPr>
              <p:spPr>
                <a:xfrm>
                  <a:off x="2983650" y="2984939"/>
                  <a:ext cx="137167" cy="137167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5" name="Freeform: Shape 134">
                  <a:extLst>
                    <a:ext uri="{FF2B5EF4-FFF2-40B4-BE49-F238E27FC236}">
                      <a16:creationId xmlns:a16="http://schemas.microsoft.com/office/drawing/2014/main" id="{72B3C675-92B6-5263-3D56-26F4817E32F8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" name="Freeform: Shape 135">
                  <a:extLst>
                    <a:ext uri="{FF2B5EF4-FFF2-40B4-BE49-F238E27FC236}">
                      <a16:creationId xmlns:a16="http://schemas.microsoft.com/office/drawing/2014/main" id="{76C82C51-CE7B-3BE0-E946-7B974949A720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7" name="Freeform: Shape 136">
                  <a:extLst>
                    <a:ext uri="{FF2B5EF4-FFF2-40B4-BE49-F238E27FC236}">
                      <a16:creationId xmlns:a16="http://schemas.microsoft.com/office/drawing/2014/main" id="{B7B091D4-D84E-2A43-B15A-A2D00E93C97C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31" name="Arc 130">
                <a:extLst>
                  <a:ext uri="{FF2B5EF4-FFF2-40B4-BE49-F238E27FC236}">
                    <a16:creationId xmlns:a16="http://schemas.microsoft.com/office/drawing/2014/main" id="{FC25AE07-35ED-FE56-A189-D9FF91D58183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3B9CE681-E59F-B01C-30E8-25F164F8CE14}"/>
                </a:ext>
              </a:extLst>
            </p:cNvPr>
            <p:cNvSpPr/>
            <p:nvPr/>
          </p:nvSpPr>
          <p:spPr>
            <a:xfrm>
              <a:off x="2718281" y="4027937"/>
              <a:ext cx="2090836" cy="731656"/>
            </a:xfrm>
            <a:custGeom>
              <a:avLst/>
              <a:gdLst>
                <a:gd name="connsiteX0" fmla="*/ 85313 w 2090836"/>
                <a:gd name="connsiteY0" fmla="*/ 0 h 731656"/>
                <a:gd name="connsiteX1" fmla="*/ 103638 w 2090836"/>
                <a:gd name="connsiteY1" fmla="*/ 13227 h 731656"/>
                <a:gd name="connsiteX2" fmla="*/ 1901708 w 2090836"/>
                <a:gd name="connsiteY2" fmla="*/ 98568 h 731656"/>
                <a:gd name="connsiteX3" fmla="*/ 2012822 w 2090836"/>
                <a:gd name="connsiteY3" fmla="*/ 45877 h 731656"/>
                <a:gd name="connsiteX4" fmla="*/ 2035732 w 2090836"/>
                <a:gd name="connsiteY4" fmla="*/ 101169 h 731656"/>
                <a:gd name="connsiteX5" fmla="*/ 2089158 w 2090836"/>
                <a:gd name="connsiteY5" fmla="*/ 406818 h 731656"/>
                <a:gd name="connsiteX6" fmla="*/ 2082082 w 2090836"/>
                <a:gd name="connsiteY6" fmla="*/ 454530 h 731656"/>
                <a:gd name="connsiteX7" fmla="*/ 2061872 w 2090836"/>
                <a:gd name="connsiteY7" fmla="*/ 462605 h 731656"/>
                <a:gd name="connsiteX8" fmla="*/ 100105 w 2090836"/>
                <a:gd name="connsiteY8" fmla="*/ 467357 h 731656"/>
                <a:gd name="connsiteX9" fmla="*/ 3394 w 2090836"/>
                <a:gd name="connsiteY9" fmla="*/ 410264 h 731656"/>
                <a:gd name="connsiteX10" fmla="*/ 293 w 2090836"/>
                <a:gd name="connsiteY10" fmla="*/ 375443 h 731656"/>
                <a:gd name="connsiteX11" fmla="*/ 70262 w 2090836"/>
                <a:gd name="connsiteY11" fmla="*/ 32997 h 731656"/>
                <a:gd name="connsiteX12" fmla="*/ 85313 w 2090836"/>
                <a:gd name="connsiteY12" fmla="*/ 0 h 731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0836" h="731656">
                  <a:moveTo>
                    <a:pt x="85313" y="0"/>
                  </a:moveTo>
                  <a:lnTo>
                    <a:pt x="103638" y="13227"/>
                  </a:lnTo>
                  <a:cubicBezTo>
                    <a:pt x="624258" y="359537"/>
                    <a:pt x="1237831" y="390353"/>
                    <a:pt x="1901708" y="98568"/>
                  </a:cubicBezTo>
                  <a:lnTo>
                    <a:pt x="2012822" y="45877"/>
                  </a:lnTo>
                  <a:lnTo>
                    <a:pt x="2035732" y="101169"/>
                  </a:lnTo>
                  <a:cubicBezTo>
                    <a:pt x="2073333" y="202458"/>
                    <a:pt x="2097601" y="304211"/>
                    <a:pt x="2089158" y="406818"/>
                  </a:cubicBezTo>
                  <a:lnTo>
                    <a:pt x="2082082" y="454530"/>
                  </a:lnTo>
                  <a:lnTo>
                    <a:pt x="2061872" y="462605"/>
                  </a:lnTo>
                  <a:cubicBezTo>
                    <a:pt x="1621195" y="644809"/>
                    <a:pt x="981489" y="961521"/>
                    <a:pt x="100105" y="467357"/>
                  </a:cubicBezTo>
                  <a:lnTo>
                    <a:pt x="3394" y="410264"/>
                  </a:lnTo>
                  <a:lnTo>
                    <a:pt x="293" y="375443"/>
                  </a:lnTo>
                  <a:cubicBezTo>
                    <a:pt x="-3282" y="258620"/>
                    <a:pt x="26146" y="142970"/>
                    <a:pt x="70262" y="32997"/>
                  </a:cubicBezTo>
                  <a:lnTo>
                    <a:pt x="85313" y="0"/>
                  </a:lnTo>
                  <a:close/>
                </a:path>
              </a:pathLst>
            </a:cu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86D21544-4676-5DB4-4B04-B9C8336831A9}"/>
              </a:ext>
            </a:extLst>
          </p:cNvPr>
          <p:cNvGrpSpPr/>
          <p:nvPr/>
        </p:nvGrpSpPr>
        <p:grpSpPr>
          <a:xfrm>
            <a:off x="1965443" y="2262123"/>
            <a:ext cx="4279878" cy="4546122"/>
            <a:chOff x="1972933" y="1435578"/>
            <a:chExt cx="3597923" cy="3821744"/>
          </a:xfrm>
        </p:grpSpPr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99416C39-D275-9980-C54D-7B66B1600EE1}"/>
                </a:ext>
              </a:extLst>
            </p:cNvPr>
            <p:cNvGrpSpPr/>
            <p:nvPr/>
          </p:nvGrpSpPr>
          <p:grpSpPr>
            <a:xfrm flipH="1">
              <a:off x="4184113" y="3409016"/>
              <a:ext cx="1205650" cy="1531201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EAC090A7-CE42-D565-4E24-E3CA7B1D4FFB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9583FF45-CFFB-C474-7F0C-CF14CABE3972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48A57B2C-1370-5C93-5499-5561863335F2}"/>
                </a:ext>
              </a:extLst>
            </p:cNvPr>
            <p:cNvGrpSpPr/>
            <p:nvPr/>
          </p:nvGrpSpPr>
          <p:grpSpPr>
            <a:xfrm>
              <a:off x="2075062" y="3426729"/>
              <a:ext cx="1205650" cy="1531201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31FB1ED9-F316-D7A0-8B8B-EDAD83968F28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CDD763D2-EDDB-5573-90C4-A623DFA786FF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53" name="Rectangle 24">
              <a:extLst>
                <a:ext uri="{FF2B5EF4-FFF2-40B4-BE49-F238E27FC236}">
                  <a16:creationId xmlns:a16="http://schemas.microsoft.com/office/drawing/2014/main" id="{C5F7AE40-98A8-9D60-D815-F2A0CFFC7D03}"/>
                </a:ext>
              </a:extLst>
            </p:cNvPr>
            <p:cNvSpPr/>
            <p:nvPr/>
          </p:nvSpPr>
          <p:spPr>
            <a:xfrm>
              <a:off x="2718281" y="3278849"/>
              <a:ext cx="2090836" cy="1978473"/>
            </a:xfrm>
            <a:custGeom>
              <a:avLst/>
              <a:gdLst>
                <a:gd name="connsiteX0" fmla="*/ 0 w 799686"/>
                <a:gd name="connsiteY0" fmla="*/ 0 h 708473"/>
                <a:gd name="connsiteX1" fmla="*/ 799686 w 799686"/>
                <a:gd name="connsiteY1" fmla="*/ 0 h 708473"/>
                <a:gd name="connsiteX2" fmla="*/ 799686 w 799686"/>
                <a:gd name="connsiteY2" fmla="*/ 708473 h 708473"/>
                <a:gd name="connsiteX3" fmla="*/ 0 w 799686"/>
                <a:gd name="connsiteY3" fmla="*/ 708473 h 708473"/>
                <a:gd name="connsiteX4" fmla="*/ 0 w 799686"/>
                <a:gd name="connsiteY4" fmla="*/ 0 h 708473"/>
                <a:gd name="connsiteX0" fmla="*/ 0 w 799686"/>
                <a:gd name="connsiteY0" fmla="*/ 0 h 1051373"/>
                <a:gd name="connsiteX1" fmla="*/ 799686 w 799686"/>
                <a:gd name="connsiteY1" fmla="*/ 0 h 1051373"/>
                <a:gd name="connsiteX2" fmla="*/ 799686 w 799686"/>
                <a:gd name="connsiteY2" fmla="*/ 708473 h 1051373"/>
                <a:gd name="connsiteX3" fmla="*/ 88900 w 799686"/>
                <a:gd name="connsiteY3" fmla="*/ 1051373 h 1051373"/>
                <a:gd name="connsiteX4" fmla="*/ 0 w 799686"/>
                <a:gd name="connsiteY4" fmla="*/ 0 h 1051373"/>
                <a:gd name="connsiteX0" fmla="*/ 0 w 1269586"/>
                <a:gd name="connsiteY0" fmla="*/ 0 h 1813373"/>
                <a:gd name="connsiteX1" fmla="*/ 1269586 w 1269586"/>
                <a:gd name="connsiteY1" fmla="*/ 762000 h 1813373"/>
                <a:gd name="connsiteX2" fmla="*/ 1269586 w 1269586"/>
                <a:gd name="connsiteY2" fmla="*/ 1470473 h 1813373"/>
                <a:gd name="connsiteX3" fmla="*/ 558800 w 1269586"/>
                <a:gd name="connsiteY3" fmla="*/ 1813373 h 1813373"/>
                <a:gd name="connsiteX4" fmla="*/ 0 w 1269586"/>
                <a:gd name="connsiteY4" fmla="*/ 0 h 18133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1269586 w 1320386"/>
                <a:gd name="connsiteY2" fmla="*/ 1610173 h 1953073"/>
                <a:gd name="connsiteX3" fmla="*/ 558800 w 1320386"/>
                <a:gd name="connsiteY3" fmla="*/ 1953073 h 1953073"/>
                <a:gd name="connsiteX4" fmla="*/ 0 w 1320386"/>
                <a:gd name="connsiteY4" fmla="*/ 139700 h 19530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558800 w 1320386"/>
                <a:gd name="connsiteY2" fmla="*/ 1953073 h 1953073"/>
                <a:gd name="connsiteX3" fmla="*/ 0 w 1320386"/>
                <a:gd name="connsiteY3" fmla="*/ 139700 h 1953073"/>
                <a:gd name="connsiteX0" fmla="*/ 0 w 1589232"/>
                <a:gd name="connsiteY0" fmla="*/ 139700 h 1953073"/>
                <a:gd name="connsiteX1" fmla="*/ 1320386 w 1589232"/>
                <a:gd name="connsiteY1" fmla="*/ 0 h 1953073"/>
                <a:gd name="connsiteX2" fmla="*/ 558800 w 1589232"/>
                <a:gd name="connsiteY2" fmla="*/ 1953073 h 1953073"/>
                <a:gd name="connsiteX3" fmla="*/ 0 w 1589232"/>
                <a:gd name="connsiteY3" fmla="*/ 139700 h 1953073"/>
                <a:gd name="connsiteX0" fmla="*/ 499635 w 2088867"/>
                <a:gd name="connsiteY0" fmla="*/ 139700 h 1953073"/>
                <a:gd name="connsiteX1" fmla="*/ 1820021 w 2088867"/>
                <a:gd name="connsiteY1" fmla="*/ 0 h 1953073"/>
                <a:gd name="connsiteX2" fmla="*/ 1058435 w 2088867"/>
                <a:gd name="connsiteY2" fmla="*/ 1953073 h 1953073"/>
                <a:gd name="connsiteX3" fmla="*/ 499635 w 2088867"/>
                <a:gd name="connsiteY3" fmla="*/ 139700 h 1953073"/>
                <a:gd name="connsiteX0" fmla="*/ 520808 w 2110040"/>
                <a:gd name="connsiteY0" fmla="*/ 139700 h 1953073"/>
                <a:gd name="connsiteX1" fmla="*/ 1841194 w 2110040"/>
                <a:gd name="connsiteY1" fmla="*/ 0 h 1953073"/>
                <a:gd name="connsiteX2" fmla="*/ 1079608 w 2110040"/>
                <a:gd name="connsiteY2" fmla="*/ 1953073 h 1953073"/>
                <a:gd name="connsiteX3" fmla="*/ 520808 w 2110040"/>
                <a:gd name="connsiteY3" fmla="*/ 139700 h 1953073"/>
                <a:gd name="connsiteX0" fmla="*/ 356377 w 1945609"/>
                <a:gd name="connsiteY0" fmla="*/ 139700 h 1953073"/>
                <a:gd name="connsiteX1" fmla="*/ 1676763 w 1945609"/>
                <a:gd name="connsiteY1" fmla="*/ 0 h 1953073"/>
                <a:gd name="connsiteX2" fmla="*/ 915177 w 1945609"/>
                <a:gd name="connsiteY2" fmla="*/ 1953073 h 1953073"/>
                <a:gd name="connsiteX3" fmla="*/ 356377 w 1945609"/>
                <a:gd name="connsiteY3" fmla="*/ 139700 h 1953073"/>
                <a:gd name="connsiteX0" fmla="*/ 421865 w 2011097"/>
                <a:gd name="connsiteY0" fmla="*/ 139700 h 1953073"/>
                <a:gd name="connsiteX1" fmla="*/ 1742251 w 2011097"/>
                <a:gd name="connsiteY1" fmla="*/ 0 h 1953073"/>
                <a:gd name="connsiteX2" fmla="*/ 980665 w 2011097"/>
                <a:gd name="connsiteY2" fmla="*/ 1953073 h 1953073"/>
                <a:gd name="connsiteX3" fmla="*/ 421865 w 2011097"/>
                <a:gd name="connsiteY3" fmla="*/ 139700 h 1953073"/>
                <a:gd name="connsiteX0" fmla="*/ 432822 w 2022054"/>
                <a:gd name="connsiteY0" fmla="*/ 139700 h 1953073"/>
                <a:gd name="connsiteX1" fmla="*/ 1753208 w 2022054"/>
                <a:gd name="connsiteY1" fmla="*/ 0 h 1953073"/>
                <a:gd name="connsiteX2" fmla="*/ 991622 w 2022054"/>
                <a:gd name="connsiteY2" fmla="*/ 1953073 h 1953073"/>
                <a:gd name="connsiteX3" fmla="*/ 432822 w 2022054"/>
                <a:gd name="connsiteY3" fmla="*/ 139700 h 1953073"/>
                <a:gd name="connsiteX0" fmla="*/ 384320 w 2049752"/>
                <a:gd name="connsiteY0" fmla="*/ 63500 h 1953073"/>
                <a:gd name="connsiteX1" fmla="*/ 1780906 w 2049752"/>
                <a:gd name="connsiteY1" fmla="*/ 0 h 1953073"/>
                <a:gd name="connsiteX2" fmla="*/ 1019320 w 2049752"/>
                <a:gd name="connsiteY2" fmla="*/ 1953073 h 1953073"/>
                <a:gd name="connsiteX3" fmla="*/ 384320 w 2049752"/>
                <a:gd name="connsiteY3" fmla="*/ 63500 h 1953073"/>
                <a:gd name="connsiteX0" fmla="*/ 384320 w 2069519"/>
                <a:gd name="connsiteY0" fmla="*/ 88900 h 1978473"/>
                <a:gd name="connsiteX1" fmla="*/ 1831706 w 2069519"/>
                <a:gd name="connsiteY1" fmla="*/ 0 h 1978473"/>
                <a:gd name="connsiteX2" fmla="*/ 1019320 w 2069519"/>
                <a:gd name="connsiteY2" fmla="*/ 1978473 h 1978473"/>
                <a:gd name="connsiteX3" fmla="*/ 384320 w 2069519"/>
                <a:gd name="connsiteY3" fmla="*/ 88900 h 1978473"/>
                <a:gd name="connsiteX0" fmla="*/ 384320 w 2090836"/>
                <a:gd name="connsiteY0" fmla="*/ 88900 h 1978473"/>
                <a:gd name="connsiteX1" fmla="*/ 1831706 w 2090836"/>
                <a:gd name="connsiteY1" fmla="*/ 0 h 1978473"/>
                <a:gd name="connsiteX2" fmla="*/ 1019320 w 2090836"/>
                <a:gd name="connsiteY2" fmla="*/ 1978473 h 1978473"/>
                <a:gd name="connsiteX3" fmla="*/ 384320 w 2090836"/>
                <a:gd name="connsiteY3" fmla="*/ 88900 h 1978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0836" h="1978473">
                  <a:moveTo>
                    <a:pt x="384320" y="88900"/>
                  </a:moveTo>
                  <a:lnTo>
                    <a:pt x="1831706" y="0"/>
                  </a:lnTo>
                  <a:cubicBezTo>
                    <a:pt x="1577844" y="651024"/>
                    <a:pt x="3000382" y="1276649"/>
                    <a:pt x="1019320" y="1978473"/>
                  </a:cubicBezTo>
                  <a:cubicBezTo>
                    <a:pt x="-894147" y="1386715"/>
                    <a:pt x="494387" y="363158"/>
                    <a:pt x="384320" y="88900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4" name="Rectangle 8">
              <a:extLst>
                <a:ext uri="{FF2B5EF4-FFF2-40B4-BE49-F238E27FC236}">
                  <a16:creationId xmlns:a16="http://schemas.microsoft.com/office/drawing/2014/main" id="{CC62C013-5946-99D0-56F6-27C6FD963E1B}"/>
                </a:ext>
              </a:extLst>
            </p:cNvPr>
            <p:cNvSpPr/>
            <p:nvPr/>
          </p:nvSpPr>
          <p:spPr>
            <a:xfrm>
              <a:off x="2262595" y="1435578"/>
              <a:ext cx="3004414" cy="2586398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DF3D9FB5-280A-D6EF-56A2-9F15CAAF7071}"/>
                </a:ext>
              </a:extLst>
            </p:cNvPr>
            <p:cNvSpPr/>
            <p:nvPr/>
          </p:nvSpPr>
          <p:spPr>
            <a:xfrm>
              <a:off x="1972933" y="1596988"/>
              <a:ext cx="953148" cy="550456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6" name="Arc 155">
              <a:extLst>
                <a:ext uri="{FF2B5EF4-FFF2-40B4-BE49-F238E27FC236}">
                  <a16:creationId xmlns:a16="http://schemas.microsoft.com/office/drawing/2014/main" id="{7876F66D-0B4F-233E-7EFC-14C8A2873223}"/>
                </a:ext>
              </a:extLst>
            </p:cNvPr>
            <p:cNvSpPr/>
            <p:nvPr/>
          </p:nvSpPr>
          <p:spPr>
            <a:xfrm rot="9500543">
              <a:off x="3601913" y="3244281"/>
              <a:ext cx="314714" cy="314714"/>
            </a:xfrm>
            <a:prstGeom prst="arc">
              <a:avLst>
                <a:gd name="adj1" fmla="val 12939651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10A446D6-8CD2-034A-AFA2-6D550EB00674}"/>
                </a:ext>
              </a:extLst>
            </p:cNvPr>
            <p:cNvGrpSpPr/>
            <p:nvPr/>
          </p:nvGrpSpPr>
          <p:grpSpPr>
            <a:xfrm>
              <a:off x="2788371" y="2413698"/>
              <a:ext cx="673395" cy="828081"/>
              <a:chOff x="2788371" y="2413698"/>
              <a:chExt cx="673395" cy="828081"/>
            </a:xfrm>
          </p:grpSpPr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64C201A1-EAE9-6A07-CE01-83BB73166857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</p:grpSpPr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BE0BA5E0-BE6D-86D1-BF5D-EFF0F9D994F5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BBE48E05-FD09-23AD-AC70-8404646F7AF7}"/>
                    </a:ext>
                  </a:extLst>
                </p:cNvPr>
                <p:cNvSpPr/>
                <p:nvPr/>
              </p:nvSpPr>
              <p:spPr>
                <a:xfrm>
                  <a:off x="3003335" y="2773414"/>
                  <a:ext cx="235165" cy="235165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543F6D39-4303-0F66-B7E8-DD9D23C8E471}"/>
                    </a:ext>
                  </a:extLst>
                </p:cNvPr>
                <p:cNvSpPr/>
                <p:nvPr/>
              </p:nvSpPr>
              <p:spPr>
                <a:xfrm>
                  <a:off x="3197013" y="2995024"/>
                  <a:ext cx="137167" cy="137167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4" name="Freeform: Shape 173">
                  <a:extLst>
                    <a:ext uri="{FF2B5EF4-FFF2-40B4-BE49-F238E27FC236}">
                      <a16:creationId xmlns:a16="http://schemas.microsoft.com/office/drawing/2014/main" id="{0E02A3D0-3F29-3884-4CEA-CAD68D8B985F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064585F2-1A40-AD04-D157-08C95798DF37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7F104B41-414A-2225-A066-9B2E243BF7E6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70" name="Arc 169">
                <a:extLst>
                  <a:ext uri="{FF2B5EF4-FFF2-40B4-BE49-F238E27FC236}">
                    <a16:creationId xmlns:a16="http://schemas.microsoft.com/office/drawing/2014/main" id="{7557F14B-E875-06F6-03AB-A8A7E0DF8BC0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3DE74B15-F0AE-5350-B61E-A34CAFCC2912}"/>
                </a:ext>
              </a:extLst>
            </p:cNvPr>
            <p:cNvSpPr/>
            <p:nvPr/>
          </p:nvSpPr>
          <p:spPr>
            <a:xfrm flipH="1">
              <a:off x="4617708" y="1534361"/>
              <a:ext cx="953148" cy="550456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0D1069BF-7D2D-4CAE-CDC5-4B40C932EBCE}"/>
                </a:ext>
              </a:extLst>
            </p:cNvPr>
            <p:cNvGrpSpPr/>
            <p:nvPr/>
          </p:nvGrpSpPr>
          <p:grpSpPr>
            <a:xfrm flipH="1">
              <a:off x="4045924" y="2420364"/>
              <a:ext cx="673395" cy="828081"/>
              <a:chOff x="2788371" y="2413698"/>
              <a:chExt cx="673395" cy="828081"/>
            </a:xfrm>
          </p:grpSpPr>
          <p:grpSp>
            <p:nvGrpSpPr>
              <p:cNvPr id="161" name="Group 160">
                <a:extLst>
                  <a:ext uri="{FF2B5EF4-FFF2-40B4-BE49-F238E27FC236}">
                    <a16:creationId xmlns:a16="http://schemas.microsoft.com/office/drawing/2014/main" id="{EC2E2BD8-D4BF-5444-41F4-CC3C9CBF183E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</p:grpSpPr>
            <p:sp>
              <p:nvSpPr>
                <p:cNvPr id="163" name="Oval 162">
                  <a:extLst>
                    <a:ext uri="{FF2B5EF4-FFF2-40B4-BE49-F238E27FC236}">
                      <a16:creationId xmlns:a16="http://schemas.microsoft.com/office/drawing/2014/main" id="{4FD55F42-B9AC-A366-1339-3279A7E355C0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Oval 163">
                  <a:extLst>
                    <a:ext uri="{FF2B5EF4-FFF2-40B4-BE49-F238E27FC236}">
                      <a16:creationId xmlns:a16="http://schemas.microsoft.com/office/drawing/2014/main" id="{FA7DEA62-C953-C224-91DA-79BE9BED6F31}"/>
                    </a:ext>
                  </a:extLst>
                </p:cNvPr>
                <p:cNvSpPr/>
                <p:nvPr/>
              </p:nvSpPr>
              <p:spPr>
                <a:xfrm>
                  <a:off x="3088412" y="2760492"/>
                  <a:ext cx="235165" cy="235165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78263023-0C51-FC9B-DBE3-5DE144042D3C}"/>
                    </a:ext>
                  </a:extLst>
                </p:cNvPr>
                <p:cNvSpPr/>
                <p:nvPr/>
              </p:nvSpPr>
              <p:spPr>
                <a:xfrm>
                  <a:off x="2983650" y="2984939"/>
                  <a:ext cx="137167" cy="137167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7F55D9D4-C9AD-F68A-2BE1-2545F95F9039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8F62802F-0233-0674-C17E-CBF8D84B2D94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E691802B-C79B-A9D1-3473-77216BE140B8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2" name="Arc 161">
                <a:extLst>
                  <a:ext uri="{FF2B5EF4-FFF2-40B4-BE49-F238E27FC236}">
                    <a16:creationId xmlns:a16="http://schemas.microsoft.com/office/drawing/2014/main" id="{AAAF56CD-E7EF-014B-A43F-8BDD1CDE1270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1C135E7D-9D85-44F3-8E38-FC098A82445B}"/>
                </a:ext>
              </a:extLst>
            </p:cNvPr>
            <p:cNvSpPr/>
            <p:nvPr/>
          </p:nvSpPr>
          <p:spPr>
            <a:xfrm>
              <a:off x="2718281" y="4027937"/>
              <a:ext cx="2090836" cy="731656"/>
            </a:xfrm>
            <a:custGeom>
              <a:avLst/>
              <a:gdLst>
                <a:gd name="connsiteX0" fmla="*/ 85313 w 2090836"/>
                <a:gd name="connsiteY0" fmla="*/ 0 h 731656"/>
                <a:gd name="connsiteX1" fmla="*/ 103638 w 2090836"/>
                <a:gd name="connsiteY1" fmla="*/ 13227 h 731656"/>
                <a:gd name="connsiteX2" fmla="*/ 1901708 w 2090836"/>
                <a:gd name="connsiteY2" fmla="*/ 98568 h 731656"/>
                <a:gd name="connsiteX3" fmla="*/ 2012822 w 2090836"/>
                <a:gd name="connsiteY3" fmla="*/ 45877 h 731656"/>
                <a:gd name="connsiteX4" fmla="*/ 2035732 w 2090836"/>
                <a:gd name="connsiteY4" fmla="*/ 101169 h 731656"/>
                <a:gd name="connsiteX5" fmla="*/ 2089158 w 2090836"/>
                <a:gd name="connsiteY5" fmla="*/ 406818 h 731656"/>
                <a:gd name="connsiteX6" fmla="*/ 2082082 w 2090836"/>
                <a:gd name="connsiteY6" fmla="*/ 454530 h 731656"/>
                <a:gd name="connsiteX7" fmla="*/ 2061872 w 2090836"/>
                <a:gd name="connsiteY7" fmla="*/ 462605 h 731656"/>
                <a:gd name="connsiteX8" fmla="*/ 100105 w 2090836"/>
                <a:gd name="connsiteY8" fmla="*/ 467357 h 731656"/>
                <a:gd name="connsiteX9" fmla="*/ 3394 w 2090836"/>
                <a:gd name="connsiteY9" fmla="*/ 410264 h 731656"/>
                <a:gd name="connsiteX10" fmla="*/ 293 w 2090836"/>
                <a:gd name="connsiteY10" fmla="*/ 375443 h 731656"/>
                <a:gd name="connsiteX11" fmla="*/ 70262 w 2090836"/>
                <a:gd name="connsiteY11" fmla="*/ 32997 h 731656"/>
                <a:gd name="connsiteX12" fmla="*/ 85313 w 2090836"/>
                <a:gd name="connsiteY12" fmla="*/ 0 h 731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0836" h="731656">
                  <a:moveTo>
                    <a:pt x="85313" y="0"/>
                  </a:moveTo>
                  <a:lnTo>
                    <a:pt x="103638" y="13227"/>
                  </a:lnTo>
                  <a:cubicBezTo>
                    <a:pt x="624258" y="359537"/>
                    <a:pt x="1237831" y="390353"/>
                    <a:pt x="1901708" y="98568"/>
                  </a:cubicBezTo>
                  <a:lnTo>
                    <a:pt x="2012822" y="45877"/>
                  </a:lnTo>
                  <a:lnTo>
                    <a:pt x="2035732" y="101169"/>
                  </a:lnTo>
                  <a:cubicBezTo>
                    <a:pt x="2073333" y="202458"/>
                    <a:pt x="2097601" y="304211"/>
                    <a:pt x="2089158" y="406818"/>
                  </a:cubicBezTo>
                  <a:lnTo>
                    <a:pt x="2082082" y="454530"/>
                  </a:lnTo>
                  <a:lnTo>
                    <a:pt x="2061872" y="462605"/>
                  </a:lnTo>
                  <a:cubicBezTo>
                    <a:pt x="1621195" y="644809"/>
                    <a:pt x="981489" y="961521"/>
                    <a:pt x="100105" y="467357"/>
                  </a:cubicBezTo>
                  <a:lnTo>
                    <a:pt x="3394" y="410264"/>
                  </a:lnTo>
                  <a:lnTo>
                    <a:pt x="293" y="375443"/>
                  </a:lnTo>
                  <a:cubicBezTo>
                    <a:pt x="-3282" y="258620"/>
                    <a:pt x="26146" y="142970"/>
                    <a:pt x="70262" y="32997"/>
                  </a:cubicBezTo>
                  <a:lnTo>
                    <a:pt x="85313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3332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1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15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9851B881-8F29-0740-AFDA-B9D21F5D9CCA}"/>
              </a:ext>
            </a:extLst>
          </p:cNvPr>
          <p:cNvGrpSpPr/>
          <p:nvPr/>
        </p:nvGrpSpPr>
        <p:grpSpPr>
          <a:xfrm>
            <a:off x="4839151" y="2710342"/>
            <a:ext cx="572914" cy="587254"/>
            <a:chOff x="2772188" y="2546257"/>
            <a:chExt cx="481626" cy="493681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0EC9A7A1-ACB0-32F5-1F34-8DDDB4F6C29A}"/>
                </a:ext>
              </a:extLst>
            </p:cNvPr>
            <p:cNvGrpSpPr/>
            <p:nvPr/>
          </p:nvGrpSpPr>
          <p:grpSpPr>
            <a:xfrm>
              <a:off x="2772188" y="2546257"/>
              <a:ext cx="249849" cy="113201"/>
              <a:chOff x="2772188" y="2546257"/>
              <a:chExt cx="249849" cy="113201"/>
            </a:xfrm>
          </p:grpSpPr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724096DA-4044-8BE2-6696-EE277EA6C6BD}"/>
                  </a:ext>
                </a:extLst>
              </p:cNvPr>
              <p:cNvSpPr/>
              <p:nvPr/>
            </p:nvSpPr>
            <p:spPr>
              <a:xfrm rot="792171">
                <a:off x="2923612" y="2546257"/>
                <a:ext cx="98425" cy="22174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BC13D626-77FD-46FF-3D37-A516E89F671D}"/>
                  </a:ext>
                </a:extLst>
              </p:cNvPr>
              <p:cNvSpPr/>
              <p:nvPr/>
            </p:nvSpPr>
            <p:spPr>
              <a:xfrm>
                <a:off x="2840770" y="2570292"/>
                <a:ext cx="98425" cy="22174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D185C78-91E9-4CA5-9667-72055CA1608B}"/>
                  </a:ext>
                </a:extLst>
              </p:cNvPr>
              <p:cNvSpPr/>
              <p:nvPr/>
            </p:nvSpPr>
            <p:spPr>
              <a:xfrm rot="610617">
                <a:off x="2772188" y="2637284"/>
                <a:ext cx="98425" cy="22174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67" name="Arc 66">
              <a:extLst>
                <a:ext uri="{FF2B5EF4-FFF2-40B4-BE49-F238E27FC236}">
                  <a16:creationId xmlns:a16="http://schemas.microsoft.com/office/drawing/2014/main" id="{3E1B6017-A27D-29A7-8B94-0C7FCBE8F6ED}"/>
                </a:ext>
              </a:extLst>
            </p:cNvPr>
            <p:cNvSpPr/>
            <p:nvPr/>
          </p:nvSpPr>
          <p:spPr>
            <a:xfrm rot="19878355">
              <a:off x="2849923" y="2548304"/>
              <a:ext cx="403891" cy="491634"/>
            </a:xfrm>
            <a:prstGeom prst="arc">
              <a:avLst>
                <a:gd name="adj1" fmla="val 14674233"/>
                <a:gd name="adj2" fmla="val 0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07BB7BD-0D7F-13AA-549F-2B07191860B3}"/>
              </a:ext>
            </a:extLst>
          </p:cNvPr>
          <p:cNvGrpSpPr/>
          <p:nvPr/>
        </p:nvGrpSpPr>
        <p:grpSpPr>
          <a:xfrm>
            <a:off x="5651440" y="2517868"/>
            <a:ext cx="4279878" cy="4546122"/>
            <a:chOff x="5164264" y="871660"/>
            <a:chExt cx="4279878" cy="454612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EF1BA8D-9BC7-DE09-3868-CD838E4283E5}"/>
                </a:ext>
              </a:extLst>
            </p:cNvPr>
            <p:cNvGrpSpPr/>
            <p:nvPr/>
          </p:nvGrpSpPr>
          <p:grpSpPr>
            <a:xfrm flipH="1">
              <a:off x="7794554" y="3219146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9B1C3E0-6505-D530-F9A2-7C35C28BCDD9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DD5FE287-B763-BFA4-17A0-A77C29E5E455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01D0971-7420-30C5-876A-EE02BE46FD2C}"/>
                </a:ext>
              </a:extLst>
            </p:cNvPr>
            <p:cNvGrpSpPr/>
            <p:nvPr/>
          </p:nvGrpSpPr>
          <p:grpSpPr>
            <a:xfrm>
              <a:off x="5285751" y="3240216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27094857-F681-89AE-D612-6213D097889C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3336AB5A-BBB2-5A61-CD5C-16A8F1B7C298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6" name="Rectangle 24">
              <a:extLst>
                <a:ext uri="{FF2B5EF4-FFF2-40B4-BE49-F238E27FC236}">
                  <a16:creationId xmlns:a16="http://schemas.microsoft.com/office/drawing/2014/main" id="{8D79E1B5-944A-B9FB-5337-785FEBE81060}"/>
                </a:ext>
              </a:extLst>
            </p:cNvPr>
            <p:cNvSpPr/>
            <p:nvPr/>
          </p:nvSpPr>
          <p:spPr>
            <a:xfrm>
              <a:off x="6050886" y="3064307"/>
              <a:ext cx="2487136" cy="2353475"/>
            </a:xfrm>
            <a:custGeom>
              <a:avLst/>
              <a:gdLst>
                <a:gd name="connsiteX0" fmla="*/ 0 w 799686"/>
                <a:gd name="connsiteY0" fmla="*/ 0 h 708473"/>
                <a:gd name="connsiteX1" fmla="*/ 799686 w 799686"/>
                <a:gd name="connsiteY1" fmla="*/ 0 h 708473"/>
                <a:gd name="connsiteX2" fmla="*/ 799686 w 799686"/>
                <a:gd name="connsiteY2" fmla="*/ 708473 h 708473"/>
                <a:gd name="connsiteX3" fmla="*/ 0 w 799686"/>
                <a:gd name="connsiteY3" fmla="*/ 708473 h 708473"/>
                <a:gd name="connsiteX4" fmla="*/ 0 w 799686"/>
                <a:gd name="connsiteY4" fmla="*/ 0 h 708473"/>
                <a:gd name="connsiteX0" fmla="*/ 0 w 799686"/>
                <a:gd name="connsiteY0" fmla="*/ 0 h 1051373"/>
                <a:gd name="connsiteX1" fmla="*/ 799686 w 799686"/>
                <a:gd name="connsiteY1" fmla="*/ 0 h 1051373"/>
                <a:gd name="connsiteX2" fmla="*/ 799686 w 799686"/>
                <a:gd name="connsiteY2" fmla="*/ 708473 h 1051373"/>
                <a:gd name="connsiteX3" fmla="*/ 88900 w 799686"/>
                <a:gd name="connsiteY3" fmla="*/ 1051373 h 1051373"/>
                <a:gd name="connsiteX4" fmla="*/ 0 w 799686"/>
                <a:gd name="connsiteY4" fmla="*/ 0 h 1051373"/>
                <a:gd name="connsiteX0" fmla="*/ 0 w 1269586"/>
                <a:gd name="connsiteY0" fmla="*/ 0 h 1813373"/>
                <a:gd name="connsiteX1" fmla="*/ 1269586 w 1269586"/>
                <a:gd name="connsiteY1" fmla="*/ 762000 h 1813373"/>
                <a:gd name="connsiteX2" fmla="*/ 1269586 w 1269586"/>
                <a:gd name="connsiteY2" fmla="*/ 1470473 h 1813373"/>
                <a:gd name="connsiteX3" fmla="*/ 558800 w 1269586"/>
                <a:gd name="connsiteY3" fmla="*/ 1813373 h 1813373"/>
                <a:gd name="connsiteX4" fmla="*/ 0 w 1269586"/>
                <a:gd name="connsiteY4" fmla="*/ 0 h 18133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1269586 w 1320386"/>
                <a:gd name="connsiteY2" fmla="*/ 1610173 h 1953073"/>
                <a:gd name="connsiteX3" fmla="*/ 558800 w 1320386"/>
                <a:gd name="connsiteY3" fmla="*/ 1953073 h 1953073"/>
                <a:gd name="connsiteX4" fmla="*/ 0 w 1320386"/>
                <a:gd name="connsiteY4" fmla="*/ 139700 h 19530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558800 w 1320386"/>
                <a:gd name="connsiteY2" fmla="*/ 1953073 h 1953073"/>
                <a:gd name="connsiteX3" fmla="*/ 0 w 1320386"/>
                <a:gd name="connsiteY3" fmla="*/ 139700 h 1953073"/>
                <a:gd name="connsiteX0" fmla="*/ 0 w 1589232"/>
                <a:gd name="connsiteY0" fmla="*/ 139700 h 1953073"/>
                <a:gd name="connsiteX1" fmla="*/ 1320386 w 1589232"/>
                <a:gd name="connsiteY1" fmla="*/ 0 h 1953073"/>
                <a:gd name="connsiteX2" fmla="*/ 558800 w 1589232"/>
                <a:gd name="connsiteY2" fmla="*/ 1953073 h 1953073"/>
                <a:gd name="connsiteX3" fmla="*/ 0 w 1589232"/>
                <a:gd name="connsiteY3" fmla="*/ 139700 h 1953073"/>
                <a:gd name="connsiteX0" fmla="*/ 499635 w 2088867"/>
                <a:gd name="connsiteY0" fmla="*/ 139700 h 1953073"/>
                <a:gd name="connsiteX1" fmla="*/ 1820021 w 2088867"/>
                <a:gd name="connsiteY1" fmla="*/ 0 h 1953073"/>
                <a:gd name="connsiteX2" fmla="*/ 1058435 w 2088867"/>
                <a:gd name="connsiteY2" fmla="*/ 1953073 h 1953073"/>
                <a:gd name="connsiteX3" fmla="*/ 499635 w 2088867"/>
                <a:gd name="connsiteY3" fmla="*/ 139700 h 1953073"/>
                <a:gd name="connsiteX0" fmla="*/ 520808 w 2110040"/>
                <a:gd name="connsiteY0" fmla="*/ 139700 h 1953073"/>
                <a:gd name="connsiteX1" fmla="*/ 1841194 w 2110040"/>
                <a:gd name="connsiteY1" fmla="*/ 0 h 1953073"/>
                <a:gd name="connsiteX2" fmla="*/ 1079608 w 2110040"/>
                <a:gd name="connsiteY2" fmla="*/ 1953073 h 1953073"/>
                <a:gd name="connsiteX3" fmla="*/ 520808 w 2110040"/>
                <a:gd name="connsiteY3" fmla="*/ 139700 h 1953073"/>
                <a:gd name="connsiteX0" fmla="*/ 356377 w 1945609"/>
                <a:gd name="connsiteY0" fmla="*/ 139700 h 1953073"/>
                <a:gd name="connsiteX1" fmla="*/ 1676763 w 1945609"/>
                <a:gd name="connsiteY1" fmla="*/ 0 h 1953073"/>
                <a:gd name="connsiteX2" fmla="*/ 915177 w 1945609"/>
                <a:gd name="connsiteY2" fmla="*/ 1953073 h 1953073"/>
                <a:gd name="connsiteX3" fmla="*/ 356377 w 1945609"/>
                <a:gd name="connsiteY3" fmla="*/ 139700 h 1953073"/>
                <a:gd name="connsiteX0" fmla="*/ 421865 w 2011097"/>
                <a:gd name="connsiteY0" fmla="*/ 139700 h 1953073"/>
                <a:gd name="connsiteX1" fmla="*/ 1742251 w 2011097"/>
                <a:gd name="connsiteY1" fmla="*/ 0 h 1953073"/>
                <a:gd name="connsiteX2" fmla="*/ 980665 w 2011097"/>
                <a:gd name="connsiteY2" fmla="*/ 1953073 h 1953073"/>
                <a:gd name="connsiteX3" fmla="*/ 421865 w 2011097"/>
                <a:gd name="connsiteY3" fmla="*/ 139700 h 1953073"/>
                <a:gd name="connsiteX0" fmla="*/ 432822 w 2022054"/>
                <a:gd name="connsiteY0" fmla="*/ 139700 h 1953073"/>
                <a:gd name="connsiteX1" fmla="*/ 1753208 w 2022054"/>
                <a:gd name="connsiteY1" fmla="*/ 0 h 1953073"/>
                <a:gd name="connsiteX2" fmla="*/ 991622 w 2022054"/>
                <a:gd name="connsiteY2" fmla="*/ 1953073 h 1953073"/>
                <a:gd name="connsiteX3" fmla="*/ 432822 w 2022054"/>
                <a:gd name="connsiteY3" fmla="*/ 139700 h 1953073"/>
                <a:gd name="connsiteX0" fmla="*/ 384320 w 2049752"/>
                <a:gd name="connsiteY0" fmla="*/ 63500 h 1953073"/>
                <a:gd name="connsiteX1" fmla="*/ 1780906 w 2049752"/>
                <a:gd name="connsiteY1" fmla="*/ 0 h 1953073"/>
                <a:gd name="connsiteX2" fmla="*/ 1019320 w 2049752"/>
                <a:gd name="connsiteY2" fmla="*/ 1953073 h 1953073"/>
                <a:gd name="connsiteX3" fmla="*/ 384320 w 2049752"/>
                <a:gd name="connsiteY3" fmla="*/ 63500 h 1953073"/>
                <a:gd name="connsiteX0" fmla="*/ 384320 w 2069519"/>
                <a:gd name="connsiteY0" fmla="*/ 88900 h 1978473"/>
                <a:gd name="connsiteX1" fmla="*/ 1831706 w 2069519"/>
                <a:gd name="connsiteY1" fmla="*/ 0 h 1978473"/>
                <a:gd name="connsiteX2" fmla="*/ 1019320 w 2069519"/>
                <a:gd name="connsiteY2" fmla="*/ 1978473 h 1978473"/>
                <a:gd name="connsiteX3" fmla="*/ 384320 w 2069519"/>
                <a:gd name="connsiteY3" fmla="*/ 88900 h 1978473"/>
                <a:gd name="connsiteX0" fmla="*/ 384320 w 2090836"/>
                <a:gd name="connsiteY0" fmla="*/ 88900 h 1978473"/>
                <a:gd name="connsiteX1" fmla="*/ 1831706 w 2090836"/>
                <a:gd name="connsiteY1" fmla="*/ 0 h 1978473"/>
                <a:gd name="connsiteX2" fmla="*/ 1019320 w 2090836"/>
                <a:gd name="connsiteY2" fmla="*/ 1978473 h 1978473"/>
                <a:gd name="connsiteX3" fmla="*/ 384320 w 2090836"/>
                <a:gd name="connsiteY3" fmla="*/ 88900 h 1978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0836" h="1978473">
                  <a:moveTo>
                    <a:pt x="384320" y="88900"/>
                  </a:moveTo>
                  <a:lnTo>
                    <a:pt x="1831706" y="0"/>
                  </a:lnTo>
                  <a:cubicBezTo>
                    <a:pt x="1577844" y="651024"/>
                    <a:pt x="3000382" y="1276649"/>
                    <a:pt x="1019320" y="1978473"/>
                  </a:cubicBezTo>
                  <a:cubicBezTo>
                    <a:pt x="-894147" y="1386715"/>
                    <a:pt x="494387" y="363158"/>
                    <a:pt x="384320" y="88900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B075C7CB-66D6-C5C5-2E48-6ACC334F2E56}"/>
                </a:ext>
              </a:extLst>
            </p:cNvPr>
            <p:cNvSpPr/>
            <p:nvPr/>
          </p:nvSpPr>
          <p:spPr>
            <a:xfrm>
              <a:off x="5508829" y="871660"/>
              <a:ext cx="3573875" cy="3076627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B5526B9C-D94E-E140-B17E-EA663872F471}"/>
                </a:ext>
              </a:extLst>
            </p:cNvPr>
            <p:cNvSpPr/>
            <p:nvPr/>
          </p:nvSpPr>
          <p:spPr>
            <a:xfrm>
              <a:off x="5164264" y="1063664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E0D19351-FF87-9131-2518-3E71707AF486}"/>
                </a:ext>
              </a:extLst>
            </p:cNvPr>
            <p:cNvSpPr/>
            <p:nvPr/>
          </p:nvSpPr>
          <p:spPr>
            <a:xfrm rot="9634460">
              <a:off x="6846089" y="2567074"/>
              <a:ext cx="822291" cy="744168"/>
            </a:xfrm>
            <a:prstGeom prst="arc">
              <a:avLst>
                <a:gd name="adj1" fmla="val 12939651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81AC658-A3A6-B3FF-BE5F-69B216F124BA}"/>
                </a:ext>
              </a:extLst>
            </p:cNvPr>
            <p:cNvSpPr/>
            <p:nvPr/>
          </p:nvSpPr>
          <p:spPr>
            <a:xfrm flipH="1">
              <a:off x="8310333" y="989166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DF098E0-AE8C-B110-C4BB-2F5E723599CE}"/>
                </a:ext>
              </a:extLst>
            </p:cNvPr>
            <p:cNvSpPr/>
            <p:nvPr/>
          </p:nvSpPr>
          <p:spPr>
            <a:xfrm>
              <a:off x="6050886" y="3955378"/>
              <a:ext cx="2487136" cy="870335"/>
            </a:xfrm>
            <a:custGeom>
              <a:avLst/>
              <a:gdLst>
                <a:gd name="connsiteX0" fmla="*/ 85313 w 2090836"/>
                <a:gd name="connsiteY0" fmla="*/ 0 h 731656"/>
                <a:gd name="connsiteX1" fmla="*/ 103638 w 2090836"/>
                <a:gd name="connsiteY1" fmla="*/ 13227 h 731656"/>
                <a:gd name="connsiteX2" fmla="*/ 1901708 w 2090836"/>
                <a:gd name="connsiteY2" fmla="*/ 98568 h 731656"/>
                <a:gd name="connsiteX3" fmla="*/ 2012822 w 2090836"/>
                <a:gd name="connsiteY3" fmla="*/ 45877 h 731656"/>
                <a:gd name="connsiteX4" fmla="*/ 2035732 w 2090836"/>
                <a:gd name="connsiteY4" fmla="*/ 101169 h 731656"/>
                <a:gd name="connsiteX5" fmla="*/ 2089158 w 2090836"/>
                <a:gd name="connsiteY5" fmla="*/ 406818 h 731656"/>
                <a:gd name="connsiteX6" fmla="*/ 2082082 w 2090836"/>
                <a:gd name="connsiteY6" fmla="*/ 454530 h 731656"/>
                <a:gd name="connsiteX7" fmla="*/ 2061872 w 2090836"/>
                <a:gd name="connsiteY7" fmla="*/ 462605 h 731656"/>
                <a:gd name="connsiteX8" fmla="*/ 100105 w 2090836"/>
                <a:gd name="connsiteY8" fmla="*/ 467357 h 731656"/>
                <a:gd name="connsiteX9" fmla="*/ 3394 w 2090836"/>
                <a:gd name="connsiteY9" fmla="*/ 410264 h 731656"/>
                <a:gd name="connsiteX10" fmla="*/ 293 w 2090836"/>
                <a:gd name="connsiteY10" fmla="*/ 375443 h 731656"/>
                <a:gd name="connsiteX11" fmla="*/ 70262 w 2090836"/>
                <a:gd name="connsiteY11" fmla="*/ 32997 h 731656"/>
                <a:gd name="connsiteX12" fmla="*/ 85313 w 2090836"/>
                <a:gd name="connsiteY12" fmla="*/ 0 h 731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0836" h="731656">
                  <a:moveTo>
                    <a:pt x="85313" y="0"/>
                  </a:moveTo>
                  <a:lnTo>
                    <a:pt x="103638" y="13227"/>
                  </a:lnTo>
                  <a:cubicBezTo>
                    <a:pt x="624258" y="359537"/>
                    <a:pt x="1237831" y="390353"/>
                    <a:pt x="1901708" y="98568"/>
                  </a:cubicBezTo>
                  <a:lnTo>
                    <a:pt x="2012822" y="45877"/>
                  </a:lnTo>
                  <a:lnTo>
                    <a:pt x="2035732" y="101169"/>
                  </a:lnTo>
                  <a:cubicBezTo>
                    <a:pt x="2073333" y="202458"/>
                    <a:pt x="2097601" y="304211"/>
                    <a:pt x="2089158" y="406818"/>
                  </a:cubicBezTo>
                  <a:lnTo>
                    <a:pt x="2082082" y="454530"/>
                  </a:lnTo>
                  <a:lnTo>
                    <a:pt x="2061872" y="462605"/>
                  </a:lnTo>
                  <a:cubicBezTo>
                    <a:pt x="1621195" y="644809"/>
                    <a:pt x="981489" y="961521"/>
                    <a:pt x="100105" y="467357"/>
                  </a:cubicBezTo>
                  <a:lnTo>
                    <a:pt x="3394" y="410264"/>
                  </a:lnTo>
                  <a:lnTo>
                    <a:pt x="293" y="375443"/>
                  </a:lnTo>
                  <a:cubicBezTo>
                    <a:pt x="-3282" y="258620"/>
                    <a:pt x="26146" y="142970"/>
                    <a:pt x="70262" y="32997"/>
                  </a:cubicBezTo>
                  <a:lnTo>
                    <a:pt x="85313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1895448D-4C15-332C-1263-A299BE2914EB}"/>
                </a:ext>
              </a:extLst>
            </p:cNvPr>
            <p:cNvGrpSpPr/>
            <p:nvPr/>
          </p:nvGrpSpPr>
          <p:grpSpPr>
            <a:xfrm>
              <a:off x="7918336" y="2107505"/>
              <a:ext cx="563582" cy="341024"/>
              <a:chOff x="7918336" y="2107505"/>
              <a:chExt cx="563582" cy="341024"/>
            </a:xfrm>
          </p:grpSpPr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8A518EB8-C3CC-14DE-A2E5-7570DC259D95}"/>
                  </a:ext>
                </a:extLst>
              </p:cNvPr>
              <p:cNvSpPr/>
              <p:nvPr/>
            </p:nvSpPr>
            <p:spPr>
              <a:xfrm rot="1407024">
                <a:off x="7918336" y="2107505"/>
                <a:ext cx="456018" cy="341024"/>
              </a:xfrm>
              <a:custGeom>
                <a:avLst/>
                <a:gdLst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65791 w 685477"/>
                  <a:gd name="connsiteY6" fmla="*/ 68160 h 512620"/>
                  <a:gd name="connsiteX7" fmla="*/ 409986 w 685477"/>
                  <a:gd name="connsiteY7" fmla="*/ 69908 h 512620"/>
                  <a:gd name="connsiteX8" fmla="*/ 3412 w 685477"/>
                  <a:gd name="connsiteY8" fmla="*/ 512620 h 512620"/>
                  <a:gd name="connsiteX9" fmla="*/ 401872 w 685477"/>
                  <a:gd name="connsiteY9" fmla="*/ 3412 h 512620"/>
                  <a:gd name="connsiteX10" fmla="*/ 494461 w 685477"/>
                  <a:gd name="connsiteY10" fmla="*/ 1472 h 512620"/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09986 w 685477"/>
                  <a:gd name="connsiteY6" fmla="*/ 69908 h 512620"/>
                  <a:gd name="connsiteX7" fmla="*/ 3412 w 685477"/>
                  <a:gd name="connsiteY7" fmla="*/ 512620 h 512620"/>
                  <a:gd name="connsiteX8" fmla="*/ 401872 w 685477"/>
                  <a:gd name="connsiteY8" fmla="*/ 3412 h 512620"/>
                  <a:gd name="connsiteX9" fmla="*/ 494461 w 685477"/>
                  <a:gd name="connsiteY9" fmla="*/ 1472 h 512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85477" h="512620">
                    <a:moveTo>
                      <a:pt x="494461" y="1472"/>
                    </a:moveTo>
                    <a:cubicBezTo>
                      <a:pt x="555023" y="6354"/>
                      <a:pt x="612803" y="23229"/>
                      <a:pt x="665072" y="49959"/>
                    </a:cubicBezTo>
                    <a:lnTo>
                      <a:pt x="685477" y="62993"/>
                    </a:lnTo>
                    <a:lnTo>
                      <a:pt x="675687" y="59992"/>
                    </a:lnTo>
                    <a:cubicBezTo>
                      <a:pt x="647525" y="54575"/>
                      <a:pt x="616562" y="51580"/>
                      <a:pt x="584061" y="51580"/>
                    </a:cubicBezTo>
                    <a:cubicBezTo>
                      <a:pt x="551560" y="51580"/>
                      <a:pt x="520597" y="54575"/>
                      <a:pt x="492435" y="59992"/>
                    </a:cubicBezTo>
                    <a:lnTo>
                      <a:pt x="409986" y="69908"/>
                    </a:lnTo>
                    <a:cubicBezTo>
                      <a:pt x="184061" y="97474"/>
                      <a:pt x="11686" y="285170"/>
                      <a:pt x="3412" y="512620"/>
                    </a:cubicBezTo>
                    <a:cubicBezTo>
                      <a:pt x="-27171" y="261974"/>
                      <a:pt x="151226" y="33994"/>
                      <a:pt x="401872" y="3412"/>
                    </a:cubicBezTo>
                    <a:cubicBezTo>
                      <a:pt x="433203" y="-411"/>
                      <a:pt x="464179" y="-969"/>
                      <a:pt x="494461" y="1472"/>
                    </a:cubicBezTo>
                    <a:close/>
                  </a:path>
                </a:pathLst>
              </a:cu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0457C379-32A0-3176-E629-53BA4669ED33}"/>
                  </a:ext>
                </a:extLst>
              </p:cNvPr>
              <p:cNvSpPr/>
              <p:nvPr/>
            </p:nvSpPr>
            <p:spPr>
              <a:xfrm rot="20807829" flipH="1">
                <a:off x="8171278" y="211239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F3C255F4-ED33-D580-4B6B-8FDE64FA2C1D}"/>
                  </a:ext>
                </a:extLst>
              </p:cNvPr>
              <p:cNvSpPr/>
              <p:nvPr/>
            </p:nvSpPr>
            <p:spPr>
              <a:xfrm rot="20807829" flipH="1">
                <a:off x="8280422" y="215367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479C702C-8587-A79A-3463-91987DEB5915}"/>
                  </a:ext>
                </a:extLst>
              </p:cNvPr>
              <p:cNvSpPr/>
              <p:nvPr/>
            </p:nvSpPr>
            <p:spPr>
              <a:xfrm rot="20807829" flipH="1">
                <a:off x="8364837" y="2208717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624B4117-049C-4AB3-3812-9B4173E01D61}"/>
                </a:ext>
              </a:extLst>
            </p:cNvPr>
            <p:cNvGrpSpPr/>
            <p:nvPr/>
          </p:nvGrpSpPr>
          <p:grpSpPr>
            <a:xfrm flipH="1">
              <a:off x="6081577" y="2077605"/>
              <a:ext cx="563582" cy="341024"/>
              <a:chOff x="7918336" y="2107505"/>
              <a:chExt cx="563582" cy="341024"/>
            </a:xfrm>
          </p:grpSpPr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14D13AFC-D94F-CB51-A802-A2853DFD1E6C}"/>
                  </a:ext>
                </a:extLst>
              </p:cNvPr>
              <p:cNvSpPr/>
              <p:nvPr/>
            </p:nvSpPr>
            <p:spPr>
              <a:xfrm rot="1407024">
                <a:off x="7918336" y="2107505"/>
                <a:ext cx="456018" cy="341024"/>
              </a:xfrm>
              <a:custGeom>
                <a:avLst/>
                <a:gdLst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65791 w 685477"/>
                  <a:gd name="connsiteY6" fmla="*/ 68160 h 512620"/>
                  <a:gd name="connsiteX7" fmla="*/ 409986 w 685477"/>
                  <a:gd name="connsiteY7" fmla="*/ 69908 h 512620"/>
                  <a:gd name="connsiteX8" fmla="*/ 3412 w 685477"/>
                  <a:gd name="connsiteY8" fmla="*/ 512620 h 512620"/>
                  <a:gd name="connsiteX9" fmla="*/ 401872 w 685477"/>
                  <a:gd name="connsiteY9" fmla="*/ 3412 h 512620"/>
                  <a:gd name="connsiteX10" fmla="*/ 494461 w 685477"/>
                  <a:gd name="connsiteY10" fmla="*/ 1472 h 512620"/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09986 w 685477"/>
                  <a:gd name="connsiteY6" fmla="*/ 69908 h 512620"/>
                  <a:gd name="connsiteX7" fmla="*/ 3412 w 685477"/>
                  <a:gd name="connsiteY7" fmla="*/ 512620 h 512620"/>
                  <a:gd name="connsiteX8" fmla="*/ 401872 w 685477"/>
                  <a:gd name="connsiteY8" fmla="*/ 3412 h 512620"/>
                  <a:gd name="connsiteX9" fmla="*/ 494461 w 685477"/>
                  <a:gd name="connsiteY9" fmla="*/ 1472 h 512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85477" h="512620">
                    <a:moveTo>
                      <a:pt x="494461" y="1472"/>
                    </a:moveTo>
                    <a:cubicBezTo>
                      <a:pt x="555023" y="6354"/>
                      <a:pt x="612803" y="23229"/>
                      <a:pt x="665072" y="49959"/>
                    </a:cubicBezTo>
                    <a:lnTo>
                      <a:pt x="685477" y="62993"/>
                    </a:lnTo>
                    <a:lnTo>
                      <a:pt x="675687" y="59992"/>
                    </a:lnTo>
                    <a:cubicBezTo>
                      <a:pt x="647525" y="54575"/>
                      <a:pt x="616562" y="51580"/>
                      <a:pt x="584061" y="51580"/>
                    </a:cubicBezTo>
                    <a:cubicBezTo>
                      <a:pt x="551560" y="51580"/>
                      <a:pt x="520597" y="54575"/>
                      <a:pt x="492435" y="59992"/>
                    </a:cubicBezTo>
                    <a:lnTo>
                      <a:pt x="409986" y="69908"/>
                    </a:lnTo>
                    <a:cubicBezTo>
                      <a:pt x="184061" y="97474"/>
                      <a:pt x="11686" y="285170"/>
                      <a:pt x="3412" y="512620"/>
                    </a:cubicBezTo>
                    <a:cubicBezTo>
                      <a:pt x="-27171" y="261974"/>
                      <a:pt x="151226" y="33994"/>
                      <a:pt x="401872" y="3412"/>
                    </a:cubicBezTo>
                    <a:cubicBezTo>
                      <a:pt x="433203" y="-411"/>
                      <a:pt x="464179" y="-969"/>
                      <a:pt x="494461" y="1472"/>
                    </a:cubicBezTo>
                    <a:close/>
                  </a:path>
                </a:pathLst>
              </a:cu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1E57A89C-B5A3-86F3-44A9-884B0DA33875}"/>
                  </a:ext>
                </a:extLst>
              </p:cNvPr>
              <p:cNvSpPr/>
              <p:nvPr/>
            </p:nvSpPr>
            <p:spPr>
              <a:xfrm rot="20807829" flipH="1">
                <a:off x="8171278" y="211239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9DF2A85-3C2E-8C7C-3BCB-261EDF0D2ABB}"/>
                  </a:ext>
                </a:extLst>
              </p:cNvPr>
              <p:cNvSpPr/>
              <p:nvPr/>
            </p:nvSpPr>
            <p:spPr>
              <a:xfrm rot="20807829" flipH="1">
                <a:off x="8280422" y="215367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9770C81F-E5EA-474A-1118-78FDFEF7F28F}"/>
                  </a:ext>
                </a:extLst>
              </p:cNvPr>
              <p:cNvSpPr/>
              <p:nvPr/>
            </p:nvSpPr>
            <p:spPr>
              <a:xfrm rot="20807829" flipH="1">
                <a:off x="8364837" y="2208717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87" name="Arc 86">
              <a:extLst>
                <a:ext uri="{FF2B5EF4-FFF2-40B4-BE49-F238E27FC236}">
                  <a16:creationId xmlns:a16="http://schemas.microsoft.com/office/drawing/2014/main" id="{EBAE57AC-09AD-291A-C857-9FCD004E3C9C}"/>
                </a:ext>
              </a:extLst>
            </p:cNvPr>
            <p:cNvSpPr/>
            <p:nvPr/>
          </p:nvSpPr>
          <p:spPr>
            <a:xfrm rot="9634460">
              <a:off x="7597527" y="2917723"/>
              <a:ext cx="155648" cy="140860"/>
            </a:xfrm>
            <a:prstGeom prst="arc">
              <a:avLst>
                <a:gd name="adj1" fmla="val 16464870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8" name="Arc 87">
              <a:extLst>
                <a:ext uri="{FF2B5EF4-FFF2-40B4-BE49-F238E27FC236}">
                  <a16:creationId xmlns:a16="http://schemas.microsoft.com/office/drawing/2014/main" id="{F809E289-8BB7-E68C-9882-4962A94965EE}"/>
                </a:ext>
              </a:extLst>
            </p:cNvPr>
            <p:cNvSpPr/>
            <p:nvPr/>
          </p:nvSpPr>
          <p:spPr>
            <a:xfrm rot="5873861">
              <a:off x="6762507" y="2955492"/>
              <a:ext cx="155648" cy="140860"/>
            </a:xfrm>
            <a:prstGeom prst="arc">
              <a:avLst>
                <a:gd name="adj1" fmla="val 16464870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0B942C8-F8F2-A351-1090-0AD658169DAF}"/>
              </a:ext>
            </a:extLst>
          </p:cNvPr>
          <p:cNvGrpSpPr/>
          <p:nvPr/>
        </p:nvGrpSpPr>
        <p:grpSpPr>
          <a:xfrm>
            <a:off x="1028640" y="1857468"/>
            <a:ext cx="4279878" cy="4546122"/>
            <a:chOff x="5164264" y="871660"/>
            <a:chExt cx="4279878" cy="454612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D9FD675-4008-86D6-A40A-07A898DAB856}"/>
                </a:ext>
              </a:extLst>
            </p:cNvPr>
            <p:cNvGrpSpPr/>
            <p:nvPr/>
          </p:nvGrpSpPr>
          <p:grpSpPr>
            <a:xfrm flipH="1">
              <a:off x="7794554" y="3219146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5484AB2E-49A0-CE39-04A6-7D08453E3BA6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D204ECD6-49C1-188D-997F-7682028679F5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3F04CC4-8286-A663-3241-46BEC38231DF}"/>
                </a:ext>
              </a:extLst>
            </p:cNvPr>
            <p:cNvGrpSpPr/>
            <p:nvPr/>
          </p:nvGrpSpPr>
          <p:grpSpPr>
            <a:xfrm>
              <a:off x="5285751" y="3240216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825FA23-7F47-E0F7-D8D0-1BA812F12080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CE16AA6F-6EE8-297C-4D82-437E48768959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4" name="Rectangle 24">
              <a:extLst>
                <a:ext uri="{FF2B5EF4-FFF2-40B4-BE49-F238E27FC236}">
                  <a16:creationId xmlns:a16="http://schemas.microsoft.com/office/drawing/2014/main" id="{C91A6B60-49EA-337C-4A20-BE65B52BB378}"/>
                </a:ext>
              </a:extLst>
            </p:cNvPr>
            <p:cNvSpPr/>
            <p:nvPr/>
          </p:nvSpPr>
          <p:spPr>
            <a:xfrm>
              <a:off x="6050886" y="3064307"/>
              <a:ext cx="2487136" cy="2353475"/>
            </a:xfrm>
            <a:custGeom>
              <a:avLst/>
              <a:gdLst>
                <a:gd name="connsiteX0" fmla="*/ 0 w 799686"/>
                <a:gd name="connsiteY0" fmla="*/ 0 h 708473"/>
                <a:gd name="connsiteX1" fmla="*/ 799686 w 799686"/>
                <a:gd name="connsiteY1" fmla="*/ 0 h 708473"/>
                <a:gd name="connsiteX2" fmla="*/ 799686 w 799686"/>
                <a:gd name="connsiteY2" fmla="*/ 708473 h 708473"/>
                <a:gd name="connsiteX3" fmla="*/ 0 w 799686"/>
                <a:gd name="connsiteY3" fmla="*/ 708473 h 708473"/>
                <a:gd name="connsiteX4" fmla="*/ 0 w 799686"/>
                <a:gd name="connsiteY4" fmla="*/ 0 h 708473"/>
                <a:gd name="connsiteX0" fmla="*/ 0 w 799686"/>
                <a:gd name="connsiteY0" fmla="*/ 0 h 1051373"/>
                <a:gd name="connsiteX1" fmla="*/ 799686 w 799686"/>
                <a:gd name="connsiteY1" fmla="*/ 0 h 1051373"/>
                <a:gd name="connsiteX2" fmla="*/ 799686 w 799686"/>
                <a:gd name="connsiteY2" fmla="*/ 708473 h 1051373"/>
                <a:gd name="connsiteX3" fmla="*/ 88900 w 799686"/>
                <a:gd name="connsiteY3" fmla="*/ 1051373 h 1051373"/>
                <a:gd name="connsiteX4" fmla="*/ 0 w 799686"/>
                <a:gd name="connsiteY4" fmla="*/ 0 h 1051373"/>
                <a:gd name="connsiteX0" fmla="*/ 0 w 1269586"/>
                <a:gd name="connsiteY0" fmla="*/ 0 h 1813373"/>
                <a:gd name="connsiteX1" fmla="*/ 1269586 w 1269586"/>
                <a:gd name="connsiteY1" fmla="*/ 762000 h 1813373"/>
                <a:gd name="connsiteX2" fmla="*/ 1269586 w 1269586"/>
                <a:gd name="connsiteY2" fmla="*/ 1470473 h 1813373"/>
                <a:gd name="connsiteX3" fmla="*/ 558800 w 1269586"/>
                <a:gd name="connsiteY3" fmla="*/ 1813373 h 1813373"/>
                <a:gd name="connsiteX4" fmla="*/ 0 w 1269586"/>
                <a:gd name="connsiteY4" fmla="*/ 0 h 18133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1269586 w 1320386"/>
                <a:gd name="connsiteY2" fmla="*/ 1610173 h 1953073"/>
                <a:gd name="connsiteX3" fmla="*/ 558800 w 1320386"/>
                <a:gd name="connsiteY3" fmla="*/ 1953073 h 1953073"/>
                <a:gd name="connsiteX4" fmla="*/ 0 w 1320386"/>
                <a:gd name="connsiteY4" fmla="*/ 139700 h 19530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558800 w 1320386"/>
                <a:gd name="connsiteY2" fmla="*/ 1953073 h 1953073"/>
                <a:gd name="connsiteX3" fmla="*/ 0 w 1320386"/>
                <a:gd name="connsiteY3" fmla="*/ 139700 h 1953073"/>
                <a:gd name="connsiteX0" fmla="*/ 0 w 1589232"/>
                <a:gd name="connsiteY0" fmla="*/ 139700 h 1953073"/>
                <a:gd name="connsiteX1" fmla="*/ 1320386 w 1589232"/>
                <a:gd name="connsiteY1" fmla="*/ 0 h 1953073"/>
                <a:gd name="connsiteX2" fmla="*/ 558800 w 1589232"/>
                <a:gd name="connsiteY2" fmla="*/ 1953073 h 1953073"/>
                <a:gd name="connsiteX3" fmla="*/ 0 w 1589232"/>
                <a:gd name="connsiteY3" fmla="*/ 139700 h 1953073"/>
                <a:gd name="connsiteX0" fmla="*/ 499635 w 2088867"/>
                <a:gd name="connsiteY0" fmla="*/ 139700 h 1953073"/>
                <a:gd name="connsiteX1" fmla="*/ 1820021 w 2088867"/>
                <a:gd name="connsiteY1" fmla="*/ 0 h 1953073"/>
                <a:gd name="connsiteX2" fmla="*/ 1058435 w 2088867"/>
                <a:gd name="connsiteY2" fmla="*/ 1953073 h 1953073"/>
                <a:gd name="connsiteX3" fmla="*/ 499635 w 2088867"/>
                <a:gd name="connsiteY3" fmla="*/ 139700 h 1953073"/>
                <a:gd name="connsiteX0" fmla="*/ 520808 w 2110040"/>
                <a:gd name="connsiteY0" fmla="*/ 139700 h 1953073"/>
                <a:gd name="connsiteX1" fmla="*/ 1841194 w 2110040"/>
                <a:gd name="connsiteY1" fmla="*/ 0 h 1953073"/>
                <a:gd name="connsiteX2" fmla="*/ 1079608 w 2110040"/>
                <a:gd name="connsiteY2" fmla="*/ 1953073 h 1953073"/>
                <a:gd name="connsiteX3" fmla="*/ 520808 w 2110040"/>
                <a:gd name="connsiteY3" fmla="*/ 139700 h 1953073"/>
                <a:gd name="connsiteX0" fmla="*/ 356377 w 1945609"/>
                <a:gd name="connsiteY0" fmla="*/ 139700 h 1953073"/>
                <a:gd name="connsiteX1" fmla="*/ 1676763 w 1945609"/>
                <a:gd name="connsiteY1" fmla="*/ 0 h 1953073"/>
                <a:gd name="connsiteX2" fmla="*/ 915177 w 1945609"/>
                <a:gd name="connsiteY2" fmla="*/ 1953073 h 1953073"/>
                <a:gd name="connsiteX3" fmla="*/ 356377 w 1945609"/>
                <a:gd name="connsiteY3" fmla="*/ 139700 h 1953073"/>
                <a:gd name="connsiteX0" fmla="*/ 421865 w 2011097"/>
                <a:gd name="connsiteY0" fmla="*/ 139700 h 1953073"/>
                <a:gd name="connsiteX1" fmla="*/ 1742251 w 2011097"/>
                <a:gd name="connsiteY1" fmla="*/ 0 h 1953073"/>
                <a:gd name="connsiteX2" fmla="*/ 980665 w 2011097"/>
                <a:gd name="connsiteY2" fmla="*/ 1953073 h 1953073"/>
                <a:gd name="connsiteX3" fmla="*/ 421865 w 2011097"/>
                <a:gd name="connsiteY3" fmla="*/ 139700 h 1953073"/>
                <a:gd name="connsiteX0" fmla="*/ 432822 w 2022054"/>
                <a:gd name="connsiteY0" fmla="*/ 139700 h 1953073"/>
                <a:gd name="connsiteX1" fmla="*/ 1753208 w 2022054"/>
                <a:gd name="connsiteY1" fmla="*/ 0 h 1953073"/>
                <a:gd name="connsiteX2" fmla="*/ 991622 w 2022054"/>
                <a:gd name="connsiteY2" fmla="*/ 1953073 h 1953073"/>
                <a:gd name="connsiteX3" fmla="*/ 432822 w 2022054"/>
                <a:gd name="connsiteY3" fmla="*/ 139700 h 1953073"/>
                <a:gd name="connsiteX0" fmla="*/ 384320 w 2049752"/>
                <a:gd name="connsiteY0" fmla="*/ 63500 h 1953073"/>
                <a:gd name="connsiteX1" fmla="*/ 1780906 w 2049752"/>
                <a:gd name="connsiteY1" fmla="*/ 0 h 1953073"/>
                <a:gd name="connsiteX2" fmla="*/ 1019320 w 2049752"/>
                <a:gd name="connsiteY2" fmla="*/ 1953073 h 1953073"/>
                <a:gd name="connsiteX3" fmla="*/ 384320 w 2049752"/>
                <a:gd name="connsiteY3" fmla="*/ 63500 h 1953073"/>
                <a:gd name="connsiteX0" fmla="*/ 384320 w 2069519"/>
                <a:gd name="connsiteY0" fmla="*/ 88900 h 1978473"/>
                <a:gd name="connsiteX1" fmla="*/ 1831706 w 2069519"/>
                <a:gd name="connsiteY1" fmla="*/ 0 h 1978473"/>
                <a:gd name="connsiteX2" fmla="*/ 1019320 w 2069519"/>
                <a:gd name="connsiteY2" fmla="*/ 1978473 h 1978473"/>
                <a:gd name="connsiteX3" fmla="*/ 384320 w 2069519"/>
                <a:gd name="connsiteY3" fmla="*/ 88900 h 1978473"/>
                <a:gd name="connsiteX0" fmla="*/ 384320 w 2090836"/>
                <a:gd name="connsiteY0" fmla="*/ 88900 h 1978473"/>
                <a:gd name="connsiteX1" fmla="*/ 1831706 w 2090836"/>
                <a:gd name="connsiteY1" fmla="*/ 0 h 1978473"/>
                <a:gd name="connsiteX2" fmla="*/ 1019320 w 2090836"/>
                <a:gd name="connsiteY2" fmla="*/ 1978473 h 1978473"/>
                <a:gd name="connsiteX3" fmla="*/ 384320 w 2090836"/>
                <a:gd name="connsiteY3" fmla="*/ 88900 h 1978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0836" h="1978473">
                  <a:moveTo>
                    <a:pt x="384320" y="88900"/>
                  </a:moveTo>
                  <a:lnTo>
                    <a:pt x="1831706" y="0"/>
                  </a:lnTo>
                  <a:cubicBezTo>
                    <a:pt x="1577844" y="651024"/>
                    <a:pt x="3000382" y="1276649"/>
                    <a:pt x="1019320" y="1978473"/>
                  </a:cubicBezTo>
                  <a:cubicBezTo>
                    <a:pt x="-894147" y="1386715"/>
                    <a:pt x="494387" y="363158"/>
                    <a:pt x="384320" y="88900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Rectangle 8">
              <a:extLst>
                <a:ext uri="{FF2B5EF4-FFF2-40B4-BE49-F238E27FC236}">
                  <a16:creationId xmlns:a16="http://schemas.microsoft.com/office/drawing/2014/main" id="{55ABF813-BA23-63E3-73E9-FA59112D1BB2}"/>
                </a:ext>
              </a:extLst>
            </p:cNvPr>
            <p:cNvSpPr/>
            <p:nvPr/>
          </p:nvSpPr>
          <p:spPr>
            <a:xfrm>
              <a:off x="5508829" y="871660"/>
              <a:ext cx="3573875" cy="3076627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5FFB153-9135-ABAA-A901-C313989CD4BB}"/>
                </a:ext>
              </a:extLst>
            </p:cNvPr>
            <p:cNvSpPr/>
            <p:nvPr/>
          </p:nvSpPr>
          <p:spPr>
            <a:xfrm>
              <a:off x="5164264" y="1063664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3CDF154D-2E66-CBF9-B4F0-4BEDBFE7B939}"/>
                </a:ext>
              </a:extLst>
            </p:cNvPr>
            <p:cNvSpPr/>
            <p:nvPr/>
          </p:nvSpPr>
          <p:spPr>
            <a:xfrm rot="9634460">
              <a:off x="6846089" y="2567074"/>
              <a:ext cx="822291" cy="744168"/>
            </a:xfrm>
            <a:prstGeom prst="arc">
              <a:avLst>
                <a:gd name="adj1" fmla="val 12939651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005C72-CB3B-D401-9D47-2AF2F555B8E7}"/>
                </a:ext>
              </a:extLst>
            </p:cNvPr>
            <p:cNvSpPr/>
            <p:nvPr/>
          </p:nvSpPr>
          <p:spPr>
            <a:xfrm flipH="1">
              <a:off x="8310333" y="989166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950BE37-FFE5-6FF4-C907-29E4A56BF99F}"/>
                </a:ext>
              </a:extLst>
            </p:cNvPr>
            <p:cNvSpPr/>
            <p:nvPr/>
          </p:nvSpPr>
          <p:spPr>
            <a:xfrm>
              <a:off x="6050886" y="3955378"/>
              <a:ext cx="2487136" cy="870335"/>
            </a:xfrm>
            <a:custGeom>
              <a:avLst/>
              <a:gdLst>
                <a:gd name="connsiteX0" fmla="*/ 85313 w 2090836"/>
                <a:gd name="connsiteY0" fmla="*/ 0 h 731656"/>
                <a:gd name="connsiteX1" fmla="*/ 103638 w 2090836"/>
                <a:gd name="connsiteY1" fmla="*/ 13227 h 731656"/>
                <a:gd name="connsiteX2" fmla="*/ 1901708 w 2090836"/>
                <a:gd name="connsiteY2" fmla="*/ 98568 h 731656"/>
                <a:gd name="connsiteX3" fmla="*/ 2012822 w 2090836"/>
                <a:gd name="connsiteY3" fmla="*/ 45877 h 731656"/>
                <a:gd name="connsiteX4" fmla="*/ 2035732 w 2090836"/>
                <a:gd name="connsiteY4" fmla="*/ 101169 h 731656"/>
                <a:gd name="connsiteX5" fmla="*/ 2089158 w 2090836"/>
                <a:gd name="connsiteY5" fmla="*/ 406818 h 731656"/>
                <a:gd name="connsiteX6" fmla="*/ 2082082 w 2090836"/>
                <a:gd name="connsiteY6" fmla="*/ 454530 h 731656"/>
                <a:gd name="connsiteX7" fmla="*/ 2061872 w 2090836"/>
                <a:gd name="connsiteY7" fmla="*/ 462605 h 731656"/>
                <a:gd name="connsiteX8" fmla="*/ 100105 w 2090836"/>
                <a:gd name="connsiteY8" fmla="*/ 467357 h 731656"/>
                <a:gd name="connsiteX9" fmla="*/ 3394 w 2090836"/>
                <a:gd name="connsiteY9" fmla="*/ 410264 h 731656"/>
                <a:gd name="connsiteX10" fmla="*/ 293 w 2090836"/>
                <a:gd name="connsiteY10" fmla="*/ 375443 h 731656"/>
                <a:gd name="connsiteX11" fmla="*/ 70262 w 2090836"/>
                <a:gd name="connsiteY11" fmla="*/ 32997 h 731656"/>
                <a:gd name="connsiteX12" fmla="*/ 85313 w 2090836"/>
                <a:gd name="connsiteY12" fmla="*/ 0 h 731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0836" h="731656">
                  <a:moveTo>
                    <a:pt x="85313" y="0"/>
                  </a:moveTo>
                  <a:lnTo>
                    <a:pt x="103638" y="13227"/>
                  </a:lnTo>
                  <a:cubicBezTo>
                    <a:pt x="624258" y="359537"/>
                    <a:pt x="1237831" y="390353"/>
                    <a:pt x="1901708" y="98568"/>
                  </a:cubicBezTo>
                  <a:lnTo>
                    <a:pt x="2012822" y="45877"/>
                  </a:lnTo>
                  <a:lnTo>
                    <a:pt x="2035732" y="101169"/>
                  </a:lnTo>
                  <a:cubicBezTo>
                    <a:pt x="2073333" y="202458"/>
                    <a:pt x="2097601" y="304211"/>
                    <a:pt x="2089158" y="406818"/>
                  </a:cubicBezTo>
                  <a:lnTo>
                    <a:pt x="2082082" y="454530"/>
                  </a:lnTo>
                  <a:lnTo>
                    <a:pt x="2061872" y="462605"/>
                  </a:lnTo>
                  <a:cubicBezTo>
                    <a:pt x="1621195" y="644809"/>
                    <a:pt x="981489" y="961521"/>
                    <a:pt x="100105" y="467357"/>
                  </a:cubicBezTo>
                  <a:lnTo>
                    <a:pt x="3394" y="410264"/>
                  </a:lnTo>
                  <a:lnTo>
                    <a:pt x="293" y="375443"/>
                  </a:lnTo>
                  <a:cubicBezTo>
                    <a:pt x="-3282" y="258620"/>
                    <a:pt x="26146" y="142970"/>
                    <a:pt x="70262" y="32997"/>
                  </a:cubicBezTo>
                  <a:lnTo>
                    <a:pt x="85313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1AD1D47-0D23-7C1B-C615-46DCA0D6F10F}"/>
                </a:ext>
              </a:extLst>
            </p:cNvPr>
            <p:cNvGrpSpPr/>
            <p:nvPr/>
          </p:nvGrpSpPr>
          <p:grpSpPr>
            <a:xfrm>
              <a:off x="7918336" y="2107505"/>
              <a:ext cx="563582" cy="341024"/>
              <a:chOff x="7918336" y="2107505"/>
              <a:chExt cx="563582" cy="341024"/>
            </a:xfrm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86E9FC0A-8995-BF48-C760-96CA0660381A}"/>
                  </a:ext>
                </a:extLst>
              </p:cNvPr>
              <p:cNvSpPr/>
              <p:nvPr/>
            </p:nvSpPr>
            <p:spPr>
              <a:xfrm rot="1407024">
                <a:off x="7918336" y="2107505"/>
                <a:ext cx="456018" cy="341024"/>
              </a:xfrm>
              <a:custGeom>
                <a:avLst/>
                <a:gdLst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65791 w 685477"/>
                  <a:gd name="connsiteY6" fmla="*/ 68160 h 512620"/>
                  <a:gd name="connsiteX7" fmla="*/ 409986 w 685477"/>
                  <a:gd name="connsiteY7" fmla="*/ 69908 h 512620"/>
                  <a:gd name="connsiteX8" fmla="*/ 3412 w 685477"/>
                  <a:gd name="connsiteY8" fmla="*/ 512620 h 512620"/>
                  <a:gd name="connsiteX9" fmla="*/ 401872 w 685477"/>
                  <a:gd name="connsiteY9" fmla="*/ 3412 h 512620"/>
                  <a:gd name="connsiteX10" fmla="*/ 494461 w 685477"/>
                  <a:gd name="connsiteY10" fmla="*/ 1472 h 512620"/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09986 w 685477"/>
                  <a:gd name="connsiteY6" fmla="*/ 69908 h 512620"/>
                  <a:gd name="connsiteX7" fmla="*/ 3412 w 685477"/>
                  <a:gd name="connsiteY7" fmla="*/ 512620 h 512620"/>
                  <a:gd name="connsiteX8" fmla="*/ 401872 w 685477"/>
                  <a:gd name="connsiteY8" fmla="*/ 3412 h 512620"/>
                  <a:gd name="connsiteX9" fmla="*/ 494461 w 685477"/>
                  <a:gd name="connsiteY9" fmla="*/ 1472 h 512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85477" h="512620">
                    <a:moveTo>
                      <a:pt x="494461" y="1472"/>
                    </a:moveTo>
                    <a:cubicBezTo>
                      <a:pt x="555023" y="6354"/>
                      <a:pt x="612803" y="23229"/>
                      <a:pt x="665072" y="49959"/>
                    </a:cubicBezTo>
                    <a:lnTo>
                      <a:pt x="685477" y="62993"/>
                    </a:lnTo>
                    <a:lnTo>
                      <a:pt x="675687" y="59992"/>
                    </a:lnTo>
                    <a:cubicBezTo>
                      <a:pt x="647525" y="54575"/>
                      <a:pt x="616562" y="51580"/>
                      <a:pt x="584061" y="51580"/>
                    </a:cubicBezTo>
                    <a:cubicBezTo>
                      <a:pt x="551560" y="51580"/>
                      <a:pt x="520597" y="54575"/>
                      <a:pt x="492435" y="59992"/>
                    </a:cubicBezTo>
                    <a:lnTo>
                      <a:pt x="409986" y="69908"/>
                    </a:lnTo>
                    <a:cubicBezTo>
                      <a:pt x="184061" y="97474"/>
                      <a:pt x="11686" y="285170"/>
                      <a:pt x="3412" y="512620"/>
                    </a:cubicBezTo>
                    <a:cubicBezTo>
                      <a:pt x="-27171" y="261974"/>
                      <a:pt x="151226" y="33994"/>
                      <a:pt x="401872" y="3412"/>
                    </a:cubicBezTo>
                    <a:cubicBezTo>
                      <a:pt x="433203" y="-411"/>
                      <a:pt x="464179" y="-969"/>
                      <a:pt x="494461" y="1472"/>
                    </a:cubicBezTo>
                    <a:close/>
                  </a:path>
                </a:pathLst>
              </a:cu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52CD92DC-4A17-1DB2-F860-AB7CEA1AC035}"/>
                  </a:ext>
                </a:extLst>
              </p:cNvPr>
              <p:cNvSpPr/>
              <p:nvPr/>
            </p:nvSpPr>
            <p:spPr>
              <a:xfrm rot="20807829" flipH="1">
                <a:off x="8171278" y="211239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A47B28F3-B777-672F-BBD2-45E2458E0E6D}"/>
                  </a:ext>
                </a:extLst>
              </p:cNvPr>
              <p:cNvSpPr/>
              <p:nvPr/>
            </p:nvSpPr>
            <p:spPr>
              <a:xfrm rot="20807829" flipH="1">
                <a:off x="8280422" y="215367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0AED3BB6-D626-CB78-B810-81801EC3E851}"/>
                  </a:ext>
                </a:extLst>
              </p:cNvPr>
              <p:cNvSpPr/>
              <p:nvPr/>
            </p:nvSpPr>
            <p:spPr>
              <a:xfrm rot="20807829" flipH="1">
                <a:off x="8364837" y="2208717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E9AB540-AB4B-BCEB-1FAB-1DE52327C523}"/>
                </a:ext>
              </a:extLst>
            </p:cNvPr>
            <p:cNvGrpSpPr/>
            <p:nvPr/>
          </p:nvGrpSpPr>
          <p:grpSpPr>
            <a:xfrm flipH="1">
              <a:off x="6081577" y="2077605"/>
              <a:ext cx="563582" cy="341024"/>
              <a:chOff x="7918336" y="2107505"/>
              <a:chExt cx="563582" cy="341024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92FEE0FE-D79E-BE8A-7C29-F77DDD1A2264}"/>
                  </a:ext>
                </a:extLst>
              </p:cNvPr>
              <p:cNvSpPr/>
              <p:nvPr/>
            </p:nvSpPr>
            <p:spPr>
              <a:xfrm rot="1407024">
                <a:off x="7918336" y="2107505"/>
                <a:ext cx="456018" cy="341024"/>
              </a:xfrm>
              <a:custGeom>
                <a:avLst/>
                <a:gdLst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65791 w 685477"/>
                  <a:gd name="connsiteY6" fmla="*/ 68160 h 512620"/>
                  <a:gd name="connsiteX7" fmla="*/ 409986 w 685477"/>
                  <a:gd name="connsiteY7" fmla="*/ 69908 h 512620"/>
                  <a:gd name="connsiteX8" fmla="*/ 3412 w 685477"/>
                  <a:gd name="connsiteY8" fmla="*/ 512620 h 512620"/>
                  <a:gd name="connsiteX9" fmla="*/ 401872 w 685477"/>
                  <a:gd name="connsiteY9" fmla="*/ 3412 h 512620"/>
                  <a:gd name="connsiteX10" fmla="*/ 494461 w 685477"/>
                  <a:gd name="connsiteY10" fmla="*/ 1472 h 512620"/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09986 w 685477"/>
                  <a:gd name="connsiteY6" fmla="*/ 69908 h 512620"/>
                  <a:gd name="connsiteX7" fmla="*/ 3412 w 685477"/>
                  <a:gd name="connsiteY7" fmla="*/ 512620 h 512620"/>
                  <a:gd name="connsiteX8" fmla="*/ 401872 w 685477"/>
                  <a:gd name="connsiteY8" fmla="*/ 3412 h 512620"/>
                  <a:gd name="connsiteX9" fmla="*/ 494461 w 685477"/>
                  <a:gd name="connsiteY9" fmla="*/ 1472 h 512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85477" h="512620">
                    <a:moveTo>
                      <a:pt x="494461" y="1472"/>
                    </a:moveTo>
                    <a:cubicBezTo>
                      <a:pt x="555023" y="6354"/>
                      <a:pt x="612803" y="23229"/>
                      <a:pt x="665072" y="49959"/>
                    </a:cubicBezTo>
                    <a:lnTo>
                      <a:pt x="685477" y="62993"/>
                    </a:lnTo>
                    <a:lnTo>
                      <a:pt x="675687" y="59992"/>
                    </a:lnTo>
                    <a:cubicBezTo>
                      <a:pt x="647525" y="54575"/>
                      <a:pt x="616562" y="51580"/>
                      <a:pt x="584061" y="51580"/>
                    </a:cubicBezTo>
                    <a:cubicBezTo>
                      <a:pt x="551560" y="51580"/>
                      <a:pt x="520597" y="54575"/>
                      <a:pt x="492435" y="59992"/>
                    </a:cubicBezTo>
                    <a:lnTo>
                      <a:pt x="409986" y="69908"/>
                    </a:lnTo>
                    <a:cubicBezTo>
                      <a:pt x="184061" y="97474"/>
                      <a:pt x="11686" y="285170"/>
                      <a:pt x="3412" y="512620"/>
                    </a:cubicBezTo>
                    <a:cubicBezTo>
                      <a:pt x="-27171" y="261974"/>
                      <a:pt x="151226" y="33994"/>
                      <a:pt x="401872" y="3412"/>
                    </a:cubicBezTo>
                    <a:cubicBezTo>
                      <a:pt x="433203" y="-411"/>
                      <a:pt x="464179" y="-969"/>
                      <a:pt x="494461" y="1472"/>
                    </a:cubicBezTo>
                    <a:close/>
                  </a:path>
                </a:pathLst>
              </a:cu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77A1C28A-70A1-A3B1-F954-357ED19263FB}"/>
                  </a:ext>
                </a:extLst>
              </p:cNvPr>
              <p:cNvSpPr/>
              <p:nvPr/>
            </p:nvSpPr>
            <p:spPr>
              <a:xfrm rot="20807829" flipH="1">
                <a:off x="8171278" y="211239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1E842957-B874-8A6B-B7AD-415FAF7F38F9}"/>
                  </a:ext>
                </a:extLst>
              </p:cNvPr>
              <p:cNvSpPr/>
              <p:nvPr/>
            </p:nvSpPr>
            <p:spPr>
              <a:xfrm rot="20807829" flipH="1">
                <a:off x="8280422" y="215367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36CD7963-5B0B-C4F4-399D-51ABDE84A04C}"/>
                  </a:ext>
                </a:extLst>
              </p:cNvPr>
              <p:cNvSpPr/>
              <p:nvPr/>
            </p:nvSpPr>
            <p:spPr>
              <a:xfrm rot="20807829" flipH="1">
                <a:off x="8364837" y="2208717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9FF12B12-61B4-1259-A1BD-0C4B602C882B}"/>
                </a:ext>
              </a:extLst>
            </p:cNvPr>
            <p:cNvSpPr/>
            <p:nvPr/>
          </p:nvSpPr>
          <p:spPr>
            <a:xfrm rot="9634460">
              <a:off x="7597527" y="2917723"/>
              <a:ext cx="155648" cy="140860"/>
            </a:xfrm>
            <a:prstGeom prst="arc">
              <a:avLst>
                <a:gd name="adj1" fmla="val 16464870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9AD5875D-6F34-A1D4-1CB1-D5F42CD6EE58}"/>
                </a:ext>
              </a:extLst>
            </p:cNvPr>
            <p:cNvSpPr/>
            <p:nvPr/>
          </p:nvSpPr>
          <p:spPr>
            <a:xfrm rot="5873861">
              <a:off x="6762507" y="2955492"/>
              <a:ext cx="155648" cy="140860"/>
            </a:xfrm>
            <a:prstGeom prst="arc">
              <a:avLst>
                <a:gd name="adj1" fmla="val 16464870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70D3A97-D75F-DAC0-17FE-19C7752B3C67}"/>
              </a:ext>
            </a:extLst>
          </p:cNvPr>
          <p:cNvGrpSpPr/>
          <p:nvPr/>
        </p:nvGrpSpPr>
        <p:grpSpPr>
          <a:xfrm>
            <a:off x="4797423" y="-13013"/>
            <a:ext cx="4279878" cy="4546122"/>
            <a:chOff x="5164264" y="871660"/>
            <a:chExt cx="4279878" cy="4546122"/>
          </a:xfrm>
          <a:solidFill>
            <a:schemeClr val="bg1"/>
          </a:solidFill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3364A64D-F1DD-B73A-BC09-180839404714}"/>
                </a:ext>
              </a:extLst>
            </p:cNvPr>
            <p:cNvGrpSpPr/>
            <p:nvPr/>
          </p:nvGrpSpPr>
          <p:grpSpPr>
            <a:xfrm flipH="1">
              <a:off x="7794554" y="3219146"/>
              <a:ext cx="1434170" cy="1821427"/>
              <a:chOff x="1969722" y="3425409"/>
              <a:chExt cx="1205650" cy="1531201"/>
            </a:xfrm>
            <a:grpFill/>
          </p:grpSpPr>
          <p:sp>
            <p:nvSpPr>
              <p:cNvPr id="139" name="Oval 138">
                <a:extLst>
                  <a:ext uri="{FF2B5EF4-FFF2-40B4-BE49-F238E27FC236}">
                    <a16:creationId xmlns:a16="http://schemas.microsoft.com/office/drawing/2014/main" id="{76FDF891-7791-0F30-8697-5BD9674E2C65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CBB7CE0E-4273-864E-DC3C-AED01769D1E0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44131C3A-31D4-DF57-0A6C-0E769019BDFD}"/>
                </a:ext>
              </a:extLst>
            </p:cNvPr>
            <p:cNvGrpSpPr/>
            <p:nvPr/>
          </p:nvGrpSpPr>
          <p:grpSpPr>
            <a:xfrm>
              <a:off x="5285751" y="3240216"/>
              <a:ext cx="1434170" cy="1821427"/>
              <a:chOff x="1969722" y="3425409"/>
              <a:chExt cx="1205650" cy="1531201"/>
            </a:xfrm>
            <a:grpFill/>
          </p:grpSpPr>
          <p:sp>
            <p:nvSpPr>
              <p:cNvPr id="137" name="Oval 136">
                <a:extLst>
                  <a:ext uri="{FF2B5EF4-FFF2-40B4-BE49-F238E27FC236}">
                    <a16:creationId xmlns:a16="http://schemas.microsoft.com/office/drawing/2014/main" id="{540FF3A5-3BF2-6D74-DB8A-1234988F1C6E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8" name="Oval 137">
                <a:extLst>
                  <a:ext uri="{FF2B5EF4-FFF2-40B4-BE49-F238E27FC236}">
                    <a16:creationId xmlns:a16="http://schemas.microsoft.com/office/drawing/2014/main" id="{619119F6-A8C4-4DF2-AE90-79A18B4B613F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19" name="Rectangle 24">
              <a:extLst>
                <a:ext uri="{FF2B5EF4-FFF2-40B4-BE49-F238E27FC236}">
                  <a16:creationId xmlns:a16="http://schemas.microsoft.com/office/drawing/2014/main" id="{0EF05488-307C-202E-3CF3-35EE927433E0}"/>
                </a:ext>
              </a:extLst>
            </p:cNvPr>
            <p:cNvSpPr/>
            <p:nvPr/>
          </p:nvSpPr>
          <p:spPr>
            <a:xfrm>
              <a:off x="6050886" y="3064307"/>
              <a:ext cx="2487136" cy="2353475"/>
            </a:xfrm>
            <a:custGeom>
              <a:avLst/>
              <a:gdLst>
                <a:gd name="connsiteX0" fmla="*/ 0 w 799686"/>
                <a:gd name="connsiteY0" fmla="*/ 0 h 708473"/>
                <a:gd name="connsiteX1" fmla="*/ 799686 w 799686"/>
                <a:gd name="connsiteY1" fmla="*/ 0 h 708473"/>
                <a:gd name="connsiteX2" fmla="*/ 799686 w 799686"/>
                <a:gd name="connsiteY2" fmla="*/ 708473 h 708473"/>
                <a:gd name="connsiteX3" fmla="*/ 0 w 799686"/>
                <a:gd name="connsiteY3" fmla="*/ 708473 h 708473"/>
                <a:gd name="connsiteX4" fmla="*/ 0 w 799686"/>
                <a:gd name="connsiteY4" fmla="*/ 0 h 708473"/>
                <a:gd name="connsiteX0" fmla="*/ 0 w 799686"/>
                <a:gd name="connsiteY0" fmla="*/ 0 h 1051373"/>
                <a:gd name="connsiteX1" fmla="*/ 799686 w 799686"/>
                <a:gd name="connsiteY1" fmla="*/ 0 h 1051373"/>
                <a:gd name="connsiteX2" fmla="*/ 799686 w 799686"/>
                <a:gd name="connsiteY2" fmla="*/ 708473 h 1051373"/>
                <a:gd name="connsiteX3" fmla="*/ 88900 w 799686"/>
                <a:gd name="connsiteY3" fmla="*/ 1051373 h 1051373"/>
                <a:gd name="connsiteX4" fmla="*/ 0 w 799686"/>
                <a:gd name="connsiteY4" fmla="*/ 0 h 1051373"/>
                <a:gd name="connsiteX0" fmla="*/ 0 w 1269586"/>
                <a:gd name="connsiteY0" fmla="*/ 0 h 1813373"/>
                <a:gd name="connsiteX1" fmla="*/ 1269586 w 1269586"/>
                <a:gd name="connsiteY1" fmla="*/ 762000 h 1813373"/>
                <a:gd name="connsiteX2" fmla="*/ 1269586 w 1269586"/>
                <a:gd name="connsiteY2" fmla="*/ 1470473 h 1813373"/>
                <a:gd name="connsiteX3" fmla="*/ 558800 w 1269586"/>
                <a:gd name="connsiteY3" fmla="*/ 1813373 h 1813373"/>
                <a:gd name="connsiteX4" fmla="*/ 0 w 1269586"/>
                <a:gd name="connsiteY4" fmla="*/ 0 h 18133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1269586 w 1320386"/>
                <a:gd name="connsiteY2" fmla="*/ 1610173 h 1953073"/>
                <a:gd name="connsiteX3" fmla="*/ 558800 w 1320386"/>
                <a:gd name="connsiteY3" fmla="*/ 1953073 h 1953073"/>
                <a:gd name="connsiteX4" fmla="*/ 0 w 1320386"/>
                <a:gd name="connsiteY4" fmla="*/ 139700 h 19530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558800 w 1320386"/>
                <a:gd name="connsiteY2" fmla="*/ 1953073 h 1953073"/>
                <a:gd name="connsiteX3" fmla="*/ 0 w 1320386"/>
                <a:gd name="connsiteY3" fmla="*/ 139700 h 1953073"/>
                <a:gd name="connsiteX0" fmla="*/ 0 w 1589232"/>
                <a:gd name="connsiteY0" fmla="*/ 139700 h 1953073"/>
                <a:gd name="connsiteX1" fmla="*/ 1320386 w 1589232"/>
                <a:gd name="connsiteY1" fmla="*/ 0 h 1953073"/>
                <a:gd name="connsiteX2" fmla="*/ 558800 w 1589232"/>
                <a:gd name="connsiteY2" fmla="*/ 1953073 h 1953073"/>
                <a:gd name="connsiteX3" fmla="*/ 0 w 1589232"/>
                <a:gd name="connsiteY3" fmla="*/ 139700 h 1953073"/>
                <a:gd name="connsiteX0" fmla="*/ 499635 w 2088867"/>
                <a:gd name="connsiteY0" fmla="*/ 139700 h 1953073"/>
                <a:gd name="connsiteX1" fmla="*/ 1820021 w 2088867"/>
                <a:gd name="connsiteY1" fmla="*/ 0 h 1953073"/>
                <a:gd name="connsiteX2" fmla="*/ 1058435 w 2088867"/>
                <a:gd name="connsiteY2" fmla="*/ 1953073 h 1953073"/>
                <a:gd name="connsiteX3" fmla="*/ 499635 w 2088867"/>
                <a:gd name="connsiteY3" fmla="*/ 139700 h 1953073"/>
                <a:gd name="connsiteX0" fmla="*/ 520808 w 2110040"/>
                <a:gd name="connsiteY0" fmla="*/ 139700 h 1953073"/>
                <a:gd name="connsiteX1" fmla="*/ 1841194 w 2110040"/>
                <a:gd name="connsiteY1" fmla="*/ 0 h 1953073"/>
                <a:gd name="connsiteX2" fmla="*/ 1079608 w 2110040"/>
                <a:gd name="connsiteY2" fmla="*/ 1953073 h 1953073"/>
                <a:gd name="connsiteX3" fmla="*/ 520808 w 2110040"/>
                <a:gd name="connsiteY3" fmla="*/ 139700 h 1953073"/>
                <a:gd name="connsiteX0" fmla="*/ 356377 w 1945609"/>
                <a:gd name="connsiteY0" fmla="*/ 139700 h 1953073"/>
                <a:gd name="connsiteX1" fmla="*/ 1676763 w 1945609"/>
                <a:gd name="connsiteY1" fmla="*/ 0 h 1953073"/>
                <a:gd name="connsiteX2" fmla="*/ 915177 w 1945609"/>
                <a:gd name="connsiteY2" fmla="*/ 1953073 h 1953073"/>
                <a:gd name="connsiteX3" fmla="*/ 356377 w 1945609"/>
                <a:gd name="connsiteY3" fmla="*/ 139700 h 1953073"/>
                <a:gd name="connsiteX0" fmla="*/ 421865 w 2011097"/>
                <a:gd name="connsiteY0" fmla="*/ 139700 h 1953073"/>
                <a:gd name="connsiteX1" fmla="*/ 1742251 w 2011097"/>
                <a:gd name="connsiteY1" fmla="*/ 0 h 1953073"/>
                <a:gd name="connsiteX2" fmla="*/ 980665 w 2011097"/>
                <a:gd name="connsiteY2" fmla="*/ 1953073 h 1953073"/>
                <a:gd name="connsiteX3" fmla="*/ 421865 w 2011097"/>
                <a:gd name="connsiteY3" fmla="*/ 139700 h 1953073"/>
                <a:gd name="connsiteX0" fmla="*/ 432822 w 2022054"/>
                <a:gd name="connsiteY0" fmla="*/ 139700 h 1953073"/>
                <a:gd name="connsiteX1" fmla="*/ 1753208 w 2022054"/>
                <a:gd name="connsiteY1" fmla="*/ 0 h 1953073"/>
                <a:gd name="connsiteX2" fmla="*/ 991622 w 2022054"/>
                <a:gd name="connsiteY2" fmla="*/ 1953073 h 1953073"/>
                <a:gd name="connsiteX3" fmla="*/ 432822 w 2022054"/>
                <a:gd name="connsiteY3" fmla="*/ 139700 h 1953073"/>
                <a:gd name="connsiteX0" fmla="*/ 384320 w 2049752"/>
                <a:gd name="connsiteY0" fmla="*/ 63500 h 1953073"/>
                <a:gd name="connsiteX1" fmla="*/ 1780906 w 2049752"/>
                <a:gd name="connsiteY1" fmla="*/ 0 h 1953073"/>
                <a:gd name="connsiteX2" fmla="*/ 1019320 w 2049752"/>
                <a:gd name="connsiteY2" fmla="*/ 1953073 h 1953073"/>
                <a:gd name="connsiteX3" fmla="*/ 384320 w 2049752"/>
                <a:gd name="connsiteY3" fmla="*/ 63500 h 1953073"/>
                <a:gd name="connsiteX0" fmla="*/ 384320 w 2069519"/>
                <a:gd name="connsiteY0" fmla="*/ 88900 h 1978473"/>
                <a:gd name="connsiteX1" fmla="*/ 1831706 w 2069519"/>
                <a:gd name="connsiteY1" fmla="*/ 0 h 1978473"/>
                <a:gd name="connsiteX2" fmla="*/ 1019320 w 2069519"/>
                <a:gd name="connsiteY2" fmla="*/ 1978473 h 1978473"/>
                <a:gd name="connsiteX3" fmla="*/ 384320 w 2069519"/>
                <a:gd name="connsiteY3" fmla="*/ 88900 h 1978473"/>
                <a:gd name="connsiteX0" fmla="*/ 384320 w 2090836"/>
                <a:gd name="connsiteY0" fmla="*/ 88900 h 1978473"/>
                <a:gd name="connsiteX1" fmla="*/ 1831706 w 2090836"/>
                <a:gd name="connsiteY1" fmla="*/ 0 h 1978473"/>
                <a:gd name="connsiteX2" fmla="*/ 1019320 w 2090836"/>
                <a:gd name="connsiteY2" fmla="*/ 1978473 h 1978473"/>
                <a:gd name="connsiteX3" fmla="*/ 384320 w 2090836"/>
                <a:gd name="connsiteY3" fmla="*/ 88900 h 1978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0836" h="1978473">
                  <a:moveTo>
                    <a:pt x="384320" y="88900"/>
                  </a:moveTo>
                  <a:lnTo>
                    <a:pt x="1831706" y="0"/>
                  </a:lnTo>
                  <a:cubicBezTo>
                    <a:pt x="1577844" y="651024"/>
                    <a:pt x="3000382" y="1276649"/>
                    <a:pt x="1019320" y="1978473"/>
                  </a:cubicBezTo>
                  <a:cubicBezTo>
                    <a:pt x="-894147" y="1386715"/>
                    <a:pt x="494387" y="363158"/>
                    <a:pt x="384320" y="88900"/>
                  </a:cubicBezTo>
                  <a:close/>
                </a:path>
              </a:pathLst>
            </a:cu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0" name="Rectangle 8">
              <a:extLst>
                <a:ext uri="{FF2B5EF4-FFF2-40B4-BE49-F238E27FC236}">
                  <a16:creationId xmlns:a16="http://schemas.microsoft.com/office/drawing/2014/main" id="{7BBFF36B-7A47-AEFF-C50B-AEF3FFD810EA}"/>
                </a:ext>
              </a:extLst>
            </p:cNvPr>
            <p:cNvSpPr/>
            <p:nvPr/>
          </p:nvSpPr>
          <p:spPr>
            <a:xfrm>
              <a:off x="5508829" y="871660"/>
              <a:ext cx="3573875" cy="3076627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0FFBE64-9ED0-F2D5-9046-62C54B8FA2DC}"/>
                </a:ext>
              </a:extLst>
            </p:cNvPr>
            <p:cNvSpPr/>
            <p:nvPr/>
          </p:nvSpPr>
          <p:spPr>
            <a:xfrm>
              <a:off x="5164264" y="1063664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Arc 121">
              <a:extLst>
                <a:ext uri="{FF2B5EF4-FFF2-40B4-BE49-F238E27FC236}">
                  <a16:creationId xmlns:a16="http://schemas.microsoft.com/office/drawing/2014/main" id="{296E441E-077D-68C1-E1B9-1A890919D3D8}"/>
                </a:ext>
              </a:extLst>
            </p:cNvPr>
            <p:cNvSpPr/>
            <p:nvPr/>
          </p:nvSpPr>
          <p:spPr>
            <a:xfrm rot="9634460">
              <a:off x="6846089" y="2567074"/>
              <a:ext cx="822291" cy="744168"/>
            </a:xfrm>
            <a:prstGeom prst="arc">
              <a:avLst>
                <a:gd name="adj1" fmla="val 12939651"/>
                <a:gd name="adj2" fmla="val 0"/>
              </a:avLst>
            </a:pr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4B737DA-3C8E-87EC-8239-FDB444B43F0D}"/>
                </a:ext>
              </a:extLst>
            </p:cNvPr>
            <p:cNvSpPr/>
            <p:nvPr/>
          </p:nvSpPr>
          <p:spPr>
            <a:xfrm flipH="1">
              <a:off x="8310333" y="989166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F79996D-C4D2-97E0-6436-5B96225C6679}"/>
                </a:ext>
              </a:extLst>
            </p:cNvPr>
            <p:cNvSpPr/>
            <p:nvPr/>
          </p:nvSpPr>
          <p:spPr>
            <a:xfrm>
              <a:off x="6050886" y="3955378"/>
              <a:ext cx="2487136" cy="870335"/>
            </a:xfrm>
            <a:custGeom>
              <a:avLst/>
              <a:gdLst>
                <a:gd name="connsiteX0" fmla="*/ 85313 w 2090836"/>
                <a:gd name="connsiteY0" fmla="*/ 0 h 731656"/>
                <a:gd name="connsiteX1" fmla="*/ 103638 w 2090836"/>
                <a:gd name="connsiteY1" fmla="*/ 13227 h 731656"/>
                <a:gd name="connsiteX2" fmla="*/ 1901708 w 2090836"/>
                <a:gd name="connsiteY2" fmla="*/ 98568 h 731656"/>
                <a:gd name="connsiteX3" fmla="*/ 2012822 w 2090836"/>
                <a:gd name="connsiteY3" fmla="*/ 45877 h 731656"/>
                <a:gd name="connsiteX4" fmla="*/ 2035732 w 2090836"/>
                <a:gd name="connsiteY4" fmla="*/ 101169 h 731656"/>
                <a:gd name="connsiteX5" fmla="*/ 2089158 w 2090836"/>
                <a:gd name="connsiteY5" fmla="*/ 406818 h 731656"/>
                <a:gd name="connsiteX6" fmla="*/ 2082082 w 2090836"/>
                <a:gd name="connsiteY6" fmla="*/ 454530 h 731656"/>
                <a:gd name="connsiteX7" fmla="*/ 2061872 w 2090836"/>
                <a:gd name="connsiteY7" fmla="*/ 462605 h 731656"/>
                <a:gd name="connsiteX8" fmla="*/ 100105 w 2090836"/>
                <a:gd name="connsiteY8" fmla="*/ 467357 h 731656"/>
                <a:gd name="connsiteX9" fmla="*/ 3394 w 2090836"/>
                <a:gd name="connsiteY9" fmla="*/ 410264 h 731656"/>
                <a:gd name="connsiteX10" fmla="*/ 293 w 2090836"/>
                <a:gd name="connsiteY10" fmla="*/ 375443 h 731656"/>
                <a:gd name="connsiteX11" fmla="*/ 70262 w 2090836"/>
                <a:gd name="connsiteY11" fmla="*/ 32997 h 731656"/>
                <a:gd name="connsiteX12" fmla="*/ 85313 w 2090836"/>
                <a:gd name="connsiteY12" fmla="*/ 0 h 731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0836" h="731656">
                  <a:moveTo>
                    <a:pt x="85313" y="0"/>
                  </a:moveTo>
                  <a:lnTo>
                    <a:pt x="103638" y="13227"/>
                  </a:lnTo>
                  <a:cubicBezTo>
                    <a:pt x="624258" y="359537"/>
                    <a:pt x="1237831" y="390353"/>
                    <a:pt x="1901708" y="98568"/>
                  </a:cubicBezTo>
                  <a:lnTo>
                    <a:pt x="2012822" y="45877"/>
                  </a:lnTo>
                  <a:lnTo>
                    <a:pt x="2035732" y="101169"/>
                  </a:lnTo>
                  <a:cubicBezTo>
                    <a:pt x="2073333" y="202458"/>
                    <a:pt x="2097601" y="304211"/>
                    <a:pt x="2089158" y="406818"/>
                  </a:cubicBezTo>
                  <a:lnTo>
                    <a:pt x="2082082" y="454530"/>
                  </a:lnTo>
                  <a:lnTo>
                    <a:pt x="2061872" y="462605"/>
                  </a:lnTo>
                  <a:cubicBezTo>
                    <a:pt x="1621195" y="644809"/>
                    <a:pt x="981489" y="961521"/>
                    <a:pt x="100105" y="467357"/>
                  </a:cubicBezTo>
                  <a:lnTo>
                    <a:pt x="3394" y="410264"/>
                  </a:lnTo>
                  <a:lnTo>
                    <a:pt x="293" y="375443"/>
                  </a:lnTo>
                  <a:cubicBezTo>
                    <a:pt x="-3282" y="258620"/>
                    <a:pt x="26146" y="142970"/>
                    <a:pt x="70262" y="32997"/>
                  </a:cubicBezTo>
                  <a:lnTo>
                    <a:pt x="85313" y="0"/>
                  </a:lnTo>
                  <a:close/>
                </a:path>
              </a:pathLst>
            </a:cu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8857D53E-FDD6-D3E4-AED5-CBC995106118}"/>
                </a:ext>
              </a:extLst>
            </p:cNvPr>
            <p:cNvGrpSpPr/>
            <p:nvPr/>
          </p:nvGrpSpPr>
          <p:grpSpPr>
            <a:xfrm>
              <a:off x="7918336" y="2107505"/>
              <a:ext cx="563582" cy="341024"/>
              <a:chOff x="7918336" y="2107505"/>
              <a:chExt cx="563582" cy="341024"/>
            </a:xfrm>
            <a:grpFill/>
          </p:grpSpPr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686ACF9C-43C7-EFF4-D730-BC9F8455265F}"/>
                  </a:ext>
                </a:extLst>
              </p:cNvPr>
              <p:cNvSpPr/>
              <p:nvPr/>
            </p:nvSpPr>
            <p:spPr>
              <a:xfrm rot="1407024">
                <a:off x="7918336" y="2107505"/>
                <a:ext cx="456018" cy="341024"/>
              </a:xfrm>
              <a:custGeom>
                <a:avLst/>
                <a:gdLst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65791 w 685477"/>
                  <a:gd name="connsiteY6" fmla="*/ 68160 h 512620"/>
                  <a:gd name="connsiteX7" fmla="*/ 409986 w 685477"/>
                  <a:gd name="connsiteY7" fmla="*/ 69908 h 512620"/>
                  <a:gd name="connsiteX8" fmla="*/ 3412 w 685477"/>
                  <a:gd name="connsiteY8" fmla="*/ 512620 h 512620"/>
                  <a:gd name="connsiteX9" fmla="*/ 401872 w 685477"/>
                  <a:gd name="connsiteY9" fmla="*/ 3412 h 512620"/>
                  <a:gd name="connsiteX10" fmla="*/ 494461 w 685477"/>
                  <a:gd name="connsiteY10" fmla="*/ 1472 h 512620"/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09986 w 685477"/>
                  <a:gd name="connsiteY6" fmla="*/ 69908 h 512620"/>
                  <a:gd name="connsiteX7" fmla="*/ 3412 w 685477"/>
                  <a:gd name="connsiteY7" fmla="*/ 512620 h 512620"/>
                  <a:gd name="connsiteX8" fmla="*/ 401872 w 685477"/>
                  <a:gd name="connsiteY8" fmla="*/ 3412 h 512620"/>
                  <a:gd name="connsiteX9" fmla="*/ 494461 w 685477"/>
                  <a:gd name="connsiteY9" fmla="*/ 1472 h 512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85477" h="512620">
                    <a:moveTo>
                      <a:pt x="494461" y="1472"/>
                    </a:moveTo>
                    <a:cubicBezTo>
                      <a:pt x="555023" y="6354"/>
                      <a:pt x="612803" y="23229"/>
                      <a:pt x="665072" y="49959"/>
                    </a:cubicBezTo>
                    <a:lnTo>
                      <a:pt x="685477" y="62993"/>
                    </a:lnTo>
                    <a:lnTo>
                      <a:pt x="675687" y="59992"/>
                    </a:lnTo>
                    <a:cubicBezTo>
                      <a:pt x="647525" y="54575"/>
                      <a:pt x="616562" y="51580"/>
                      <a:pt x="584061" y="51580"/>
                    </a:cubicBezTo>
                    <a:cubicBezTo>
                      <a:pt x="551560" y="51580"/>
                      <a:pt x="520597" y="54575"/>
                      <a:pt x="492435" y="59992"/>
                    </a:cubicBezTo>
                    <a:lnTo>
                      <a:pt x="409986" y="69908"/>
                    </a:lnTo>
                    <a:cubicBezTo>
                      <a:pt x="184061" y="97474"/>
                      <a:pt x="11686" y="285170"/>
                      <a:pt x="3412" y="512620"/>
                    </a:cubicBezTo>
                    <a:cubicBezTo>
                      <a:pt x="-27171" y="261974"/>
                      <a:pt x="151226" y="33994"/>
                      <a:pt x="401872" y="3412"/>
                    </a:cubicBezTo>
                    <a:cubicBezTo>
                      <a:pt x="433203" y="-411"/>
                      <a:pt x="464179" y="-969"/>
                      <a:pt x="494461" y="1472"/>
                    </a:cubicBezTo>
                    <a:close/>
                  </a:path>
                </a:pathLst>
              </a:cu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B755772D-A117-08EB-20F6-84211CE98A40}"/>
                  </a:ext>
                </a:extLst>
              </p:cNvPr>
              <p:cNvSpPr/>
              <p:nvPr/>
            </p:nvSpPr>
            <p:spPr>
              <a:xfrm rot="20807829" flipH="1">
                <a:off x="8171278" y="211239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CD3B1260-7BC5-54C3-4328-9D9B01125415}"/>
                  </a:ext>
                </a:extLst>
              </p:cNvPr>
              <p:cNvSpPr/>
              <p:nvPr/>
            </p:nvSpPr>
            <p:spPr>
              <a:xfrm rot="20807829" flipH="1">
                <a:off x="8280422" y="215367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6F6E5BBE-4249-2F18-4B47-A609654D448F}"/>
                  </a:ext>
                </a:extLst>
              </p:cNvPr>
              <p:cNvSpPr/>
              <p:nvPr/>
            </p:nvSpPr>
            <p:spPr>
              <a:xfrm rot="20807829" flipH="1">
                <a:off x="8364837" y="2208717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DF4706F-2D3C-4E23-72A1-239A62645681}"/>
                </a:ext>
              </a:extLst>
            </p:cNvPr>
            <p:cNvGrpSpPr/>
            <p:nvPr/>
          </p:nvGrpSpPr>
          <p:grpSpPr>
            <a:xfrm flipH="1">
              <a:off x="6081577" y="2077605"/>
              <a:ext cx="563582" cy="341024"/>
              <a:chOff x="7918336" y="2107505"/>
              <a:chExt cx="563582" cy="341024"/>
            </a:xfrm>
            <a:grpFill/>
          </p:grpSpPr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161D756C-7F94-6643-4D90-7A67B9895000}"/>
                  </a:ext>
                </a:extLst>
              </p:cNvPr>
              <p:cNvSpPr/>
              <p:nvPr/>
            </p:nvSpPr>
            <p:spPr>
              <a:xfrm rot="1407024">
                <a:off x="7918336" y="2107505"/>
                <a:ext cx="456018" cy="341024"/>
              </a:xfrm>
              <a:custGeom>
                <a:avLst/>
                <a:gdLst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65791 w 685477"/>
                  <a:gd name="connsiteY6" fmla="*/ 68160 h 512620"/>
                  <a:gd name="connsiteX7" fmla="*/ 409986 w 685477"/>
                  <a:gd name="connsiteY7" fmla="*/ 69908 h 512620"/>
                  <a:gd name="connsiteX8" fmla="*/ 3412 w 685477"/>
                  <a:gd name="connsiteY8" fmla="*/ 512620 h 512620"/>
                  <a:gd name="connsiteX9" fmla="*/ 401872 w 685477"/>
                  <a:gd name="connsiteY9" fmla="*/ 3412 h 512620"/>
                  <a:gd name="connsiteX10" fmla="*/ 494461 w 685477"/>
                  <a:gd name="connsiteY10" fmla="*/ 1472 h 512620"/>
                  <a:gd name="connsiteX0" fmla="*/ 494461 w 685477"/>
                  <a:gd name="connsiteY0" fmla="*/ 1472 h 512620"/>
                  <a:gd name="connsiteX1" fmla="*/ 665072 w 685477"/>
                  <a:gd name="connsiteY1" fmla="*/ 49959 h 512620"/>
                  <a:gd name="connsiteX2" fmla="*/ 685477 w 685477"/>
                  <a:gd name="connsiteY2" fmla="*/ 62993 h 512620"/>
                  <a:gd name="connsiteX3" fmla="*/ 675687 w 685477"/>
                  <a:gd name="connsiteY3" fmla="*/ 59992 h 512620"/>
                  <a:gd name="connsiteX4" fmla="*/ 584061 w 685477"/>
                  <a:gd name="connsiteY4" fmla="*/ 51580 h 512620"/>
                  <a:gd name="connsiteX5" fmla="*/ 492435 w 685477"/>
                  <a:gd name="connsiteY5" fmla="*/ 59992 h 512620"/>
                  <a:gd name="connsiteX6" fmla="*/ 409986 w 685477"/>
                  <a:gd name="connsiteY6" fmla="*/ 69908 h 512620"/>
                  <a:gd name="connsiteX7" fmla="*/ 3412 w 685477"/>
                  <a:gd name="connsiteY7" fmla="*/ 512620 h 512620"/>
                  <a:gd name="connsiteX8" fmla="*/ 401872 w 685477"/>
                  <a:gd name="connsiteY8" fmla="*/ 3412 h 512620"/>
                  <a:gd name="connsiteX9" fmla="*/ 494461 w 685477"/>
                  <a:gd name="connsiteY9" fmla="*/ 1472 h 512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85477" h="512620">
                    <a:moveTo>
                      <a:pt x="494461" y="1472"/>
                    </a:moveTo>
                    <a:cubicBezTo>
                      <a:pt x="555023" y="6354"/>
                      <a:pt x="612803" y="23229"/>
                      <a:pt x="665072" y="49959"/>
                    </a:cubicBezTo>
                    <a:lnTo>
                      <a:pt x="685477" y="62993"/>
                    </a:lnTo>
                    <a:lnTo>
                      <a:pt x="675687" y="59992"/>
                    </a:lnTo>
                    <a:cubicBezTo>
                      <a:pt x="647525" y="54575"/>
                      <a:pt x="616562" y="51580"/>
                      <a:pt x="584061" y="51580"/>
                    </a:cubicBezTo>
                    <a:cubicBezTo>
                      <a:pt x="551560" y="51580"/>
                      <a:pt x="520597" y="54575"/>
                      <a:pt x="492435" y="59992"/>
                    </a:cubicBezTo>
                    <a:lnTo>
                      <a:pt x="409986" y="69908"/>
                    </a:lnTo>
                    <a:cubicBezTo>
                      <a:pt x="184061" y="97474"/>
                      <a:pt x="11686" y="285170"/>
                      <a:pt x="3412" y="512620"/>
                    </a:cubicBezTo>
                    <a:cubicBezTo>
                      <a:pt x="-27171" y="261974"/>
                      <a:pt x="151226" y="33994"/>
                      <a:pt x="401872" y="3412"/>
                    </a:cubicBezTo>
                    <a:cubicBezTo>
                      <a:pt x="433203" y="-411"/>
                      <a:pt x="464179" y="-969"/>
                      <a:pt x="494461" y="1472"/>
                    </a:cubicBezTo>
                    <a:close/>
                  </a:path>
                </a:pathLst>
              </a:cu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E1E2E0AA-F81D-9972-8165-D84A0B4FD729}"/>
                  </a:ext>
                </a:extLst>
              </p:cNvPr>
              <p:cNvSpPr/>
              <p:nvPr/>
            </p:nvSpPr>
            <p:spPr>
              <a:xfrm rot="20807829" flipH="1">
                <a:off x="8171278" y="211239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CAAB651B-6209-49D0-D1F4-F2D0E8C5259B}"/>
                  </a:ext>
                </a:extLst>
              </p:cNvPr>
              <p:cNvSpPr/>
              <p:nvPr/>
            </p:nvSpPr>
            <p:spPr>
              <a:xfrm rot="20807829" flipH="1">
                <a:off x="8280422" y="2153672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674F22F6-AD1D-5C35-F694-AADACE8F3B22}"/>
                  </a:ext>
                </a:extLst>
              </p:cNvPr>
              <p:cNvSpPr/>
              <p:nvPr/>
            </p:nvSpPr>
            <p:spPr>
              <a:xfrm rot="20807829" flipH="1">
                <a:off x="8364837" y="2208717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27" name="Arc 126">
              <a:extLst>
                <a:ext uri="{FF2B5EF4-FFF2-40B4-BE49-F238E27FC236}">
                  <a16:creationId xmlns:a16="http://schemas.microsoft.com/office/drawing/2014/main" id="{62208DDE-4EEF-ADCF-F625-DA06ABFC831A}"/>
                </a:ext>
              </a:extLst>
            </p:cNvPr>
            <p:cNvSpPr/>
            <p:nvPr/>
          </p:nvSpPr>
          <p:spPr>
            <a:xfrm rot="9634460">
              <a:off x="7597527" y="2917723"/>
              <a:ext cx="155648" cy="140860"/>
            </a:xfrm>
            <a:prstGeom prst="arc">
              <a:avLst>
                <a:gd name="adj1" fmla="val 16464870"/>
                <a:gd name="adj2" fmla="val 0"/>
              </a:avLst>
            </a:pr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8" name="Arc 127">
              <a:extLst>
                <a:ext uri="{FF2B5EF4-FFF2-40B4-BE49-F238E27FC236}">
                  <a16:creationId xmlns:a16="http://schemas.microsoft.com/office/drawing/2014/main" id="{DE025DD5-3DE8-90A1-4468-519D7720CDF7}"/>
                </a:ext>
              </a:extLst>
            </p:cNvPr>
            <p:cNvSpPr/>
            <p:nvPr/>
          </p:nvSpPr>
          <p:spPr>
            <a:xfrm rot="5873861">
              <a:off x="6762507" y="2955492"/>
              <a:ext cx="155648" cy="140860"/>
            </a:xfrm>
            <a:prstGeom prst="arc">
              <a:avLst>
                <a:gd name="adj1" fmla="val 16464870"/>
                <a:gd name="adj2" fmla="val 0"/>
              </a:avLst>
            </a:pr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5207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9AA952D-8908-ED65-56B3-73087FD5E2EB}"/>
              </a:ext>
            </a:extLst>
          </p:cNvPr>
          <p:cNvGrpSpPr/>
          <p:nvPr/>
        </p:nvGrpSpPr>
        <p:grpSpPr>
          <a:xfrm>
            <a:off x="1026091" y="2253386"/>
            <a:ext cx="4309705" cy="4914258"/>
            <a:chOff x="1390666" y="2504868"/>
            <a:chExt cx="4309705" cy="4914258"/>
          </a:xfrm>
        </p:grpSpPr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8BCAE869-1077-186E-69C0-BF548AA2D3A0}"/>
                </a:ext>
              </a:extLst>
            </p:cNvPr>
            <p:cNvGrpSpPr/>
            <p:nvPr/>
          </p:nvGrpSpPr>
          <p:grpSpPr>
            <a:xfrm>
              <a:off x="1390666" y="2504868"/>
              <a:ext cx="4309705" cy="4914258"/>
              <a:chOff x="1390666" y="2504868"/>
              <a:chExt cx="4309705" cy="4914258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4EFEBA-D478-EA45-53BD-9BD11C808010}"/>
                  </a:ext>
                </a:extLst>
              </p:cNvPr>
              <p:cNvGrpSpPr/>
              <p:nvPr/>
            </p:nvGrpSpPr>
            <p:grpSpPr>
              <a:xfrm rot="10800000">
                <a:off x="2156215" y="2504868"/>
                <a:ext cx="2487136" cy="2353475"/>
                <a:chOff x="2197748" y="5289662"/>
                <a:chExt cx="2487136" cy="2353475"/>
              </a:xfrm>
            </p:grpSpPr>
            <p:sp>
              <p:nvSpPr>
                <p:cNvPr id="93" name="Rectangle 24">
                  <a:extLst>
                    <a:ext uri="{FF2B5EF4-FFF2-40B4-BE49-F238E27FC236}">
                      <a16:creationId xmlns:a16="http://schemas.microsoft.com/office/drawing/2014/main" id="{8927BD08-95B4-DAE6-8E86-F6F1441EF617}"/>
                    </a:ext>
                  </a:extLst>
                </p:cNvPr>
                <p:cNvSpPr/>
                <p:nvPr/>
              </p:nvSpPr>
              <p:spPr>
                <a:xfrm>
                  <a:off x="2197748" y="5289662"/>
                  <a:ext cx="2487136" cy="2353475"/>
                </a:xfrm>
                <a:custGeom>
                  <a:avLst/>
                  <a:gdLst>
                    <a:gd name="connsiteX0" fmla="*/ 0 w 799686"/>
                    <a:gd name="connsiteY0" fmla="*/ 0 h 708473"/>
                    <a:gd name="connsiteX1" fmla="*/ 799686 w 799686"/>
                    <a:gd name="connsiteY1" fmla="*/ 0 h 708473"/>
                    <a:gd name="connsiteX2" fmla="*/ 799686 w 799686"/>
                    <a:gd name="connsiteY2" fmla="*/ 708473 h 708473"/>
                    <a:gd name="connsiteX3" fmla="*/ 0 w 799686"/>
                    <a:gd name="connsiteY3" fmla="*/ 708473 h 708473"/>
                    <a:gd name="connsiteX4" fmla="*/ 0 w 799686"/>
                    <a:gd name="connsiteY4" fmla="*/ 0 h 708473"/>
                    <a:gd name="connsiteX0" fmla="*/ 0 w 799686"/>
                    <a:gd name="connsiteY0" fmla="*/ 0 h 1051373"/>
                    <a:gd name="connsiteX1" fmla="*/ 799686 w 799686"/>
                    <a:gd name="connsiteY1" fmla="*/ 0 h 1051373"/>
                    <a:gd name="connsiteX2" fmla="*/ 799686 w 799686"/>
                    <a:gd name="connsiteY2" fmla="*/ 708473 h 1051373"/>
                    <a:gd name="connsiteX3" fmla="*/ 88900 w 799686"/>
                    <a:gd name="connsiteY3" fmla="*/ 1051373 h 1051373"/>
                    <a:gd name="connsiteX4" fmla="*/ 0 w 799686"/>
                    <a:gd name="connsiteY4" fmla="*/ 0 h 1051373"/>
                    <a:gd name="connsiteX0" fmla="*/ 0 w 1269586"/>
                    <a:gd name="connsiteY0" fmla="*/ 0 h 1813373"/>
                    <a:gd name="connsiteX1" fmla="*/ 1269586 w 1269586"/>
                    <a:gd name="connsiteY1" fmla="*/ 762000 h 1813373"/>
                    <a:gd name="connsiteX2" fmla="*/ 1269586 w 1269586"/>
                    <a:gd name="connsiteY2" fmla="*/ 1470473 h 1813373"/>
                    <a:gd name="connsiteX3" fmla="*/ 558800 w 1269586"/>
                    <a:gd name="connsiteY3" fmla="*/ 1813373 h 1813373"/>
                    <a:gd name="connsiteX4" fmla="*/ 0 w 1269586"/>
                    <a:gd name="connsiteY4" fmla="*/ 0 h 1813373"/>
                    <a:gd name="connsiteX0" fmla="*/ 0 w 1320386"/>
                    <a:gd name="connsiteY0" fmla="*/ 139700 h 1953073"/>
                    <a:gd name="connsiteX1" fmla="*/ 1320386 w 1320386"/>
                    <a:gd name="connsiteY1" fmla="*/ 0 h 1953073"/>
                    <a:gd name="connsiteX2" fmla="*/ 1269586 w 1320386"/>
                    <a:gd name="connsiteY2" fmla="*/ 1610173 h 1953073"/>
                    <a:gd name="connsiteX3" fmla="*/ 558800 w 1320386"/>
                    <a:gd name="connsiteY3" fmla="*/ 1953073 h 1953073"/>
                    <a:gd name="connsiteX4" fmla="*/ 0 w 1320386"/>
                    <a:gd name="connsiteY4" fmla="*/ 139700 h 1953073"/>
                    <a:gd name="connsiteX0" fmla="*/ 0 w 1320386"/>
                    <a:gd name="connsiteY0" fmla="*/ 139700 h 1953073"/>
                    <a:gd name="connsiteX1" fmla="*/ 1320386 w 1320386"/>
                    <a:gd name="connsiteY1" fmla="*/ 0 h 1953073"/>
                    <a:gd name="connsiteX2" fmla="*/ 558800 w 1320386"/>
                    <a:gd name="connsiteY2" fmla="*/ 1953073 h 1953073"/>
                    <a:gd name="connsiteX3" fmla="*/ 0 w 1320386"/>
                    <a:gd name="connsiteY3" fmla="*/ 139700 h 1953073"/>
                    <a:gd name="connsiteX0" fmla="*/ 0 w 1589232"/>
                    <a:gd name="connsiteY0" fmla="*/ 139700 h 1953073"/>
                    <a:gd name="connsiteX1" fmla="*/ 1320386 w 1589232"/>
                    <a:gd name="connsiteY1" fmla="*/ 0 h 1953073"/>
                    <a:gd name="connsiteX2" fmla="*/ 558800 w 1589232"/>
                    <a:gd name="connsiteY2" fmla="*/ 1953073 h 1953073"/>
                    <a:gd name="connsiteX3" fmla="*/ 0 w 1589232"/>
                    <a:gd name="connsiteY3" fmla="*/ 139700 h 1953073"/>
                    <a:gd name="connsiteX0" fmla="*/ 499635 w 2088867"/>
                    <a:gd name="connsiteY0" fmla="*/ 139700 h 1953073"/>
                    <a:gd name="connsiteX1" fmla="*/ 1820021 w 2088867"/>
                    <a:gd name="connsiteY1" fmla="*/ 0 h 1953073"/>
                    <a:gd name="connsiteX2" fmla="*/ 1058435 w 2088867"/>
                    <a:gd name="connsiteY2" fmla="*/ 1953073 h 1953073"/>
                    <a:gd name="connsiteX3" fmla="*/ 499635 w 2088867"/>
                    <a:gd name="connsiteY3" fmla="*/ 139700 h 1953073"/>
                    <a:gd name="connsiteX0" fmla="*/ 520808 w 2110040"/>
                    <a:gd name="connsiteY0" fmla="*/ 139700 h 1953073"/>
                    <a:gd name="connsiteX1" fmla="*/ 1841194 w 2110040"/>
                    <a:gd name="connsiteY1" fmla="*/ 0 h 1953073"/>
                    <a:gd name="connsiteX2" fmla="*/ 1079608 w 2110040"/>
                    <a:gd name="connsiteY2" fmla="*/ 1953073 h 1953073"/>
                    <a:gd name="connsiteX3" fmla="*/ 520808 w 2110040"/>
                    <a:gd name="connsiteY3" fmla="*/ 139700 h 1953073"/>
                    <a:gd name="connsiteX0" fmla="*/ 356377 w 1945609"/>
                    <a:gd name="connsiteY0" fmla="*/ 139700 h 1953073"/>
                    <a:gd name="connsiteX1" fmla="*/ 1676763 w 1945609"/>
                    <a:gd name="connsiteY1" fmla="*/ 0 h 1953073"/>
                    <a:gd name="connsiteX2" fmla="*/ 915177 w 1945609"/>
                    <a:gd name="connsiteY2" fmla="*/ 1953073 h 1953073"/>
                    <a:gd name="connsiteX3" fmla="*/ 356377 w 1945609"/>
                    <a:gd name="connsiteY3" fmla="*/ 139700 h 1953073"/>
                    <a:gd name="connsiteX0" fmla="*/ 421865 w 2011097"/>
                    <a:gd name="connsiteY0" fmla="*/ 139700 h 1953073"/>
                    <a:gd name="connsiteX1" fmla="*/ 1742251 w 2011097"/>
                    <a:gd name="connsiteY1" fmla="*/ 0 h 1953073"/>
                    <a:gd name="connsiteX2" fmla="*/ 980665 w 2011097"/>
                    <a:gd name="connsiteY2" fmla="*/ 1953073 h 1953073"/>
                    <a:gd name="connsiteX3" fmla="*/ 421865 w 2011097"/>
                    <a:gd name="connsiteY3" fmla="*/ 139700 h 1953073"/>
                    <a:gd name="connsiteX0" fmla="*/ 432822 w 2022054"/>
                    <a:gd name="connsiteY0" fmla="*/ 139700 h 1953073"/>
                    <a:gd name="connsiteX1" fmla="*/ 1753208 w 2022054"/>
                    <a:gd name="connsiteY1" fmla="*/ 0 h 1953073"/>
                    <a:gd name="connsiteX2" fmla="*/ 991622 w 2022054"/>
                    <a:gd name="connsiteY2" fmla="*/ 1953073 h 1953073"/>
                    <a:gd name="connsiteX3" fmla="*/ 432822 w 2022054"/>
                    <a:gd name="connsiteY3" fmla="*/ 139700 h 1953073"/>
                    <a:gd name="connsiteX0" fmla="*/ 384320 w 2049752"/>
                    <a:gd name="connsiteY0" fmla="*/ 63500 h 1953073"/>
                    <a:gd name="connsiteX1" fmla="*/ 1780906 w 2049752"/>
                    <a:gd name="connsiteY1" fmla="*/ 0 h 1953073"/>
                    <a:gd name="connsiteX2" fmla="*/ 1019320 w 2049752"/>
                    <a:gd name="connsiteY2" fmla="*/ 1953073 h 1953073"/>
                    <a:gd name="connsiteX3" fmla="*/ 384320 w 2049752"/>
                    <a:gd name="connsiteY3" fmla="*/ 63500 h 1953073"/>
                    <a:gd name="connsiteX0" fmla="*/ 384320 w 2069519"/>
                    <a:gd name="connsiteY0" fmla="*/ 88900 h 1978473"/>
                    <a:gd name="connsiteX1" fmla="*/ 1831706 w 2069519"/>
                    <a:gd name="connsiteY1" fmla="*/ 0 h 1978473"/>
                    <a:gd name="connsiteX2" fmla="*/ 1019320 w 2069519"/>
                    <a:gd name="connsiteY2" fmla="*/ 1978473 h 1978473"/>
                    <a:gd name="connsiteX3" fmla="*/ 384320 w 2069519"/>
                    <a:gd name="connsiteY3" fmla="*/ 88900 h 1978473"/>
                    <a:gd name="connsiteX0" fmla="*/ 384320 w 2090836"/>
                    <a:gd name="connsiteY0" fmla="*/ 88900 h 1978473"/>
                    <a:gd name="connsiteX1" fmla="*/ 1831706 w 2090836"/>
                    <a:gd name="connsiteY1" fmla="*/ 0 h 1978473"/>
                    <a:gd name="connsiteX2" fmla="*/ 1019320 w 2090836"/>
                    <a:gd name="connsiteY2" fmla="*/ 1978473 h 1978473"/>
                    <a:gd name="connsiteX3" fmla="*/ 384320 w 2090836"/>
                    <a:gd name="connsiteY3" fmla="*/ 88900 h 19784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90836" h="1978473">
                      <a:moveTo>
                        <a:pt x="384320" y="88900"/>
                      </a:moveTo>
                      <a:lnTo>
                        <a:pt x="1831706" y="0"/>
                      </a:lnTo>
                      <a:cubicBezTo>
                        <a:pt x="1577844" y="651024"/>
                        <a:pt x="3000382" y="1276649"/>
                        <a:pt x="1019320" y="1978473"/>
                      </a:cubicBezTo>
                      <a:cubicBezTo>
                        <a:pt x="-894147" y="1386715"/>
                        <a:pt x="494387" y="363158"/>
                        <a:pt x="384320" y="88900"/>
                      </a:cubicBezTo>
                      <a:close/>
                    </a:path>
                  </a:pathLst>
                </a:custGeom>
                <a:solidFill>
                  <a:srgbClr val="F8ED3B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71703C95-16E3-C148-6173-A48BAEAE1C0F}"/>
                    </a:ext>
                  </a:extLst>
                </p:cNvPr>
                <p:cNvSpPr/>
                <p:nvPr/>
              </p:nvSpPr>
              <p:spPr>
                <a:xfrm>
                  <a:off x="2197748" y="6180733"/>
                  <a:ext cx="2487136" cy="870335"/>
                </a:xfrm>
                <a:custGeom>
                  <a:avLst/>
                  <a:gdLst>
                    <a:gd name="connsiteX0" fmla="*/ 85313 w 2090836"/>
                    <a:gd name="connsiteY0" fmla="*/ 0 h 731656"/>
                    <a:gd name="connsiteX1" fmla="*/ 103638 w 2090836"/>
                    <a:gd name="connsiteY1" fmla="*/ 13227 h 731656"/>
                    <a:gd name="connsiteX2" fmla="*/ 1901708 w 2090836"/>
                    <a:gd name="connsiteY2" fmla="*/ 98568 h 731656"/>
                    <a:gd name="connsiteX3" fmla="*/ 2012822 w 2090836"/>
                    <a:gd name="connsiteY3" fmla="*/ 45877 h 731656"/>
                    <a:gd name="connsiteX4" fmla="*/ 2035732 w 2090836"/>
                    <a:gd name="connsiteY4" fmla="*/ 101169 h 731656"/>
                    <a:gd name="connsiteX5" fmla="*/ 2089158 w 2090836"/>
                    <a:gd name="connsiteY5" fmla="*/ 406818 h 731656"/>
                    <a:gd name="connsiteX6" fmla="*/ 2082082 w 2090836"/>
                    <a:gd name="connsiteY6" fmla="*/ 454530 h 731656"/>
                    <a:gd name="connsiteX7" fmla="*/ 2061872 w 2090836"/>
                    <a:gd name="connsiteY7" fmla="*/ 462605 h 731656"/>
                    <a:gd name="connsiteX8" fmla="*/ 100105 w 2090836"/>
                    <a:gd name="connsiteY8" fmla="*/ 467357 h 731656"/>
                    <a:gd name="connsiteX9" fmla="*/ 3394 w 2090836"/>
                    <a:gd name="connsiteY9" fmla="*/ 410264 h 731656"/>
                    <a:gd name="connsiteX10" fmla="*/ 293 w 2090836"/>
                    <a:gd name="connsiteY10" fmla="*/ 375443 h 731656"/>
                    <a:gd name="connsiteX11" fmla="*/ 70262 w 2090836"/>
                    <a:gd name="connsiteY11" fmla="*/ 32997 h 731656"/>
                    <a:gd name="connsiteX12" fmla="*/ 85313 w 2090836"/>
                    <a:gd name="connsiteY12" fmla="*/ 0 h 7316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090836" h="731656">
                      <a:moveTo>
                        <a:pt x="85313" y="0"/>
                      </a:moveTo>
                      <a:lnTo>
                        <a:pt x="103638" y="13227"/>
                      </a:lnTo>
                      <a:cubicBezTo>
                        <a:pt x="624258" y="359537"/>
                        <a:pt x="1237831" y="390353"/>
                        <a:pt x="1901708" y="98568"/>
                      </a:cubicBezTo>
                      <a:lnTo>
                        <a:pt x="2012822" y="45877"/>
                      </a:lnTo>
                      <a:lnTo>
                        <a:pt x="2035732" y="101169"/>
                      </a:lnTo>
                      <a:cubicBezTo>
                        <a:pt x="2073333" y="202458"/>
                        <a:pt x="2097601" y="304211"/>
                        <a:pt x="2089158" y="406818"/>
                      </a:cubicBezTo>
                      <a:lnTo>
                        <a:pt x="2082082" y="454530"/>
                      </a:lnTo>
                      <a:lnTo>
                        <a:pt x="2061872" y="462605"/>
                      </a:lnTo>
                      <a:cubicBezTo>
                        <a:pt x="1621195" y="644809"/>
                        <a:pt x="981489" y="961521"/>
                        <a:pt x="100105" y="467357"/>
                      </a:cubicBezTo>
                      <a:lnTo>
                        <a:pt x="3394" y="410264"/>
                      </a:lnTo>
                      <a:lnTo>
                        <a:pt x="293" y="375443"/>
                      </a:lnTo>
                      <a:cubicBezTo>
                        <a:pt x="-3282" y="258620"/>
                        <a:pt x="26146" y="142970"/>
                        <a:pt x="70262" y="32997"/>
                      </a:cubicBezTo>
                      <a:lnTo>
                        <a:pt x="85313" y="0"/>
                      </a:lnTo>
                      <a:close/>
                    </a:path>
                  </a:pathLst>
                </a:custGeom>
                <a:solidFill>
                  <a:sysClr val="windowText" lastClr="000000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6FCD74C9-3C1E-9905-B8F7-5B35D1018661}"/>
                  </a:ext>
                </a:extLst>
              </p:cNvPr>
              <p:cNvGrpSpPr/>
              <p:nvPr/>
            </p:nvGrpSpPr>
            <p:grpSpPr>
              <a:xfrm rot="18237131" flipH="1">
                <a:off x="4072573" y="3748414"/>
                <a:ext cx="1434170" cy="1821427"/>
                <a:chOff x="1969722" y="3425409"/>
                <a:chExt cx="1205650" cy="1531201"/>
              </a:xfrm>
              <a:solidFill>
                <a:sysClr val="window" lastClr="FFFFFF">
                  <a:lumMod val="95000"/>
                </a:sysClr>
              </a:solidFill>
            </p:grpSpPr>
            <p:sp>
              <p:nvSpPr>
                <p:cNvPr id="113" name="Oval 112">
                  <a:extLst>
                    <a:ext uri="{FF2B5EF4-FFF2-40B4-BE49-F238E27FC236}">
                      <a16:creationId xmlns:a16="http://schemas.microsoft.com/office/drawing/2014/main" id="{43B07106-021A-D3EA-F59C-9C5625146C69}"/>
                    </a:ext>
                  </a:extLst>
                </p:cNvPr>
                <p:cNvSpPr/>
                <p:nvPr/>
              </p:nvSpPr>
              <p:spPr>
                <a:xfrm rot="19150760">
                  <a:off x="2041611" y="4058229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08467302-C844-4BC6-C011-6C3DE24543A0}"/>
                    </a:ext>
                  </a:extLst>
                </p:cNvPr>
                <p:cNvSpPr/>
                <p:nvPr/>
              </p:nvSpPr>
              <p:spPr>
                <a:xfrm rot="381509">
                  <a:off x="1969722" y="3425409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92" name="Group 91">
                <a:extLst>
                  <a:ext uri="{FF2B5EF4-FFF2-40B4-BE49-F238E27FC236}">
                    <a16:creationId xmlns:a16="http://schemas.microsoft.com/office/drawing/2014/main" id="{067297CF-8E90-6036-9DA5-B99E52B1BE94}"/>
                  </a:ext>
                </a:extLst>
              </p:cNvPr>
              <p:cNvGrpSpPr/>
              <p:nvPr/>
            </p:nvGrpSpPr>
            <p:grpSpPr>
              <a:xfrm rot="2251720">
                <a:off x="1390666" y="3797659"/>
                <a:ext cx="1434170" cy="1821427"/>
                <a:chOff x="1969722" y="3425409"/>
                <a:chExt cx="1205650" cy="1531201"/>
              </a:xfrm>
              <a:solidFill>
                <a:sysClr val="window" lastClr="FFFFFF">
                  <a:lumMod val="95000"/>
                </a:sysClr>
              </a:solidFill>
            </p:grpSpPr>
            <p:sp>
              <p:nvSpPr>
                <p:cNvPr id="111" name="Oval 110">
                  <a:extLst>
                    <a:ext uri="{FF2B5EF4-FFF2-40B4-BE49-F238E27FC236}">
                      <a16:creationId xmlns:a16="http://schemas.microsoft.com/office/drawing/2014/main" id="{85886F00-9D9B-C402-476B-641E6CB81CD9}"/>
                    </a:ext>
                  </a:extLst>
                </p:cNvPr>
                <p:cNvSpPr/>
                <p:nvPr/>
              </p:nvSpPr>
              <p:spPr>
                <a:xfrm rot="19150760">
                  <a:off x="2041611" y="4058229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2" name="Oval 111">
                  <a:extLst>
                    <a:ext uri="{FF2B5EF4-FFF2-40B4-BE49-F238E27FC236}">
                      <a16:creationId xmlns:a16="http://schemas.microsoft.com/office/drawing/2014/main" id="{428B5798-4006-2B63-8195-E5F7CCFB136F}"/>
                    </a:ext>
                  </a:extLst>
                </p:cNvPr>
                <p:cNvSpPr/>
                <p:nvPr/>
              </p:nvSpPr>
              <p:spPr>
                <a:xfrm rot="381509">
                  <a:off x="1969722" y="3425409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03DD638B-74C2-2F4B-99F2-BE7EEAC97473}"/>
                  </a:ext>
                </a:extLst>
              </p:cNvPr>
              <p:cNvGrpSpPr/>
              <p:nvPr/>
            </p:nvGrpSpPr>
            <p:grpSpPr>
              <a:xfrm>
                <a:off x="1716721" y="4342499"/>
                <a:ext cx="3573875" cy="3076627"/>
                <a:chOff x="1583316" y="3140485"/>
                <a:chExt cx="3573875" cy="3076627"/>
              </a:xfrm>
            </p:grpSpPr>
            <p:sp>
              <p:nvSpPr>
                <p:cNvPr id="94" name="Rectangle 8">
                  <a:extLst>
                    <a:ext uri="{FF2B5EF4-FFF2-40B4-BE49-F238E27FC236}">
                      <a16:creationId xmlns:a16="http://schemas.microsoft.com/office/drawing/2014/main" id="{634E1943-2CB0-FF77-6D16-FC711C72F6E3}"/>
                    </a:ext>
                  </a:extLst>
                </p:cNvPr>
                <p:cNvSpPr/>
                <p:nvPr/>
              </p:nvSpPr>
              <p:spPr>
                <a:xfrm>
                  <a:off x="1583316" y="3140485"/>
                  <a:ext cx="3573875" cy="3076627"/>
                </a:xfrm>
                <a:custGeom>
                  <a:avLst/>
                  <a:gdLst>
                    <a:gd name="connsiteX0" fmla="*/ 0 w 2057400"/>
                    <a:gd name="connsiteY0" fmla="*/ 0 h 647700"/>
                    <a:gd name="connsiteX1" fmla="*/ 2057400 w 2057400"/>
                    <a:gd name="connsiteY1" fmla="*/ 0 h 647700"/>
                    <a:gd name="connsiteX2" fmla="*/ 2057400 w 2057400"/>
                    <a:gd name="connsiteY2" fmla="*/ 647700 h 647700"/>
                    <a:gd name="connsiteX3" fmla="*/ 0 w 2057400"/>
                    <a:gd name="connsiteY3" fmla="*/ 647700 h 647700"/>
                    <a:gd name="connsiteX4" fmla="*/ 0 w 2057400"/>
                    <a:gd name="connsiteY4" fmla="*/ 0 h 647700"/>
                    <a:gd name="connsiteX0" fmla="*/ 0 w 2057400"/>
                    <a:gd name="connsiteY0" fmla="*/ 0 h 647700"/>
                    <a:gd name="connsiteX1" fmla="*/ 2057400 w 2057400"/>
                    <a:gd name="connsiteY1" fmla="*/ 0 h 647700"/>
                    <a:gd name="connsiteX2" fmla="*/ 0 w 2057400"/>
                    <a:gd name="connsiteY2" fmla="*/ 647700 h 647700"/>
                    <a:gd name="connsiteX3" fmla="*/ 0 w 2057400"/>
                    <a:gd name="connsiteY3" fmla="*/ 0 h 647700"/>
                    <a:gd name="connsiteX0" fmla="*/ 0 w 2222500"/>
                    <a:gd name="connsiteY0" fmla="*/ 0 h 647700"/>
                    <a:gd name="connsiteX1" fmla="*/ 2222500 w 2222500"/>
                    <a:gd name="connsiteY1" fmla="*/ 482600 h 647700"/>
                    <a:gd name="connsiteX2" fmla="*/ 0 w 2222500"/>
                    <a:gd name="connsiteY2" fmla="*/ 647700 h 647700"/>
                    <a:gd name="connsiteX3" fmla="*/ 0 w 2222500"/>
                    <a:gd name="connsiteY3" fmla="*/ 0 h 647700"/>
                    <a:gd name="connsiteX0" fmla="*/ 0 w 2222500"/>
                    <a:gd name="connsiteY0" fmla="*/ 0 h 840315"/>
                    <a:gd name="connsiteX1" fmla="*/ 2222500 w 2222500"/>
                    <a:gd name="connsiteY1" fmla="*/ 482600 h 840315"/>
                    <a:gd name="connsiteX2" fmla="*/ 0 w 2222500"/>
                    <a:gd name="connsiteY2" fmla="*/ 647700 h 840315"/>
                    <a:gd name="connsiteX3" fmla="*/ 0 w 2222500"/>
                    <a:gd name="connsiteY3" fmla="*/ 0 h 840315"/>
                    <a:gd name="connsiteX0" fmla="*/ 723900 w 2946400"/>
                    <a:gd name="connsiteY0" fmla="*/ 0 h 824792"/>
                    <a:gd name="connsiteX1" fmla="*/ 2946400 w 2946400"/>
                    <a:gd name="connsiteY1" fmla="*/ 482600 h 824792"/>
                    <a:gd name="connsiteX2" fmla="*/ 0 w 2946400"/>
                    <a:gd name="connsiteY2" fmla="*/ 596900 h 824792"/>
                    <a:gd name="connsiteX3" fmla="*/ 723900 w 2946400"/>
                    <a:gd name="connsiteY3" fmla="*/ 0 h 824792"/>
                    <a:gd name="connsiteX0" fmla="*/ 723900 w 2946400"/>
                    <a:gd name="connsiteY0" fmla="*/ 0 h 1205947"/>
                    <a:gd name="connsiteX1" fmla="*/ 2946400 w 2946400"/>
                    <a:gd name="connsiteY1" fmla="*/ 482600 h 1205947"/>
                    <a:gd name="connsiteX2" fmla="*/ 0 w 2946400"/>
                    <a:gd name="connsiteY2" fmla="*/ 596900 h 1205947"/>
                    <a:gd name="connsiteX3" fmla="*/ 723900 w 2946400"/>
                    <a:gd name="connsiteY3" fmla="*/ 0 h 1205947"/>
                    <a:gd name="connsiteX0" fmla="*/ 723900 w 2946423"/>
                    <a:gd name="connsiteY0" fmla="*/ 0 h 1218081"/>
                    <a:gd name="connsiteX1" fmla="*/ 2946400 w 2946423"/>
                    <a:gd name="connsiteY1" fmla="*/ 482600 h 1218081"/>
                    <a:gd name="connsiteX2" fmla="*/ 0 w 2946423"/>
                    <a:gd name="connsiteY2" fmla="*/ 596900 h 1218081"/>
                    <a:gd name="connsiteX3" fmla="*/ 723900 w 2946423"/>
                    <a:gd name="connsiteY3" fmla="*/ 0 h 1218081"/>
                    <a:gd name="connsiteX0" fmla="*/ 0 w 2946423"/>
                    <a:gd name="connsiteY0" fmla="*/ 114300 h 735481"/>
                    <a:gd name="connsiteX1" fmla="*/ 2946400 w 2946423"/>
                    <a:gd name="connsiteY1" fmla="*/ 0 h 735481"/>
                    <a:gd name="connsiteX2" fmla="*/ 0 w 2946423"/>
                    <a:gd name="connsiteY2" fmla="*/ 114300 h 735481"/>
                    <a:gd name="connsiteX0" fmla="*/ 27 w 2946450"/>
                    <a:gd name="connsiteY0" fmla="*/ 1545489 h 2166670"/>
                    <a:gd name="connsiteX1" fmla="*/ 2946427 w 2946450"/>
                    <a:gd name="connsiteY1" fmla="*/ 1431189 h 2166670"/>
                    <a:gd name="connsiteX2" fmla="*/ 27 w 2946450"/>
                    <a:gd name="connsiteY2" fmla="*/ 1545489 h 2166670"/>
                    <a:gd name="connsiteX0" fmla="*/ 16 w 3015713"/>
                    <a:gd name="connsiteY0" fmla="*/ 2044822 h 2666003"/>
                    <a:gd name="connsiteX1" fmla="*/ 2946416 w 3015713"/>
                    <a:gd name="connsiteY1" fmla="*/ 1930522 h 2666003"/>
                    <a:gd name="connsiteX2" fmla="*/ 16 w 3015713"/>
                    <a:gd name="connsiteY2" fmla="*/ 2044822 h 2666003"/>
                    <a:gd name="connsiteX0" fmla="*/ 11809 w 3023631"/>
                    <a:gd name="connsiteY0" fmla="*/ 1918700 h 2539881"/>
                    <a:gd name="connsiteX1" fmla="*/ 2958209 w 3023631"/>
                    <a:gd name="connsiteY1" fmla="*/ 1804400 h 2539881"/>
                    <a:gd name="connsiteX2" fmla="*/ 11809 w 3023631"/>
                    <a:gd name="connsiteY2" fmla="*/ 1918700 h 2539881"/>
                    <a:gd name="connsiteX0" fmla="*/ 11589 w 3038485"/>
                    <a:gd name="connsiteY0" fmla="*/ 1978139 h 2599320"/>
                    <a:gd name="connsiteX1" fmla="*/ 2957989 w 3038485"/>
                    <a:gd name="connsiteY1" fmla="*/ 1863839 h 2599320"/>
                    <a:gd name="connsiteX2" fmla="*/ 11589 w 3038485"/>
                    <a:gd name="connsiteY2" fmla="*/ 1978139 h 2599320"/>
                    <a:gd name="connsiteX0" fmla="*/ 11480 w 3075773"/>
                    <a:gd name="connsiteY0" fmla="*/ 1978139 h 2599320"/>
                    <a:gd name="connsiteX1" fmla="*/ 2995980 w 3075773"/>
                    <a:gd name="connsiteY1" fmla="*/ 1863839 h 2599320"/>
                    <a:gd name="connsiteX2" fmla="*/ 11480 w 3075773"/>
                    <a:gd name="connsiteY2" fmla="*/ 1978139 h 2599320"/>
                    <a:gd name="connsiteX0" fmla="*/ 12565 w 3018177"/>
                    <a:gd name="connsiteY0" fmla="*/ 1973844 h 2595025"/>
                    <a:gd name="connsiteX1" fmla="*/ 2997065 w 3018177"/>
                    <a:gd name="connsiteY1" fmla="*/ 1859544 h 2595025"/>
                    <a:gd name="connsiteX2" fmla="*/ 12565 w 3018177"/>
                    <a:gd name="connsiteY2" fmla="*/ 1973844 h 2595025"/>
                    <a:gd name="connsiteX0" fmla="*/ 12524 w 3019686"/>
                    <a:gd name="connsiteY0" fmla="*/ 2087884 h 2709065"/>
                    <a:gd name="connsiteX1" fmla="*/ 2997024 w 3019686"/>
                    <a:gd name="connsiteY1" fmla="*/ 1973584 h 2709065"/>
                    <a:gd name="connsiteX2" fmla="*/ 12524 w 3019686"/>
                    <a:gd name="connsiteY2" fmla="*/ 2087884 h 2709065"/>
                    <a:gd name="connsiteX0" fmla="*/ 11347 w 3018584"/>
                    <a:gd name="connsiteY0" fmla="*/ 1949183 h 2570364"/>
                    <a:gd name="connsiteX1" fmla="*/ 2995847 w 3018584"/>
                    <a:gd name="connsiteY1" fmla="*/ 1834883 h 2570364"/>
                    <a:gd name="connsiteX2" fmla="*/ 11347 w 3018584"/>
                    <a:gd name="connsiteY2" fmla="*/ 1949183 h 2570364"/>
                    <a:gd name="connsiteX0" fmla="*/ 11415 w 2996562"/>
                    <a:gd name="connsiteY0" fmla="*/ 1949183 h 2570364"/>
                    <a:gd name="connsiteX1" fmla="*/ 2973690 w 2996562"/>
                    <a:gd name="connsiteY1" fmla="*/ 1834883 h 2570364"/>
                    <a:gd name="connsiteX2" fmla="*/ 11415 w 2996562"/>
                    <a:gd name="connsiteY2" fmla="*/ 1949183 h 2570364"/>
                    <a:gd name="connsiteX0" fmla="*/ 11415 w 2996562"/>
                    <a:gd name="connsiteY0" fmla="*/ 1949183 h 2588913"/>
                    <a:gd name="connsiteX1" fmla="*/ 2973690 w 2996562"/>
                    <a:gd name="connsiteY1" fmla="*/ 1834883 h 2588913"/>
                    <a:gd name="connsiteX2" fmla="*/ 11415 w 2996562"/>
                    <a:gd name="connsiteY2" fmla="*/ 1949183 h 2588913"/>
                    <a:gd name="connsiteX0" fmla="*/ 11415 w 2996562"/>
                    <a:gd name="connsiteY0" fmla="*/ 1949183 h 2588913"/>
                    <a:gd name="connsiteX1" fmla="*/ 2973690 w 2996562"/>
                    <a:gd name="connsiteY1" fmla="*/ 1834883 h 2588913"/>
                    <a:gd name="connsiteX2" fmla="*/ 11415 w 2996562"/>
                    <a:gd name="connsiteY2" fmla="*/ 1949183 h 2588913"/>
                    <a:gd name="connsiteX0" fmla="*/ 11454 w 2983978"/>
                    <a:gd name="connsiteY0" fmla="*/ 1924976 h 2585410"/>
                    <a:gd name="connsiteX1" fmla="*/ 2961029 w 2983978"/>
                    <a:gd name="connsiteY1" fmla="*/ 1861476 h 2585410"/>
                    <a:gd name="connsiteX2" fmla="*/ 11454 w 2983978"/>
                    <a:gd name="connsiteY2" fmla="*/ 1924976 h 2585410"/>
                    <a:gd name="connsiteX0" fmla="*/ 11454 w 2983978"/>
                    <a:gd name="connsiteY0" fmla="*/ 1924976 h 2619551"/>
                    <a:gd name="connsiteX1" fmla="*/ 2961029 w 2983978"/>
                    <a:gd name="connsiteY1" fmla="*/ 1861476 h 2619551"/>
                    <a:gd name="connsiteX2" fmla="*/ 11454 w 2983978"/>
                    <a:gd name="connsiteY2" fmla="*/ 1924976 h 2619551"/>
                    <a:gd name="connsiteX0" fmla="*/ 18254 w 2990383"/>
                    <a:gd name="connsiteY0" fmla="*/ 1924976 h 2619551"/>
                    <a:gd name="connsiteX1" fmla="*/ 2967829 w 2990383"/>
                    <a:gd name="connsiteY1" fmla="*/ 1861476 h 2619551"/>
                    <a:gd name="connsiteX2" fmla="*/ 18254 w 2990383"/>
                    <a:gd name="connsiteY2" fmla="*/ 1924976 h 2619551"/>
                    <a:gd name="connsiteX0" fmla="*/ 32932 w 3004414"/>
                    <a:gd name="connsiteY0" fmla="*/ 1891823 h 2586398"/>
                    <a:gd name="connsiteX1" fmla="*/ 2982507 w 3004414"/>
                    <a:gd name="connsiteY1" fmla="*/ 1828323 h 2586398"/>
                    <a:gd name="connsiteX2" fmla="*/ 32932 w 3004414"/>
                    <a:gd name="connsiteY2" fmla="*/ 1891823 h 25863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004414" h="2586398">
                      <a:moveTo>
                        <a:pt x="32932" y="1891823"/>
                      </a:moveTo>
                      <a:cubicBezTo>
                        <a:pt x="-385110" y="-791052"/>
                        <a:pt x="3321174" y="-444977"/>
                        <a:pt x="2982507" y="1828323"/>
                      </a:cubicBezTo>
                      <a:cubicBezTo>
                        <a:pt x="2990974" y="2594556"/>
                        <a:pt x="430865" y="3030590"/>
                        <a:pt x="32932" y="1891823"/>
                      </a:cubicBezTo>
                      <a:close/>
                    </a:path>
                  </a:pathLst>
                </a:custGeom>
                <a:solidFill>
                  <a:srgbClr val="F8ED3B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6" name="Arc 95">
                  <a:extLst>
                    <a:ext uri="{FF2B5EF4-FFF2-40B4-BE49-F238E27FC236}">
                      <a16:creationId xmlns:a16="http://schemas.microsoft.com/office/drawing/2014/main" id="{59DDB719-C4E9-683A-2B07-87D4E58A72C5}"/>
                    </a:ext>
                  </a:extLst>
                </p:cNvPr>
                <p:cNvSpPr/>
                <p:nvPr/>
              </p:nvSpPr>
              <p:spPr>
                <a:xfrm rot="9634460">
                  <a:off x="3151578" y="5059982"/>
                  <a:ext cx="303962" cy="275084"/>
                </a:xfrm>
                <a:prstGeom prst="arc">
                  <a:avLst>
                    <a:gd name="adj1" fmla="val 12939651"/>
                    <a:gd name="adj2" fmla="val 0"/>
                  </a:avLst>
                </a:pr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BD5579B-D939-4E9B-4AA4-0CF72C57848D}"/>
                    </a:ext>
                  </a:extLst>
                </p:cNvPr>
                <p:cNvGrpSpPr/>
                <p:nvPr/>
              </p:nvGrpSpPr>
              <p:grpSpPr>
                <a:xfrm rot="10473855" flipH="1">
                  <a:off x="3992823" y="4376330"/>
                  <a:ext cx="563582" cy="341024"/>
                  <a:chOff x="7918336" y="2107505"/>
                  <a:chExt cx="563582" cy="341024"/>
                </a:xfrm>
              </p:grpSpPr>
              <p:sp>
                <p:nvSpPr>
                  <p:cNvPr id="107" name="Freeform: Shape 106">
                    <a:extLst>
                      <a:ext uri="{FF2B5EF4-FFF2-40B4-BE49-F238E27FC236}">
                        <a16:creationId xmlns:a16="http://schemas.microsoft.com/office/drawing/2014/main" id="{544CD3CE-1B83-B134-C60F-7B0D8C0EBF6A}"/>
                      </a:ext>
                    </a:extLst>
                  </p:cNvPr>
                  <p:cNvSpPr/>
                  <p:nvPr/>
                </p:nvSpPr>
                <p:spPr>
                  <a:xfrm rot="1407024">
                    <a:off x="7918336" y="2107505"/>
                    <a:ext cx="456018" cy="341024"/>
                  </a:xfrm>
                  <a:custGeom>
                    <a:avLst/>
                    <a:gdLst>
                      <a:gd name="connsiteX0" fmla="*/ 494461 w 685477"/>
                      <a:gd name="connsiteY0" fmla="*/ 1472 h 512620"/>
                      <a:gd name="connsiteX1" fmla="*/ 665072 w 685477"/>
                      <a:gd name="connsiteY1" fmla="*/ 49959 h 512620"/>
                      <a:gd name="connsiteX2" fmla="*/ 685477 w 685477"/>
                      <a:gd name="connsiteY2" fmla="*/ 62993 h 512620"/>
                      <a:gd name="connsiteX3" fmla="*/ 675687 w 685477"/>
                      <a:gd name="connsiteY3" fmla="*/ 59992 h 512620"/>
                      <a:gd name="connsiteX4" fmla="*/ 584061 w 685477"/>
                      <a:gd name="connsiteY4" fmla="*/ 51580 h 512620"/>
                      <a:gd name="connsiteX5" fmla="*/ 492435 w 685477"/>
                      <a:gd name="connsiteY5" fmla="*/ 59992 h 512620"/>
                      <a:gd name="connsiteX6" fmla="*/ 465791 w 685477"/>
                      <a:gd name="connsiteY6" fmla="*/ 68160 h 512620"/>
                      <a:gd name="connsiteX7" fmla="*/ 409986 w 685477"/>
                      <a:gd name="connsiteY7" fmla="*/ 69908 h 512620"/>
                      <a:gd name="connsiteX8" fmla="*/ 3412 w 685477"/>
                      <a:gd name="connsiteY8" fmla="*/ 512620 h 512620"/>
                      <a:gd name="connsiteX9" fmla="*/ 401872 w 685477"/>
                      <a:gd name="connsiteY9" fmla="*/ 3412 h 512620"/>
                      <a:gd name="connsiteX10" fmla="*/ 494461 w 685477"/>
                      <a:gd name="connsiteY10" fmla="*/ 1472 h 512620"/>
                      <a:gd name="connsiteX0" fmla="*/ 494461 w 685477"/>
                      <a:gd name="connsiteY0" fmla="*/ 1472 h 512620"/>
                      <a:gd name="connsiteX1" fmla="*/ 665072 w 685477"/>
                      <a:gd name="connsiteY1" fmla="*/ 49959 h 512620"/>
                      <a:gd name="connsiteX2" fmla="*/ 685477 w 685477"/>
                      <a:gd name="connsiteY2" fmla="*/ 62993 h 512620"/>
                      <a:gd name="connsiteX3" fmla="*/ 675687 w 685477"/>
                      <a:gd name="connsiteY3" fmla="*/ 59992 h 512620"/>
                      <a:gd name="connsiteX4" fmla="*/ 584061 w 685477"/>
                      <a:gd name="connsiteY4" fmla="*/ 51580 h 512620"/>
                      <a:gd name="connsiteX5" fmla="*/ 492435 w 685477"/>
                      <a:gd name="connsiteY5" fmla="*/ 59992 h 512620"/>
                      <a:gd name="connsiteX6" fmla="*/ 409986 w 685477"/>
                      <a:gd name="connsiteY6" fmla="*/ 69908 h 512620"/>
                      <a:gd name="connsiteX7" fmla="*/ 3412 w 685477"/>
                      <a:gd name="connsiteY7" fmla="*/ 512620 h 512620"/>
                      <a:gd name="connsiteX8" fmla="*/ 401872 w 685477"/>
                      <a:gd name="connsiteY8" fmla="*/ 3412 h 512620"/>
                      <a:gd name="connsiteX9" fmla="*/ 494461 w 685477"/>
                      <a:gd name="connsiteY9" fmla="*/ 1472 h 5126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685477" h="512620">
                        <a:moveTo>
                          <a:pt x="494461" y="1472"/>
                        </a:moveTo>
                        <a:cubicBezTo>
                          <a:pt x="555023" y="6354"/>
                          <a:pt x="612803" y="23229"/>
                          <a:pt x="665072" y="49959"/>
                        </a:cubicBezTo>
                        <a:lnTo>
                          <a:pt x="685477" y="62993"/>
                        </a:lnTo>
                        <a:lnTo>
                          <a:pt x="675687" y="59992"/>
                        </a:lnTo>
                        <a:cubicBezTo>
                          <a:pt x="647525" y="54575"/>
                          <a:pt x="616562" y="51580"/>
                          <a:pt x="584061" y="51580"/>
                        </a:cubicBezTo>
                        <a:cubicBezTo>
                          <a:pt x="551560" y="51580"/>
                          <a:pt x="520597" y="54575"/>
                          <a:pt x="492435" y="59992"/>
                        </a:cubicBezTo>
                        <a:lnTo>
                          <a:pt x="409986" y="69908"/>
                        </a:lnTo>
                        <a:cubicBezTo>
                          <a:pt x="184061" y="97474"/>
                          <a:pt x="11686" y="285170"/>
                          <a:pt x="3412" y="512620"/>
                        </a:cubicBezTo>
                        <a:cubicBezTo>
                          <a:pt x="-27171" y="261974"/>
                          <a:pt x="151226" y="33994"/>
                          <a:pt x="401872" y="3412"/>
                        </a:cubicBezTo>
                        <a:cubicBezTo>
                          <a:pt x="433203" y="-411"/>
                          <a:pt x="464179" y="-969"/>
                          <a:pt x="494461" y="1472"/>
                        </a:cubicBezTo>
                        <a:close/>
                      </a:path>
                    </a:pathLst>
                  </a:cu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8" name="Freeform: Shape 107">
                    <a:extLst>
                      <a:ext uri="{FF2B5EF4-FFF2-40B4-BE49-F238E27FC236}">
                        <a16:creationId xmlns:a16="http://schemas.microsoft.com/office/drawing/2014/main" id="{077FA2AE-16B4-E5D0-A30A-2B39A2A5E48F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171278" y="2112392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9" name="Freeform: Shape 108">
                    <a:extLst>
                      <a:ext uri="{FF2B5EF4-FFF2-40B4-BE49-F238E27FC236}">
                        <a16:creationId xmlns:a16="http://schemas.microsoft.com/office/drawing/2014/main" id="{3F7E2F24-D221-8475-9CE2-CD4E93F16B38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280422" y="2153672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0" name="Freeform: Shape 109">
                    <a:extLst>
                      <a:ext uri="{FF2B5EF4-FFF2-40B4-BE49-F238E27FC236}">
                        <a16:creationId xmlns:a16="http://schemas.microsoft.com/office/drawing/2014/main" id="{E48B7A15-13D1-0D8E-C8C8-8459437D8621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364837" y="2208717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23D2B961-8C1C-2684-E721-99411EC4012D}"/>
                    </a:ext>
                  </a:extLst>
                </p:cNvPr>
                <p:cNvGrpSpPr/>
                <p:nvPr/>
              </p:nvGrpSpPr>
              <p:grpSpPr>
                <a:xfrm rot="10800000">
                  <a:off x="2147864" y="4363942"/>
                  <a:ext cx="563582" cy="341024"/>
                  <a:chOff x="7918336" y="2107505"/>
                  <a:chExt cx="563582" cy="341024"/>
                </a:xfrm>
              </p:grpSpPr>
              <p:sp>
                <p:nvSpPr>
                  <p:cNvPr id="103" name="Freeform: Shape 102">
                    <a:extLst>
                      <a:ext uri="{FF2B5EF4-FFF2-40B4-BE49-F238E27FC236}">
                        <a16:creationId xmlns:a16="http://schemas.microsoft.com/office/drawing/2014/main" id="{C63870FC-3EA6-EFAE-FA5E-223F33C75471}"/>
                      </a:ext>
                    </a:extLst>
                  </p:cNvPr>
                  <p:cNvSpPr/>
                  <p:nvPr/>
                </p:nvSpPr>
                <p:spPr>
                  <a:xfrm rot="1407024">
                    <a:off x="7918336" y="2107505"/>
                    <a:ext cx="456018" cy="341024"/>
                  </a:xfrm>
                  <a:custGeom>
                    <a:avLst/>
                    <a:gdLst>
                      <a:gd name="connsiteX0" fmla="*/ 494461 w 685477"/>
                      <a:gd name="connsiteY0" fmla="*/ 1472 h 512620"/>
                      <a:gd name="connsiteX1" fmla="*/ 665072 w 685477"/>
                      <a:gd name="connsiteY1" fmla="*/ 49959 h 512620"/>
                      <a:gd name="connsiteX2" fmla="*/ 685477 w 685477"/>
                      <a:gd name="connsiteY2" fmla="*/ 62993 h 512620"/>
                      <a:gd name="connsiteX3" fmla="*/ 675687 w 685477"/>
                      <a:gd name="connsiteY3" fmla="*/ 59992 h 512620"/>
                      <a:gd name="connsiteX4" fmla="*/ 584061 w 685477"/>
                      <a:gd name="connsiteY4" fmla="*/ 51580 h 512620"/>
                      <a:gd name="connsiteX5" fmla="*/ 492435 w 685477"/>
                      <a:gd name="connsiteY5" fmla="*/ 59992 h 512620"/>
                      <a:gd name="connsiteX6" fmla="*/ 465791 w 685477"/>
                      <a:gd name="connsiteY6" fmla="*/ 68160 h 512620"/>
                      <a:gd name="connsiteX7" fmla="*/ 409986 w 685477"/>
                      <a:gd name="connsiteY7" fmla="*/ 69908 h 512620"/>
                      <a:gd name="connsiteX8" fmla="*/ 3412 w 685477"/>
                      <a:gd name="connsiteY8" fmla="*/ 512620 h 512620"/>
                      <a:gd name="connsiteX9" fmla="*/ 401872 w 685477"/>
                      <a:gd name="connsiteY9" fmla="*/ 3412 h 512620"/>
                      <a:gd name="connsiteX10" fmla="*/ 494461 w 685477"/>
                      <a:gd name="connsiteY10" fmla="*/ 1472 h 512620"/>
                      <a:gd name="connsiteX0" fmla="*/ 494461 w 685477"/>
                      <a:gd name="connsiteY0" fmla="*/ 1472 h 512620"/>
                      <a:gd name="connsiteX1" fmla="*/ 665072 w 685477"/>
                      <a:gd name="connsiteY1" fmla="*/ 49959 h 512620"/>
                      <a:gd name="connsiteX2" fmla="*/ 685477 w 685477"/>
                      <a:gd name="connsiteY2" fmla="*/ 62993 h 512620"/>
                      <a:gd name="connsiteX3" fmla="*/ 675687 w 685477"/>
                      <a:gd name="connsiteY3" fmla="*/ 59992 h 512620"/>
                      <a:gd name="connsiteX4" fmla="*/ 584061 w 685477"/>
                      <a:gd name="connsiteY4" fmla="*/ 51580 h 512620"/>
                      <a:gd name="connsiteX5" fmla="*/ 492435 w 685477"/>
                      <a:gd name="connsiteY5" fmla="*/ 59992 h 512620"/>
                      <a:gd name="connsiteX6" fmla="*/ 409986 w 685477"/>
                      <a:gd name="connsiteY6" fmla="*/ 69908 h 512620"/>
                      <a:gd name="connsiteX7" fmla="*/ 3412 w 685477"/>
                      <a:gd name="connsiteY7" fmla="*/ 512620 h 512620"/>
                      <a:gd name="connsiteX8" fmla="*/ 401872 w 685477"/>
                      <a:gd name="connsiteY8" fmla="*/ 3412 h 512620"/>
                      <a:gd name="connsiteX9" fmla="*/ 494461 w 685477"/>
                      <a:gd name="connsiteY9" fmla="*/ 1472 h 5126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685477" h="512620">
                        <a:moveTo>
                          <a:pt x="494461" y="1472"/>
                        </a:moveTo>
                        <a:cubicBezTo>
                          <a:pt x="555023" y="6354"/>
                          <a:pt x="612803" y="23229"/>
                          <a:pt x="665072" y="49959"/>
                        </a:cubicBezTo>
                        <a:lnTo>
                          <a:pt x="685477" y="62993"/>
                        </a:lnTo>
                        <a:lnTo>
                          <a:pt x="675687" y="59992"/>
                        </a:lnTo>
                        <a:cubicBezTo>
                          <a:pt x="647525" y="54575"/>
                          <a:pt x="616562" y="51580"/>
                          <a:pt x="584061" y="51580"/>
                        </a:cubicBezTo>
                        <a:cubicBezTo>
                          <a:pt x="551560" y="51580"/>
                          <a:pt x="520597" y="54575"/>
                          <a:pt x="492435" y="59992"/>
                        </a:cubicBezTo>
                        <a:lnTo>
                          <a:pt x="409986" y="69908"/>
                        </a:lnTo>
                        <a:cubicBezTo>
                          <a:pt x="184061" y="97474"/>
                          <a:pt x="11686" y="285170"/>
                          <a:pt x="3412" y="512620"/>
                        </a:cubicBezTo>
                        <a:cubicBezTo>
                          <a:pt x="-27171" y="261974"/>
                          <a:pt x="151226" y="33994"/>
                          <a:pt x="401872" y="3412"/>
                        </a:cubicBezTo>
                        <a:cubicBezTo>
                          <a:pt x="433203" y="-411"/>
                          <a:pt x="464179" y="-969"/>
                          <a:pt x="494461" y="1472"/>
                        </a:cubicBezTo>
                        <a:close/>
                      </a:path>
                    </a:pathLst>
                  </a:cu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04" name="Freeform: Shape 103">
                    <a:extLst>
                      <a:ext uri="{FF2B5EF4-FFF2-40B4-BE49-F238E27FC236}">
                        <a16:creationId xmlns:a16="http://schemas.microsoft.com/office/drawing/2014/main" id="{D5B9B1EE-6849-47B6-419C-8A9047F30B25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171278" y="2112392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5" name="Freeform: Shape 104">
                    <a:extLst>
                      <a:ext uri="{FF2B5EF4-FFF2-40B4-BE49-F238E27FC236}">
                        <a16:creationId xmlns:a16="http://schemas.microsoft.com/office/drawing/2014/main" id="{E2951C7A-81C7-BE7D-E75E-F89870F64187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280422" y="2153672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6" name="Freeform: Shape 105">
                    <a:extLst>
                      <a:ext uri="{FF2B5EF4-FFF2-40B4-BE49-F238E27FC236}">
                        <a16:creationId xmlns:a16="http://schemas.microsoft.com/office/drawing/2014/main" id="{4716CA96-79D8-A09F-FB8A-CA17B74F531A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364837" y="2208717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2C3F1C38-C70C-0BDC-8763-1FC64B7F6BA4}"/>
                </a:ext>
              </a:extLst>
            </p:cNvPr>
            <p:cNvSpPr/>
            <p:nvPr/>
          </p:nvSpPr>
          <p:spPr>
            <a:xfrm>
              <a:off x="2039255" y="3970135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BBDC6692-284A-2488-A750-6F0F75AF9186}"/>
                </a:ext>
              </a:extLst>
            </p:cNvPr>
            <p:cNvSpPr/>
            <p:nvPr/>
          </p:nvSpPr>
          <p:spPr>
            <a:xfrm flipH="1">
              <a:off x="3659473" y="3985562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E07CEB5-A5A1-EEA9-ABC3-CA98D446F078}"/>
              </a:ext>
            </a:extLst>
          </p:cNvPr>
          <p:cNvGrpSpPr/>
          <p:nvPr/>
        </p:nvGrpSpPr>
        <p:grpSpPr>
          <a:xfrm>
            <a:off x="5727610" y="1931741"/>
            <a:ext cx="4309705" cy="4914258"/>
            <a:chOff x="1390666" y="2504868"/>
            <a:chExt cx="4309705" cy="4914258"/>
          </a:xfrm>
          <a:solidFill>
            <a:schemeClr val="bg1"/>
          </a:solidFill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2BD60F5-1D01-917D-A74E-6EB330928C62}"/>
                </a:ext>
              </a:extLst>
            </p:cNvPr>
            <p:cNvGrpSpPr/>
            <p:nvPr/>
          </p:nvGrpSpPr>
          <p:grpSpPr>
            <a:xfrm>
              <a:off x="1390666" y="2504868"/>
              <a:ext cx="4309705" cy="4914258"/>
              <a:chOff x="1390666" y="2504868"/>
              <a:chExt cx="4309705" cy="4914258"/>
            </a:xfrm>
            <a:grpFill/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A6723082-15A7-8EF2-B10C-B3B1ED7E85C2}"/>
                  </a:ext>
                </a:extLst>
              </p:cNvPr>
              <p:cNvGrpSpPr/>
              <p:nvPr/>
            </p:nvGrpSpPr>
            <p:grpSpPr>
              <a:xfrm rot="10800000">
                <a:off x="2156215" y="2504868"/>
                <a:ext cx="2487136" cy="2353475"/>
                <a:chOff x="2197748" y="5289662"/>
                <a:chExt cx="2487136" cy="2353475"/>
              </a:xfrm>
              <a:grpFill/>
            </p:grpSpPr>
            <p:sp>
              <p:nvSpPr>
                <p:cNvPr id="77" name="Rectangle 24">
                  <a:extLst>
                    <a:ext uri="{FF2B5EF4-FFF2-40B4-BE49-F238E27FC236}">
                      <a16:creationId xmlns:a16="http://schemas.microsoft.com/office/drawing/2014/main" id="{430FFBBB-20FB-8D8A-4B8C-055B2E5DA7D3}"/>
                    </a:ext>
                  </a:extLst>
                </p:cNvPr>
                <p:cNvSpPr/>
                <p:nvPr/>
              </p:nvSpPr>
              <p:spPr>
                <a:xfrm>
                  <a:off x="2197748" y="5289662"/>
                  <a:ext cx="2487136" cy="2353475"/>
                </a:xfrm>
                <a:custGeom>
                  <a:avLst/>
                  <a:gdLst>
                    <a:gd name="connsiteX0" fmla="*/ 0 w 799686"/>
                    <a:gd name="connsiteY0" fmla="*/ 0 h 708473"/>
                    <a:gd name="connsiteX1" fmla="*/ 799686 w 799686"/>
                    <a:gd name="connsiteY1" fmla="*/ 0 h 708473"/>
                    <a:gd name="connsiteX2" fmla="*/ 799686 w 799686"/>
                    <a:gd name="connsiteY2" fmla="*/ 708473 h 708473"/>
                    <a:gd name="connsiteX3" fmla="*/ 0 w 799686"/>
                    <a:gd name="connsiteY3" fmla="*/ 708473 h 708473"/>
                    <a:gd name="connsiteX4" fmla="*/ 0 w 799686"/>
                    <a:gd name="connsiteY4" fmla="*/ 0 h 708473"/>
                    <a:gd name="connsiteX0" fmla="*/ 0 w 799686"/>
                    <a:gd name="connsiteY0" fmla="*/ 0 h 1051373"/>
                    <a:gd name="connsiteX1" fmla="*/ 799686 w 799686"/>
                    <a:gd name="connsiteY1" fmla="*/ 0 h 1051373"/>
                    <a:gd name="connsiteX2" fmla="*/ 799686 w 799686"/>
                    <a:gd name="connsiteY2" fmla="*/ 708473 h 1051373"/>
                    <a:gd name="connsiteX3" fmla="*/ 88900 w 799686"/>
                    <a:gd name="connsiteY3" fmla="*/ 1051373 h 1051373"/>
                    <a:gd name="connsiteX4" fmla="*/ 0 w 799686"/>
                    <a:gd name="connsiteY4" fmla="*/ 0 h 1051373"/>
                    <a:gd name="connsiteX0" fmla="*/ 0 w 1269586"/>
                    <a:gd name="connsiteY0" fmla="*/ 0 h 1813373"/>
                    <a:gd name="connsiteX1" fmla="*/ 1269586 w 1269586"/>
                    <a:gd name="connsiteY1" fmla="*/ 762000 h 1813373"/>
                    <a:gd name="connsiteX2" fmla="*/ 1269586 w 1269586"/>
                    <a:gd name="connsiteY2" fmla="*/ 1470473 h 1813373"/>
                    <a:gd name="connsiteX3" fmla="*/ 558800 w 1269586"/>
                    <a:gd name="connsiteY3" fmla="*/ 1813373 h 1813373"/>
                    <a:gd name="connsiteX4" fmla="*/ 0 w 1269586"/>
                    <a:gd name="connsiteY4" fmla="*/ 0 h 1813373"/>
                    <a:gd name="connsiteX0" fmla="*/ 0 w 1320386"/>
                    <a:gd name="connsiteY0" fmla="*/ 139700 h 1953073"/>
                    <a:gd name="connsiteX1" fmla="*/ 1320386 w 1320386"/>
                    <a:gd name="connsiteY1" fmla="*/ 0 h 1953073"/>
                    <a:gd name="connsiteX2" fmla="*/ 1269586 w 1320386"/>
                    <a:gd name="connsiteY2" fmla="*/ 1610173 h 1953073"/>
                    <a:gd name="connsiteX3" fmla="*/ 558800 w 1320386"/>
                    <a:gd name="connsiteY3" fmla="*/ 1953073 h 1953073"/>
                    <a:gd name="connsiteX4" fmla="*/ 0 w 1320386"/>
                    <a:gd name="connsiteY4" fmla="*/ 139700 h 1953073"/>
                    <a:gd name="connsiteX0" fmla="*/ 0 w 1320386"/>
                    <a:gd name="connsiteY0" fmla="*/ 139700 h 1953073"/>
                    <a:gd name="connsiteX1" fmla="*/ 1320386 w 1320386"/>
                    <a:gd name="connsiteY1" fmla="*/ 0 h 1953073"/>
                    <a:gd name="connsiteX2" fmla="*/ 558800 w 1320386"/>
                    <a:gd name="connsiteY2" fmla="*/ 1953073 h 1953073"/>
                    <a:gd name="connsiteX3" fmla="*/ 0 w 1320386"/>
                    <a:gd name="connsiteY3" fmla="*/ 139700 h 1953073"/>
                    <a:gd name="connsiteX0" fmla="*/ 0 w 1589232"/>
                    <a:gd name="connsiteY0" fmla="*/ 139700 h 1953073"/>
                    <a:gd name="connsiteX1" fmla="*/ 1320386 w 1589232"/>
                    <a:gd name="connsiteY1" fmla="*/ 0 h 1953073"/>
                    <a:gd name="connsiteX2" fmla="*/ 558800 w 1589232"/>
                    <a:gd name="connsiteY2" fmla="*/ 1953073 h 1953073"/>
                    <a:gd name="connsiteX3" fmla="*/ 0 w 1589232"/>
                    <a:gd name="connsiteY3" fmla="*/ 139700 h 1953073"/>
                    <a:gd name="connsiteX0" fmla="*/ 499635 w 2088867"/>
                    <a:gd name="connsiteY0" fmla="*/ 139700 h 1953073"/>
                    <a:gd name="connsiteX1" fmla="*/ 1820021 w 2088867"/>
                    <a:gd name="connsiteY1" fmla="*/ 0 h 1953073"/>
                    <a:gd name="connsiteX2" fmla="*/ 1058435 w 2088867"/>
                    <a:gd name="connsiteY2" fmla="*/ 1953073 h 1953073"/>
                    <a:gd name="connsiteX3" fmla="*/ 499635 w 2088867"/>
                    <a:gd name="connsiteY3" fmla="*/ 139700 h 1953073"/>
                    <a:gd name="connsiteX0" fmla="*/ 520808 w 2110040"/>
                    <a:gd name="connsiteY0" fmla="*/ 139700 h 1953073"/>
                    <a:gd name="connsiteX1" fmla="*/ 1841194 w 2110040"/>
                    <a:gd name="connsiteY1" fmla="*/ 0 h 1953073"/>
                    <a:gd name="connsiteX2" fmla="*/ 1079608 w 2110040"/>
                    <a:gd name="connsiteY2" fmla="*/ 1953073 h 1953073"/>
                    <a:gd name="connsiteX3" fmla="*/ 520808 w 2110040"/>
                    <a:gd name="connsiteY3" fmla="*/ 139700 h 1953073"/>
                    <a:gd name="connsiteX0" fmla="*/ 356377 w 1945609"/>
                    <a:gd name="connsiteY0" fmla="*/ 139700 h 1953073"/>
                    <a:gd name="connsiteX1" fmla="*/ 1676763 w 1945609"/>
                    <a:gd name="connsiteY1" fmla="*/ 0 h 1953073"/>
                    <a:gd name="connsiteX2" fmla="*/ 915177 w 1945609"/>
                    <a:gd name="connsiteY2" fmla="*/ 1953073 h 1953073"/>
                    <a:gd name="connsiteX3" fmla="*/ 356377 w 1945609"/>
                    <a:gd name="connsiteY3" fmla="*/ 139700 h 1953073"/>
                    <a:gd name="connsiteX0" fmla="*/ 421865 w 2011097"/>
                    <a:gd name="connsiteY0" fmla="*/ 139700 h 1953073"/>
                    <a:gd name="connsiteX1" fmla="*/ 1742251 w 2011097"/>
                    <a:gd name="connsiteY1" fmla="*/ 0 h 1953073"/>
                    <a:gd name="connsiteX2" fmla="*/ 980665 w 2011097"/>
                    <a:gd name="connsiteY2" fmla="*/ 1953073 h 1953073"/>
                    <a:gd name="connsiteX3" fmla="*/ 421865 w 2011097"/>
                    <a:gd name="connsiteY3" fmla="*/ 139700 h 1953073"/>
                    <a:gd name="connsiteX0" fmla="*/ 432822 w 2022054"/>
                    <a:gd name="connsiteY0" fmla="*/ 139700 h 1953073"/>
                    <a:gd name="connsiteX1" fmla="*/ 1753208 w 2022054"/>
                    <a:gd name="connsiteY1" fmla="*/ 0 h 1953073"/>
                    <a:gd name="connsiteX2" fmla="*/ 991622 w 2022054"/>
                    <a:gd name="connsiteY2" fmla="*/ 1953073 h 1953073"/>
                    <a:gd name="connsiteX3" fmla="*/ 432822 w 2022054"/>
                    <a:gd name="connsiteY3" fmla="*/ 139700 h 1953073"/>
                    <a:gd name="connsiteX0" fmla="*/ 384320 w 2049752"/>
                    <a:gd name="connsiteY0" fmla="*/ 63500 h 1953073"/>
                    <a:gd name="connsiteX1" fmla="*/ 1780906 w 2049752"/>
                    <a:gd name="connsiteY1" fmla="*/ 0 h 1953073"/>
                    <a:gd name="connsiteX2" fmla="*/ 1019320 w 2049752"/>
                    <a:gd name="connsiteY2" fmla="*/ 1953073 h 1953073"/>
                    <a:gd name="connsiteX3" fmla="*/ 384320 w 2049752"/>
                    <a:gd name="connsiteY3" fmla="*/ 63500 h 1953073"/>
                    <a:gd name="connsiteX0" fmla="*/ 384320 w 2069519"/>
                    <a:gd name="connsiteY0" fmla="*/ 88900 h 1978473"/>
                    <a:gd name="connsiteX1" fmla="*/ 1831706 w 2069519"/>
                    <a:gd name="connsiteY1" fmla="*/ 0 h 1978473"/>
                    <a:gd name="connsiteX2" fmla="*/ 1019320 w 2069519"/>
                    <a:gd name="connsiteY2" fmla="*/ 1978473 h 1978473"/>
                    <a:gd name="connsiteX3" fmla="*/ 384320 w 2069519"/>
                    <a:gd name="connsiteY3" fmla="*/ 88900 h 1978473"/>
                    <a:gd name="connsiteX0" fmla="*/ 384320 w 2090836"/>
                    <a:gd name="connsiteY0" fmla="*/ 88900 h 1978473"/>
                    <a:gd name="connsiteX1" fmla="*/ 1831706 w 2090836"/>
                    <a:gd name="connsiteY1" fmla="*/ 0 h 1978473"/>
                    <a:gd name="connsiteX2" fmla="*/ 1019320 w 2090836"/>
                    <a:gd name="connsiteY2" fmla="*/ 1978473 h 1978473"/>
                    <a:gd name="connsiteX3" fmla="*/ 384320 w 2090836"/>
                    <a:gd name="connsiteY3" fmla="*/ 88900 h 19784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90836" h="1978473">
                      <a:moveTo>
                        <a:pt x="384320" y="88900"/>
                      </a:moveTo>
                      <a:lnTo>
                        <a:pt x="1831706" y="0"/>
                      </a:lnTo>
                      <a:cubicBezTo>
                        <a:pt x="1577844" y="651024"/>
                        <a:pt x="3000382" y="1276649"/>
                        <a:pt x="1019320" y="1978473"/>
                      </a:cubicBezTo>
                      <a:cubicBezTo>
                        <a:pt x="-894147" y="1386715"/>
                        <a:pt x="494387" y="363158"/>
                        <a:pt x="384320" y="88900"/>
                      </a:cubicBezTo>
                      <a:close/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0" name="Freeform: Shape 89">
                  <a:extLst>
                    <a:ext uri="{FF2B5EF4-FFF2-40B4-BE49-F238E27FC236}">
                      <a16:creationId xmlns:a16="http://schemas.microsoft.com/office/drawing/2014/main" id="{75926E31-D9ED-731F-7D29-241191057E47}"/>
                    </a:ext>
                  </a:extLst>
                </p:cNvPr>
                <p:cNvSpPr/>
                <p:nvPr/>
              </p:nvSpPr>
              <p:spPr>
                <a:xfrm>
                  <a:off x="2197748" y="6180733"/>
                  <a:ext cx="2487136" cy="870335"/>
                </a:xfrm>
                <a:custGeom>
                  <a:avLst/>
                  <a:gdLst>
                    <a:gd name="connsiteX0" fmla="*/ 85313 w 2090836"/>
                    <a:gd name="connsiteY0" fmla="*/ 0 h 731656"/>
                    <a:gd name="connsiteX1" fmla="*/ 103638 w 2090836"/>
                    <a:gd name="connsiteY1" fmla="*/ 13227 h 731656"/>
                    <a:gd name="connsiteX2" fmla="*/ 1901708 w 2090836"/>
                    <a:gd name="connsiteY2" fmla="*/ 98568 h 731656"/>
                    <a:gd name="connsiteX3" fmla="*/ 2012822 w 2090836"/>
                    <a:gd name="connsiteY3" fmla="*/ 45877 h 731656"/>
                    <a:gd name="connsiteX4" fmla="*/ 2035732 w 2090836"/>
                    <a:gd name="connsiteY4" fmla="*/ 101169 h 731656"/>
                    <a:gd name="connsiteX5" fmla="*/ 2089158 w 2090836"/>
                    <a:gd name="connsiteY5" fmla="*/ 406818 h 731656"/>
                    <a:gd name="connsiteX6" fmla="*/ 2082082 w 2090836"/>
                    <a:gd name="connsiteY6" fmla="*/ 454530 h 731656"/>
                    <a:gd name="connsiteX7" fmla="*/ 2061872 w 2090836"/>
                    <a:gd name="connsiteY7" fmla="*/ 462605 h 731656"/>
                    <a:gd name="connsiteX8" fmla="*/ 100105 w 2090836"/>
                    <a:gd name="connsiteY8" fmla="*/ 467357 h 731656"/>
                    <a:gd name="connsiteX9" fmla="*/ 3394 w 2090836"/>
                    <a:gd name="connsiteY9" fmla="*/ 410264 h 731656"/>
                    <a:gd name="connsiteX10" fmla="*/ 293 w 2090836"/>
                    <a:gd name="connsiteY10" fmla="*/ 375443 h 731656"/>
                    <a:gd name="connsiteX11" fmla="*/ 70262 w 2090836"/>
                    <a:gd name="connsiteY11" fmla="*/ 32997 h 731656"/>
                    <a:gd name="connsiteX12" fmla="*/ 85313 w 2090836"/>
                    <a:gd name="connsiteY12" fmla="*/ 0 h 7316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090836" h="731656">
                      <a:moveTo>
                        <a:pt x="85313" y="0"/>
                      </a:moveTo>
                      <a:lnTo>
                        <a:pt x="103638" y="13227"/>
                      </a:lnTo>
                      <a:cubicBezTo>
                        <a:pt x="624258" y="359537"/>
                        <a:pt x="1237831" y="390353"/>
                        <a:pt x="1901708" y="98568"/>
                      </a:cubicBezTo>
                      <a:lnTo>
                        <a:pt x="2012822" y="45877"/>
                      </a:lnTo>
                      <a:lnTo>
                        <a:pt x="2035732" y="101169"/>
                      </a:lnTo>
                      <a:cubicBezTo>
                        <a:pt x="2073333" y="202458"/>
                        <a:pt x="2097601" y="304211"/>
                        <a:pt x="2089158" y="406818"/>
                      </a:cubicBezTo>
                      <a:lnTo>
                        <a:pt x="2082082" y="454530"/>
                      </a:lnTo>
                      <a:lnTo>
                        <a:pt x="2061872" y="462605"/>
                      </a:lnTo>
                      <a:cubicBezTo>
                        <a:pt x="1621195" y="644809"/>
                        <a:pt x="981489" y="961521"/>
                        <a:pt x="100105" y="467357"/>
                      </a:cubicBezTo>
                      <a:lnTo>
                        <a:pt x="3394" y="410264"/>
                      </a:lnTo>
                      <a:lnTo>
                        <a:pt x="293" y="375443"/>
                      </a:lnTo>
                      <a:cubicBezTo>
                        <a:pt x="-3282" y="258620"/>
                        <a:pt x="26146" y="142970"/>
                        <a:pt x="70262" y="32997"/>
                      </a:cubicBezTo>
                      <a:lnTo>
                        <a:pt x="85313" y="0"/>
                      </a:lnTo>
                      <a:close/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8FBBBFC0-9E0E-A7E0-D94F-BD76CC13C91A}"/>
                  </a:ext>
                </a:extLst>
              </p:cNvPr>
              <p:cNvGrpSpPr/>
              <p:nvPr/>
            </p:nvGrpSpPr>
            <p:grpSpPr>
              <a:xfrm rot="18237131" flipH="1">
                <a:off x="4072573" y="3748414"/>
                <a:ext cx="1434170" cy="1821427"/>
                <a:chOff x="1969722" y="3425409"/>
                <a:chExt cx="1205650" cy="1531201"/>
              </a:xfrm>
              <a:grpFill/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90A7EBA3-3B6C-24D9-EBA8-CADEFCEFBCE0}"/>
                    </a:ext>
                  </a:extLst>
                </p:cNvPr>
                <p:cNvSpPr/>
                <p:nvPr/>
              </p:nvSpPr>
              <p:spPr>
                <a:xfrm rot="19150760">
                  <a:off x="2041611" y="4058229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DC653DEC-6E25-68C5-6C6F-FBC42BBC3503}"/>
                    </a:ext>
                  </a:extLst>
                </p:cNvPr>
                <p:cNvSpPr/>
                <p:nvPr/>
              </p:nvSpPr>
              <p:spPr>
                <a:xfrm rot="381509">
                  <a:off x="1969722" y="3425409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971819F0-2021-9609-E126-7A4EAF222BCD}"/>
                  </a:ext>
                </a:extLst>
              </p:cNvPr>
              <p:cNvGrpSpPr/>
              <p:nvPr/>
            </p:nvGrpSpPr>
            <p:grpSpPr>
              <a:xfrm rot="2251720">
                <a:off x="1390666" y="3797659"/>
                <a:ext cx="1434170" cy="1821427"/>
                <a:chOff x="1969722" y="3425409"/>
                <a:chExt cx="1205650" cy="1531201"/>
              </a:xfrm>
              <a:grpFill/>
            </p:grpSpPr>
            <p:sp>
              <p:nvSpPr>
                <p:cNvPr id="72" name="Oval 71">
                  <a:extLst>
                    <a:ext uri="{FF2B5EF4-FFF2-40B4-BE49-F238E27FC236}">
                      <a16:creationId xmlns:a16="http://schemas.microsoft.com/office/drawing/2014/main" id="{49BDDA9E-F21D-479D-A7A1-2E2A848ACEA0}"/>
                    </a:ext>
                  </a:extLst>
                </p:cNvPr>
                <p:cNvSpPr/>
                <p:nvPr/>
              </p:nvSpPr>
              <p:spPr>
                <a:xfrm rot="19150760">
                  <a:off x="2041611" y="4058229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01468ED4-DB99-AA3B-E0E0-B637391736DB}"/>
                    </a:ext>
                  </a:extLst>
                </p:cNvPr>
                <p:cNvSpPr/>
                <p:nvPr/>
              </p:nvSpPr>
              <p:spPr>
                <a:xfrm rot="381509">
                  <a:off x="1969722" y="3425409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077AAD38-B1BA-0D18-613F-DAEC7C5908F8}"/>
                  </a:ext>
                </a:extLst>
              </p:cNvPr>
              <p:cNvGrpSpPr/>
              <p:nvPr/>
            </p:nvGrpSpPr>
            <p:grpSpPr>
              <a:xfrm>
                <a:off x="1716721" y="4342499"/>
                <a:ext cx="3573875" cy="3076627"/>
                <a:chOff x="1583316" y="3140485"/>
                <a:chExt cx="3573875" cy="3076627"/>
              </a:xfrm>
              <a:grpFill/>
            </p:grpSpPr>
            <p:sp>
              <p:nvSpPr>
                <p:cNvPr id="19" name="Rectangle 8">
                  <a:extLst>
                    <a:ext uri="{FF2B5EF4-FFF2-40B4-BE49-F238E27FC236}">
                      <a16:creationId xmlns:a16="http://schemas.microsoft.com/office/drawing/2014/main" id="{A93FC056-E182-E4F6-CC2E-AC5315D20F79}"/>
                    </a:ext>
                  </a:extLst>
                </p:cNvPr>
                <p:cNvSpPr/>
                <p:nvPr/>
              </p:nvSpPr>
              <p:spPr>
                <a:xfrm>
                  <a:off x="1583316" y="3140485"/>
                  <a:ext cx="3573875" cy="3076627"/>
                </a:xfrm>
                <a:custGeom>
                  <a:avLst/>
                  <a:gdLst>
                    <a:gd name="connsiteX0" fmla="*/ 0 w 2057400"/>
                    <a:gd name="connsiteY0" fmla="*/ 0 h 647700"/>
                    <a:gd name="connsiteX1" fmla="*/ 2057400 w 2057400"/>
                    <a:gd name="connsiteY1" fmla="*/ 0 h 647700"/>
                    <a:gd name="connsiteX2" fmla="*/ 2057400 w 2057400"/>
                    <a:gd name="connsiteY2" fmla="*/ 647700 h 647700"/>
                    <a:gd name="connsiteX3" fmla="*/ 0 w 2057400"/>
                    <a:gd name="connsiteY3" fmla="*/ 647700 h 647700"/>
                    <a:gd name="connsiteX4" fmla="*/ 0 w 2057400"/>
                    <a:gd name="connsiteY4" fmla="*/ 0 h 647700"/>
                    <a:gd name="connsiteX0" fmla="*/ 0 w 2057400"/>
                    <a:gd name="connsiteY0" fmla="*/ 0 h 647700"/>
                    <a:gd name="connsiteX1" fmla="*/ 2057400 w 2057400"/>
                    <a:gd name="connsiteY1" fmla="*/ 0 h 647700"/>
                    <a:gd name="connsiteX2" fmla="*/ 0 w 2057400"/>
                    <a:gd name="connsiteY2" fmla="*/ 647700 h 647700"/>
                    <a:gd name="connsiteX3" fmla="*/ 0 w 2057400"/>
                    <a:gd name="connsiteY3" fmla="*/ 0 h 647700"/>
                    <a:gd name="connsiteX0" fmla="*/ 0 w 2222500"/>
                    <a:gd name="connsiteY0" fmla="*/ 0 h 647700"/>
                    <a:gd name="connsiteX1" fmla="*/ 2222500 w 2222500"/>
                    <a:gd name="connsiteY1" fmla="*/ 482600 h 647700"/>
                    <a:gd name="connsiteX2" fmla="*/ 0 w 2222500"/>
                    <a:gd name="connsiteY2" fmla="*/ 647700 h 647700"/>
                    <a:gd name="connsiteX3" fmla="*/ 0 w 2222500"/>
                    <a:gd name="connsiteY3" fmla="*/ 0 h 647700"/>
                    <a:gd name="connsiteX0" fmla="*/ 0 w 2222500"/>
                    <a:gd name="connsiteY0" fmla="*/ 0 h 840315"/>
                    <a:gd name="connsiteX1" fmla="*/ 2222500 w 2222500"/>
                    <a:gd name="connsiteY1" fmla="*/ 482600 h 840315"/>
                    <a:gd name="connsiteX2" fmla="*/ 0 w 2222500"/>
                    <a:gd name="connsiteY2" fmla="*/ 647700 h 840315"/>
                    <a:gd name="connsiteX3" fmla="*/ 0 w 2222500"/>
                    <a:gd name="connsiteY3" fmla="*/ 0 h 840315"/>
                    <a:gd name="connsiteX0" fmla="*/ 723900 w 2946400"/>
                    <a:gd name="connsiteY0" fmla="*/ 0 h 824792"/>
                    <a:gd name="connsiteX1" fmla="*/ 2946400 w 2946400"/>
                    <a:gd name="connsiteY1" fmla="*/ 482600 h 824792"/>
                    <a:gd name="connsiteX2" fmla="*/ 0 w 2946400"/>
                    <a:gd name="connsiteY2" fmla="*/ 596900 h 824792"/>
                    <a:gd name="connsiteX3" fmla="*/ 723900 w 2946400"/>
                    <a:gd name="connsiteY3" fmla="*/ 0 h 824792"/>
                    <a:gd name="connsiteX0" fmla="*/ 723900 w 2946400"/>
                    <a:gd name="connsiteY0" fmla="*/ 0 h 1205947"/>
                    <a:gd name="connsiteX1" fmla="*/ 2946400 w 2946400"/>
                    <a:gd name="connsiteY1" fmla="*/ 482600 h 1205947"/>
                    <a:gd name="connsiteX2" fmla="*/ 0 w 2946400"/>
                    <a:gd name="connsiteY2" fmla="*/ 596900 h 1205947"/>
                    <a:gd name="connsiteX3" fmla="*/ 723900 w 2946400"/>
                    <a:gd name="connsiteY3" fmla="*/ 0 h 1205947"/>
                    <a:gd name="connsiteX0" fmla="*/ 723900 w 2946423"/>
                    <a:gd name="connsiteY0" fmla="*/ 0 h 1218081"/>
                    <a:gd name="connsiteX1" fmla="*/ 2946400 w 2946423"/>
                    <a:gd name="connsiteY1" fmla="*/ 482600 h 1218081"/>
                    <a:gd name="connsiteX2" fmla="*/ 0 w 2946423"/>
                    <a:gd name="connsiteY2" fmla="*/ 596900 h 1218081"/>
                    <a:gd name="connsiteX3" fmla="*/ 723900 w 2946423"/>
                    <a:gd name="connsiteY3" fmla="*/ 0 h 1218081"/>
                    <a:gd name="connsiteX0" fmla="*/ 0 w 2946423"/>
                    <a:gd name="connsiteY0" fmla="*/ 114300 h 735481"/>
                    <a:gd name="connsiteX1" fmla="*/ 2946400 w 2946423"/>
                    <a:gd name="connsiteY1" fmla="*/ 0 h 735481"/>
                    <a:gd name="connsiteX2" fmla="*/ 0 w 2946423"/>
                    <a:gd name="connsiteY2" fmla="*/ 114300 h 735481"/>
                    <a:gd name="connsiteX0" fmla="*/ 27 w 2946450"/>
                    <a:gd name="connsiteY0" fmla="*/ 1545489 h 2166670"/>
                    <a:gd name="connsiteX1" fmla="*/ 2946427 w 2946450"/>
                    <a:gd name="connsiteY1" fmla="*/ 1431189 h 2166670"/>
                    <a:gd name="connsiteX2" fmla="*/ 27 w 2946450"/>
                    <a:gd name="connsiteY2" fmla="*/ 1545489 h 2166670"/>
                    <a:gd name="connsiteX0" fmla="*/ 16 w 3015713"/>
                    <a:gd name="connsiteY0" fmla="*/ 2044822 h 2666003"/>
                    <a:gd name="connsiteX1" fmla="*/ 2946416 w 3015713"/>
                    <a:gd name="connsiteY1" fmla="*/ 1930522 h 2666003"/>
                    <a:gd name="connsiteX2" fmla="*/ 16 w 3015713"/>
                    <a:gd name="connsiteY2" fmla="*/ 2044822 h 2666003"/>
                    <a:gd name="connsiteX0" fmla="*/ 11809 w 3023631"/>
                    <a:gd name="connsiteY0" fmla="*/ 1918700 h 2539881"/>
                    <a:gd name="connsiteX1" fmla="*/ 2958209 w 3023631"/>
                    <a:gd name="connsiteY1" fmla="*/ 1804400 h 2539881"/>
                    <a:gd name="connsiteX2" fmla="*/ 11809 w 3023631"/>
                    <a:gd name="connsiteY2" fmla="*/ 1918700 h 2539881"/>
                    <a:gd name="connsiteX0" fmla="*/ 11589 w 3038485"/>
                    <a:gd name="connsiteY0" fmla="*/ 1978139 h 2599320"/>
                    <a:gd name="connsiteX1" fmla="*/ 2957989 w 3038485"/>
                    <a:gd name="connsiteY1" fmla="*/ 1863839 h 2599320"/>
                    <a:gd name="connsiteX2" fmla="*/ 11589 w 3038485"/>
                    <a:gd name="connsiteY2" fmla="*/ 1978139 h 2599320"/>
                    <a:gd name="connsiteX0" fmla="*/ 11480 w 3075773"/>
                    <a:gd name="connsiteY0" fmla="*/ 1978139 h 2599320"/>
                    <a:gd name="connsiteX1" fmla="*/ 2995980 w 3075773"/>
                    <a:gd name="connsiteY1" fmla="*/ 1863839 h 2599320"/>
                    <a:gd name="connsiteX2" fmla="*/ 11480 w 3075773"/>
                    <a:gd name="connsiteY2" fmla="*/ 1978139 h 2599320"/>
                    <a:gd name="connsiteX0" fmla="*/ 12565 w 3018177"/>
                    <a:gd name="connsiteY0" fmla="*/ 1973844 h 2595025"/>
                    <a:gd name="connsiteX1" fmla="*/ 2997065 w 3018177"/>
                    <a:gd name="connsiteY1" fmla="*/ 1859544 h 2595025"/>
                    <a:gd name="connsiteX2" fmla="*/ 12565 w 3018177"/>
                    <a:gd name="connsiteY2" fmla="*/ 1973844 h 2595025"/>
                    <a:gd name="connsiteX0" fmla="*/ 12524 w 3019686"/>
                    <a:gd name="connsiteY0" fmla="*/ 2087884 h 2709065"/>
                    <a:gd name="connsiteX1" fmla="*/ 2997024 w 3019686"/>
                    <a:gd name="connsiteY1" fmla="*/ 1973584 h 2709065"/>
                    <a:gd name="connsiteX2" fmla="*/ 12524 w 3019686"/>
                    <a:gd name="connsiteY2" fmla="*/ 2087884 h 2709065"/>
                    <a:gd name="connsiteX0" fmla="*/ 11347 w 3018584"/>
                    <a:gd name="connsiteY0" fmla="*/ 1949183 h 2570364"/>
                    <a:gd name="connsiteX1" fmla="*/ 2995847 w 3018584"/>
                    <a:gd name="connsiteY1" fmla="*/ 1834883 h 2570364"/>
                    <a:gd name="connsiteX2" fmla="*/ 11347 w 3018584"/>
                    <a:gd name="connsiteY2" fmla="*/ 1949183 h 2570364"/>
                    <a:gd name="connsiteX0" fmla="*/ 11415 w 2996562"/>
                    <a:gd name="connsiteY0" fmla="*/ 1949183 h 2570364"/>
                    <a:gd name="connsiteX1" fmla="*/ 2973690 w 2996562"/>
                    <a:gd name="connsiteY1" fmla="*/ 1834883 h 2570364"/>
                    <a:gd name="connsiteX2" fmla="*/ 11415 w 2996562"/>
                    <a:gd name="connsiteY2" fmla="*/ 1949183 h 2570364"/>
                    <a:gd name="connsiteX0" fmla="*/ 11415 w 2996562"/>
                    <a:gd name="connsiteY0" fmla="*/ 1949183 h 2588913"/>
                    <a:gd name="connsiteX1" fmla="*/ 2973690 w 2996562"/>
                    <a:gd name="connsiteY1" fmla="*/ 1834883 h 2588913"/>
                    <a:gd name="connsiteX2" fmla="*/ 11415 w 2996562"/>
                    <a:gd name="connsiteY2" fmla="*/ 1949183 h 2588913"/>
                    <a:gd name="connsiteX0" fmla="*/ 11415 w 2996562"/>
                    <a:gd name="connsiteY0" fmla="*/ 1949183 h 2588913"/>
                    <a:gd name="connsiteX1" fmla="*/ 2973690 w 2996562"/>
                    <a:gd name="connsiteY1" fmla="*/ 1834883 h 2588913"/>
                    <a:gd name="connsiteX2" fmla="*/ 11415 w 2996562"/>
                    <a:gd name="connsiteY2" fmla="*/ 1949183 h 2588913"/>
                    <a:gd name="connsiteX0" fmla="*/ 11454 w 2983978"/>
                    <a:gd name="connsiteY0" fmla="*/ 1924976 h 2585410"/>
                    <a:gd name="connsiteX1" fmla="*/ 2961029 w 2983978"/>
                    <a:gd name="connsiteY1" fmla="*/ 1861476 h 2585410"/>
                    <a:gd name="connsiteX2" fmla="*/ 11454 w 2983978"/>
                    <a:gd name="connsiteY2" fmla="*/ 1924976 h 2585410"/>
                    <a:gd name="connsiteX0" fmla="*/ 11454 w 2983978"/>
                    <a:gd name="connsiteY0" fmla="*/ 1924976 h 2619551"/>
                    <a:gd name="connsiteX1" fmla="*/ 2961029 w 2983978"/>
                    <a:gd name="connsiteY1" fmla="*/ 1861476 h 2619551"/>
                    <a:gd name="connsiteX2" fmla="*/ 11454 w 2983978"/>
                    <a:gd name="connsiteY2" fmla="*/ 1924976 h 2619551"/>
                    <a:gd name="connsiteX0" fmla="*/ 18254 w 2990383"/>
                    <a:gd name="connsiteY0" fmla="*/ 1924976 h 2619551"/>
                    <a:gd name="connsiteX1" fmla="*/ 2967829 w 2990383"/>
                    <a:gd name="connsiteY1" fmla="*/ 1861476 h 2619551"/>
                    <a:gd name="connsiteX2" fmla="*/ 18254 w 2990383"/>
                    <a:gd name="connsiteY2" fmla="*/ 1924976 h 2619551"/>
                    <a:gd name="connsiteX0" fmla="*/ 32932 w 3004414"/>
                    <a:gd name="connsiteY0" fmla="*/ 1891823 h 2586398"/>
                    <a:gd name="connsiteX1" fmla="*/ 2982507 w 3004414"/>
                    <a:gd name="connsiteY1" fmla="*/ 1828323 h 2586398"/>
                    <a:gd name="connsiteX2" fmla="*/ 32932 w 3004414"/>
                    <a:gd name="connsiteY2" fmla="*/ 1891823 h 25863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004414" h="2586398">
                      <a:moveTo>
                        <a:pt x="32932" y="1891823"/>
                      </a:moveTo>
                      <a:cubicBezTo>
                        <a:pt x="-385110" y="-791052"/>
                        <a:pt x="3321174" y="-444977"/>
                        <a:pt x="2982507" y="1828323"/>
                      </a:cubicBezTo>
                      <a:cubicBezTo>
                        <a:pt x="2990974" y="2594556"/>
                        <a:pt x="430865" y="3030590"/>
                        <a:pt x="32932" y="1891823"/>
                      </a:cubicBezTo>
                      <a:close/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" name="Arc 19">
                  <a:extLst>
                    <a:ext uri="{FF2B5EF4-FFF2-40B4-BE49-F238E27FC236}">
                      <a16:creationId xmlns:a16="http://schemas.microsoft.com/office/drawing/2014/main" id="{38051089-FB67-0843-AE65-D310BF4C05EA}"/>
                    </a:ext>
                  </a:extLst>
                </p:cNvPr>
                <p:cNvSpPr/>
                <p:nvPr/>
              </p:nvSpPr>
              <p:spPr>
                <a:xfrm rot="9634460">
                  <a:off x="3151578" y="5059982"/>
                  <a:ext cx="303962" cy="275084"/>
                </a:xfrm>
                <a:prstGeom prst="arc">
                  <a:avLst>
                    <a:gd name="adj1" fmla="val 12939651"/>
                    <a:gd name="adj2" fmla="val 0"/>
                  </a:avLst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2FDFF8A0-CF8C-487F-C72C-8D8808379DFF}"/>
                    </a:ext>
                  </a:extLst>
                </p:cNvPr>
                <p:cNvGrpSpPr/>
                <p:nvPr/>
              </p:nvGrpSpPr>
              <p:grpSpPr>
                <a:xfrm rot="10473855" flipH="1">
                  <a:off x="3992823" y="4376330"/>
                  <a:ext cx="563582" cy="341024"/>
                  <a:chOff x="7918336" y="2107505"/>
                  <a:chExt cx="563582" cy="341024"/>
                </a:xfrm>
                <a:grpFill/>
              </p:grpSpPr>
              <p:sp>
                <p:nvSpPr>
                  <p:cNvPr id="27" name="Freeform: Shape 26">
                    <a:extLst>
                      <a:ext uri="{FF2B5EF4-FFF2-40B4-BE49-F238E27FC236}">
                        <a16:creationId xmlns:a16="http://schemas.microsoft.com/office/drawing/2014/main" id="{3424A45E-7F29-A9ED-1809-7B15D03D9BA0}"/>
                      </a:ext>
                    </a:extLst>
                  </p:cNvPr>
                  <p:cNvSpPr/>
                  <p:nvPr/>
                </p:nvSpPr>
                <p:spPr>
                  <a:xfrm rot="1407024">
                    <a:off x="7918336" y="2107505"/>
                    <a:ext cx="456018" cy="341024"/>
                  </a:xfrm>
                  <a:custGeom>
                    <a:avLst/>
                    <a:gdLst>
                      <a:gd name="connsiteX0" fmla="*/ 494461 w 685477"/>
                      <a:gd name="connsiteY0" fmla="*/ 1472 h 512620"/>
                      <a:gd name="connsiteX1" fmla="*/ 665072 w 685477"/>
                      <a:gd name="connsiteY1" fmla="*/ 49959 h 512620"/>
                      <a:gd name="connsiteX2" fmla="*/ 685477 w 685477"/>
                      <a:gd name="connsiteY2" fmla="*/ 62993 h 512620"/>
                      <a:gd name="connsiteX3" fmla="*/ 675687 w 685477"/>
                      <a:gd name="connsiteY3" fmla="*/ 59992 h 512620"/>
                      <a:gd name="connsiteX4" fmla="*/ 584061 w 685477"/>
                      <a:gd name="connsiteY4" fmla="*/ 51580 h 512620"/>
                      <a:gd name="connsiteX5" fmla="*/ 492435 w 685477"/>
                      <a:gd name="connsiteY5" fmla="*/ 59992 h 512620"/>
                      <a:gd name="connsiteX6" fmla="*/ 465791 w 685477"/>
                      <a:gd name="connsiteY6" fmla="*/ 68160 h 512620"/>
                      <a:gd name="connsiteX7" fmla="*/ 409986 w 685477"/>
                      <a:gd name="connsiteY7" fmla="*/ 69908 h 512620"/>
                      <a:gd name="connsiteX8" fmla="*/ 3412 w 685477"/>
                      <a:gd name="connsiteY8" fmla="*/ 512620 h 512620"/>
                      <a:gd name="connsiteX9" fmla="*/ 401872 w 685477"/>
                      <a:gd name="connsiteY9" fmla="*/ 3412 h 512620"/>
                      <a:gd name="connsiteX10" fmla="*/ 494461 w 685477"/>
                      <a:gd name="connsiteY10" fmla="*/ 1472 h 512620"/>
                      <a:gd name="connsiteX0" fmla="*/ 494461 w 685477"/>
                      <a:gd name="connsiteY0" fmla="*/ 1472 h 512620"/>
                      <a:gd name="connsiteX1" fmla="*/ 665072 w 685477"/>
                      <a:gd name="connsiteY1" fmla="*/ 49959 h 512620"/>
                      <a:gd name="connsiteX2" fmla="*/ 685477 w 685477"/>
                      <a:gd name="connsiteY2" fmla="*/ 62993 h 512620"/>
                      <a:gd name="connsiteX3" fmla="*/ 675687 w 685477"/>
                      <a:gd name="connsiteY3" fmla="*/ 59992 h 512620"/>
                      <a:gd name="connsiteX4" fmla="*/ 584061 w 685477"/>
                      <a:gd name="connsiteY4" fmla="*/ 51580 h 512620"/>
                      <a:gd name="connsiteX5" fmla="*/ 492435 w 685477"/>
                      <a:gd name="connsiteY5" fmla="*/ 59992 h 512620"/>
                      <a:gd name="connsiteX6" fmla="*/ 409986 w 685477"/>
                      <a:gd name="connsiteY6" fmla="*/ 69908 h 512620"/>
                      <a:gd name="connsiteX7" fmla="*/ 3412 w 685477"/>
                      <a:gd name="connsiteY7" fmla="*/ 512620 h 512620"/>
                      <a:gd name="connsiteX8" fmla="*/ 401872 w 685477"/>
                      <a:gd name="connsiteY8" fmla="*/ 3412 h 512620"/>
                      <a:gd name="connsiteX9" fmla="*/ 494461 w 685477"/>
                      <a:gd name="connsiteY9" fmla="*/ 1472 h 5126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685477" h="512620">
                        <a:moveTo>
                          <a:pt x="494461" y="1472"/>
                        </a:moveTo>
                        <a:cubicBezTo>
                          <a:pt x="555023" y="6354"/>
                          <a:pt x="612803" y="23229"/>
                          <a:pt x="665072" y="49959"/>
                        </a:cubicBezTo>
                        <a:lnTo>
                          <a:pt x="685477" y="62993"/>
                        </a:lnTo>
                        <a:lnTo>
                          <a:pt x="675687" y="59992"/>
                        </a:lnTo>
                        <a:cubicBezTo>
                          <a:pt x="647525" y="54575"/>
                          <a:pt x="616562" y="51580"/>
                          <a:pt x="584061" y="51580"/>
                        </a:cubicBezTo>
                        <a:cubicBezTo>
                          <a:pt x="551560" y="51580"/>
                          <a:pt x="520597" y="54575"/>
                          <a:pt x="492435" y="59992"/>
                        </a:cubicBezTo>
                        <a:lnTo>
                          <a:pt x="409986" y="69908"/>
                        </a:lnTo>
                        <a:cubicBezTo>
                          <a:pt x="184061" y="97474"/>
                          <a:pt x="11686" y="285170"/>
                          <a:pt x="3412" y="512620"/>
                        </a:cubicBezTo>
                        <a:cubicBezTo>
                          <a:pt x="-27171" y="261974"/>
                          <a:pt x="151226" y="33994"/>
                          <a:pt x="401872" y="3412"/>
                        </a:cubicBezTo>
                        <a:cubicBezTo>
                          <a:pt x="433203" y="-411"/>
                          <a:pt x="464179" y="-969"/>
                          <a:pt x="494461" y="1472"/>
                        </a:cubicBezTo>
                        <a:close/>
                      </a:path>
                    </a:pathLst>
                  </a:cu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8" name="Freeform: Shape 27">
                    <a:extLst>
                      <a:ext uri="{FF2B5EF4-FFF2-40B4-BE49-F238E27FC236}">
                        <a16:creationId xmlns:a16="http://schemas.microsoft.com/office/drawing/2014/main" id="{DCF096E0-97F1-0216-3D7C-595AD4C18078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171278" y="2112392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" name="Freeform: Shape 28">
                    <a:extLst>
                      <a:ext uri="{FF2B5EF4-FFF2-40B4-BE49-F238E27FC236}">
                        <a16:creationId xmlns:a16="http://schemas.microsoft.com/office/drawing/2014/main" id="{3014234C-FCBB-61BC-7BE2-884BB40BE607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280422" y="2153672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1" name="Freeform: Shape 70">
                    <a:extLst>
                      <a:ext uri="{FF2B5EF4-FFF2-40B4-BE49-F238E27FC236}">
                        <a16:creationId xmlns:a16="http://schemas.microsoft.com/office/drawing/2014/main" id="{7A54D826-AF89-B7CD-B5D0-BD4F02A0622B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364837" y="2208717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BF20E808-EA97-B9CC-915F-736B44A1DD74}"/>
                    </a:ext>
                  </a:extLst>
                </p:cNvPr>
                <p:cNvGrpSpPr/>
                <p:nvPr/>
              </p:nvGrpSpPr>
              <p:grpSpPr>
                <a:xfrm rot="10800000">
                  <a:off x="2147864" y="4363942"/>
                  <a:ext cx="563582" cy="341024"/>
                  <a:chOff x="7918336" y="2107505"/>
                  <a:chExt cx="563582" cy="341024"/>
                </a:xfrm>
                <a:grpFill/>
              </p:grpSpPr>
              <p:sp>
                <p:nvSpPr>
                  <p:cNvPr id="23" name="Freeform: Shape 22">
                    <a:extLst>
                      <a:ext uri="{FF2B5EF4-FFF2-40B4-BE49-F238E27FC236}">
                        <a16:creationId xmlns:a16="http://schemas.microsoft.com/office/drawing/2014/main" id="{78A9F5DF-2C4C-F433-C4E8-8D52218652F6}"/>
                      </a:ext>
                    </a:extLst>
                  </p:cNvPr>
                  <p:cNvSpPr/>
                  <p:nvPr/>
                </p:nvSpPr>
                <p:spPr>
                  <a:xfrm rot="1407024">
                    <a:off x="7918336" y="2107505"/>
                    <a:ext cx="456018" cy="341024"/>
                  </a:xfrm>
                  <a:custGeom>
                    <a:avLst/>
                    <a:gdLst>
                      <a:gd name="connsiteX0" fmla="*/ 494461 w 685477"/>
                      <a:gd name="connsiteY0" fmla="*/ 1472 h 512620"/>
                      <a:gd name="connsiteX1" fmla="*/ 665072 w 685477"/>
                      <a:gd name="connsiteY1" fmla="*/ 49959 h 512620"/>
                      <a:gd name="connsiteX2" fmla="*/ 685477 w 685477"/>
                      <a:gd name="connsiteY2" fmla="*/ 62993 h 512620"/>
                      <a:gd name="connsiteX3" fmla="*/ 675687 w 685477"/>
                      <a:gd name="connsiteY3" fmla="*/ 59992 h 512620"/>
                      <a:gd name="connsiteX4" fmla="*/ 584061 w 685477"/>
                      <a:gd name="connsiteY4" fmla="*/ 51580 h 512620"/>
                      <a:gd name="connsiteX5" fmla="*/ 492435 w 685477"/>
                      <a:gd name="connsiteY5" fmla="*/ 59992 h 512620"/>
                      <a:gd name="connsiteX6" fmla="*/ 465791 w 685477"/>
                      <a:gd name="connsiteY6" fmla="*/ 68160 h 512620"/>
                      <a:gd name="connsiteX7" fmla="*/ 409986 w 685477"/>
                      <a:gd name="connsiteY7" fmla="*/ 69908 h 512620"/>
                      <a:gd name="connsiteX8" fmla="*/ 3412 w 685477"/>
                      <a:gd name="connsiteY8" fmla="*/ 512620 h 512620"/>
                      <a:gd name="connsiteX9" fmla="*/ 401872 w 685477"/>
                      <a:gd name="connsiteY9" fmla="*/ 3412 h 512620"/>
                      <a:gd name="connsiteX10" fmla="*/ 494461 w 685477"/>
                      <a:gd name="connsiteY10" fmla="*/ 1472 h 512620"/>
                      <a:gd name="connsiteX0" fmla="*/ 494461 w 685477"/>
                      <a:gd name="connsiteY0" fmla="*/ 1472 h 512620"/>
                      <a:gd name="connsiteX1" fmla="*/ 665072 w 685477"/>
                      <a:gd name="connsiteY1" fmla="*/ 49959 h 512620"/>
                      <a:gd name="connsiteX2" fmla="*/ 685477 w 685477"/>
                      <a:gd name="connsiteY2" fmla="*/ 62993 h 512620"/>
                      <a:gd name="connsiteX3" fmla="*/ 675687 w 685477"/>
                      <a:gd name="connsiteY3" fmla="*/ 59992 h 512620"/>
                      <a:gd name="connsiteX4" fmla="*/ 584061 w 685477"/>
                      <a:gd name="connsiteY4" fmla="*/ 51580 h 512620"/>
                      <a:gd name="connsiteX5" fmla="*/ 492435 w 685477"/>
                      <a:gd name="connsiteY5" fmla="*/ 59992 h 512620"/>
                      <a:gd name="connsiteX6" fmla="*/ 409986 w 685477"/>
                      <a:gd name="connsiteY6" fmla="*/ 69908 h 512620"/>
                      <a:gd name="connsiteX7" fmla="*/ 3412 w 685477"/>
                      <a:gd name="connsiteY7" fmla="*/ 512620 h 512620"/>
                      <a:gd name="connsiteX8" fmla="*/ 401872 w 685477"/>
                      <a:gd name="connsiteY8" fmla="*/ 3412 h 512620"/>
                      <a:gd name="connsiteX9" fmla="*/ 494461 w 685477"/>
                      <a:gd name="connsiteY9" fmla="*/ 1472 h 5126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685477" h="512620">
                        <a:moveTo>
                          <a:pt x="494461" y="1472"/>
                        </a:moveTo>
                        <a:cubicBezTo>
                          <a:pt x="555023" y="6354"/>
                          <a:pt x="612803" y="23229"/>
                          <a:pt x="665072" y="49959"/>
                        </a:cubicBezTo>
                        <a:lnTo>
                          <a:pt x="685477" y="62993"/>
                        </a:lnTo>
                        <a:lnTo>
                          <a:pt x="675687" y="59992"/>
                        </a:lnTo>
                        <a:cubicBezTo>
                          <a:pt x="647525" y="54575"/>
                          <a:pt x="616562" y="51580"/>
                          <a:pt x="584061" y="51580"/>
                        </a:cubicBezTo>
                        <a:cubicBezTo>
                          <a:pt x="551560" y="51580"/>
                          <a:pt x="520597" y="54575"/>
                          <a:pt x="492435" y="59992"/>
                        </a:cubicBezTo>
                        <a:lnTo>
                          <a:pt x="409986" y="69908"/>
                        </a:lnTo>
                        <a:cubicBezTo>
                          <a:pt x="184061" y="97474"/>
                          <a:pt x="11686" y="285170"/>
                          <a:pt x="3412" y="512620"/>
                        </a:cubicBezTo>
                        <a:cubicBezTo>
                          <a:pt x="-27171" y="261974"/>
                          <a:pt x="151226" y="33994"/>
                          <a:pt x="401872" y="3412"/>
                        </a:cubicBezTo>
                        <a:cubicBezTo>
                          <a:pt x="433203" y="-411"/>
                          <a:pt x="464179" y="-969"/>
                          <a:pt x="494461" y="1472"/>
                        </a:cubicBezTo>
                        <a:close/>
                      </a:path>
                    </a:pathLst>
                  </a:cu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4" name="Freeform: Shape 23">
                    <a:extLst>
                      <a:ext uri="{FF2B5EF4-FFF2-40B4-BE49-F238E27FC236}">
                        <a16:creationId xmlns:a16="http://schemas.microsoft.com/office/drawing/2014/main" id="{6D968D5F-3690-E113-DB7B-7EB7C787C871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171278" y="2112392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" name="Freeform: Shape 24">
                    <a:extLst>
                      <a:ext uri="{FF2B5EF4-FFF2-40B4-BE49-F238E27FC236}">
                        <a16:creationId xmlns:a16="http://schemas.microsoft.com/office/drawing/2014/main" id="{0725E5E2-7E68-6970-A5B7-20B6FFB463A1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280422" y="2153672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6" name="Freeform: Shape 25">
                    <a:extLst>
                      <a:ext uri="{FF2B5EF4-FFF2-40B4-BE49-F238E27FC236}">
                        <a16:creationId xmlns:a16="http://schemas.microsoft.com/office/drawing/2014/main" id="{F7805935-32D6-5CBC-88F4-6451BD9BDB59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364837" y="2208717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769B0A5-D386-B17C-8F52-1460FD5D7F17}"/>
                </a:ext>
              </a:extLst>
            </p:cNvPr>
            <p:cNvSpPr/>
            <p:nvPr/>
          </p:nvSpPr>
          <p:spPr>
            <a:xfrm>
              <a:off x="2039255" y="3970135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D5CCE7B-E7BC-8CDF-E67B-2B2AD7C98705}"/>
                </a:ext>
              </a:extLst>
            </p:cNvPr>
            <p:cNvSpPr/>
            <p:nvPr/>
          </p:nvSpPr>
          <p:spPr>
            <a:xfrm flipH="1">
              <a:off x="3659473" y="3985562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BD71046B-F62E-14D7-392C-8BDBDECA41E2}"/>
              </a:ext>
            </a:extLst>
          </p:cNvPr>
          <p:cNvGrpSpPr/>
          <p:nvPr/>
        </p:nvGrpSpPr>
        <p:grpSpPr>
          <a:xfrm>
            <a:off x="3427022" y="194364"/>
            <a:ext cx="4309705" cy="4914258"/>
            <a:chOff x="1390666" y="2504868"/>
            <a:chExt cx="4309705" cy="4914258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0FD6244E-0034-931C-7C55-F317F738FF54}"/>
                </a:ext>
              </a:extLst>
            </p:cNvPr>
            <p:cNvGrpSpPr/>
            <p:nvPr/>
          </p:nvGrpSpPr>
          <p:grpSpPr>
            <a:xfrm>
              <a:off x="1390666" y="2504868"/>
              <a:ext cx="4309705" cy="4914258"/>
              <a:chOff x="1390666" y="2504868"/>
              <a:chExt cx="4309705" cy="4914258"/>
            </a:xfrm>
          </p:grpSpPr>
          <p:grpSp>
            <p:nvGrpSpPr>
              <p:cNvPr id="121" name="Group 120">
                <a:extLst>
                  <a:ext uri="{FF2B5EF4-FFF2-40B4-BE49-F238E27FC236}">
                    <a16:creationId xmlns:a16="http://schemas.microsoft.com/office/drawing/2014/main" id="{5A20F294-7287-3ABA-93BA-F58353661B90}"/>
                  </a:ext>
                </a:extLst>
              </p:cNvPr>
              <p:cNvGrpSpPr/>
              <p:nvPr/>
            </p:nvGrpSpPr>
            <p:grpSpPr>
              <a:xfrm rot="10800000">
                <a:off x="2156215" y="2504868"/>
                <a:ext cx="2487136" cy="2353475"/>
                <a:chOff x="2197748" y="5289662"/>
                <a:chExt cx="2487136" cy="2353475"/>
              </a:xfrm>
            </p:grpSpPr>
            <p:sp>
              <p:nvSpPr>
                <p:cNvPr id="141" name="Rectangle 24">
                  <a:extLst>
                    <a:ext uri="{FF2B5EF4-FFF2-40B4-BE49-F238E27FC236}">
                      <a16:creationId xmlns:a16="http://schemas.microsoft.com/office/drawing/2014/main" id="{F1D43071-5101-49FB-7F89-6E200C0AB81A}"/>
                    </a:ext>
                  </a:extLst>
                </p:cNvPr>
                <p:cNvSpPr/>
                <p:nvPr/>
              </p:nvSpPr>
              <p:spPr>
                <a:xfrm>
                  <a:off x="2197748" y="5289662"/>
                  <a:ext cx="2487136" cy="2353475"/>
                </a:xfrm>
                <a:custGeom>
                  <a:avLst/>
                  <a:gdLst>
                    <a:gd name="connsiteX0" fmla="*/ 0 w 799686"/>
                    <a:gd name="connsiteY0" fmla="*/ 0 h 708473"/>
                    <a:gd name="connsiteX1" fmla="*/ 799686 w 799686"/>
                    <a:gd name="connsiteY1" fmla="*/ 0 h 708473"/>
                    <a:gd name="connsiteX2" fmla="*/ 799686 w 799686"/>
                    <a:gd name="connsiteY2" fmla="*/ 708473 h 708473"/>
                    <a:gd name="connsiteX3" fmla="*/ 0 w 799686"/>
                    <a:gd name="connsiteY3" fmla="*/ 708473 h 708473"/>
                    <a:gd name="connsiteX4" fmla="*/ 0 w 799686"/>
                    <a:gd name="connsiteY4" fmla="*/ 0 h 708473"/>
                    <a:gd name="connsiteX0" fmla="*/ 0 w 799686"/>
                    <a:gd name="connsiteY0" fmla="*/ 0 h 1051373"/>
                    <a:gd name="connsiteX1" fmla="*/ 799686 w 799686"/>
                    <a:gd name="connsiteY1" fmla="*/ 0 h 1051373"/>
                    <a:gd name="connsiteX2" fmla="*/ 799686 w 799686"/>
                    <a:gd name="connsiteY2" fmla="*/ 708473 h 1051373"/>
                    <a:gd name="connsiteX3" fmla="*/ 88900 w 799686"/>
                    <a:gd name="connsiteY3" fmla="*/ 1051373 h 1051373"/>
                    <a:gd name="connsiteX4" fmla="*/ 0 w 799686"/>
                    <a:gd name="connsiteY4" fmla="*/ 0 h 1051373"/>
                    <a:gd name="connsiteX0" fmla="*/ 0 w 1269586"/>
                    <a:gd name="connsiteY0" fmla="*/ 0 h 1813373"/>
                    <a:gd name="connsiteX1" fmla="*/ 1269586 w 1269586"/>
                    <a:gd name="connsiteY1" fmla="*/ 762000 h 1813373"/>
                    <a:gd name="connsiteX2" fmla="*/ 1269586 w 1269586"/>
                    <a:gd name="connsiteY2" fmla="*/ 1470473 h 1813373"/>
                    <a:gd name="connsiteX3" fmla="*/ 558800 w 1269586"/>
                    <a:gd name="connsiteY3" fmla="*/ 1813373 h 1813373"/>
                    <a:gd name="connsiteX4" fmla="*/ 0 w 1269586"/>
                    <a:gd name="connsiteY4" fmla="*/ 0 h 1813373"/>
                    <a:gd name="connsiteX0" fmla="*/ 0 w 1320386"/>
                    <a:gd name="connsiteY0" fmla="*/ 139700 h 1953073"/>
                    <a:gd name="connsiteX1" fmla="*/ 1320386 w 1320386"/>
                    <a:gd name="connsiteY1" fmla="*/ 0 h 1953073"/>
                    <a:gd name="connsiteX2" fmla="*/ 1269586 w 1320386"/>
                    <a:gd name="connsiteY2" fmla="*/ 1610173 h 1953073"/>
                    <a:gd name="connsiteX3" fmla="*/ 558800 w 1320386"/>
                    <a:gd name="connsiteY3" fmla="*/ 1953073 h 1953073"/>
                    <a:gd name="connsiteX4" fmla="*/ 0 w 1320386"/>
                    <a:gd name="connsiteY4" fmla="*/ 139700 h 1953073"/>
                    <a:gd name="connsiteX0" fmla="*/ 0 w 1320386"/>
                    <a:gd name="connsiteY0" fmla="*/ 139700 h 1953073"/>
                    <a:gd name="connsiteX1" fmla="*/ 1320386 w 1320386"/>
                    <a:gd name="connsiteY1" fmla="*/ 0 h 1953073"/>
                    <a:gd name="connsiteX2" fmla="*/ 558800 w 1320386"/>
                    <a:gd name="connsiteY2" fmla="*/ 1953073 h 1953073"/>
                    <a:gd name="connsiteX3" fmla="*/ 0 w 1320386"/>
                    <a:gd name="connsiteY3" fmla="*/ 139700 h 1953073"/>
                    <a:gd name="connsiteX0" fmla="*/ 0 w 1589232"/>
                    <a:gd name="connsiteY0" fmla="*/ 139700 h 1953073"/>
                    <a:gd name="connsiteX1" fmla="*/ 1320386 w 1589232"/>
                    <a:gd name="connsiteY1" fmla="*/ 0 h 1953073"/>
                    <a:gd name="connsiteX2" fmla="*/ 558800 w 1589232"/>
                    <a:gd name="connsiteY2" fmla="*/ 1953073 h 1953073"/>
                    <a:gd name="connsiteX3" fmla="*/ 0 w 1589232"/>
                    <a:gd name="connsiteY3" fmla="*/ 139700 h 1953073"/>
                    <a:gd name="connsiteX0" fmla="*/ 499635 w 2088867"/>
                    <a:gd name="connsiteY0" fmla="*/ 139700 h 1953073"/>
                    <a:gd name="connsiteX1" fmla="*/ 1820021 w 2088867"/>
                    <a:gd name="connsiteY1" fmla="*/ 0 h 1953073"/>
                    <a:gd name="connsiteX2" fmla="*/ 1058435 w 2088867"/>
                    <a:gd name="connsiteY2" fmla="*/ 1953073 h 1953073"/>
                    <a:gd name="connsiteX3" fmla="*/ 499635 w 2088867"/>
                    <a:gd name="connsiteY3" fmla="*/ 139700 h 1953073"/>
                    <a:gd name="connsiteX0" fmla="*/ 520808 w 2110040"/>
                    <a:gd name="connsiteY0" fmla="*/ 139700 h 1953073"/>
                    <a:gd name="connsiteX1" fmla="*/ 1841194 w 2110040"/>
                    <a:gd name="connsiteY1" fmla="*/ 0 h 1953073"/>
                    <a:gd name="connsiteX2" fmla="*/ 1079608 w 2110040"/>
                    <a:gd name="connsiteY2" fmla="*/ 1953073 h 1953073"/>
                    <a:gd name="connsiteX3" fmla="*/ 520808 w 2110040"/>
                    <a:gd name="connsiteY3" fmla="*/ 139700 h 1953073"/>
                    <a:gd name="connsiteX0" fmla="*/ 356377 w 1945609"/>
                    <a:gd name="connsiteY0" fmla="*/ 139700 h 1953073"/>
                    <a:gd name="connsiteX1" fmla="*/ 1676763 w 1945609"/>
                    <a:gd name="connsiteY1" fmla="*/ 0 h 1953073"/>
                    <a:gd name="connsiteX2" fmla="*/ 915177 w 1945609"/>
                    <a:gd name="connsiteY2" fmla="*/ 1953073 h 1953073"/>
                    <a:gd name="connsiteX3" fmla="*/ 356377 w 1945609"/>
                    <a:gd name="connsiteY3" fmla="*/ 139700 h 1953073"/>
                    <a:gd name="connsiteX0" fmla="*/ 421865 w 2011097"/>
                    <a:gd name="connsiteY0" fmla="*/ 139700 h 1953073"/>
                    <a:gd name="connsiteX1" fmla="*/ 1742251 w 2011097"/>
                    <a:gd name="connsiteY1" fmla="*/ 0 h 1953073"/>
                    <a:gd name="connsiteX2" fmla="*/ 980665 w 2011097"/>
                    <a:gd name="connsiteY2" fmla="*/ 1953073 h 1953073"/>
                    <a:gd name="connsiteX3" fmla="*/ 421865 w 2011097"/>
                    <a:gd name="connsiteY3" fmla="*/ 139700 h 1953073"/>
                    <a:gd name="connsiteX0" fmla="*/ 432822 w 2022054"/>
                    <a:gd name="connsiteY0" fmla="*/ 139700 h 1953073"/>
                    <a:gd name="connsiteX1" fmla="*/ 1753208 w 2022054"/>
                    <a:gd name="connsiteY1" fmla="*/ 0 h 1953073"/>
                    <a:gd name="connsiteX2" fmla="*/ 991622 w 2022054"/>
                    <a:gd name="connsiteY2" fmla="*/ 1953073 h 1953073"/>
                    <a:gd name="connsiteX3" fmla="*/ 432822 w 2022054"/>
                    <a:gd name="connsiteY3" fmla="*/ 139700 h 1953073"/>
                    <a:gd name="connsiteX0" fmla="*/ 384320 w 2049752"/>
                    <a:gd name="connsiteY0" fmla="*/ 63500 h 1953073"/>
                    <a:gd name="connsiteX1" fmla="*/ 1780906 w 2049752"/>
                    <a:gd name="connsiteY1" fmla="*/ 0 h 1953073"/>
                    <a:gd name="connsiteX2" fmla="*/ 1019320 w 2049752"/>
                    <a:gd name="connsiteY2" fmla="*/ 1953073 h 1953073"/>
                    <a:gd name="connsiteX3" fmla="*/ 384320 w 2049752"/>
                    <a:gd name="connsiteY3" fmla="*/ 63500 h 1953073"/>
                    <a:gd name="connsiteX0" fmla="*/ 384320 w 2069519"/>
                    <a:gd name="connsiteY0" fmla="*/ 88900 h 1978473"/>
                    <a:gd name="connsiteX1" fmla="*/ 1831706 w 2069519"/>
                    <a:gd name="connsiteY1" fmla="*/ 0 h 1978473"/>
                    <a:gd name="connsiteX2" fmla="*/ 1019320 w 2069519"/>
                    <a:gd name="connsiteY2" fmla="*/ 1978473 h 1978473"/>
                    <a:gd name="connsiteX3" fmla="*/ 384320 w 2069519"/>
                    <a:gd name="connsiteY3" fmla="*/ 88900 h 1978473"/>
                    <a:gd name="connsiteX0" fmla="*/ 384320 w 2090836"/>
                    <a:gd name="connsiteY0" fmla="*/ 88900 h 1978473"/>
                    <a:gd name="connsiteX1" fmla="*/ 1831706 w 2090836"/>
                    <a:gd name="connsiteY1" fmla="*/ 0 h 1978473"/>
                    <a:gd name="connsiteX2" fmla="*/ 1019320 w 2090836"/>
                    <a:gd name="connsiteY2" fmla="*/ 1978473 h 1978473"/>
                    <a:gd name="connsiteX3" fmla="*/ 384320 w 2090836"/>
                    <a:gd name="connsiteY3" fmla="*/ 88900 h 19784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90836" h="1978473">
                      <a:moveTo>
                        <a:pt x="384320" y="88900"/>
                      </a:moveTo>
                      <a:lnTo>
                        <a:pt x="1831706" y="0"/>
                      </a:lnTo>
                      <a:cubicBezTo>
                        <a:pt x="1577844" y="651024"/>
                        <a:pt x="3000382" y="1276649"/>
                        <a:pt x="1019320" y="1978473"/>
                      </a:cubicBezTo>
                      <a:cubicBezTo>
                        <a:pt x="-894147" y="1386715"/>
                        <a:pt x="494387" y="363158"/>
                        <a:pt x="384320" y="88900"/>
                      </a:cubicBezTo>
                      <a:close/>
                    </a:path>
                  </a:pathLst>
                </a:custGeom>
                <a:solidFill>
                  <a:srgbClr val="F8ED3B"/>
                </a:solidFill>
                <a:ln w="381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Freeform: Shape 141">
                  <a:extLst>
                    <a:ext uri="{FF2B5EF4-FFF2-40B4-BE49-F238E27FC236}">
                      <a16:creationId xmlns:a16="http://schemas.microsoft.com/office/drawing/2014/main" id="{A425E34D-5140-4C80-3BA7-A9280972E136}"/>
                    </a:ext>
                  </a:extLst>
                </p:cNvPr>
                <p:cNvSpPr/>
                <p:nvPr/>
              </p:nvSpPr>
              <p:spPr>
                <a:xfrm>
                  <a:off x="2197748" y="6180733"/>
                  <a:ext cx="2487136" cy="870335"/>
                </a:xfrm>
                <a:custGeom>
                  <a:avLst/>
                  <a:gdLst>
                    <a:gd name="connsiteX0" fmla="*/ 85313 w 2090836"/>
                    <a:gd name="connsiteY0" fmla="*/ 0 h 731656"/>
                    <a:gd name="connsiteX1" fmla="*/ 103638 w 2090836"/>
                    <a:gd name="connsiteY1" fmla="*/ 13227 h 731656"/>
                    <a:gd name="connsiteX2" fmla="*/ 1901708 w 2090836"/>
                    <a:gd name="connsiteY2" fmla="*/ 98568 h 731656"/>
                    <a:gd name="connsiteX3" fmla="*/ 2012822 w 2090836"/>
                    <a:gd name="connsiteY3" fmla="*/ 45877 h 731656"/>
                    <a:gd name="connsiteX4" fmla="*/ 2035732 w 2090836"/>
                    <a:gd name="connsiteY4" fmla="*/ 101169 h 731656"/>
                    <a:gd name="connsiteX5" fmla="*/ 2089158 w 2090836"/>
                    <a:gd name="connsiteY5" fmla="*/ 406818 h 731656"/>
                    <a:gd name="connsiteX6" fmla="*/ 2082082 w 2090836"/>
                    <a:gd name="connsiteY6" fmla="*/ 454530 h 731656"/>
                    <a:gd name="connsiteX7" fmla="*/ 2061872 w 2090836"/>
                    <a:gd name="connsiteY7" fmla="*/ 462605 h 731656"/>
                    <a:gd name="connsiteX8" fmla="*/ 100105 w 2090836"/>
                    <a:gd name="connsiteY8" fmla="*/ 467357 h 731656"/>
                    <a:gd name="connsiteX9" fmla="*/ 3394 w 2090836"/>
                    <a:gd name="connsiteY9" fmla="*/ 410264 h 731656"/>
                    <a:gd name="connsiteX10" fmla="*/ 293 w 2090836"/>
                    <a:gd name="connsiteY10" fmla="*/ 375443 h 731656"/>
                    <a:gd name="connsiteX11" fmla="*/ 70262 w 2090836"/>
                    <a:gd name="connsiteY11" fmla="*/ 32997 h 731656"/>
                    <a:gd name="connsiteX12" fmla="*/ 85313 w 2090836"/>
                    <a:gd name="connsiteY12" fmla="*/ 0 h 7316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090836" h="731656">
                      <a:moveTo>
                        <a:pt x="85313" y="0"/>
                      </a:moveTo>
                      <a:lnTo>
                        <a:pt x="103638" y="13227"/>
                      </a:lnTo>
                      <a:cubicBezTo>
                        <a:pt x="624258" y="359537"/>
                        <a:pt x="1237831" y="390353"/>
                        <a:pt x="1901708" y="98568"/>
                      </a:cubicBezTo>
                      <a:lnTo>
                        <a:pt x="2012822" y="45877"/>
                      </a:lnTo>
                      <a:lnTo>
                        <a:pt x="2035732" y="101169"/>
                      </a:lnTo>
                      <a:cubicBezTo>
                        <a:pt x="2073333" y="202458"/>
                        <a:pt x="2097601" y="304211"/>
                        <a:pt x="2089158" y="406818"/>
                      </a:cubicBezTo>
                      <a:lnTo>
                        <a:pt x="2082082" y="454530"/>
                      </a:lnTo>
                      <a:lnTo>
                        <a:pt x="2061872" y="462605"/>
                      </a:lnTo>
                      <a:cubicBezTo>
                        <a:pt x="1621195" y="644809"/>
                        <a:pt x="981489" y="961521"/>
                        <a:pt x="100105" y="467357"/>
                      </a:cubicBezTo>
                      <a:lnTo>
                        <a:pt x="3394" y="410264"/>
                      </a:lnTo>
                      <a:lnTo>
                        <a:pt x="293" y="375443"/>
                      </a:lnTo>
                      <a:cubicBezTo>
                        <a:pt x="-3282" y="258620"/>
                        <a:pt x="26146" y="142970"/>
                        <a:pt x="70262" y="32997"/>
                      </a:cubicBezTo>
                      <a:lnTo>
                        <a:pt x="85313" y="0"/>
                      </a:lnTo>
                      <a:close/>
                    </a:path>
                  </a:pathLst>
                </a:custGeom>
                <a:solidFill>
                  <a:sysClr val="windowText" lastClr="000000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1932C21F-41E2-E384-20F3-1D7C65688C6E}"/>
                  </a:ext>
                </a:extLst>
              </p:cNvPr>
              <p:cNvGrpSpPr/>
              <p:nvPr/>
            </p:nvGrpSpPr>
            <p:grpSpPr>
              <a:xfrm rot="18237131" flipH="1">
                <a:off x="4072573" y="3748414"/>
                <a:ext cx="1434170" cy="1821427"/>
                <a:chOff x="1969722" y="3425409"/>
                <a:chExt cx="1205650" cy="1531201"/>
              </a:xfrm>
              <a:solidFill>
                <a:sysClr val="window" lastClr="FFFFFF">
                  <a:lumMod val="95000"/>
                </a:sysClr>
              </a:solidFill>
            </p:grpSpPr>
            <p:sp>
              <p:nvSpPr>
                <p:cNvPr id="139" name="Oval 138">
                  <a:extLst>
                    <a:ext uri="{FF2B5EF4-FFF2-40B4-BE49-F238E27FC236}">
                      <a16:creationId xmlns:a16="http://schemas.microsoft.com/office/drawing/2014/main" id="{2A63D10D-7FDA-2ADB-C88F-636E272392F6}"/>
                    </a:ext>
                  </a:extLst>
                </p:cNvPr>
                <p:cNvSpPr/>
                <p:nvPr/>
              </p:nvSpPr>
              <p:spPr>
                <a:xfrm rot="19150760">
                  <a:off x="2041611" y="4058229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Oval 139">
                  <a:extLst>
                    <a:ext uri="{FF2B5EF4-FFF2-40B4-BE49-F238E27FC236}">
                      <a16:creationId xmlns:a16="http://schemas.microsoft.com/office/drawing/2014/main" id="{0D6A6C38-5F9F-7B51-BF82-07A52912456F}"/>
                    </a:ext>
                  </a:extLst>
                </p:cNvPr>
                <p:cNvSpPr/>
                <p:nvPr/>
              </p:nvSpPr>
              <p:spPr>
                <a:xfrm rot="381509">
                  <a:off x="1969722" y="3425409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BB04AE85-553C-6A32-DE16-0DE785A1BBB7}"/>
                  </a:ext>
                </a:extLst>
              </p:cNvPr>
              <p:cNvGrpSpPr/>
              <p:nvPr/>
            </p:nvGrpSpPr>
            <p:grpSpPr>
              <a:xfrm rot="2251720">
                <a:off x="1390666" y="3797659"/>
                <a:ext cx="1434170" cy="1821427"/>
                <a:chOff x="1969722" y="3425409"/>
                <a:chExt cx="1205650" cy="1531201"/>
              </a:xfrm>
              <a:solidFill>
                <a:sysClr val="window" lastClr="FFFFFF">
                  <a:lumMod val="95000"/>
                </a:sysClr>
              </a:solidFill>
            </p:grpSpPr>
            <p:sp>
              <p:nvSpPr>
                <p:cNvPr id="137" name="Oval 136">
                  <a:extLst>
                    <a:ext uri="{FF2B5EF4-FFF2-40B4-BE49-F238E27FC236}">
                      <a16:creationId xmlns:a16="http://schemas.microsoft.com/office/drawing/2014/main" id="{04F148DC-9A43-350C-5064-C9C3493E9343}"/>
                    </a:ext>
                  </a:extLst>
                </p:cNvPr>
                <p:cNvSpPr/>
                <p:nvPr/>
              </p:nvSpPr>
              <p:spPr>
                <a:xfrm rot="19150760">
                  <a:off x="2041611" y="4058229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" name="Oval 137">
                  <a:extLst>
                    <a:ext uri="{FF2B5EF4-FFF2-40B4-BE49-F238E27FC236}">
                      <a16:creationId xmlns:a16="http://schemas.microsoft.com/office/drawing/2014/main" id="{4F6BDF88-67F2-394D-20FF-B92CEB8936F4}"/>
                    </a:ext>
                  </a:extLst>
                </p:cNvPr>
                <p:cNvSpPr/>
                <p:nvPr/>
              </p:nvSpPr>
              <p:spPr>
                <a:xfrm rot="381509">
                  <a:off x="1969722" y="3425409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0F93D54D-B87F-8057-0433-D87019B5E545}"/>
                  </a:ext>
                </a:extLst>
              </p:cNvPr>
              <p:cNvGrpSpPr/>
              <p:nvPr/>
            </p:nvGrpSpPr>
            <p:grpSpPr>
              <a:xfrm>
                <a:off x="1716721" y="4342499"/>
                <a:ext cx="3573875" cy="3076627"/>
                <a:chOff x="1583316" y="3140485"/>
                <a:chExt cx="3573875" cy="3076627"/>
              </a:xfrm>
            </p:grpSpPr>
            <p:sp>
              <p:nvSpPr>
                <p:cNvPr id="125" name="Rectangle 8">
                  <a:extLst>
                    <a:ext uri="{FF2B5EF4-FFF2-40B4-BE49-F238E27FC236}">
                      <a16:creationId xmlns:a16="http://schemas.microsoft.com/office/drawing/2014/main" id="{5F23762C-1495-2B2F-1464-5747F3448ACB}"/>
                    </a:ext>
                  </a:extLst>
                </p:cNvPr>
                <p:cNvSpPr/>
                <p:nvPr/>
              </p:nvSpPr>
              <p:spPr>
                <a:xfrm>
                  <a:off x="1583316" y="3140485"/>
                  <a:ext cx="3573875" cy="3076627"/>
                </a:xfrm>
                <a:custGeom>
                  <a:avLst/>
                  <a:gdLst>
                    <a:gd name="connsiteX0" fmla="*/ 0 w 2057400"/>
                    <a:gd name="connsiteY0" fmla="*/ 0 h 647700"/>
                    <a:gd name="connsiteX1" fmla="*/ 2057400 w 2057400"/>
                    <a:gd name="connsiteY1" fmla="*/ 0 h 647700"/>
                    <a:gd name="connsiteX2" fmla="*/ 2057400 w 2057400"/>
                    <a:gd name="connsiteY2" fmla="*/ 647700 h 647700"/>
                    <a:gd name="connsiteX3" fmla="*/ 0 w 2057400"/>
                    <a:gd name="connsiteY3" fmla="*/ 647700 h 647700"/>
                    <a:gd name="connsiteX4" fmla="*/ 0 w 2057400"/>
                    <a:gd name="connsiteY4" fmla="*/ 0 h 647700"/>
                    <a:gd name="connsiteX0" fmla="*/ 0 w 2057400"/>
                    <a:gd name="connsiteY0" fmla="*/ 0 h 647700"/>
                    <a:gd name="connsiteX1" fmla="*/ 2057400 w 2057400"/>
                    <a:gd name="connsiteY1" fmla="*/ 0 h 647700"/>
                    <a:gd name="connsiteX2" fmla="*/ 0 w 2057400"/>
                    <a:gd name="connsiteY2" fmla="*/ 647700 h 647700"/>
                    <a:gd name="connsiteX3" fmla="*/ 0 w 2057400"/>
                    <a:gd name="connsiteY3" fmla="*/ 0 h 647700"/>
                    <a:gd name="connsiteX0" fmla="*/ 0 w 2222500"/>
                    <a:gd name="connsiteY0" fmla="*/ 0 h 647700"/>
                    <a:gd name="connsiteX1" fmla="*/ 2222500 w 2222500"/>
                    <a:gd name="connsiteY1" fmla="*/ 482600 h 647700"/>
                    <a:gd name="connsiteX2" fmla="*/ 0 w 2222500"/>
                    <a:gd name="connsiteY2" fmla="*/ 647700 h 647700"/>
                    <a:gd name="connsiteX3" fmla="*/ 0 w 2222500"/>
                    <a:gd name="connsiteY3" fmla="*/ 0 h 647700"/>
                    <a:gd name="connsiteX0" fmla="*/ 0 w 2222500"/>
                    <a:gd name="connsiteY0" fmla="*/ 0 h 840315"/>
                    <a:gd name="connsiteX1" fmla="*/ 2222500 w 2222500"/>
                    <a:gd name="connsiteY1" fmla="*/ 482600 h 840315"/>
                    <a:gd name="connsiteX2" fmla="*/ 0 w 2222500"/>
                    <a:gd name="connsiteY2" fmla="*/ 647700 h 840315"/>
                    <a:gd name="connsiteX3" fmla="*/ 0 w 2222500"/>
                    <a:gd name="connsiteY3" fmla="*/ 0 h 840315"/>
                    <a:gd name="connsiteX0" fmla="*/ 723900 w 2946400"/>
                    <a:gd name="connsiteY0" fmla="*/ 0 h 824792"/>
                    <a:gd name="connsiteX1" fmla="*/ 2946400 w 2946400"/>
                    <a:gd name="connsiteY1" fmla="*/ 482600 h 824792"/>
                    <a:gd name="connsiteX2" fmla="*/ 0 w 2946400"/>
                    <a:gd name="connsiteY2" fmla="*/ 596900 h 824792"/>
                    <a:gd name="connsiteX3" fmla="*/ 723900 w 2946400"/>
                    <a:gd name="connsiteY3" fmla="*/ 0 h 824792"/>
                    <a:gd name="connsiteX0" fmla="*/ 723900 w 2946400"/>
                    <a:gd name="connsiteY0" fmla="*/ 0 h 1205947"/>
                    <a:gd name="connsiteX1" fmla="*/ 2946400 w 2946400"/>
                    <a:gd name="connsiteY1" fmla="*/ 482600 h 1205947"/>
                    <a:gd name="connsiteX2" fmla="*/ 0 w 2946400"/>
                    <a:gd name="connsiteY2" fmla="*/ 596900 h 1205947"/>
                    <a:gd name="connsiteX3" fmla="*/ 723900 w 2946400"/>
                    <a:gd name="connsiteY3" fmla="*/ 0 h 1205947"/>
                    <a:gd name="connsiteX0" fmla="*/ 723900 w 2946423"/>
                    <a:gd name="connsiteY0" fmla="*/ 0 h 1218081"/>
                    <a:gd name="connsiteX1" fmla="*/ 2946400 w 2946423"/>
                    <a:gd name="connsiteY1" fmla="*/ 482600 h 1218081"/>
                    <a:gd name="connsiteX2" fmla="*/ 0 w 2946423"/>
                    <a:gd name="connsiteY2" fmla="*/ 596900 h 1218081"/>
                    <a:gd name="connsiteX3" fmla="*/ 723900 w 2946423"/>
                    <a:gd name="connsiteY3" fmla="*/ 0 h 1218081"/>
                    <a:gd name="connsiteX0" fmla="*/ 0 w 2946423"/>
                    <a:gd name="connsiteY0" fmla="*/ 114300 h 735481"/>
                    <a:gd name="connsiteX1" fmla="*/ 2946400 w 2946423"/>
                    <a:gd name="connsiteY1" fmla="*/ 0 h 735481"/>
                    <a:gd name="connsiteX2" fmla="*/ 0 w 2946423"/>
                    <a:gd name="connsiteY2" fmla="*/ 114300 h 735481"/>
                    <a:gd name="connsiteX0" fmla="*/ 27 w 2946450"/>
                    <a:gd name="connsiteY0" fmla="*/ 1545489 h 2166670"/>
                    <a:gd name="connsiteX1" fmla="*/ 2946427 w 2946450"/>
                    <a:gd name="connsiteY1" fmla="*/ 1431189 h 2166670"/>
                    <a:gd name="connsiteX2" fmla="*/ 27 w 2946450"/>
                    <a:gd name="connsiteY2" fmla="*/ 1545489 h 2166670"/>
                    <a:gd name="connsiteX0" fmla="*/ 16 w 3015713"/>
                    <a:gd name="connsiteY0" fmla="*/ 2044822 h 2666003"/>
                    <a:gd name="connsiteX1" fmla="*/ 2946416 w 3015713"/>
                    <a:gd name="connsiteY1" fmla="*/ 1930522 h 2666003"/>
                    <a:gd name="connsiteX2" fmla="*/ 16 w 3015713"/>
                    <a:gd name="connsiteY2" fmla="*/ 2044822 h 2666003"/>
                    <a:gd name="connsiteX0" fmla="*/ 11809 w 3023631"/>
                    <a:gd name="connsiteY0" fmla="*/ 1918700 h 2539881"/>
                    <a:gd name="connsiteX1" fmla="*/ 2958209 w 3023631"/>
                    <a:gd name="connsiteY1" fmla="*/ 1804400 h 2539881"/>
                    <a:gd name="connsiteX2" fmla="*/ 11809 w 3023631"/>
                    <a:gd name="connsiteY2" fmla="*/ 1918700 h 2539881"/>
                    <a:gd name="connsiteX0" fmla="*/ 11589 w 3038485"/>
                    <a:gd name="connsiteY0" fmla="*/ 1978139 h 2599320"/>
                    <a:gd name="connsiteX1" fmla="*/ 2957989 w 3038485"/>
                    <a:gd name="connsiteY1" fmla="*/ 1863839 h 2599320"/>
                    <a:gd name="connsiteX2" fmla="*/ 11589 w 3038485"/>
                    <a:gd name="connsiteY2" fmla="*/ 1978139 h 2599320"/>
                    <a:gd name="connsiteX0" fmla="*/ 11480 w 3075773"/>
                    <a:gd name="connsiteY0" fmla="*/ 1978139 h 2599320"/>
                    <a:gd name="connsiteX1" fmla="*/ 2995980 w 3075773"/>
                    <a:gd name="connsiteY1" fmla="*/ 1863839 h 2599320"/>
                    <a:gd name="connsiteX2" fmla="*/ 11480 w 3075773"/>
                    <a:gd name="connsiteY2" fmla="*/ 1978139 h 2599320"/>
                    <a:gd name="connsiteX0" fmla="*/ 12565 w 3018177"/>
                    <a:gd name="connsiteY0" fmla="*/ 1973844 h 2595025"/>
                    <a:gd name="connsiteX1" fmla="*/ 2997065 w 3018177"/>
                    <a:gd name="connsiteY1" fmla="*/ 1859544 h 2595025"/>
                    <a:gd name="connsiteX2" fmla="*/ 12565 w 3018177"/>
                    <a:gd name="connsiteY2" fmla="*/ 1973844 h 2595025"/>
                    <a:gd name="connsiteX0" fmla="*/ 12524 w 3019686"/>
                    <a:gd name="connsiteY0" fmla="*/ 2087884 h 2709065"/>
                    <a:gd name="connsiteX1" fmla="*/ 2997024 w 3019686"/>
                    <a:gd name="connsiteY1" fmla="*/ 1973584 h 2709065"/>
                    <a:gd name="connsiteX2" fmla="*/ 12524 w 3019686"/>
                    <a:gd name="connsiteY2" fmla="*/ 2087884 h 2709065"/>
                    <a:gd name="connsiteX0" fmla="*/ 11347 w 3018584"/>
                    <a:gd name="connsiteY0" fmla="*/ 1949183 h 2570364"/>
                    <a:gd name="connsiteX1" fmla="*/ 2995847 w 3018584"/>
                    <a:gd name="connsiteY1" fmla="*/ 1834883 h 2570364"/>
                    <a:gd name="connsiteX2" fmla="*/ 11347 w 3018584"/>
                    <a:gd name="connsiteY2" fmla="*/ 1949183 h 2570364"/>
                    <a:gd name="connsiteX0" fmla="*/ 11415 w 2996562"/>
                    <a:gd name="connsiteY0" fmla="*/ 1949183 h 2570364"/>
                    <a:gd name="connsiteX1" fmla="*/ 2973690 w 2996562"/>
                    <a:gd name="connsiteY1" fmla="*/ 1834883 h 2570364"/>
                    <a:gd name="connsiteX2" fmla="*/ 11415 w 2996562"/>
                    <a:gd name="connsiteY2" fmla="*/ 1949183 h 2570364"/>
                    <a:gd name="connsiteX0" fmla="*/ 11415 w 2996562"/>
                    <a:gd name="connsiteY0" fmla="*/ 1949183 h 2588913"/>
                    <a:gd name="connsiteX1" fmla="*/ 2973690 w 2996562"/>
                    <a:gd name="connsiteY1" fmla="*/ 1834883 h 2588913"/>
                    <a:gd name="connsiteX2" fmla="*/ 11415 w 2996562"/>
                    <a:gd name="connsiteY2" fmla="*/ 1949183 h 2588913"/>
                    <a:gd name="connsiteX0" fmla="*/ 11415 w 2996562"/>
                    <a:gd name="connsiteY0" fmla="*/ 1949183 h 2588913"/>
                    <a:gd name="connsiteX1" fmla="*/ 2973690 w 2996562"/>
                    <a:gd name="connsiteY1" fmla="*/ 1834883 h 2588913"/>
                    <a:gd name="connsiteX2" fmla="*/ 11415 w 2996562"/>
                    <a:gd name="connsiteY2" fmla="*/ 1949183 h 2588913"/>
                    <a:gd name="connsiteX0" fmla="*/ 11454 w 2983978"/>
                    <a:gd name="connsiteY0" fmla="*/ 1924976 h 2585410"/>
                    <a:gd name="connsiteX1" fmla="*/ 2961029 w 2983978"/>
                    <a:gd name="connsiteY1" fmla="*/ 1861476 h 2585410"/>
                    <a:gd name="connsiteX2" fmla="*/ 11454 w 2983978"/>
                    <a:gd name="connsiteY2" fmla="*/ 1924976 h 2585410"/>
                    <a:gd name="connsiteX0" fmla="*/ 11454 w 2983978"/>
                    <a:gd name="connsiteY0" fmla="*/ 1924976 h 2619551"/>
                    <a:gd name="connsiteX1" fmla="*/ 2961029 w 2983978"/>
                    <a:gd name="connsiteY1" fmla="*/ 1861476 h 2619551"/>
                    <a:gd name="connsiteX2" fmla="*/ 11454 w 2983978"/>
                    <a:gd name="connsiteY2" fmla="*/ 1924976 h 2619551"/>
                    <a:gd name="connsiteX0" fmla="*/ 18254 w 2990383"/>
                    <a:gd name="connsiteY0" fmla="*/ 1924976 h 2619551"/>
                    <a:gd name="connsiteX1" fmla="*/ 2967829 w 2990383"/>
                    <a:gd name="connsiteY1" fmla="*/ 1861476 h 2619551"/>
                    <a:gd name="connsiteX2" fmla="*/ 18254 w 2990383"/>
                    <a:gd name="connsiteY2" fmla="*/ 1924976 h 2619551"/>
                    <a:gd name="connsiteX0" fmla="*/ 32932 w 3004414"/>
                    <a:gd name="connsiteY0" fmla="*/ 1891823 h 2586398"/>
                    <a:gd name="connsiteX1" fmla="*/ 2982507 w 3004414"/>
                    <a:gd name="connsiteY1" fmla="*/ 1828323 h 2586398"/>
                    <a:gd name="connsiteX2" fmla="*/ 32932 w 3004414"/>
                    <a:gd name="connsiteY2" fmla="*/ 1891823 h 25863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004414" h="2586398">
                      <a:moveTo>
                        <a:pt x="32932" y="1891823"/>
                      </a:moveTo>
                      <a:cubicBezTo>
                        <a:pt x="-385110" y="-791052"/>
                        <a:pt x="3321174" y="-444977"/>
                        <a:pt x="2982507" y="1828323"/>
                      </a:cubicBezTo>
                      <a:cubicBezTo>
                        <a:pt x="2990974" y="2594556"/>
                        <a:pt x="430865" y="3030590"/>
                        <a:pt x="32932" y="1891823"/>
                      </a:cubicBezTo>
                      <a:close/>
                    </a:path>
                  </a:pathLst>
                </a:custGeom>
                <a:solidFill>
                  <a:srgbClr val="F8ED3B"/>
                </a:solidFill>
                <a:ln w="381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" name="Arc 125">
                  <a:extLst>
                    <a:ext uri="{FF2B5EF4-FFF2-40B4-BE49-F238E27FC236}">
                      <a16:creationId xmlns:a16="http://schemas.microsoft.com/office/drawing/2014/main" id="{05D7B75D-BA87-1683-5A48-887330702FA6}"/>
                    </a:ext>
                  </a:extLst>
                </p:cNvPr>
                <p:cNvSpPr/>
                <p:nvPr/>
              </p:nvSpPr>
              <p:spPr>
                <a:xfrm rot="9634460">
                  <a:off x="3151578" y="5059982"/>
                  <a:ext cx="303962" cy="275084"/>
                </a:xfrm>
                <a:prstGeom prst="arc">
                  <a:avLst>
                    <a:gd name="adj1" fmla="val 12939651"/>
                    <a:gd name="adj2" fmla="val 0"/>
                  </a:avLst>
                </a:pr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127" name="Group 126">
                  <a:extLst>
                    <a:ext uri="{FF2B5EF4-FFF2-40B4-BE49-F238E27FC236}">
                      <a16:creationId xmlns:a16="http://schemas.microsoft.com/office/drawing/2014/main" id="{EDE7A5FA-B51F-9B87-5124-82EB5A7BCC65}"/>
                    </a:ext>
                  </a:extLst>
                </p:cNvPr>
                <p:cNvGrpSpPr/>
                <p:nvPr/>
              </p:nvGrpSpPr>
              <p:grpSpPr>
                <a:xfrm rot="10473855" flipH="1">
                  <a:off x="3992823" y="4376330"/>
                  <a:ext cx="563582" cy="341024"/>
                  <a:chOff x="7918336" y="2107505"/>
                  <a:chExt cx="563582" cy="341024"/>
                </a:xfrm>
              </p:grpSpPr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4D6650AF-6E44-FF8D-94EC-CAE4038F4F5D}"/>
                      </a:ext>
                    </a:extLst>
                  </p:cNvPr>
                  <p:cNvSpPr/>
                  <p:nvPr/>
                </p:nvSpPr>
                <p:spPr>
                  <a:xfrm rot="1407024">
                    <a:off x="7918336" y="2107505"/>
                    <a:ext cx="456018" cy="341024"/>
                  </a:xfrm>
                  <a:custGeom>
                    <a:avLst/>
                    <a:gdLst>
                      <a:gd name="connsiteX0" fmla="*/ 494461 w 685477"/>
                      <a:gd name="connsiteY0" fmla="*/ 1472 h 512620"/>
                      <a:gd name="connsiteX1" fmla="*/ 665072 w 685477"/>
                      <a:gd name="connsiteY1" fmla="*/ 49959 h 512620"/>
                      <a:gd name="connsiteX2" fmla="*/ 685477 w 685477"/>
                      <a:gd name="connsiteY2" fmla="*/ 62993 h 512620"/>
                      <a:gd name="connsiteX3" fmla="*/ 675687 w 685477"/>
                      <a:gd name="connsiteY3" fmla="*/ 59992 h 512620"/>
                      <a:gd name="connsiteX4" fmla="*/ 584061 w 685477"/>
                      <a:gd name="connsiteY4" fmla="*/ 51580 h 512620"/>
                      <a:gd name="connsiteX5" fmla="*/ 492435 w 685477"/>
                      <a:gd name="connsiteY5" fmla="*/ 59992 h 512620"/>
                      <a:gd name="connsiteX6" fmla="*/ 465791 w 685477"/>
                      <a:gd name="connsiteY6" fmla="*/ 68160 h 512620"/>
                      <a:gd name="connsiteX7" fmla="*/ 409986 w 685477"/>
                      <a:gd name="connsiteY7" fmla="*/ 69908 h 512620"/>
                      <a:gd name="connsiteX8" fmla="*/ 3412 w 685477"/>
                      <a:gd name="connsiteY8" fmla="*/ 512620 h 512620"/>
                      <a:gd name="connsiteX9" fmla="*/ 401872 w 685477"/>
                      <a:gd name="connsiteY9" fmla="*/ 3412 h 512620"/>
                      <a:gd name="connsiteX10" fmla="*/ 494461 w 685477"/>
                      <a:gd name="connsiteY10" fmla="*/ 1472 h 512620"/>
                      <a:gd name="connsiteX0" fmla="*/ 494461 w 685477"/>
                      <a:gd name="connsiteY0" fmla="*/ 1472 h 512620"/>
                      <a:gd name="connsiteX1" fmla="*/ 665072 w 685477"/>
                      <a:gd name="connsiteY1" fmla="*/ 49959 h 512620"/>
                      <a:gd name="connsiteX2" fmla="*/ 685477 w 685477"/>
                      <a:gd name="connsiteY2" fmla="*/ 62993 h 512620"/>
                      <a:gd name="connsiteX3" fmla="*/ 675687 w 685477"/>
                      <a:gd name="connsiteY3" fmla="*/ 59992 h 512620"/>
                      <a:gd name="connsiteX4" fmla="*/ 584061 w 685477"/>
                      <a:gd name="connsiteY4" fmla="*/ 51580 h 512620"/>
                      <a:gd name="connsiteX5" fmla="*/ 492435 w 685477"/>
                      <a:gd name="connsiteY5" fmla="*/ 59992 h 512620"/>
                      <a:gd name="connsiteX6" fmla="*/ 409986 w 685477"/>
                      <a:gd name="connsiteY6" fmla="*/ 69908 h 512620"/>
                      <a:gd name="connsiteX7" fmla="*/ 3412 w 685477"/>
                      <a:gd name="connsiteY7" fmla="*/ 512620 h 512620"/>
                      <a:gd name="connsiteX8" fmla="*/ 401872 w 685477"/>
                      <a:gd name="connsiteY8" fmla="*/ 3412 h 512620"/>
                      <a:gd name="connsiteX9" fmla="*/ 494461 w 685477"/>
                      <a:gd name="connsiteY9" fmla="*/ 1472 h 5126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685477" h="512620">
                        <a:moveTo>
                          <a:pt x="494461" y="1472"/>
                        </a:moveTo>
                        <a:cubicBezTo>
                          <a:pt x="555023" y="6354"/>
                          <a:pt x="612803" y="23229"/>
                          <a:pt x="665072" y="49959"/>
                        </a:cubicBezTo>
                        <a:lnTo>
                          <a:pt x="685477" y="62993"/>
                        </a:lnTo>
                        <a:lnTo>
                          <a:pt x="675687" y="59992"/>
                        </a:lnTo>
                        <a:cubicBezTo>
                          <a:pt x="647525" y="54575"/>
                          <a:pt x="616562" y="51580"/>
                          <a:pt x="584061" y="51580"/>
                        </a:cubicBezTo>
                        <a:cubicBezTo>
                          <a:pt x="551560" y="51580"/>
                          <a:pt x="520597" y="54575"/>
                          <a:pt x="492435" y="59992"/>
                        </a:cubicBezTo>
                        <a:lnTo>
                          <a:pt x="409986" y="69908"/>
                        </a:lnTo>
                        <a:cubicBezTo>
                          <a:pt x="184061" y="97474"/>
                          <a:pt x="11686" y="285170"/>
                          <a:pt x="3412" y="512620"/>
                        </a:cubicBezTo>
                        <a:cubicBezTo>
                          <a:pt x="-27171" y="261974"/>
                          <a:pt x="151226" y="33994"/>
                          <a:pt x="401872" y="3412"/>
                        </a:cubicBezTo>
                        <a:cubicBezTo>
                          <a:pt x="433203" y="-411"/>
                          <a:pt x="464179" y="-969"/>
                          <a:pt x="494461" y="1472"/>
                        </a:cubicBezTo>
                        <a:close/>
                      </a:path>
                    </a:pathLst>
                  </a:cu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C5A337AB-B73E-9910-3BBE-0FCB50E21878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171278" y="2112392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5693927E-F5E0-0236-B866-1459C529DE1E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280422" y="2153672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60ED4657-3CDF-DB4C-68D6-B3A8BB0266C1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364837" y="2208717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28" name="Group 127">
                  <a:extLst>
                    <a:ext uri="{FF2B5EF4-FFF2-40B4-BE49-F238E27FC236}">
                      <a16:creationId xmlns:a16="http://schemas.microsoft.com/office/drawing/2014/main" id="{2B845090-A2C0-80DD-80B3-263B176067D0}"/>
                    </a:ext>
                  </a:extLst>
                </p:cNvPr>
                <p:cNvGrpSpPr/>
                <p:nvPr/>
              </p:nvGrpSpPr>
              <p:grpSpPr>
                <a:xfrm rot="10800000">
                  <a:off x="2147864" y="4363942"/>
                  <a:ext cx="563582" cy="341024"/>
                  <a:chOff x="7918336" y="2107505"/>
                  <a:chExt cx="563582" cy="341024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0301EC3B-E9E9-960E-D18C-22C652EB77D7}"/>
                      </a:ext>
                    </a:extLst>
                  </p:cNvPr>
                  <p:cNvSpPr/>
                  <p:nvPr/>
                </p:nvSpPr>
                <p:spPr>
                  <a:xfrm rot="1407024">
                    <a:off x="7918336" y="2107505"/>
                    <a:ext cx="456018" cy="341024"/>
                  </a:xfrm>
                  <a:custGeom>
                    <a:avLst/>
                    <a:gdLst>
                      <a:gd name="connsiteX0" fmla="*/ 494461 w 685477"/>
                      <a:gd name="connsiteY0" fmla="*/ 1472 h 512620"/>
                      <a:gd name="connsiteX1" fmla="*/ 665072 w 685477"/>
                      <a:gd name="connsiteY1" fmla="*/ 49959 h 512620"/>
                      <a:gd name="connsiteX2" fmla="*/ 685477 w 685477"/>
                      <a:gd name="connsiteY2" fmla="*/ 62993 h 512620"/>
                      <a:gd name="connsiteX3" fmla="*/ 675687 w 685477"/>
                      <a:gd name="connsiteY3" fmla="*/ 59992 h 512620"/>
                      <a:gd name="connsiteX4" fmla="*/ 584061 w 685477"/>
                      <a:gd name="connsiteY4" fmla="*/ 51580 h 512620"/>
                      <a:gd name="connsiteX5" fmla="*/ 492435 w 685477"/>
                      <a:gd name="connsiteY5" fmla="*/ 59992 h 512620"/>
                      <a:gd name="connsiteX6" fmla="*/ 465791 w 685477"/>
                      <a:gd name="connsiteY6" fmla="*/ 68160 h 512620"/>
                      <a:gd name="connsiteX7" fmla="*/ 409986 w 685477"/>
                      <a:gd name="connsiteY7" fmla="*/ 69908 h 512620"/>
                      <a:gd name="connsiteX8" fmla="*/ 3412 w 685477"/>
                      <a:gd name="connsiteY8" fmla="*/ 512620 h 512620"/>
                      <a:gd name="connsiteX9" fmla="*/ 401872 w 685477"/>
                      <a:gd name="connsiteY9" fmla="*/ 3412 h 512620"/>
                      <a:gd name="connsiteX10" fmla="*/ 494461 w 685477"/>
                      <a:gd name="connsiteY10" fmla="*/ 1472 h 512620"/>
                      <a:gd name="connsiteX0" fmla="*/ 494461 w 685477"/>
                      <a:gd name="connsiteY0" fmla="*/ 1472 h 512620"/>
                      <a:gd name="connsiteX1" fmla="*/ 665072 w 685477"/>
                      <a:gd name="connsiteY1" fmla="*/ 49959 h 512620"/>
                      <a:gd name="connsiteX2" fmla="*/ 685477 w 685477"/>
                      <a:gd name="connsiteY2" fmla="*/ 62993 h 512620"/>
                      <a:gd name="connsiteX3" fmla="*/ 675687 w 685477"/>
                      <a:gd name="connsiteY3" fmla="*/ 59992 h 512620"/>
                      <a:gd name="connsiteX4" fmla="*/ 584061 w 685477"/>
                      <a:gd name="connsiteY4" fmla="*/ 51580 h 512620"/>
                      <a:gd name="connsiteX5" fmla="*/ 492435 w 685477"/>
                      <a:gd name="connsiteY5" fmla="*/ 59992 h 512620"/>
                      <a:gd name="connsiteX6" fmla="*/ 409986 w 685477"/>
                      <a:gd name="connsiteY6" fmla="*/ 69908 h 512620"/>
                      <a:gd name="connsiteX7" fmla="*/ 3412 w 685477"/>
                      <a:gd name="connsiteY7" fmla="*/ 512620 h 512620"/>
                      <a:gd name="connsiteX8" fmla="*/ 401872 w 685477"/>
                      <a:gd name="connsiteY8" fmla="*/ 3412 h 512620"/>
                      <a:gd name="connsiteX9" fmla="*/ 494461 w 685477"/>
                      <a:gd name="connsiteY9" fmla="*/ 1472 h 5126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685477" h="512620">
                        <a:moveTo>
                          <a:pt x="494461" y="1472"/>
                        </a:moveTo>
                        <a:cubicBezTo>
                          <a:pt x="555023" y="6354"/>
                          <a:pt x="612803" y="23229"/>
                          <a:pt x="665072" y="49959"/>
                        </a:cubicBezTo>
                        <a:lnTo>
                          <a:pt x="685477" y="62993"/>
                        </a:lnTo>
                        <a:lnTo>
                          <a:pt x="675687" y="59992"/>
                        </a:lnTo>
                        <a:cubicBezTo>
                          <a:pt x="647525" y="54575"/>
                          <a:pt x="616562" y="51580"/>
                          <a:pt x="584061" y="51580"/>
                        </a:cubicBezTo>
                        <a:cubicBezTo>
                          <a:pt x="551560" y="51580"/>
                          <a:pt x="520597" y="54575"/>
                          <a:pt x="492435" y="59992"/>
                        </a:cubicBezTo>
                        <a:lnTo>
                          <a:pt x="409986" y="69908"/>
                        </a:lnTo>
                        <a:cubicBezTo>
                          <a:pt x="184061" y="97474"/>
                          <a:pt x="11686" y="285170"/>
                          <a:pt x="3412" y="512620"/>
                        </a:cubicBezTo>
                        <a:cubicBezTo>
                          <a:pt x="-27171" y="261974"/>
                          <a:pt x="151226" y="33994"/>
                          <a:pt x="401872" y="3412"/>
                        </a:cubicBezTo>
                        <a:cubicBezTo>
                          <a:pt x="433203" y="-411"/>
                          <a:pt x="464179" y="-969"/>
                          <a:pt x="494461" y="1472"/>
                        </a:cubicBezTo>
                        <a:close/>
                      </a:path>
                    </a:pathLst>
                  </a:cu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C7A44A33-D94A-74A2-8376-2990E6B58193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171278" y="2112392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FC6F0EB5-3964-946F-E7AB-1BFF3D5B3F50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280422" y="2153672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2F8EF3C-AFE0-79D0-FF18-71DE0F1EDE35}"/>
                      </a:ext>
                    </a:extLst>
                  </p:cNvPr>
                  <p:cNvSpPr/>
                  <p:nvPr/>
                </p:nvSpPr>
                <p:spPr>
                  <a:xfrm rot="20807829" flipH="1">
                    <a:off x="8364837" y="2208717"/>
                    <a:ext cx="117081" cy="26377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47D5D39-3D5E-CCA0-8223-4EB197C87FAB}"/>
                </a:ext>
              </a:extLst>
            </p:cNvPr>
            <p:cNvSpPr/>
            <p:nvPr/>
          </p:nvSpPr>
          <p:spPr>
            <a:xfrm>
              <a:off x="2039255" y="3970135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3E4A0C7D-EF7C-2FA1-968D-23E48FAD7953}"/>
                </a:ext>
              </a:extLst>
            </p:cNvPr>
            <p:cNvSpPr/>
            <p:nvPr/>
          </p:nvSpPr>
          <p:spPr>
            <a:xfrm flipH="1">
              <a:off x="3659473" y="3985562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9335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up 67">
            <a:extLst>
              <a:ext uri="{FF2B5EF4-FFF2-40B4-BE49-F238E27FC236}">
                <a16:creationId xmlns:a16="http://schemas.microsoft.com/office/drawing/2014/main" id="{490E9157-BA21-1FD9-27DE-A63CF3B81B56}"/>
              </a:ext>
            </a:extLst>
          </p:cNvPr>
          <p:cNvGrpSpPr/>
          <p:nvPr/>
        </p:nvGrpSpPr>
        <p:grpSpPr>
          <a:xfrm>
            <a:off x="12798" y="420915"/>
            <a:ext cx="6425828" cy="6550746"/>
            <a:chOff x="1026722" y="1583765"/>
            <a:chExt cx="4388188" cy="4473495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D216D7A-5D8E-4B70-3625-4505321EDC65}"/>
                </a:ext>
              </a:extLst>
            </p:cNvPr>
            <p:cNvGrpSpPr/>
            <p:nvPr/>
          </p:nvGrpSpPr>
          <p:grpSpPr>
            <a:xfrm rot="10800000">
              <a:off x="1885887" y="1583765"/>
              <a:ext cx="2487136" cy="2353475"/>
              <a:chOff x="1897340" y="2614856"/>
              <a:chExt cx="2487136" cy="2353475"/>
            </a:xfrm>
          </p:grpSpPr>
          <p:sp>
            <p:nvSpPr>
              <p:cNvPr id="37" name="Rectangle 24">
                <a:extLst>
                  <a:ext uri="{FF2B5EF4-FFF2-40B4-BE49-F238E27FC236}">
                    <a16:creationId xmlns:a16="http://schemas.microsoft.com/office/drawing/2014/main" id="{9B5A87A6-DED9-76A1-C9D2-F2CCF9D8E887}"/>
                  </a:ext>
                </a:extLst>
              </p:cNvPr>
              <p:cNvSpPr/>
              <p:nvPr/>
            </p:nvSpPr>
            <p:spPr>
              <a:xfrm>
                <a:off x="1897340" y="2614856"/>
                <a:ext cx="2487136" cy="2353475"/>
              </a:xfrm>
              <a:custGeom>
                <a:avLst/>
                <a:gdLst>
                  <a:gd name="connsiteX0" fmla="*/ 0 w 799686"/>
                  <a:gd name="connsiteY0" fmla="*/ 0 h 708473"/>
                  <a:gd name="connsiteX1" fmla="*/ 799686 w 799686"/>
                  <a:gd name="connsiteY1" fmla="*/ 0 h 708473"/>
                  <a:gd name="connsiteX2" fmla="*/ 799686 w 799686"/>
                  <a:gd name="connsiteY2" fmla="*/ 708473 h 708473"/>
                  <a:gd name="connsiteX3" fmla="*/ 0 w 799686"/>
                  <a:gd name="connsiteY3" fmla="*/ 708473 h 708473"/>
                  <a:gd name="connsiteX4" fmla="*/ 0 w 799686"/>
                  <a:gd name="connsiteY4" fmla="*/ 0 h 708473"/>
                  <a:gd name="connsiteX0" fmla="*/ 0 w 799686"/>
                  <a:gd name="connsiteY0" fmla="*/ 0 h 1051373"/>
                  <a:gd name="connsiteX1" fmla="*/ 799686 w 799686"/>
                  <a:gd name="connsiteY1" fmla="*/ 0 h 1051373"/>
                  <a:gd name="connsiteX2" fmla="*/ 799686 w 799686"/>
                  <a:gd name="connsiteY2" fmla="*/ 708473 h 1051373"/>
                  <a:gd name="connsiteX3" fmla="*/ 88900 w 799686"/>
                  <a:gd name="connsiteY3" fmla="*/ 1051373 h 1051373"/>
                  <a:gd name="connsiteX4" fmla="*/ 0 w 799686"/>
                  <a:gd name="connsiteY4" fmla="*/ 0 h 1051373"/>
                  <a:gd name="connsiteX0" fmla="*/ 0 w 1269586"/>
                  <a:gd name="connsiteY0" fmla="*/ 0 h 1813373"/>
                  <a:gd name="connsiteX1" fmla="*/ 1269586 w 1269586"/>
                  <a:gd name="connsiteY1" fmla="*/ 762000 h 1813373"/>
                  <a:gd name="connsiteX2" fmla="*/ 1269586 w 1269586"/>
                  <a:gd name="connsiteY2" fmla="*/ 1470473 h 1813373"/>
                  <a:gd name="connsiteX3" fmla="*/ 558800 w 1269586"/>
                  <a:gd name="connsiteY3" fmla="*/ 1813373 h 1813373"/>
                  <a:gd name="connsiteX4" fmla="*/ 0 w 1269586"/>
                  <a:gd name="connsiteY4" fmla="*/ 0 h 1813373"/>
                  <a:gd name="connsiteX0" fmla="*/ 0 w 1320386"/>
                  <a:gd name="connsiteY0" fmla="*/ 139700 h 1953073"/>
                  <a:gd name="connsiteX1" fmla="*/ 1320386 w 1320386"/>
                  <a:gd name="connsiteY1" fmla="*/ 0 h 1953073"/>
                  <a:gd name="connsiteX2" fmla="*/ 1269586 w 1320386"/>
                  <a:gd name="connsiteY2" fmla="*/ 1610173 h 1953073"/>
                  <a:gd name="connsiteX3" fmla="*/ 558800 w 1320386"/>
                  <a:gd name="connsiteY3" fmla="*/ 1953073 h 1953073"/>
                  <a:gd name="connsiteX4" fmla="*/ 0 w 1320386"/>
                  <a:gd name="connsiteY4" fmla="*/ 139700 h 1953073"/>
                  <a:gd name="connsiteX0" fmla="*/ 0 w 1320386"/>
                  <a:gd name="connsiteY0" fmla="*/ 139700 h 1953073"/>
                  <a:gd name="connsiteX1" fmla="*/ 1320386 w 1320386"/>
                  <a:gd name="connsiteY1" fmla="*/ 0 h 1953073"/>
                  <a:gd name="connsiteX2" fmla="*/ 558800 w 1320386"/>
                  <a:gd name="connsiteY2" fmla="*/ 1953073 h 1953073"/>
                  <a:gd name="connsiteX3" fmla="*/ 0 w 1320386"/>
                  <a:gd name="connsiteY3" fmla="*/ 139700 h 1953073"/>
                  <a:gd name="connsiteX0" fmla="*/ 0 w 1589232"/>
                  <a:gd name="connsiteY0" fmla="*/ 139700 h 1953073"/>
                  <a:gd name="connsiteX1" fmla="*/ 1320386 w 1589232"/>
                  <a:gd name="connsiteY1" fmla="*/ 0 h 1953073"/>
                  <a:gd name="connsiteX2" fmla="*/ 558800 w 1589232"/>
                  <a:gd name="connsiteY2" fmla="*/ 1953073 h 1953073"/>
                  <a:gd name="connsiteX3" fmla="*/ 0 w 1589232"/>
                  <a:gd name="connsiteY3" fmla="*/ 139700 h 1953073"/>
                  <a:gd name="connsiteX0" fmla="*/ 499635 w 2088867"/>
                  <a:gd name="connsiteY0" fmla="*/ 139700 h 1953073"/>
                  <a:gd name="connsiteX1" fmla="*/ 1820021 w 2088867"/>
                  <a:gd name="connsiteY1" fmla="*/ 0 h 1953073"/>
                  <a:gd name="connsiteX2" fmla="*/ 1058435 w 2088867"/>
                  <a:gd name="connsiteY2" fmla="*/ 1953073 h 1953073"/>
                  <a:gd name="connsiteX3" fmla="*/ 499635 w 2088867"/>
                  <a:gd name="connsiteY3" fmla="*/ 139700 h 1953073"/>
                  <a:gd name="connsiteX0" fmla="*/ 520808 w 2110040"/>
                  <a:gd name="connsiteY0" fmla="*/ 139700 h 1953073"/>
                  <a:gd name="connsiteX1" fmla="*/ 1841194 w 2110040"/>
                  <a:gd name="connsiteY1" fmla="*/ 0 h 1953073"/>
                  <a:gd name="connsiteX2" fmla="*/ 1079608 w 2110040"/>
                  <a:gd name="connsiteY2" fmla="*/ 1953073 h 1953073"/>
                  <a:gd name="connsiteX3" fmla="*/ 520808 w 2110040"/>
                  <a:gd name="connsiteY3" fmla="*/ 139700 h 1953073"/>
                  <a:gd name="connsiteX0" fmla="*/ 356377 w 1945609"/>
                  <a:gd name="connsiteY0" fmla="*/ 139700 h 1953073"/>
                  <a:gd name="connsiteX1" fmla="*/ 1676763 w 1945609"/>
                  <a:gd name="connsiteY1" fmla="*/ 0 h 1953073"/>
                  <a:gd name="connsiteX2" fmla="*/ 915177 w 1945609"/>
                  <a:gd name="connsiteY2" fmla="*/ 1953073 h 1953073"/>
                  <a:gd name="connsiteX3" fmla="*/ 356377 w 1945609"/>
                  <a:gd name="connsiteY3" fmla="*/ 139700 h 1953073"/>
                  <a:gd name="connsiteX0" fmla="*/ 421865 w 2011097"/>
                  <a:gd name="connsiteY0" fmla="*/ 139700 h 1953073"/>
                  <a:gd name="connsiteX1" fmla="*/ 1742251 w 2011097"/>
                  <a:gd name="connsiteY1" fmla="*/ 0 h 1953073"/>
                  <a:gd name="connsiteX2" fmla="*/ 980665 w 2011097"/>
                  <a:gd name="connsiteY2" fmla="*/ 1953073 h 1953073"/>
                  <a:gd name="connsiteX3" fmla="*/ 421865 w 2011097"/>
                  <a:gd name="connsiteY3" fmla="*/ 139700 h 1953073"/>
                  <a:gd name="connsiteX0" fmla="*/ 432822 w 2022054"/>
                  <a:gd name="connsiteY0" fmla="*/ 139700 h 1953073"/>
                  <a:gd name="connsiteX1" fmla="*/ 1753208 w 2022054"/>
                  <a:gd name="connsiteY1" fmla="*/ 0 h 1953073"/>
                  <a:gd name="connsiteX2" fmla="*/ 991622 w 2022054"/>
                  <a:gd name="connsiteY2" fmla="*/ 1953073 h 1953073"/>
                  <a:gd name="connsiteX3" fmla="*/ 432822 w 2022054"/>
                  <a:gd name="connsiteY3" fmla="*/ 139700 h 1953073"/>
                  <a:gd name="connsiteX0" fmla="*/ 384320 w 2049752"/>
                  <a:gd name="connsiteY0" fmla="*/ 63500 h 1953073"/>
                  <a:gd name="connsiteX1" fmla="*/ 1780906 w 2049752"/>
                  <a:gd name="connsiteY1" fmla="*/ 0 h 1953073"/>
                  <a:gd name="connsiteX2" fmla="*/ 1019320 w 2049752"/>
                  <a:gd name="connsiteY2" fmla="*/ 1953073 h 1953073"/>
                  <a:gd name="connsiteX3" fmla="*/ 384320 w 2049752"/>
                  <a:gd name="connsiteY3" fmla="*/ 63500 h 1953073"/>
                  <a:gd name="connsiteX0" fmla="*/ 384320 w 2069519"/>
                  <a:gd name="connsiteY0" fmla="*/ 88900 h 1978473"/>
                  <a:gd name="connsiteX1" fmla="*/ 1831706 w 2069519"/>
                  <a:gd name="connsiteY1" fmla="*/ 0 h 1978473"/>
                  <a:gd name="connsiteX2" fmla="*/ 1019320 w 2069519"/>
                  <a:gd name="connsiteY2" fmla="*/ 1978473 h 1978473"/>
                  <a:gd name="connsiteX3" fmla="*/ 384320 w 2069519"/>
                  <a:gd name="connsiteY3" fmla="*/ 88900 h 1978473"/>
                  <a:gd name="connsiteX0" fmla="*/ 384320 w 2090836"/>
                  <a:gd name="connsiteY0" fmla="*/ 88900 h 1978473"/>
                  <a:gd name="connsiteX1" fmla="*/ 1831706 w 2090836"/>
                  <a:gd name="connsiteY1" fmla="*/ 0 h 1978473"/>
                  <a:gd name="connsiteX2" fmla="*/ 1019320 w 2090836"/>
                  <a:gd name="connsiteY2" fmla="*/ 1978473 h 1978473"/>
                  <a:gd name="connsiteX3" fmla="*/ 384320 w 2090836"/>
                  <a:gd name="connsiteY3" fmla="*/ 88900 h 197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90836" h="1978473">
                    <a:moveTo>
                      <a:pt x="384320" y="88900"/>
                    </a:moveTo>
                    <a:lnTo>
                      <a:pt x="1831706" y="0"/>
                    </a:lnTo>
                    <a:cubicBezTo>
                      <a:pt x="1577844" y="651024"/>
                      <a:pt x="3000382" y="1276649"/>
                      <a:pt x="1019320" y="1978473"/>
                    </a:cubicBezTo>
                    <a:cubicBezTo>
                      <a:pt x="-894147" y="1386715"/>
                      <a:pt x="494387" y="363158"/>
                      <a:pt x="384320" y="88900"/>
                    </a:cubicBezTo>
                    <a:close/>
                  </a:path>
                </a:pathLst>
              </a:custGeom>
              <a:solidFill>
                <a:srgbClr val="F8ED3B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EB4C6314-FB55-FDB6-1467-DB3DF33EEC70}"/>
                  </a:ext>
                </a:extLst>
              </p:cNvPr>
              <p:cNvSpPr/>
              <p:nvPr/>
            </p:nvSpPr>
            <p:spPr>
              <a:xfrm>
                <a:off x="1897340" y="3505927"/>
                <a:ext cx="2487136" cy="870335"/>
              </a:xfrm>
              <a:custGeom>
                <a:avLst/>
                <a:gdLst>
                  <a:gd name="connsiteX0" fmla="*/ 85313 w 2090836"/>
                  <a:gd name="connsiteY0" fmla="*/ 0 h 731656"/>
                  <a:gd name="connsiteX1" fmla="*/ 103638 w 2090836"/>
                  <a:gd name="connsiteY1" fmla="*/ 13227 h 731656"/>
                  <a:gd name="connsiteX2" fmla="*/ 1901708 w 2090836"/>
                  <a:gd name="connsiteY2" fmla="*/ 98568 h 731656"/>
                  <a:gd name="connsiteX3" fmla="*/ 2012822 w 2090836"/>
                  <a:gd name="connsiteY3" fmla="*/ 45877 h 731656"/>
                  <a:gd name="connsiteX4" fmla="*/ 2035732 w 2090836"/>
                  <a:gd name="connsiteY4" fmla="*/ 101169 h 731656"/>
                  <a:gd name="connsiteX5" fmla="*/ 2089158 w 2090836"/>
                  <a:gd name="connsiteY5" fmla="*/ 406818 h 731656"/>
                  <a:gd name="connsiteX6" fmla="*/ 2082082 w 2090836"/>
                  <a:gd name="connsiteY6" fmla="*/ 454530 h 731656"/>
                  <a:gd name="connsiteX7" fmla="*/ 2061872 w 2090836"/>
                  <a:gd name="connsiteY7" fmla="*/ 462605 h 731656"/>
                  <a:gd name="connsiteX8" fmla="*/ 100105 w 2090836"/>
                  <a:gd name="connsiteY8" fmla="*/ 467357 h 731656"/>
                  <a:gd name="connsiteX9" fmla="*/ 3394 w 2090836"/>
                  <a:gd name="connsiteY9" fmla="*/ 410264 h 731656"/>
                  <a:gd name="connsiteX10" fmla="*/ 293 w 2090836"/>
                  <a:gd name="connsiteY10" fmla="*/ 375443 h 731656"/>
                  <a:gd name="connsiteX11" fmla="*/ 70262 w 2090836"/>
                  <a:gd name="connsiteY11" fmla="*/ 32997 h 731656"/>
                  <a:gd name="connsiteX12" fmla="*/ 85313 w 2090836"/>
                  <a:gd name="connsiteY12" fmla="*/ 0 h 731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90836" h="731656">
                    <a:moveTo>
                      <a:pt x="85313" y="0"/>
                    </a:moveTo>
                    <a:lnTo>
                      <a:pt x="103638" y="13227"/>
                    </a:lnTo>
                    <a:cubicBezTo>
                      <a:pt x="624258" y="359537"/>
                      <a:pt x="1237831" y="390353"/>
                      <a:pt x="1901708" y="98568"/>
                    </a:cubicBezTo>
                    <a:lnTo>
                      <a:pt x="2012822" y="45877"/>
                    </a:lnTo>
                    <a:lnTo>
                      <a:pt x="2035732" y="101169"/>
                    </a:lnTo>
                    <a:cubicBezTo>
                      <a:pt x="2073333" y="202458"/>
                      <a:pt x="2097601" y="304211"/>
                      <a:pt x="2089158" y="406818"/>
                    </a:cubicBezTo>
                    <a:lnTo>
                      <a:pt x="2082082" y="454530"/>
                    </a:lnTo>
                    <a:lnTo>
                      <a:pt x="2061872" y="462605"/>
                    </a:lnTo>
                    <a:cubicBezTo>
                      <a:pt x="1621195" y="644809"/>
                      <a:pt x="981489" y="961521"/>
                      <a:pt x="100105" y="467357"/>
                    </a:cubicBezTo>
                    <a:lnTo>
                      <a:pt x="3394" y="410264"/>
                    </a:lnTo>
                    <a:lnTo>
                      <a:pt x="293" y="375443"/>
                    </a:lnTo>
                    <a:cubicBezTo>
                      <a:pt x="-3282" y="258620"/>
                      <a:pt x="26146" y="142970"/>
                      <a:pt x="70262" y="32997"/>
                    </a:cubicBezTo>
                    <a:lnTo>
                      <a:pt x="85313" y="0"/>
                    </a:lnTo>
                    <a:close/>
                  </a:path>
                </a:pathLst>
              </a:custGeom>
              <a:solidFill>
                <a:sysClr val="windowText" lastClr="000000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B575968-B00A-983E-1E52-8AE4FD9C4F35}"/>
                </a:ext>
              </a:extLst>
            </p:cNvPr>
            <p:cNvGrpSpPr/>
            <p:nvPr/>
          </p:nvGrpSpPr>
          <p:grpSpPr>
            <a:xfrm flipH="1">
              <a:off x="3980740" y="3387238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7BA29348-31C3-3CF9-9FB9-B400C18D6FDD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0C1B80AF-6B7C-6F37-0B92-04B323C43ACA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3D3F80C-1CEA-DDED-753F-E92DE7A22915}"/>
                </a:ext>
              </a:extLst>
            </p:cNvPr>
            <p:cNvGrpSpPr/>
            <p:nvPr/>
          </p:nvGrpSpPr>
          <p:grpSpPr>
            <a:xfrm>
              <a:off x="1026722" y="3302983"/>
              <a:ext cx="1434170" cy="1821427"/>
              <a:chOff x="1894651" y="3425580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65084703-A2D6-E3A5-FA8A-D141FA3B1D74}"/>
                  </a:ext>
                </a:extLst>
              </p:cNvPr>
              <p:cNvSpPr/>
              <p:nvPr/>
            </p:nvSpPr>
            <p:spPr>
              <a:xfrm rot="19150760">
                <a:off x="1966540" y="4058400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AF1EB7D7-B042-3499-BB0F-06A4919B53A4}"/>
                  </a:ext>
                </a:extLst>
              </p:cNvPr>
              <p:cNvSpPr/>
              <p:nvPr/>
            </p:nvSpPr>
            <p:spPr>
              <a:xfrm rot="381509">
                <a:off x="1894651" y="3425580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8" name="Rectangle 8">
              <a:extLst>
                <a:ext uri="{FF2B5EF4-FFF2-40B4-BE49-F238E27FC236}">
                  <a16:creationId xmlns:a16="http://schemas.microsoft.com/office/drawing/2014/main" id="{EB95B723-24C9-60FA-2834-748AC4159C53}"/>
                </a:ext>
              </a:extLst>
            </p:cNvPr>
            <p:cNvSpPr/>
            <p:nvPr/>
          </p:nvSpPr>
          <p:spPr>
            <a:xfrm>
              <a:off x="1420357" y="2980633"/>
              <a:ext cx="3573875" cy="3076627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AF1C307-BC32-923B-7DCA-DF2C3D3C7AF0}"/>
                </a:ext>
              </a:extLst>
            </p:cNvPr>
            <p:cNvSpPr/>
            <p:nvPr/>
          </p:nvSpPr>
          <p:spPr>
            <a:xfrm>
              <a:off x="1709523" y="3123994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5539CBD1-B1DC-1705-BF95-BB39D396512B}"/>
                </a:ext>
              </a:extLst>
            </p:cNvPr>
            <p:cNvSpPr/>
            <p:nvPr/>
          </p:nvSpPr>
          <p:spPr>
            <a:xfrm rot="9500543">
              <a:off x="2997984" y="5490951"/>
              <a:ext cx="374365" cy="374365"/>
            </a:xfrm>
            <a:prstGeom prst="arc">
              <a:avLst>
                <a:gd name="adj1" fmla="val 12939651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53B193F-B3AB-6C5B-2E3C-8BAFA6F2BD12}"/>
                </a:ext>
              </a:extLst>
            </p:cNvPr>
            <p:cNvGrpSpPr/>
            <p:nvPr/>
          </p:nvGrpSpPr>
          <p:grpSpPr>
            <a:xfrm>
              <a:off x="2076081" y="4595606"/>
              <a:ext cx="801031" cy="985036"/>
              <a:chOff x="2788371" y="2413698"/>
              <a:chExt cx="673395" cy="828081"/>
            </a:xfrm>
          </p:grpSpPr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1AC61FC4-E62F-DBE3-0078-153652A1B8DD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</p:grpSpPr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35B391F-5D29-0735-9B20-FB747727555A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AE84E68B-081D-D41A-0FF5-8544D4B5F41A}"/>
                    </a:ext>
                  </a:extLst>
                </p:cNvPr>
                <p:cNvSpPr/>
                <p:nvPr/>
              </p:nvSpPr>
              <p:spPr>
                <a:xfrm>
                  <a:off x="3003335" y="2773414"/>
                  <a:ext cx="235165" cy="235165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A2B852A4-232E-92B9-40B8-AA85DE5BF984}"/>
                    </a:ext>
                  </a:extLst>
                </p:cNvPr>
                <p:cNvSpPr/>
                <p:nvPr/>
              </p:nvSpPr>
              <p:spPr>
                <a:xfrm>
                  <a:off x="3197013" y="2995024"/>
                  <a:ext cx="137167" cy="137167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" name="Freeform: Shape 57">
                  <a:extLst>
                    <a:ext uri="{FF2B5EF4-FFF2-40B4-BE49-F238E27FC236}">
                      <a16:creationId xmlns:a16="http://schemas.microsoft.com/office/drawing/2014/main" id="{188F7FC8-AEE5-E15A-9266-AFD7764767A0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" name="Freeform: Shape 58">
                  <a:extLst>
                    <a:ext uri="{FF2B5EF4-FFF2-40B4-BE49-F238E27FC236}">
                      <a16:creationId xmlns:a16="http://schemas.microsoft.com/office/drawing/2014/main" id="{7B00C2FC-38B5-5280-0FE7-F44268463F35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id="{94B80B85-F47D-B271-A285-2DD3C36BF8BB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54" name="Arc 53">
                <a:extLst>
                  <a:ext uri="{FF2B5EF4-FFF2-40B4-BE49-F238E27FC236}">
                    <a16:creationId xmlns:a16="http://schemas.microsoft.com/office/drawing/2014/main" id="{8F38794B-D0AC-D3AF-4A3B-4EB3B50D930B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C9A828E2-C094-9472-D726-CE463244EB45}"/>
                </a:ext>
              </a:extLst>
            </p:cNvPr>
            <p:cNvSpPr/>
            <p:nvPr/>
          </p:nvSpPr>
          <p:spPr>
            <a:xfrm flipH="1">
              <a:off x="3492243" y="3099377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41E9FF-8A28-A10B-E150-415C8F1F1A26}"/>
                </a:ext>
              </a:extLst>
            </p:cNvPr>
            <p:cNvGrpSpPr/>
            <p:nvPr/>
          </p:nvGrpSpPr>
          <p:grpSpPr>
            <a:xfrm flipH="1">
              <a:off x="3571992" y="4603536"/>
              <a:ext cx="801031" cy="985036"/>
              <a:chOff x="2788371" y="2413698"/>
              <a:chExt cx="673395" cy="828081"/>
            </a:xfrm>
          </p:grpSpPr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9E2898C6-2EAE-C5F4-0275-5A71822BBF39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</p:grpSpPr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6EC7D7E7-CAC0-B96A-A4D5-DB760F530694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57768633-EDB9-048F-940E-F75DC9F116A3}"/>
                    </a:ext>
                  </a:extLst>
                </p:cNvPr>
                <p:cNvSpPr/>
                <p:nvPr/>
              </p:nvSpPr>
              <p:spPr>
                <a:xfrm>
                  <a:off x="3088412" y="2760492"/>
                  <a:ext cx="235165" cy="235165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926FFC32-FA70-AAD8-E5E5-402C4DFE3DAB}"/>
                    </a:ext>
                  </a:extLst>
                </p:cNvPr>
                <p:cNvSpPr/>
                <p:nvPr/>
              </p:nvSpPr>
              <p:spPr>
                <a:xfrm>
                  <a:off x="2983650" y="2984939"/>
                  <a:ext cx="137167" cy="137167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0" name="Freeform: Shape 49">
                  <a:extLst>
                    <a:ext uri="{FF2B5EF4-FFF2-40B4-BE49-F238E27FC236}">
                      <a16:creationId xmlns:a16="http://schemas.microsoft.com/office/drawing/2014/main" id="{A7EF3A5B-8850-F1AB-2412-3F10960A6C37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Freeform: Shape 50">
                  <a:extLst>
                    <a:ext uri="{FF2B5EF4-FFF2-40B4-BE49-F238E27FC236}">
                      <a16:creationId xmlns:a16="http://schemas.microsoft.com/office/drawing/2014/main" id="{DE3656D4-63D0-5FF9-8163-F7176DEC1AFA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Freeform: Shape 51">
                  <a:extLst>
                    <a:ext uri="{FF2B5EF4-FFF2-40B4-BE49-F238E27FC236}">
                      <a16:creationId xmlns:a16="http://schemas.microsoft.com/office/drawing/2014/main" id="{DD89A096-F985-0349-8242-E2E88DA850B8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6" name="Arc 45">
                <a:extLst>
                  <a:ext uri="{FF2B5EF4-FFF2-40B4-BE49-F238E27FC236}">
                    <a16:creationId xmlns:a16="http://schemas.microsoft.com/office/drawing/2014/main" id="{06587E45-BF9B-991A-E0CD-0E9AA18D571A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CED837F-FFC3-2F69-6414-3EBD68567881}"/>
              </a:ext>
            </a:extLst>
          </p:cNvPr>
          <p:cNvGrpSpPr/>
          <p:nvPr/>
        </p:nvGrpSpPr>
        <p:grpSpPr>
          <a:xfrm>
            <a:off x="5332754" y="58704"/>
            <a:ext cx="6398127" cy="6550746"/>
            <a:chOff x="5814728" y="568896"/>
            <a:chExt cx="6398127" cy="6550746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211DFD4B-68A4-B824-031A-1FA44CE0EB0C}"/>
                </a:ext>
              </a:extLst>
            </p:cNvPr>
            <p:cNvGrpSpPr/>
            <p:nvPr/>
          </p:nvGrpSpPr>
          <p:grpSpPr>
            <a:xfrm rot="10800000">
              <a:off x="7045143" y="568896"/>
              <a:ext cx="3642029" cy="3446302"/>
              <a:chOff x="1897340" y="2614856"/>
              <a:chExt cx="2487136" cy="2353475"/>
            </a:xfrm>
          </p:grpSpPr>
          <p:sp>
            <p:nvSpPr>
              <p:cNvPr id="99" name="Rectangle 24">
                <a:extLst>
                  <a:ext uri="{FF2B5EF4-FFF2-40B4-BE49-F238E27FC236}">
                    <a16:creationId xmlns:a16="http://schemas.microsoft.com/office/drawing/2014/main" id="{C661F916-2611-A1CC-277E-2BF288F55F25}"/>
                  </a:ext>
                </a:extLst>
              </p:cNvPr>
              <p:cNvSpPr/>
              <p:nvPr/>
            </p:nvSpPr>
            <p:spPr>
              <a:xfrm>
                <a:off x="1897340" y="2614856"/>
                <a:ext cx="2487136" cy="2353475"/>
              </a:xfrm>
              <a:custGeom>
                <a:avLst/>
                <a:gdLst>
                  <a:gd name="connsiteX0" fmla="*/ 0 w 799686"/>
                  <a:gd name="connsiteY0" fmla="*/ 0 h 708473"/>
                  <a:gd name="connsiteX1" fmla="*/ 799686 w 799686"/>
                  <a:gd name="connsiteY1" fmla="*/ 0 h 708473"/>
                  <a:gd name="connsiteX2" fmla="*/ 799686 w 799686"/>
                  <a:gd name="connsiteY2" fmla="*/ 708473 h 708473"/>
                  <a:gd name="connsiteX3" fmla="*/ 0 w 799686"/>
                  <a:gd name="connsiteY3" fmla="*/ 708473 h 708473"/>
                  <a:gd name="connsiteX4" fmla="*/ 0 w 799686"/>
                  <a:gd name="connsiteY4" fmla="*/ 0 h 708473"/>
                  <a:gd name="connsiteX0" fmla="*/ 0 w 799686"/>
                  <a:gd name="connsiteY0" fmla="*/ 0 h 1051373"/>
                  <a:gd name="connsiteX1" fmla="*/ 799686 w 799686"/>
                  <a:gd name="connsiteY1" fmla="*/ 0 h 1051373"/>
                  <a:gd name="connsiteX2" fmla="*/ 799686 w 799686"/>
                  <a:gd name="connsiteY2" fmla="*/ 708473 h 1051373"/>
                  <a:gd name="connsiteX3" fmla="*/ 88900 w 799686"/>
                  <a:gd name="connsiteY3" fmla="*/ 1051373 h 1051373"/>
                  <a:gd name="connsiteX4" fmla="*/ 0 w 799686"/>
                  <a:gd name="connsiteY4" fmla="*/ 0 h 1051373"/>
                  <a:gd name="connsiteX0" fmla="*/ 0 w 1269586"/>
                  <a:gd name="connsiteY0" fmla="*/ 0 h 1813373"/>
                  <a:gd name="connsiteX1" fmla="*/ 1269586 w 1269586"/>
                  <a:gd name="connsiteY1" fmla="*/ 762000 h 1813373"/>
                  <a:gd name="connsiteX2" fmla="*/ 1269586 w 1269586"/>
                  <a:gd name="connsiteY2" fmla="*/ 1470473 h 1813373"/>
                  <a:gd name="connsiteX3" fmla="*/ 558800 w 1269586"/>
                  <a:gd name="connsiteY3" fmla="*/ 1813373 h 1813373"/>
                  <a:gd name="connsiteX4" fmla="*/ 0 w 1269586"/>
                  <a:gd name="connsiteY4" fmla="*/ 0 h 1813373"/>
                  <a:gd name="connsiteX0" fmla="*/ 0 w 1320386"/>
                  <a:gd name="connsiteY0" fmla="*/ 139700 h 1953073"/>
                  <a:gd name="connsiteX1" fmla="*/ 1320386 w 1320386"/>
                  <a:gd name="connsiteY1" fmla="*/ 0 h 1953073"/>
                  <a:gd name="connsiteX2" fmla="*/ 1269586 w 1320386"/>
                  <a:gd name="connsiteY2" fmla="*/ 1610173 h 1953073"/>
                  <a:gd name="connsiteX3" fmla="*/ 558800 w 1320386"/>
                  <a:gd name="connsiteY3" fmla="*/ 1953073 h 1953073"/>
                  <a:gd name="connsiteX4" fmla="*/ 0 w 1320386"/>
                  <a:gd name="connsiteY4" fmla="*/ 139700 h 1953073"/>
                  <a:gd name="connsiteX0" fmla="*/ 0 w 1320386"/>
                  <a:gd name="connsiteY0" fmla="*/ 139700 h 1953073"/>
                  <a:gd name="connsiteX1" fmla="*/ 1320386 w 1320386"/>
                  <a:gd name="connsiteY1" fmla="*/ 0 h 1953073"/>
                  <a:gd name="connsiteX2" fmla="*/ 558800 w 1320386"/>
                  <a:gd name="connsiteY2" fmla="*/ 1953073 h 1953073"/>
                  <a:gd name="connsiteX3" fmla="*/ 0 w 1320386"/>
                  <a:gd name="connsiteY3" fmla="*/ 139700 h 1953073"/>
                  <a:gd name="connsiteX0" fmla="*/ 0 w 1589232"/>
                  <a:gd name="connsiteY0" fmla="*/ 139700 h 1953073"/>
                  <a:gd name="connsiteX1" fmla="*/ 1320386 w 1589232"/>
                  <a:gd name="connsiteY1" fmla="*/ 0 h 1953073"/>
                  <a:gd name="connsiteX2" fmla="*/ 558800 w 1589232"/>
                  <a:gd name="connsiteY2" fmla="*/ 1953073 h 1953073"/>
                  <a:gd name="connsiteX3" fmla="*/ 0 w 1589232"/>
                  <a:gd name="connsiteY3" fmla="*/ 139700 h 1953073"/>
                  <a:gd name="connsiteX0" fmla="*/ 499635 w 2088867"/>
                  <a:gd name="connsiteY0" fmla="*/ 139700 h 1953073"/>
                  <a:gd name="connsiteX1" fmla="*/ 1820021 w 2088867"/>
                  <a:gd name="connsiteY1" fmla="*/ 0 h 1953073"/>
                  <a:gd name="connsiteX2" fmla="*/ 1058435 w 2088867"/>
                  <a:gd name="connsiteY2" fmla="*/ 1953073 h 1953073"/>
                  <a:gd name="connsiteX3" fmla="*/ 499635 w 2088867"/>
                  <a:gd name="connsiteY3" fmla="*/ 139700 h 1953073"/>
                  <a:gd name="connsiteX0" fmla="*/ 520808 w 2110040"/>
                  <a:gd name="connsiteY0" fmla="*/ 139700 h 1953073"/>
                  <a:gd name="connsiteX1" fmla="*/ 1841194 w 2110040"/>
                  <a:gd name="connsiteY1" fmla="*/ 0 h 1953073"/>
                  <a:gd name="connsiteX2" fmla="*/ 1079608 w 2110040"/>
                  <a:gd name="connsiteY2" fmla="*/ 1953073 h 1953073"/>
                  <a:gd name="connsiteX3" fmla="*/ 520808 w 2110040"/>
                  <a:gd name="connsiteY3" fmla="*/ 139700 h 1953073"/>
                  <a:gd name="connsiteX0" fmla="*/ 356377 w 1945609"/>
                  <a:gd name="connsiteY0" fmla="*/ 139700 h 1953073"/>
                  <a:gd name="connsiteX1" fmla="*/ 1676763 w 1945609"/>
                  <a:gd name="connsiteY1" fmla="*/ 0 h 1953073"/>
                  <a:gd name="connsiteX2" fmla="*/ 915177 w 1945609"/>
                  <a:gd name="connsiteY2" fmla="*/ 1953073 h 1953073"/>
                  <a:gd name="connsiteX3" fmla="*/ 356377 w 1945609"/>
                  <a:gd name="connsiteY3" fmla="*/ 139700 h 1953073"/>
                  <a:gd name="connsiteX0" fmla="*/ 421865 w 2011097"/>
                  <a:gd name="connsiteY0" fmla="*/ 139700 h 1953073"/>
                  <a:gd name="connsiteX1" fmla="*/ 1742251 w 2011097"/>
                  <a:gd name="connsiteY1" fmla="*/ 0 h 1953073"/>
                  <a:gd name="connsiteX2" fmla="*/ 980665 w 2011097"/>
                  <a:gd name="connsiteY2" fmla="*/ 1953073 h 1953073"/>
                  <a:gd name="connsiteX3" fmla="*/ 421865 w 2011097"/>
                  <a:gd name="connsiteY3" fmla="*/ 139700 h 1953073"/>
                  <a:gd name="connsiteX0" fmla="*/ 432822 w 2022054"/>
                  <a:gd name="connsiteY0" fmla="*/ 139700 h 1953073"/>
                  <a:gd name="connsiteX1" fmla="*/ 1753208 w 2022054"/>
                  <a:gd name="connsiteY1" fmla="*/ 0 h 1953073"/>
                  <a:gd name="connsiteX2" fmla="*/ 991622 w 2022054"/>
                  <a:gd name="connsiteY2" fmla="*/ 1953073 h 1953073"/>
                  <a:gd name="connsiteX3" fmla="*/ 432822 w 2022054"/>
                  <a:gd name="connsiteY3" fmla="*/ 139700 h 1953073"/>
                  <a:gd name="connsiteX0" fmla="*/ 384320 w 2049752"/>
                  <a:gd name="connsiteY0" fmla="*/ 63500 h 1953073"/>
                  <a:gd name="connsiteX1" fmla="*/ 1780906 w 2049752"/>
                  <a:gd name="connsiteY1" fmla="*/ 0 h 1953073"/>
                  <a:gd name="connsiteX2" fmla="*/ 1019320 w 2049752"/>
                  <a:gd name="connsiteY2" fmla="*/ 1953073 h 1953073"/>
                  <a:gd name="connsiteX3" fmla="*/ 384320 w 2049752"/>
                  <a:gd name="connsiteY3" fmla="*/ 63500 h 1953073"/>
                  <a:gd name="connsiteX0" fmla="*/ 384320 w 2069519"/>
                  <a:gd name="connsiteY0" fmla="*/ 88900 h 1978473"/>
                  <a:gd name="connsiteX1" fmla="*/ 1831706 w 2069519"/>
                  <a:gd name="connsiteY1" fmla="*/ 0 h 1978473"/>
                  <a:gd name="connsiteX2" fmla="*/ 1019320 w 2069519"/>
                  <a:gd name="connsiteY2" fmla="*/ 1978473 h 1978473"/>
                  <a:gd name="connsiteX3" fmla="*/ 384320 w 2069519"/>
                  <a:gd name="connsiteY3" fmla="*/ 88900 h 1978473"/>
                  <a:gd name="connsiteX0" fmla="*/ 384320 w 2090836"/>
                  <a:gd name="connsiteY0" fmla="*/ 88900 h 1978473"/>
                  <a:gd name="connsiteX1" fmla="*/ 1831706 w 2090836"/>
                  <a:gd name="connsiteY1" fmla="*/ 0 h 1978473"/>
                  <a:gd name="connsiteX2" fmla="*/ 1019320 w 2090836"/>
                  <a:gd name="connsiteY2" fmla="*/ 1978473 h 1978473"/>
                  <a:gd name="connsiteX3" fmla="*/ 384320 w 2090836"/>
                  <a:gd name="connsiteY3" fmla="*/ 88900 h 197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90836" h="1978473">
                    <a:moveTo>
                      <a:pt x="384320" y="88900"/>
                    </a:moveTo>
                    <a:lnTo>
                      <a:pt x="1831706" y="0"/>
                    </a:lnTo>
                    <a:cubicBezTo>
                      <a:pt x="1577844" y="651024"/>
                      <a:pt x="3000382" y="1276649"/>
                      <a:pt x="1019320" y="1978473"/>
                    </a:cubicBezTo>
                    <a:cubicBezTo>
                      <a:pt x="-894147" y="1386715"/>
                      <a:pt x="494387" y="363158"/>
                      <a:pt x="384320" y="88900"/>
                    </a:cubicBezTo>
                    <a:close/>
                  </a:path>
                </a:pathLst>
              </a:custGeom>
              <a:solidFill>
                <a:srgbClr val="F8ED3B"/>
              </a:solidFill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81A1E8F4-015B-A552-CDAE-8891404EDE80}"/>
                  </a:ext>
                </a:extLst>
              </p:cNvPr>
              <p:cNvSpPr/>
              <p:nvPr/>
            </p:nvSpPr>
            <p:spPr>
              <a:xfrm>
                <a:off x="1897340" y="3505927"/>
                <a:ext cx="2487136" cy="870335"/>
              </a:xfrm>
              <a:custGeom>
                <a:avLst/>
                <a:gdLst>
                  <a:gd name="connsiteX0" fmla="*/ 85313 w 2090836"/>
                  <a:gd name="connsiteY0" fmla="*/ 0 h 731656"/>
                  <a:gd name="connsiteX1" fmla="*/ 103638 w 2090836"/>
                  <a:gd name="connsiteY1" fmla="*/ 13227 h 731656"/>
                  <a:gd name="connsiteX2" fmla="*/ 1901708 w 2090836"/>
                  <a:gd name="connsiteY2" fmla="*/ 98568 h 731656"/>
                  <a:gd name="connsiteX3" fmla="*/ 2012822 w 2090836"/>
                  <a:gd name="connsiteY3" fmla="*/ 45877 h 731656"/>
                  <a:gd name="connsiteX4" fmla="*/ 2035732 w 2090836"/>
                  <a:gd name="connsiteY4" fmla="*/ 101169 h 731656"/>
                  <a:gd name="connsiteX5" fmla="*/ 2089158 w 2090836"/>
                  <a:gd name="connsiteY5" fmla="*/ 406818 h 731656"/>
                  <a:gd name="connsiteX6" fmla="*/ 2082082 w 2090836"/>
                  <a:gd name="connsiteY6" fmla="*/ 454530 h 731656"/>
                  <a:gd name="connsiteX7" fmla="*/ 2061872 w 2090836"/>
                  <a:gd name="connsiteY7" fmla="*/ 462605 h 731656"/>
                  <a:gd name="connsiteX8" fmla="*/ 100105 w 2090836"/>
                  <a:gd name="connsiteY8" fmla="*/ 467357 h 731656"/>
                  <a:gd name="connsiteX9" fmla="*/ 3394 w 2090836"/>
                  <a:gd name="connsiteY9" fmla="*/ 410264 h 731656"/>
                  <a:gd name="connsiteX10" fmla="*/ 293 w 2090836"/>
                  <a:gd name="connsiteY10" fmla="*/ 375443 h 731656"/>
                  <a:gd name="connsiteX11" fmla="*/ 70262 w 2090836"/>
                  <a:gd name="connsiteY11" fmla="*/ 32997 h 731656"/>
                  <a:gd name="connsiteX12" fmla="*/ 85313 w 2090836"/>
                  <a:gd name="connsiteY12" fmla="*/ 0 h 731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90836" h="731656">
                    <a:moveTo>
                      <a:pt x="85313" y="0"/>
                    </a:moveTo>
                    <a:lnTo>
                      <a:pt x="103638" y="13227"/>
                    </a:lnTo>
                    <a:cubicBezTo>
                      <a:pt x="624258" y="359537"/>
                      <a:pt x="1237831" y="390353"/>
                      <a:pt x="1901708" y="98568"/>
                    </a:cubicBezTo>
                    <a:lnTo>
                      <a:pt x="2012822" y="45877"/>
                    </a:lnTo>
                    <a:lnTo>
                      <a:pt x="2035732" y="101169"/>
                    </a:lnTo>
                    <a:cubicBezTo>
                      <a:pt x="2073333" y="202458"/>
                      <a:pt x="2097601" y="304211"/>
                      <a:pt x="2089158" y="406818"/>
                    </a:cubicBezTo>
                    <a:lnTo>
                      <a:pt x="2082082" y="454530"/>
                    </a:lnTo>
                    <a:lnTo>
                      <a:pt x="2061872" y="462605"/>
                    </a:lnTo>
                    <a:cubicBezTo>
                      <a:pt x="1621195" y="644809"/>
                      <a:pt x="981489" y="961521"/>
                      <a:pt x="100105" y="467357"/>
                    </a:cubicBezTo>
                    <a:lnTo>
                      <a:pt x="3394" y="410264"/>
                    </a:lnTo>
                    <a:lnTo>
                      <a:pt x="293" y="375443"/>
                    </a:lnTo>
                    <a:cubicBezTo>
                      <a:pt x="-3282" y="258620"/>
                      <a:pt x="26146" y="142970"/>
                      <a:pt x="70262" y="32997"/>
                    </a:cubicBezTo>
                    <a:lnTo>
                      <a:pt x="85313" y="0"/>
                    </a:lnTo>
                    <a:close/>
                  </a:path>
                </a:pathLst>
              </a:custGeom>
              <a:solidFill>
                <a:sysClr val="windowText" lastClr="000000"/>
              </a:solidFill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3CD7EB07-CB4D-B83C-9AC0-51CD070F5CE0}"/>
                </a:ext>
              </a:extLst>
            </p:cNvPr>
            <p:cNvGrpSpPr/>
            <p:nvPr/>
          </p:nvGrpSpPr>
          <p:grpSpPr>
            <a:xfrm flipH="1">
              <a:off x="10112733" y="3209805"/>
              <a:ext cx="2100122" cy="2667200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87F26C50-4C5E-920E-3CCB-DA9280C51CCC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A83EE2D0-BD1A-F206-1BD6-D4292783E654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18382110-BA38-FC7C-53DA-B05E3F89CB76}"/>
                </a:ext>
              </a:extLst>
            </p:cNvPr>
            <p:cNvGrpSpPr/>
            <p:nvPr/>
          </p:nvGrpSpPr>
          <p:grpSpPr>
            <a:xfrm>
              <a:off x="5814728" y="3103449"/>
              <a:ext cx="2100121" cy="2667200"/>
              <a:chOff x="1910553" y="3435352"/>
              <a:chExt cx="1205649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DC1B3BBE-2FAE-C1F2-BA82-58D1970BCDD4}"/>
                  </a:ext>
                </a:extLst>
              </p:cNvPr>
              <p:cNvSpPr/>
              <p:nvPr/>
            </p:nvSpPr>
            <p:spPr>
              <a:xfrm rot="19150760">
                <a:off x="1982441" y="4068172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B3460ADF-B09F-A286-7E74-9C2A9DF32AF3}"/>
                  </a:ext>
                </a:extLst>
              </p:cNvPr>
              <p:cNvSpPr/>
              <p:nvPr/>
            </p:nvSpPr>
            <p:spPr>
              <a:xfrm rot="381509">
                <a:off x="1910553" y="3435352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73" name="Rectangle 8">
              <a:extLst>
                <a:ext uri="{FF2B5EF4-FFF2-40B4-BE49-F238E27FC236}">
                  <a16:creationId xmlns:a16="http://schemas.microsoft.com/office/drawing/2014/main" id="{4DF16F2F-9038-6738-3D0F-193EFC54D5CA}"/>
                </a:ext>
              </a:extLst>
            </p:cNvPr>
            <p:cNvSpPr/>
            <p:nvPr/>
          </p:nvSpPr>
          <p:spPr>
            <a:xfrm>
              <a:off x="6363446" y="2614395"/>
              <a:ext cx="5233391" cy="4505247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0F3DB74F-5A7D-1393-B822-157915D8E744}"/>
                </a:ext>
              </a:extLst>
            </p:cNvPr>
            <p:cNvSpPr/>
            <p:nvPr/>
          </p:nvSpPr>
          <p:spPr>
            <a:xfrm>
              <a:off x="6786885" y="2824325"/>
              <a:ext cx="1660289" cy="958839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B2247949-55B0-294F-AD7C-27E04A2C3103}"/>
                </a:ext>
              </a:extLst>
            </p:cNvPr>
            <p:cNvSpPr/>
            <p:nvPr/>
          </p:nvSpPr>
          <p:spPr>
            <a:xfrm rot="9500543">
              <a:off x="8673638" y="6290369"/>
              <a:ext cx="548200" cy="548200"/>
            </a:xfrm>
            <a:prstGeom prst="arc">
              <a:avLst>
                <a:gd name="adj1" fmla="val 12939651"/>
                <a:gd name="adj2" fmla="val 0"/>
              </a:avLst>
            </a:pr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C81A08BE-0E17-7AA5-DA3F-824FDB00991C}"/>
                </a:ext>
              </a:extLst>
            </p:cNvPr>
            <p:cNvGrpSpPr/>
            <p:nvPr/>
          </p:nvGrpSpPr>
          <p:grpSpPr>
            <a:xfrm>
              <a:off x="7323653" y="4979274"/>
              <a:ext cx="1172987" cy="1442434"/>
              <a:chOff x="2788371" y="2413698"/>
              <a:chExt cx="673395" cy="828081"/>
            </a:xfrm>
          </p:grpSpPr>
          <p:grpSp>
            <p:nvGrpSpPr>
              <p:cNvPr id="87" name="Group 86">
                <a:extLst>
                  <a:ext uri="{FF2B5EF4-FFF2-40B4-BE49-F238E27FC236}">
                    <a16:creationId xmlns:a16="http://schemas.microsoft.com/office/drawing/2014/main" id="{77E2C02A-C94F-7BBA-BEC5-D3FE95FF7D8E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</p:grpSpPr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28066F29-BCAD-B52C-2B5F-7613E64B23FE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752FC9EE-48D8-F86A-A918-DE2A7501CC08}"/>
                    </a:ext>
                  </a:extLst>
                </p:cNvPr>
                <p:cNvSpPr/>
                <p:nvPr/>
              </p:nvSpPr>
              <p:spPr>
                <a:xfrm>
                  <a:off x="3003335" y="2773414"/>
                  <a:ext cx="235165" cy="235165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147D91FC-7A8B-D0A1-6D8C-28650133FBF2}"/>
                    </a:ext>
                  </a:extLst>
                </p:cNvPr>
                <p:cNvSpPr/>
                <p:nvPr/>
              </p:nvSpPr>
              <p:spPr>
                <a:xfrm>
                  <a:off x="3197013" y="2995024"/>
                  <a:ext cx="137167" cy="137167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Freeform: Shape 91">
                  <a:extLst>
                    <a:ext uri="{FF2B5EF4-FFF2-40B4-BE49-F238E27FC236}">
                      <a16:creationId xmlns:a16="http://schemas.microsoft.com/office/drawing/2014/main" id="{B4F19DFB-AAE5-F722-8A8E-7D05D3C073AD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Freeform: Shape 92">
                  <a:extLst>
                    <a:ext uri="{FF2B5EF4-FFF2-40B4-BE49-F238E27FC236}">
                      <a16:creationId xmlns:a16="http://schemas.microsoft.com/office/drawing/2014/main" id="{4AD636A3-5E94-37DC-A081-E100FFC4C5EA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4" name="Freeform: Shape 93">
                  <a:extLst>
                    <a:ext uri="{FF2B5EF4-FFF2-40B4-BE49-F238E27FC236}">
                      <a16:creationId xmlns:a16="http://schemas.microsoft.com/office/drawing/2014/main" id="{1E326A76-1910-EE3B-9152-51A582FD1830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88" name="Arc 87">
                <a:extLst>
                  <a:ext uri="{FF2B5EF4-FFF2-40B4-BE49-F238E27FC236}">
                    <a16:creationId xmlns:a16="http://schemas.microsoft.com/office/drawing/2014/main" id="{CAE0B122-32A5-6B79-F336-B339476B6DB4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D1E7608E-D5C8-FCCB-5A8C-82B72AA72E2E}"/>
                </a:ext>
              </a:extLst>
            </p:cNvPr>
            <p:cNvSpPr/>
            <p:nvPr/>
          </p:nvSpPr>
          <p:spPr>
            <a:xfrm flipH="1">
              <a:off x="9397405" y="2788277"/>
              <a:ext cx="1660289" cy="958839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43046F6-74BE-B871-ECA5-8F50DEDA0221}"/>
                </a:ext>
              </a:extLst>
            </p:cNvPr>
            <p:cNvGrpSpPr/>
            <p:nvPr/>
          </p:nvGrpSpPr>
          <p:grpSpPr>
            <a:xfrm flipH="1">
              <a:off x="9514185" y="4990887"/>
              <a:ext cx="1172987" cy="1442434"/>
              <a:chOff x="2788371" y="2413698"/>
              <a:chExt cx="673395" cy="828081"/>
            </a:xfrm>
          </p:grpSpPr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13718805-244A-619F-97CC-B7D33E0E2EC4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09395FAE-78B7-1CA8-F7D9-52E4A7F79CB4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solidFill>
                  <a:sysClr val="windowText" lastClr="000000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Oval 81">
                  <a:extLst>
                    <a:ext uri="{FF2B5EF4-FFF2-40B4-BE49-F238E27FC236}">
                      <a16:creationId xmlns:a16="http://schemas.microsoft.com/office/drawing/2014/main" id="{BF954C47-393A-626D-5829-8428CB2DC690}"/>
                    </a:ext>
                  </a:extLst>
                </p:cNvPr>
                <p:cNvSpPr/>
                <p:nvPr/>
              </p:nvSpPr>
              <p:spPr>
                <a:xfrm>
                  <a:off x="3088412" y="2760492"/>
                  <a:ext cx="235165" cy="235165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A14A0F69-5EA3-6A2C-67AB-CDBBCFF36C6F}"/>
                    </a:ext>
                  </a:extLst>
                </p:cNvPr>
                <p:cNvSpPr/>
                <p:nvPr/>
              </p:nvSpPr>
              <p:spPr>
                <a:xfrm>
                  <a:off x="2983650" y="2984939"/>
                  <a:ext cx="137167" cy="137167"/>
                </a:xfrm>
                <a:prstGeom prst="ellipse">
                  <a:avLst/>
                </a:prstGeom>
                <a:solidFill>
                  <a:sysClr val="window" lastClr="FFFFFF"/>
                </a:solidFill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97D163F5-BF57-E547-D346-71C067D35F51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4D77020A-E4D6-9B4E-7D26-173C86C2286F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6" name="Freeform: Shape 85">
                  <a:extLst>
                    <a:ext uri="{FF2B5EF4-FFF2-40B4-BE49-F238E27FC236}">
                      <a16:creationId xmlns:a16="http://schemas.microsoft.com/office/drawing/2014/main" id="{88C33866-8648-DB80-0B0B-CC7752179E9F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80" name="Arc 79">
                <a:extLst>
                  <a:ext uri="{FF2B5EF4-FFF2-40B4-BE49-F238E27FC236}">
                    <a16:creationId xmlns:a16="http://schemas.microsoft.com/office/drawing/2014/main" id="{C874F25F-E9B5-051E-A7A6-092DFC5F62EA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F299ECF5-7062-20E6-E736-60AFF8C5498B}"/>
              </a:ext>
            </a:extLst>
          </p:cNvPr>
          <p:cNvGrpSpPr/>
          <p:nvPr/>
        </p:nvGrpSpPr>
        <p:grpSpPr>
          <a:xfrm>
            <a:off x="-1768431" y="229634"/>
            <a:ext cx="6425681" cy="6550746"/>
            <a:chOff x="1026822" y="1583765"/>
            <a:chExt cx="4388088" cy="4473495"/>
          </a:xfrm>
          <a:solidFill>
            <a:schemeClr val="bg1"/>
          </a:solidFill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D9101F11-4EC7-D581-BF32-B331698D5935}"/>
                </a:ext>
              </a:extLst>
            </p:cNvPr>
            <p:cNvGrpSpPr/>
            <p:nvPr/>
          </p:nvGrpSpPr>
          <p:grpSpPr>
            <a:xfrm rot="10800000">
              <a:off x="1885887" y="1583765"/>
              <a:ext cx="2487136" cy="2353475"/>
              <a:chOff x="1897340" y="2614856"/>
              <a:chExt cx="2487136" cy="2353475"/>
            </a:xfrm>
            <a:grpFill/>
          </p:grpSpPr>
          <p:sp>
            <p:nvSpPr>
              <p:cNvPr id="132" name="Rectangle 24">
                <a:extLst>
                  <a:ext uri="{FF2B5EF4-FFF2-40B4-BE49-F238E27FC236}">
                    <a16:creationId xmlns:a16="http://schemas.microsoft.com/office/drawing/2014/main" id="{3B3B3B1B-C778-4790-A99D-DE342CC1BAD8}"/>
                  </a:ext>
                </a:extLst>
              </p:cNvPr>
              <p:cNvSpPr/>
              <p:nvPr/>
            </p:nvSpPr>
            <p:spPr>
              <a:xfrm>
                <a:off x="1897340" y="2614856"/>
                <a:ext cx="2487136" cy="2353475"/>
              </a:xfrm>
              <a:custGeom>
                <a:avLst/>
                <a:gdLst>
                  <a:gd name="connsiteX0" fmla="*/ 0 w 799686"/>
                  <a:gd name="connsiteY0" fmla="*/ 0 h 708473"/>
                  <a:gd name="connsiteX1" fmla="*/ 799686 w 799686"/>
                  <a:gd name="connsiteY1" fmla="*/ 0 h 708473"/>
                  <a:gd name="connsiteX2" fmla="*/ 799686 w 799686"/>
                  <a:gd name="connsiteY2" fmla="*/ 708473 h 708473"/>
                  <a:gd name="connsiteX3" fmla="*/ 0 w 799686"/>
                  <a:gd name="connsiteY3" fmla="*/ 708473 h 708473"/>
                  <a:gd name="connsiteX4" fmla="*/ 0 w 799686"/>
                  <a:gd name="connsiteY4" fmla="*/ 0 h 708473"/>
                  <a:gd name="connsiteX0" fmla="*/ 0 w 799686"/>
                  <a:gd name="connsiteY0" fmla="*/ 0 h 1051373"/>
                  <a:gd name="connsiteX1" fmla="*/ 799686 w 799686"/>
                  <a:gd name="connsiteY1" fmla="*/ 0 h 1051373"/>
                  <a:gd name="connsiteX2" fmla="*/ 799686 w 799686"/>
                  <a:gd name="connsiteY2" fmla="*/ 708473 h 1051373"/>
                  <a:gd name="connsiteX3" fmla="*/ 88900 w 799686"/>
                  <a:gd name="connsiteY3" fmla="*/ 1051373 h 1051373"/>
                  <a:gd name="connsiteX4" fmla="*/ 0 w 799686"/>
                  <a:gd name="connsiteY4" fmla="*/ 0 h 1051373"/>
                  <a:gd name="connsiteX0" fmla="*/ 0 w 1269586"/>
                  <a:gd name="connsiteY0" fmla="*/ 0 h 1813373"/>
                  <a:gd name="connsiteX1" fmla="*/ 1269586 w 1269586"/>
                  <a:gd name="connsiteY1" fmla="*/ 762000 h 1813373"/>
                  <a:gd name="connsiteX2" fmla="*/ 1269586 w 1269586"/>
                  <a:gd name="connsiteY2" fmla="*/ 1470473 h 1813373"/>
                  <a:gd name="connsiteX3" fmla="*/ 558800 w 1269586"/>
                  <a:gd name="connsiteY3" fmla="*/ 1813373 h 1813373"/>
                  <a:gd name="connsiteX4" fmla="*/ 0 w 1269586"/>
                  <a:gd name="connsiteY4" fmla="*/ 0 h 1813373"/>
                  <a:gd name="connsiteX0" fmla="*/ 0 w 1320386"/>
                  <a:gd name="connsiteY0" fmla="*/ 139700 h 1953073"/>
                  <a:gd name="connsiteX1" fmla="*/ 1320386 w 1320386"/>
                  <a:gd name="connsiteY1" fmla="*/ 0 h 1953073"/>
                  <a:gd name="connsiteX2" fmla="*/ 1269586 w 1320386"/>
                  <a:gd name="connsiteY2" fmla="*/ 1610173 h 1953073"/>
                  <a:gd name="connsiteX3" fmla="*/ 558800 w 1320386"/>
                  <a:gd name="connsiteY3" fmla="*/ 1953073 h 1953073"/>
                  <a:gd name="connsiteX4" fmla="*/ 0 w 1320386"/>
                  <a:gd name="connsiteY4" fmla="*/ 139700 h 1953073"/>
                  <a:gd name="connsiteX0" fmla="*/ 0 w 1320386"/>
                  <a:gd name="connsiteY0" fmla="*/ 139700 h 1953073"/>
                  <a:gd name="connsiteX1" fmla="*/ 1320386 w 1320386"/>
                  <a:gd name="connsiteY1" fmla="*/ 0 h 1953073"/>
                  <a:gd name="connsiteX2" fmla="*/ 558800 w 1320386"/>
                  <a:gd name="connsiteY2" fmla="*/ 1953073 h 1953073"/>
                  <a:gd name="connsiteX3" fmla="*/ 0 w 1320386"/>
                  <a:gd name="connsiteY3" fmla="*/ 139700 h 1953073"/>
                  <a:gd name="connsiteX0" fmla="*/ 0 w 1589232"/>
                  <a:gd name="connsiteY0" fmla="*/ 139700 h 1953073"/>
                  <a:gd name="connsiteX1" fmla="*/ 1320386 w 1589232"/>
                  <a:gd name="connsiteY1" fmla="*/ 0 h 1953073"/>
                  <a:gd name="connsiteX2" fmla="*/ 558800 w 1589232"/>
                  <a:gd name="connsiteY2" fmla="*/ 1953073 h 1953073"/>
                  <a:gd name="connsiteX3" fmla="*/ 0 w 1589232"/>
                  <a:gd name="connsiteY3" fmla="*/ 139700 h 1953073"/>
                  <a:gd name="connsiteX0" fmla="*/ 499635 w 2088867"/>
                  <a:gd name="connsiteY0" fmla="*/ 139700 h 1953073"/>
                  <a:gd name="connsiteX1" fmla="*/ 1820021 w 2088867"/>
                  <a:gd name="connsiteY1" fmla="*/ 0 h 1953073"/>
                  <a:gd name="connsiteX2" fmla="*/ 1058435 w 2088867"/>
                  <a:gd name="connsiteY2" fmla="*/ 1953073 h 1953073"/>
                  <a:gd name="connsiteX3" fmla="*/ 499635 w 2088867"/>
                  <a:gd name="connsiteY3" fmla="*/ 139700 h 1953073"/>
                  <a:gd name="connsiteX0" fmla="*/ 520808 w 2110040"/>
                  <a:gd name="connsiteY0" fmla="*/ 139700 h 1953073"/>
                  <a:gd name="connsiteX1" fmla="*/ 1841194 w 2110040"/>
                  <a:gd name="connsiteY1" fmla="*/ 0 h 1953073"/>
                  <a:gd name="connsiteX2" fmla="*/ 1079608 w 2110040"/>
                  <a:gd name="connsiteY2" fmla="*/ 1953073 h 1953073"/>
                  <a:gd name="connsiteX3" fmla="*/ 520808 w 2110040"/>
                  <a:gd name="connsiteY3" fmla="*/ 139700 h 1953073"/>
                  <a:gd name="connsiteX0" fmla="*/ 356377 w 1945609"/>
                  <a:gd name="connsiteY0" fmla="*/ 139700 h 1953073"/>
                  <a:gd name="connsiteX1" fmla="*/ 1676763 w 1945609"/>
                  <a:gd name="connsiteY1" fmla="*/ 0 h 1953073"/>
                  <a:gd name="connsiteX2" fmla="*/ 915177 w 1945609"/>
                  <a:gd name="connsiteY2" fmla="*/ 1953073 h 1953073"/>
                  <a:gd name="connsiteX3" fmla="*/ 356377 w 1945609"/>
                  <a:gd name="connsiteY3" fmla="*/ 139700 h 1953073"/>
                  <a:gd name="connsiteX0" fmla="*/ 421865 w 2011097"/>
                  <a:gd name="connsiteY0" fmla="*/ 139700 h 1953073"/>
                  <a:gd name="connsiteX1" fmla="*/ 1742251 w 2011097"/>
                  <a:gd name="connsiteY1" fmla="*/ 0 h 1953073"/>
                  <a:gd name="connsiteX2" fmla="*/ 980665 w 2011097"/>
                  <a:gd name="connsiteY2" fmla="*/ 1953073 h 1953073"/>
                  <a:gd name="connsiteX3" fmla="*/ 421865 w 2011097"/>
                  <a:gd name="connsiteY3" fmla="*/ 139700 h 1953073"/>
                  <a:gd name="connsiteX0" fmla="*/ 432822 w 2022054"/>
                  <a:gd name="connsiteY0" fmla="*/ 139700 h 1953073"/>
                  <a:gd name="connsiteX1" fmla="*/ 1753208 w 2022054"/>
                  <a:gd name="connsiteY1" fmla="*/ 0 h 1953073"/>
                  <a:gd name="connsiteX2" fmla="*/ 991622 w 2022054"/>
                  <a:gd name="connsiteY2" fmla="*/ 1953073 h 1953073"/>
                  <a:gd name="connsiteX3" fmla="*/ 432822 w 2022054"/>
                  <a:gd name="connsiteY3" fmla="*/ 139700 h 1953073"/>
                  <a:gd name="connsiteX0" fmla="*/ 384320 w 2049752"/>
                  <a:gd name="connsiteY0" fmla="*/ 63500 h 1953073"/>
                  <a:gd name="connsiteX1" fmla="*/ 1780906 w 2049752"/>
                  <a:gd name="connsiteY1" fmla="*/ 0 h 1953073"/>
                  <a:gd name="connsiteX2" fmla="*/ 1019320 w 2049752"/>
                  <a:gd name="connsiteY2" fmla="*/ 1953073 h 1953073"/>
                  <a:gd name="connsiteX3" fmla="*/ 384320 w 2049752"/>
                  <a:gd name="connsiteY3" fmla="*/ 63500 h 1953073"/>
                  <a:gd name="connsiteX0" fmla="*/ 384320 w 2069519"/>
                  <a:gd name="connsiteY0" fmla="*/ 88900 h 1978473"/>
                  <a:gd name="connsiteX1" fmla="*/ 1831706 w 2069519"/>
                  <a:gd name="connsiteY1" fmla="*/ 0 h 1978473"/>
                  <a:gd name="connsiteX2" fmla="*/ 1019320 w 2069519"/>
                  <a:gd name="connsiteY2" fmla="*/ 1978473 h 1978473"/>
                  <a:gd name="connsiteX3" fmla="*/ 384320 w 2069519"/>
                  <a:gd name="connsiteY3" fmla="*/ 88900 h 1978473"/>
                  <a:gd name="connsiteX0" fmla="*/ 384320 w 2090836"/>
                  <a:gd name="connsiteY0" fmla="*/ 88900 h 1978473"/>
                  <a:gd name="connsiteX1" fmla="*/ 1831706 w 2090836"/>
                  <a:gd name="connsiteY1" fmla="*/ 0 h 1978473"/>
                  <a:gd name="connsiteX2" fmla="*/ 1019320 w 2090836"/>
                  <a:gd name="connsiteY2" fmla="*/ 1978473 h 1978473"/>
                  <a:gd name="connsiteX3" fmla="*/ 384320 w 2090836"/>
                  <a:gd name="connsiteY3" fmla="*/ 88900 h 197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90836" h="1978473">
                    <a:moveTo>
                      <a:pt x="384320" y="88900"/>
                    </a:moveTo>
                    <a:lnTo>
                      <a:pt x="1831706" y="0"/>
                    </a:lnTo>
                    <a:cubicBezTo>
                      <a:pt x="1577844" y="651024"/>
                      <a:pt x="3000382" y="1276649"/>
                      <a:pt x="1019320" y="1978473"/>
                    </a:cubicBezTo>
                    <a:cubicBezTo>
                      <a:pt x="-894147" y="1386715"/>
                      <a:pt x="494387" y="363158"/>
                      <a:pt x="384320" y="88900"/>
                    </a:cubicBezTo>
                    <a:close/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800FDEE3-C5FF-1B08-4CB0-4157D43DC4B6}"/>
                  </a:ext>
                </a:extLst>
              </p:cNvPr>
              <p:cNvSpPr/>
              <p:nvPr/>
            </p:nvSpPr>
            <p:spPr>
              <a:xfrm>
                <a:off x="1897340" y="3505927"/>
                <a:ext cx="2487136" cy="870335"/>
              </a:xfrm>
              <a:custGeom>
                <a:avLst/>
                <a:gdLst>
                  <a:gd name="connsiteX0" fmla="*/ 85313 w 2090836"/>
                  <a:gd name="connsiteY0" fmla="*/ 0 h 731656"/>
                  <a:gd name="connsiteX1" fmla="*/ 103638 w 2090836"/>
                  <a:gd name="connsiteY1" fmla="*/ 13227 h 731656"/>
                  <a:gd name="connsiteX2" fmla="*/ 1901708 w 2090836"/>
                  <a:gd name="connsiteY2" fmla="*/ 98568 h 731656"/>
                  <a:gd name="connsiteX3" fmla="*/ 2012822 w 2090836"/>
                  <a:gd name="connsiteY3" fmla="*/ 45877 h 731656"/>
                  <a:gd name="connsiteX4" fmla="*/ 2035732 w 2090836"/>
                  <a:gd name="connsiteY4" fmla="*/ 101169 h 731656"/>
                  <a:gd name="connsiteX5" fmla="*/ 2089158 w 2090836"/>
                  <a:gd name="connsiteY5" fmla="*/ 406818 h 731656"/>
                  <a:gd name="connsiteX6" fmla="*/ 2082082 w 2090836"/>
                  <a:gd name="connsiteY6" fmla="*/ 454530 h 731656"/>
                  <a:gd name="connsiteX7" fmla="*/ 2061872 w 2090836"/>
                  <a:gd name="connsiteY7" fmla="*/ 462605 h 731656"/>
                  <a:gd name="connsiteX8" fmla="*/ 100105 w 2090836"/>
                  <a:gd name="connsiteY8" fmla="*/ 467357 h 731656"/>
                  <a:gd name="connsiteX9" fmla="*/ 3394 w 2090836"/>
                  <a:gd name="connsiteY9" fmla="*/ 410264 h 731656"/>
                  <a:gd name="connsiteX10" fmla="*/ 293 w 2090836"/>
                  <a:gd name="connsiteY10" fmla="*/ 375443 h 731656"/>
                  <a:gd name="connsiteX11" fmla="*/ 70262 w 2090836"/>
                  <a:gd name="connsiteY11" fmla="*/ 32997 h 731656"/>
                  <a:gd name="connsiteX12" fmla="*/ 85313 w 2090836"/>
                  <a:gd name="connsiteY12" fmla="*/ 0 h 731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90836" h="731656">
                    <a:moveTo>
                      <a:pt x="85313" y="0"/>
                    </a:moveTo>
                    <a:lnTo>
                      <a:pt x="103638" y="13227"/>
                    </a:lnTo>
                    <a:cubicBezTo>
                      <a:pt x="624258" y="359537"/>
                      <a:pt x="1237831" y="390353"/>
                      <a:pt x="1901708" y="98568"/>
                    </a:cubicBezTo>
                    <a:lnTo>
                      <a:pt x="2012822" y="45877"/>
                    </a:lnTo>
                    <a:lnTo>
                      <a:pt x="2035732" y="101169"/>
                    </a:lnTo>
                    <a:cubicBezTo>
                      <a:pt x="2073333" y="202458"/>
                      <a:pt x="2097601" y="304211"/>
                      <a:pt x="2089158" y="406818"/>
                    </a:cubicBezTo>
                    <a:lnTo>
                      <a:pt x="2082082" y="454530"/>
                    </a:lnTo>
                    <a:lnTo>
                      <a:pt x="2061872" y="462605"/>
                    </a:lnTo>
                    <a:cubicBezTo>
                      <a:pt x="1621195" y="644809"/>
                      <a:pt x="981489" y="961521"/>
                      <a:pt x="100105" y="467357"/>
                    </a:cubicBezTo>
                    <a:lnTo>
                      <a:pt x="3394" y="410264"/>
                    </a:lnTo>
                    <a:lnTo>
                      <a:pt x="293" y="375443"/>
                    </a:lnTo>
                    <a:cubicBezTo>
                      <a:pt x="-3282" y="258620"/>
                      <a:pt x="26146" y="142970"/>
                      <a:pt x="70262" y="32997"/>
                    </a:cubicBezTo>
                    <a:lnTo>
                      <a:pt x="85313" y="0"/>
                    </a:lnTo>
                    <a:close/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845C92C9-05BD-213E-13DF-9308E854C156}"/>
                </a:ext>
              </a:extLst>
            </p:cNvPr>
            <p:cNvGrpSpPr/>
            <p:nvPr/>
          </p:nvGrpSpPr>
          <p:grpSpPr>
            <a:xfrm flipH="1">
              <a:off x="3980740" y="3387238"/>
              <a:ext cx="1434170" cy="1821427"/>
              <a:chOff x="1969722" y="3425409"/>
              <a:chExt cx="1205650" cy="1531201"/>
            </a:xfrm>
            <a:grpFill/>
          </p:grpSpPr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C84FA699-DEFE-D0F7-482C-7C3AF1F0B942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E6F75EB1-61B9-77BD-288E-4D8344E81362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E4222F28-9402-6F30-E075-2FEDCAE05395}"/>
                </a:ext>
              </a:extLst>
            </p:cNvPr>
            <p:cNvGrpSpPr/>
            <p:nvPr/>
          </p:nvGrpSpPr>
          <p:grpSpPr>
            <a:xfrm>
              <a:off x="1026822" y="3352342"/>
              <a:ext cx="1434170" cy="1821427"/>
              <a:chOff x="1894736" y="3467074"/>
              <a:chExt cx="1205650" cy="1531201"/>
            </a:xfrm>
            <a:grpFill/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D95703A4-AA5F-4D73-F646-8D647EEF4F22}"/>
                  </a:ext>
                </a:extLst>
              </p:cNvPr>
              <p:cNvSpPr/>
              <p:nvPr/>
            </p:nvSpPr>
            <p:spPr>
              <a:xfrm rot="19150760">
                <a:off x="1966625" y="4099894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6628D266-ED40-03E6-BA32-FA77230112F3}"/>
                  </a:ext>
                </a:extLst>
              </p:cNvPr>
              <p:cNvSpPr/>
              <p:nvPr/>
            </p:nvSpPr>
            <p:spPr>
              <a:xfrm rot="381509">
                <a:off x="1894736" y="3467074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06" name="Rectangle 8">
              <a:extLst>
                <a:ext uri="{FF2B5EF4-FFF2-40B4-BE49-F238E27FC236}">
                  <a16:creationId xmlns:a16="http://schemas.microsoft.com/office/drawing/2014/main" id="{E7FA07BC-6E37-0590-EEB6-837C509AC32A}"/>
                </a:ext>
              </a:extLst>
            </p:cNvPr>
            <p:cNvSpPr/>
            <p:nvPr/>
          </p:nvSpPr>
          <p:spPr>
            <a:xfrm>
              <a:off x="1420357" y="2980633"/>
              <a:ext cx="3573875" cy="3076627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55285644-6ABA-F6C6-F96E-3C64497FED35}"/>
                </a:ext>
              </a:extLst>
            </p:cNvPr>
            <p:cNvSpPr/>
            <p:nvPr/>
          </p:nvSpPr>
          <p:spPr>
            <a:xfrm>
              <a:off x="1709523" y="3123994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" name="Arc 107">
              <a:extLst>
                <a:ext uri="{FF2B5EF4-FFF2-40B4-BE49-F238E27FC236}">
                  <a16:creationId xmlns:a16="http://schemas.microsoft.com/office/drawing/2014/main" id="{6A400687-23EE-59E7-DC15-25C2CD77CF11}"/>
                </a:ext>
              </a:extLst>
            </p:cNvPr>
            <p:cNvSpPr/>
            <p:nvPr/>
          </p:nvSpPr>
          <p:spPr>
            <a:xfrm rot="9500543">
              <a:off x="2997984" y="5490951"/>
              <a:ext cx="374365" cy="374365"/>
            </a:xfrm>
            <a:prstGeom prst="arc">
              <a:avLst>
                <a:gd name="adj1" fmla="val 12939651"/>
                <a:gd name="adj2" fmla="val 0"/>
              </a:avLst>
            </a:pr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CE62F61E-1F39-8B3F-B760-F394EAFD04C5}"/>
                </a:ext>
              </a:extLst>
            </p:cNvPr>
            <p:cNvGrpSpPr/>
            <p:nvPr/>
          </p:nvGrpSpPr>
          <p:grpSpPr>
            <a:xfrm>
              <a:off x="2076081" y="4595606"/>
              <a:ext cx="801031" cy="985036"/>
              <a:chOff x="2788371" y="2413698"/>
              <a:chExt cx="673395" cy="828081"/>
            </a:xfrm>
            <a:grpFill/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54815FAA-539E-F7E7-11B1-725E1F2C5E44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  <a:grpFill/>
            </p:grpSpPr>
            <p:sp>
              <p:nvSpPr>
                <p:cNvPr id="122" name="Oval 121">
                  <a:extLst>
                    <a:ext uri="{FF2B5EF4-FFF2-40B4-BE49-F238E27FC236}">
                      <a16:creationId xmlns:a16="http://schemas.microsoft.com/office/drawing/2014/main" id="{AE4B62C4-3C14-2673-2178-1078E3781C5A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Oval 122">
                  <a:extLst>
                    <a:ext uri="{FF2B5EF4-FFF2-40B4-BE49-F238E27FC236}">
                      <a16:creationId xmlns:a16="http://schemas.microsoft.com/office/drawing/2014/main" id="{17FCE742-7A40-2883-C91D-B59121EB5D2E}"/>
                    </a:ext>
                  </a:extLst>
                </p:cNvPr>
                <p:cNvSpPr/>
                <p:nvPr/>
              </p:nvSpPr>
              <p:spPr>
                <a:xfrm>
                  <a:off x="3003335" y="2773414"/>
                  <a:ext cx="235165" cy="235165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874551E2-2E8F-7FB1-2C4D-59941CAED122}"/>
                    </a:ext>
                  </a:extLst>
                </p:cNvPr>
                <p:cNvSpPr/>
                <p:nvPr/>
              </p:nvSpPr>
              <p:spPr>
                <a:xfrm>
                  <a:off x="3197013" y="2995024"/>
                  <a:ext cx="137167" cy="137167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Freeform: Shape 124">
                  <a:extLst>
                    <a:ext uri="{FF2B5EF4-FFF2-40B4-BE49-F238E27FC236}">
                      <a16:creationId xmlns:a16="http://schemas.microsoft.com/office/drawing/2014/main" id="{3AB93C31-F67E-84E9-0FCB-841E9B09E6F8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" name="Freeform: Shape 125">
                  <a:extLst>
                    <a:ext uri="{FF2B5EF4-FFF2-40B4-BE49-F238E27FC236}">
                      <a16:creationId xmlns:a16="http://schemas.microsoft.com/office/drawing/2014/main" id="{5EAB2E71-6DDD-E444-B978-8482DD60683B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Freeform: Shape 126">
                  <a:extLst>
                    <a:ext uri="{FF2B5EF4-FFF2-40B4-BE49-F238E27FC236}">
                      <a16:creationId xmlns:a16="http://schemas.microsoft.com/office/drawing/2014/main" id="{09437FB6-D560-AE3E-AD2C-87B6C9ACA6EE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21" name="Arc 120">
                <a:extLst>
                  <a:ext uri="{FF2B5EF4-FFF2-40B4-BE49-F238E27FC236}">
                    <a16:creationId xmlns:a16="http://schemas.microsoft.com/office/drawing/2014/main" id="{99771127-263A-3E84-76B8-4D0F7B79DC56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D350D03B-F2CF-149B-922D-90BB94A9EB22}"/>
                </a:ext>
              </a:extLst>
            </p:cNvPr>
            <p:cNvSpPr/>
            <p:nvPr/>
          </p:nvSpPr>
          <p:spPr>
            <a:xfrm flipH="1">
              <a:off x="3492243" y="3099377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84B29B96-1281-8A3C-A9FA-AD7CA10AB8A4}"/>
                </a:ext>
              </a:extLst>
            </p:cNvPr>
            <p:cNvGrpSpPr/>
            <p:nvPr/>
          </p:nvGrpSpPr>
          <p:grpSpPr>
            <a:xfrm flipH="1">
              <a:off x="3571992" y="4603536"/>
              <a:ext cx="801031" cy="985036"/>
              <a:chOff x="2788371" y="2413698"/>
              <a:chExt cx="673395" cy="828081"/>
            </a:xfrm>
            <a:grpFill/>
          </p:grpSpPr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E1B7CC84-E38B-857F-24C2-9B4F927E5778}"/>
                  </a:ext>
                </a:extLst>
              </p:cNvPr>
              <p:cNvGrpSpPr/>
              <p:nvPr/>
            </p:nvGrpSpPr>
            <p:grpSpPr>
              <a:xfrm>
                <a:off x="2788371" y="2649802"/>
                <a:ext cx="673395" cy="591977"/>
                <a:chOff x="2788371" y="2649802"/>
                <a:chExt cx="673395" cy="591977"/>
              </a:xfrm>
              <a:grpFill/>
            </p:grpSpPr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A88AE7F2-AC33-156A-1E31-2017E9A52C1C}"/>
                    </a:ext>
                  </a:extLst>
                </p:cNvPr>
                <p:cNvSpPr/>
                <p:nvPr/>
              </p:nvSpPr>
              <p:spPr>
                <a:xfrm>
                  <a:off x="2869789" y="2649802"/>
                  <a:ext cx="591977" cy="591977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BE135B1-BE02-7940-B38C-FE42257E6954}"/>
                    </a:ext>
                  </a:extLst>
                </p:cNvPr>
                <p:cNvSpPr/>
                <p:nvPr/>
              </p:nvSpPr>
              <p:spPr>
                <a:xfrm>
                  <a:off x="3088412" y="2760492"/>
                  <a:ext cx="235165" cy="235165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" name="Oval 115">
                  <a:extLst>
                    <a:ext uri="{FF2B5EF4-FFF2-40B4-BE49-F238E27FC236}">
                      <a16:creationId xmlns:a16="http://schemas.microsoft.com/office/drawing/2014/main" id="{4B70E467-5E20-E5E9-5B8B-5F93809D3696}"/>
                    </a:ext>
                  </a:extLst>
                </p:cNvPr>
                <p:cNvSpPr/>
                <p:nvPr/>
              </p:nvSpPr>
              <p:spPr>
                <a:xfrm>
                  <a:off x="2983650" y="2984939"/>
                  <a:ext cx="137167" cy="137167"/>
                </a:xfrm>
                <a:prstGeom prst="ellipse">
                  <a:avLst/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D7A066AA-07F5-89F8-20DE-DF04418AB566}"/>
                    </a:ext>
                  </a:extLst>
                </p:cNvPr>
                <p:cNvSpPr/>
                <p:nvPr/>
              </p:nvSpPr>
              <p:spPr>
                <a:xfrm>
                  <a:off x="2819399" y="309562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CF637CA2-780A-98A2-390E-84935F8E0AD4}"/>
                    </a:ext>
                  </a:extLst>
                </p:cNvPr>
                <p:cNvSpPr/>
                <p:nvPr/>
              </p:nvSpPr>
              <p:spPr>
                <a:xfrm>
                  <a:off x="2796740" y="3018505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8AB0ADB8-88B7-85D7-5E0F-F63C737EEB6B}"/>
                    </a:ext>
                  </a:extLst>
                </p:cNvPr>
                <p:cNvSpPr/>
                <p:nvPr/>
              </p:nvSpPr>
              <p:spPr>
                <a:xfrm rot="1872416">
                  <a:off x="2788371" y="2943707"/>
                  <a:ext cx="98425" cy="22174"/>
                </a:xfrm>
                <a:custGeom>
                  <a:avLst/>
                  <a:gdLst>
                    <a:gd name="connsiteX0" fmla="*/ 76200 w 76200"/>
                    <a:gd name="connsiteY0" fmla="*/ 0 h 19050"/>
                    <a:gd name="connsiteX1" fmla="*/ 0 w 76200"/>
                    <a:gd name="connsiteY1" fmla="*/ 19050 h 19050"/>
                    <a:gd name="connsiteX2" fmla="*/ 0 w 76200"/>
                    <a:gd name="connsiteY2" fmla="*/ 19050 h 19050"/>
                    <a:gd name="connsiteX0" fmla="*/ 98425 w 98425"/>
                    <a:gd name="connsiteY0" fmla="*/ 0 h 19050"/>
                    <a:gd name="connsiteX1" fmla="*/ 22225 w 98425"/>
                    <a:gd name="connsiteY1" fmla="*/ 19050 h 19050"/>
                    <a:gd name="connsiteX2" fmla="*/ 0 w 98425"/>
                    <a:gd name="connsiteY2" fmla="*/ 9525 h 19050"/>
                    <a:gd name="connsiteX0" fmla="*/ 98425 w 98425"/>
                    <a:gd name="connsiteY0" fmla="*/ 0 h 9525"/>
                    <a:gd name="connsiteX1" fmla="*/ 0 w 98425"/>
                    <a:gd name="connsiteY1" fmla="*/ 9525 h 9525"/>
                    <a:gd name="connsiteX0" fmla="*/ 10000 w 10000"/>
                    <a:gd name="connsiteY0" fmla="*/ 0 h 18813"/>
                    <a:gd name="connsiteX1" fmla="*/ 0 w 10000"/>
                    <a:gd name="connsiteY1" fmla="*/ 10000 h 18813"/>
                    <a:gd name="connsiteX0" fmla="*/ 10000 w 10000"/>
                    <a:gd name="connsiteY0" fmla="*/ 0 h 23280"/>
                    <a:gd name="connsiteX1" fmla="*/ 0 w 10000"/>
                    <a:gd name="connsiteY1" fmla="*/ 10000 h 2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0000" h="23280">
                      <a:moveTo>
                        <a:pt x="10000" y="0"/>
                      </a:moveTo>
                      <a:cubicBezTo>
                        <a:pt x="6990" y="23334"/>
                        <a:pt x="3978" y="33333"/>
                        <a:pt x="0" y="10000"/>
                      </a:cubicBezTo>
                    </a:path>
                  </a:pathLst>
                </a:cu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13" name="Arc 112">
                <a:extLst>
                  <a:ext uri="{FF2B5EF4-FFF2-40B4-BE49-F238E27FC236}">
                    <a16:creationId xmlns:a16="http://schemas.microsoft.com/office/drawing/2014/main" id="{9F946364-AA14-DEE2-6CFD-16B65D756F72}"/>
                  </a:ext>
                </a:extLst>
              </p:cNvPr>
              <p:cNvSpPr/>
              <p:nvPr/>
            </p:nvSpPr>
            <p:spPr>
              <a:xfrm rot="18311906">
                <a:off x="2956478" y="2413698"/>
                <a:ext cx="314714" cy="314714"/>
              </a:xfrm>
              <a:prstGeom prst="arc">
                <a:avLst>
                  <a:gd name="adj1" fmla="val 14674233"/>
                  <a:gd name="adj2" fmla="val 0"/>
                </a:avLst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53585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96EDEFF-F249-7265-7D64-7194890F074A}"/>
              </a:ext>
            </a:extLst>
          </p:cNvPr>
          <p:cNvGrpSpPr/>
          <p:nvPr/>
        </p:nvGrpSpPr>
        <p:grpSpPr>
          <a:xfrm>
            <a:off x="3462412" y="1180292"/>
            <a:ext cx="5469947" cy="3081640"/>
            <a:chOff x="3462412" y="1180292"/>
            <a:chExt cx="5469947" cy="308164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3D3F80C-1CEA-DDED-753F-E92DE7A22915}"/>
                </a:ext>
              </a:extLst>
            </p:cNvPr>
            <p:cNvGrpSpPr/>
            <p:nvPr/>
          </p:nvGrpSpPr>
          <p:grpSpPr>
            <a:xfrm flipH="1">
              <a:off x="6496011" y="1816632"/>
              <a:ext cx="1285915" cy="1633140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65084703-A2D6-E3A5-FA8A-D141FA3B1D74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AF1EB7D7-B042-3499-BB0F-06A4919B53A4}"/>
                  </a:ext>
                </a:extLst>
              </p:cNvPr>
              <p:cNvSpPr/>
              <p:nvPr/>
            </p:nvSpPr>
            <p:spPr>
              <a:xfrm rot="1252263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D216D7A-5D8E-4B70-3625-4505321EDC65}"/>
                </a:ext>
              </a:extLst>
            </p:cNvPr>
            <p:cNvGrpSpPr/>
            <p:nvPr/>
          </p:nvGrpSpPr>
          <p:grpSpPr>
            <a:xfrm rot="15825751">
              <a:off x="6512054" y="1701169"/>
              <a:ext cx="2487136" cy="2353475"/>
              <a:chOff x="1897340" y="2614856"/>
              <a:chExt cx="2487136" cy="2353475"/>
            </a:xfrm>
          </p:grpSpPr>
          <p:sp>
            <p:nvSpPr>
              <p:cNvPr id="37" name="Rectangle 24">
                <a:extLst>
                  <a:ext uri="{FF2B5EF4-FFF2-40B4-BE49-F238E27FC236}">
                    <a16:creationId xmlns:a16="http://schemas.microsoft.com/office/drawing/2014/main" id="{9B5A87A6-DED9-76A1-C9D2-F2CCF9D8E887}"/>
                  </a:ext>
                </a:extLst>
              </p:cNvPr>
              <p:cNvSpPr/>
              <p:nvPr/>
            </p:nvSpPr>
            <p:spPr>
              <a:xfrm>
                <a:off x="1897340" y="2614856"/>
                <a:ext cx="2487136" cy="2353475"/>
              </a:xfrm>
              <a:custGeom>
                <a:avLst/>
                <a:gdLst>
                  <a:gd name="connsiteX0" fmla="*/ 0 w 799686"/>
                  <a:gd name="connsiteY0" fmla="*/ 0 h 708473"/>
                  <a:gd name="connsiteX1" fmla="*/ 799686 w 799686"/>
                  <a:gd name="connsiteY1" fmla="*/ 0 h 708473"/>
                  <a:gd name="connsiteX2" fmla="*/ 799686 w 799686"/>
                  <a:gd name="connsiteY2" fmla="*/ 708473 h 708473"/>
                  <a:gd name="connsiteX3" fmla="*/ 0 w 799686"/>
                  <a:gd name="connsiteY3" fmla="*/ 708473 h 708473"/>
                  <a:gd name="connsiteX4" fmla="*/ 0 w 799686"/>
                  <a:gd name="connsiteY4" fmla="*/ 0 h 708473"/>
                  <a:gd name="connsiteX0" fmla="*/ 0 w 799686"/>
                  <a:gd name="connsiteY0" fmla="*/ 0 h 1051373"/>
                  <a:gd name="connsiteX1" fmla="*/ 799686 w 799686"/>
                  <a:gd name="connsiteY1" fmla="*/ 0 h 1051373"/>
                  <a:gd name="connsiteX2" fmla="*/ 799686 w 799686"/>
                  <a:gd name="connsiteY2" fmla="*/ 708473 h 1051373"/>
                  <a:gd name="connsiteX3" fmla="*/ 88900 w 799686"/>
                  <a:gd name="connsiteY3" fmla="*/ 1051373 h 1051373"/>
                  <a:gd name="connsiteX4" fmla="*/ 0 w 799686"/>
                  <a:gd name="connsiteY4" fmla="*/ 0 h 1051373"/>
                  <a:gd name="connsiteX0" fmla="*/ 0 w 1269586"/>
                  <a:gd name="connsiteY0" fmla="*/ 0 h 1813373"/>
                  <a:gd name="connsiteX1" fmla="*/ 1269586 w 1269586"/>
                  <a:gd name="connsiteY1" fmla="*/ 762000 h 1813373"/>
                  <a:gd name="connsiteX2" fmla="*/ 1269586 w 1269586"/>
                  <a:gd name="connsiteY2" fmla="*/ 1470473 h 1813373"/>
                  <a:gd name="connsiteX3" fmla="*/ 558800 w 1269586"/>
                  <a:gd name="connsiteY3" fmla="*/ 1813373 h 1813373"/>
                  <a:gd name="connsiteX4" fmla="*/ 0 w 1269586"/>
                  <a:gd name="connsiteY4" fmla="*/ 0 h 1813373"/>
                  <a:gd name="connsiteX0" fmla="*/ 0 w 1320386"/>
                  <a:gd name="connsiteY0" fmla="*/ 139700 h 1953073"/>
                  <a:gd name="connsiteX1" fmla="*/ 1320386 w 1320386"/>
                  <a:gd name="connsiteY1" fmla="*/ 0 h 1953073"/>
                  <a:gd name="connsiteX2" fmla="*/ 1269586 w 1320386"/>
                  <a:gd name="connsiteY2" fmla="*/ 1610173 h 1953073"/>
                  <a:gd name="connsiteX3" fmla="*/ 558800 w 1320386"/>
                  <a:gd name="connsiteY3" fmla="*/ 1953073 h 1953073"/>
                  <a:gd name="connsiteX4" fmla="*/ 0 w 1320386"/>
                  <a:gd name="connsiteY4" fmla="*/ 139700 h 1953073"/>
                  <a:gd name="connsiteX0" fmla="*/ 0 w 1320386"/>
                  <a:gd name="connsiteY0" fmla="*/ 139700 h 1953073"/>
                  <a:gd name="connsiteX1" fmla="*/ 1320386 w 1320386"/>
                  <a:gd name="connsiteY1" fmla="*/ 0 h 1953073"/>
                  <a:gd name="connsiteX2" fmla="*/ 558800 w 1320386"/>
                  <a:gd name="connsiteY2" fmla="*/ 1953073 h 1953073"/>
                  <a:gd name="connsiteX3" fmla="*/ 0 w 1320386"/>
                  <a:gd name="connsiteY3" fmla="*/ 139700 h 1953073"/>
                  <a:gd name="connsiteX0" fmla="*/ 0 w 1589232"/>
                  <a:gd name="connsiteY0" fmla="*/ 139700 h 1953073"/>
                  <a:gd name="connsiteX1" fmla="*/ 1320386 w 1589232"/>
                  <a:gd name="connsiteY1" fmla="*/ 0 h 1953073"/>
                  <a:gd name="connsiteX2" fmla="*/ 558800 w 1589232"/>
                  <a:gd name="connsiteY2" fmla="*/ 1953073 h 1953073"/>
                  <a:gd name="connsiteX3" fmla="*/ 0 w 1589232"/>
                  <a:gd name="connsiteY3" fmla="*/ 139700 h 1953073"/>
                  <a:gd name="connsiteX0" fmla="*/ 499635 w 2088867"/>
                  <a:gd name="connsiteY0" fmla="*/ 139700 h 1953073"/>
                  <a:gd name="connsiteX1" fmla="*/ 1820021 w 2088867"/>
                  <a:gd name="connsiteY1" fmla="*/ 0 h 1953073"/>
                  <a:gd name="connsiteX2" fmla="*/ 1058435 w 2088867"/>
                  <a:gd name="connsiteY2" fmla="*/ 1953073 h 1953073"/>
                  <a:gd name="connsiteX3" fmla="*/ 499635 w 2088867"/>
                  <a:gd name="connsiteY3" fmla="*/ 139700 h 1953073"/>
                  <a:gd name="connsiteX0" fmla="*/ 520808 w 2110040"/>
                  <a:gd name="connsiteY0" fmla="*/ 139700 h 1953073"/>
                  <a:gd name="connsiteX1" fmla="*/ 1841194 w 2110040"/>
                  <a:gd name="connsiteY1" fmla="*/ 0 h 1953073"/>
                  <a:gd name="connsiteX2" fmla="*/ 1079608 w 2110040"/>
                  <a:gd name="connsiteY2" fmla="*/ 1953073 h 1953073"/>
                  <a:gd name="connsiteX3" fmla="*/ 520808 w 2110040"/>
                  <a:gd name="connsiteY3" fmla="*/ 139700 h 1953073"/>
                  <a:gd name="connsiteX0" fmla="*/ 356377 w 1945609"/>
                  <a:gd name="connsiteY0" fmla="*/ 139700 h 1953073"/>
                  <a:gd name="connsiteX1" fmla="*/ 1676763 w 1945609"/>
                  <a:gd name="connsiteY1" fmla="*/ 0 h 1953073"/>
                  <a:gd name="connsiteX2" fmla="*/ 915177 w 1945609"/>
                  <a:gd name="connsiteY2" fmla="*/ 1953073 h 1953073"/>
                  <a:gd name="connsiteX3" fmla="*/ 356377 w 1945609"/>
                  <a:gd name="connsiteY3" fmla="*/ 139700 h 1953073"/>
                  <a:gd name="connsiteX0" fmla="*/ 421865 w 2011097"/>
                  <a:gd name="connsiteY0" fmla="*/ 139700 h 1953073"/>
                  <a:gd name="connsiteX1" fmla="*/ 1742251 w 2011097"/>
                  <a:gd name="connsiteY1" fmla="*/ 0 h 1953073"/>
                  <a:gd name="connsiteX2" fmla="*/ 980665 w 2011097"/>
                  <a:gd name="connsiteY2" fmla="*/ 1953073 h 1953073"/>
                  <a:gd name="connsiteX3" fmla="*/ 421865 w 2011097"/>
                  <a:gd name="connsiteY3" fmla="*/ 139700 h 1953073"/>
                  <a:gd name="connsiteX0" fmla="*/ 432822 w 2022054"/>
                  <a:gd name="connsiteY0" fmla="*/ 139700 h 1953073"/>
                  <a:gd name="connsiteX1" fmla="*/ 1753208 w 2022054"/>
                  <a:gd name="connsiteY1" fmla="*/ 0 h 1953073"/>
                  <a:gd name="connsiteX2" fmla="*/ 991622 w 2022054"/>
                  <a:gd name="connsiteY2" fmla="*/ 1953073 h 1953073"/>
                  <a:gd name="connsiteX3" fmla="*/ 432822 w 2022054"/>
                  <a:gd name="connsiteY3" fmla="*/ 139700 h 1953073"/>
                  <a:gd name="connsiteX0" fmla="*/ 384320 w 2049752"/>
                  <a:gd name="connsiteY0" fmla="*/ 63500 h 1953073"/>
                  <a:gd name="connsiteX1" fmla="*/ 1780906 w 2049752"/>
                  <a:gd name="connsiteY1" fmla="*/ 0 h 1953073"/>
                  <a:gd name="connsiteX2" fmla="*/ 1019320 w 2049752"/>
                  <a:gd name="connsiteY2" fmla="*/ 1953073 h 1953073"/>
                  <a:gd name="connsiteX3" fmla="*/ 384320 w 2049752"/>
                  <a:gd name="connsiteY3" fmla="*/ 63500 h 1953073"/>
                  <a:gd name="connsiteX0" fmla="*/ 384320 w 2069519"/>
                  <a:gd name="connsiteY0" fmla="*/ 88900 h 1978473"/>
                  <a:gd name="connsiteX1" fmla="*/ 1831706 w 2069519"/>
                  <a:gd name="connsiteY1" fmla="*/ 0 h 1978473"/>
                  <a:gd name="connsiteX2" fmla="*/ 1019320 w 2069519"/>
                  <a:gd name="connsiteY2" fmla="*/ 1978473 h 1978473"/>
                  <a:gd name="connsiteX3" fmla="*/ 384320 w 2069519"/>
                  <a:gd name="connsiteY3" fmla="*/ 88900 h 1978473"/>
                  <a:gd name="connsiteX0" fmla="*/ 384320 w 2090836"/>
                  <a:gd name="connsiteY0" fmla="*/ 88900 h 1978473"/>
                  <a:gd name="connsiteX1" fmla="*/ 1831706 w 2090836"/>
                  <a:gd name="connsiteY1" fmla="*/ 0 h 1978473"/>
                  <a:gd name="connsiteX2" fmla="*/ 1019320 w 2090836"/>
                  <a:gd name="connsiteY2" fmla="*/ 1978473 h 1978473"/>
                  <a:gd name="connsiteX3" fmla="*/ 384320 w 2090836"/>
                  <a:gd name="connsiteY3" fmla="*/ 88900 h 197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90836" h="1978473">
                    <a:moveTo>
                      <a:pt x="384320" y="88900"/>
                    </a:moveTo>
                    <a:lnTo>
                      <a:pt x="1831706" y="0"/>
                    </a:lnTo>
                    <a:cubicBezTo>
                      <a:pt x="1577844" y="651024"/>
                      <a:pt x="3000382" y="1276649"/>
                      <a:pt x="1019320" y="1978473"/>
                    </a:cubicBezTo>
                    <a:cubicBezTo>
                      <a:pt x="-894147" y="1386715"/>
                      <a:pt x="494387" y="363158"/>
                      <a:pt x="384320" y="88900"/>
                    </a:cubicBezTo>
                    <a:close/>
                  </a:path>
                </a:pathLst>
              </a:custGeom>
              <a:solidFill>
                <a:srgbClr val="F8ED3B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EB4C6314-FB55-FDB6-1467-DB3DF33EEC70}"/>
                  </a:ext>
                </a:extLst>
              </p:cNvPr>
              <p:cNvSpPr/>
              <p:nvPr/>
            </p:nvSpPr>
            <p:spPr>
              <a:xfrm>
                <a:off x="1897340" y="3505927"/>
                <a:ext cx="2487136" cy="870335"/>
              </a:xfrm>
              <a:custGeom>
                <a:avLst/>
                <a:gdLst>
                  <a:gd name="connsiteX0" fmla="*/ 85313 w 2090836"/>
                  <a:gd name="connsiteY0" fmla="*/ 0 h 731656"/>
                  <a:gd name="connsiteX1" fmla="*/ 103638 w 2090836"/>
                  <a:gd name="connsiteY1" fmla="*/ 13227 h 731656"/>
                  <a:gd name="connsiteX2" fmla="*/ 1901708 w 2090836"/>
                  <a:gd name="connsiteY2" fmla="*/ 98568 h 731656"/>
                  <a:gd name="connsiteX3" fmla="*/ 2012822 w 2090836"/>
                  <a:gd name="connsiteY3" fmla="*/ 45877 h 731656"/>
                  <a:gd name="connsiteX4" fmla="*/ 2035732 w 2090836"/>
                  <a:gd name="connsiteY4" fmla="*/ 101169 h 731656"/>
                  <a:gd name="connsiteX5" fmla="*/ 2089158 w 2090836"/>
                  <a:gd name="connsiteY5" fmla="*/ 406818 h 731656"/>
                  <a:gd name="connsiteX6" fmla="*/ 2082082 w 2090836"/>
                  <a:gd name="connsiteY6" fmla="*/ 454530 h 731656"/>
                  <a:gd name="connsiteX7" fmla="*/ 2061872 w 2090836"/>
                  <a:gd name="connsiteY7" fmla="*/ 462605 h 731656"/>
                  <a:gd name="connsiteX8" fmla="*/ 100105 w 2090836"/>
                  <a:gd name="connsiteY8" fmla="*/ 467357 h 731656"/>
                  <a:gd name="connsiteX9" fmla="*/ 3394 w 2090836"/>
                  <a:gd name="connsiteY9" fmla="*/ 410264 h 731656"/>
                  <a:gd name="connsiteX10" fmla="*/ 293 w 2090836"/>
                  <a:gd name="connsiteY10" fmla="*/ 375443 h 731656"/>
                  <a:gd name="connsiteX11" fmla="*/ 70262 w 2090836"/>
                  <a:gd name="connsiteY11" fmla="*/ 32997 h 731656"/>
                  <a:gd name="connsiteX12" fmla="*/ 85313 w 2090836"/>
                  <a:gd name="connsiteY12" fmla="*/ 0 h 731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90836" h="731656">
                    <a:moveTo>
                      <a:pt x="85313" y="0"/>
                    </a:moveTo>
                    <a:lnTo>
                      <a:pt x="103638" y="13227"/>
                    </a:lnTo>
                    <a:cubicBezTo>
                      <a:pt x="624258" y="359537"/>
                      <a:pt x="1237831" y="390353"/>
                      <a:pt x="1901708" y="98568"/>
                    </a:cubicBezTo>
                    <a:lnTo>
                      <a:pt x="2012822" y="45877"/>
                    </a:lnTo>
                    <a:lnTo>
                      <a:pt x="2035732" y="101169"/>
                    </a:lnTo>
                    <a:cubicBezTo>
                      <a:pt x="2073333" y="202458"/>
                      <a:pt x="2097601" y="304211"/>
                      <a:pt x="2089158" y="406818"/>
                    </a:cubicBezTo>
                    <a:lnTo>
                      <a:pt x="2082082" y="454530"/>
                    </a:lnTo>
                    <a:lnTo>
                      <a:pt x="2061872" y="462605"/>
                    </a:lnTo>
                    <a:cubicBezTo>
                      <a:pt x="1621195" y="644809"/>
                      <a:pt x="981489" y="961521"/>
                      <a:pt x="100105" y="467357"/>
                    </a:cubicBezTo>
                    <a:lnTo>
                      <a:pt x="3394" y="410264"/>
                    </a:lnTo>
                    <a:lnTo>
                      <a:pt x="293" y="375443"/>
                    </a:lnTo>
                    <a:cubicBezTo>
                      <a:pt x="-3282" y="258620"/>
                      <a:pt x="26146" y="142970"/>
                      <a:pt x="70262" y="32997"/>
                    </a:cubicBezTo>
                    <a:lnTo>
                      <a:pt x="85313" y="0"/>
                    </a:lnTo>
                    <a:close/>
                  </a:path>
                </a:pathLst>
              </a:custGeom>
              <a:solidFill>
                <a:sysClr val="windowText" lastClr="000000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B575968-B00A-983E-1E52-8AE4FD9C4F35}"/>
                </a:ext>
              </a:extLst>
            </p:cNvPr>
            <p:cNvGrpSpPr/>
            <p:nvPr/>
          </p:nvGrpSpPr>
          <p:grpSpPr>
            <a:xfrm rot="17746279" flipH="1">
              <a:off x="6396159" y="2020311"/>
              <a:ext cx="1787659" cy="1845973"/>
              <a:chOff x="2562900" y="3897283"/>
              <a:chExt cx="1502814" cy="1551836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7BA29348-31C3-3CF9-9FB9-B400C18D6FDD}"/>
                  </a:ext>
                </a:extLst>
              </p:cNvPr>
              <p:cNvSpPr/>
              <p:nvPr/>
            </p:nvSpPr>
            <p:spPr>
              <a:xfrm rot="17560611">
                <a:off x="3049644" y="4433048"/>
                <a:ext cx="1133760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0C1B80AF-6B7C-6F37-0B92-04B323C43ACA}"/>
                  </a:ext>
                </a:extLst>
              </p:cNvPr>
              <p:cNvSpPr/>
              <p:nvPr/>
            </p:nvSpPr>
            <p:spPr>
              <a:xfrm rot="20391360">
                <a:off x="2562900" y="3897283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61B226-D0B8-E575-4CC7-DA52AE78C0F5}"/>
                </a:ext>
              </a:extLst>
            </p:cNvPr>
            <p:cNvGrpSpPr/>
            <p:nvPr/>
          </p:nvGrpSpPr>
          <p:grpSpPr>
            <a:xfrm>
              <a:off x="3462412" y="1180292"/>
              <a:ext cx="3674101" cy="3081640"/>
              <a:chOff x="3370796" y="1493851"/>
              <a:chExt cx="3674101" cy="3081640"/>
            </a:xfrm>
          </p:grpSpPr>
          <p:sp>
            <p:nvSpPr>
              <p:cNvPr id="38" name="Rectangle 8">
                <a:extLst>
                  <a:ext uri="{FF2B5EF4-FFF2-40B4-BE49-F238E27FC236}">
                    <a16:creationId xmlns:a16="http://schemas.microsoft.com/office/drawing/2014/main" id="{EB95B723-24C9-60FA-2834-748AC4159C53}"/>
                  </a:ext>
                </a:extLst>
              </p:cNvPr>
              <p:cNvSpPr/>
              <p:nvPr/>
            </p:nvSpPr>
            <p:spPr>
              <a:xfrm>
                <a:off x="3887124" y="1493851"/>
                <a:ext cx="3157773" cy="3081640"/>
              </a:xfrm>
              <a:custGeom>
                <a:avLst/>
                <a:gdLst>
                  <a:gd name="connsiteX0" fmla="*/ 0 w 2057400"/>
                  <a:gd name="connsiteY0" fmla="*/ 0 h 647700"/>
                  <a:gd name="connsiteX1" fmla="*/ 2057400 w 2057400"/>
                  <a:gd name="connsiteY1" fmla="*/ 0 h 647700"/>
                  <a:gd name="connsiteX2" fmla="*/ 2057400 w 2057400"/>
                  <a:gd name="connsiteY2" fmla="*/ 647700 h 647700"/>
                  <a:gd name="connsiteX3" fmla="*/ 0 w 2057400"/>
                  <a:gd name="connsiteY3" fmla="*/ 647700 h 647700"/>
                  <a:gd name="connsiteX4" fmla="*/ 0 w 2057400"/>
                  <a:gd name="connsiteY4" fmla="*/ 0 h 647700"/>
                  <a:gd name="connsiteX0" fmla="*/ 0 w 2057400"/>
                  <a:gd name="connsiteY0" fmla="*/ 0 h 647700"/>
                  <a:gd name="connsiteX1" fmla="*/ 2057400 w 2057400"/>
                  <a:gd name="connsiteY1" fmla="*/ 0 h 647700"/>
                  <a:gd name="connsiteX2" fmla="*/ 0 w 2057400"/>
                  <a:gd name="connsiteY2" fmla="*/ 647700 h 647700"/>
                  <a:gd name="connsiteX3" fmla="*/ 0 w 2057400"/>
                  <a:gd name="connsiteY3" fmla="*/ 0 h 647700"/>
                  <a:gd name="connsiteX0" fmla="*/ 0 w 2222500"/>
                  <a:gd name="connsiteY0" fmla="*/ 0 h 647700"/>
                  <a:gd name="connsiteX1" fmla="*/ 2222500 w 2222500"/>
                  <a:gd name="connsiteY1" fmla="*/ 482600 h 647700"/>
                  <a:gd name="connsiteX2" fmla="*/ 0 w 2222500"/>
                  <a:gd name="connsiteY2" fmla="*/ 647700 h 647700"/>
                  <a:gd name="connsiteX3" fmla="*/ 0 w 2222500"/>
                  <a:gd name="connsiteY3" fmla="*/ 0 h 647700"/>
                  <a:gd name="connsiteX0" fmla="*/ 0 w 2222500"/>
                  <a:gd name="connsiteY0" fmla="*/ 0 h 840315"/>
                  <a:gd name="connsiteX1" fmla="*/ 2222500 w 2222500"/>
                  <a:gd name="connsiteY1" fmla="*/ 482600 h 840315"/>
                  <a:gd name="connsiteX2" fmla="*/ 0 w 2222500"/>
                  <a:gd name="connsiteY2" fmla="*/ 647700 h 840315"/>
                  <a:gd name="connsiteX3" fmla="*/ 0 w 2222500"/>
                  <a:gd name="connsiteY3" fmla="*/ 0 h 840315"/>
                  <a:gd name="connsiteX0" fmla="*/ 723900 w 2946400"/>
                  <a:gd name="connsiteY0" fmla="*/ 0 h 824792"/>
                  <a:gd name="connsiteX1" fmla="*/ 2946400 w 2946400"/>
                  <a:gd name="connsiteY1" fmla="*/ 482600 h 824792"/>
                  <a:gd name="connsiteX2" fmla="*/ 0 w 2946400"/>
                  <a:gd name="connsiteY2" fmla="*/ 596900 h 824792"/>
                  <a:gd name="connsiteX3" fmla="*/ 723900 w 2946400"/>
                  <a:gd name="connsiteY3" fmla="*/ 0 h 824792"/>
                  <a:gd name="connsiteX0" fmla="*/ 723900 w 2946400"/>
                  <a:gd name="connsiteY0" fmla="*/ 0 h 1205947"/>
                  <a:gd name="connsiteX1" fmla="*/ 2946400 w 2946400"/>
                  <a:gd name="connsiteY1" fmla="*/ 482600 h 1205947"/>
                  <a:gd name="connsiteX2" fmla="*/ 0 w 2946400"/>
                  <a:gd name="connsiteY2" fmla="*/ 596900 h 1205947"/>
                  <a:gd name="connsiteX3" fmla="*/ 723900 w 2946400"/>
                  <a:gd name="connsiteY3" fmla="*/ 0 h 1205947"/>
                  <a:gd name="connsiteX0" fmla="*/ 723900 w 2946423"/>
                  <a:gd name="connsiteY0" fmla="*/ 0 h 1218081"/>
                  <a:gd name="connsiteX1" fmla="*/ 2946400 w 2946423"/>
                  <a:gd name="connsiteY1" fmla="*/ 482600 h 1218081"/>
                  <a:gd name="connsiteX2" fmla="*/ 0 w 2946423"/>
                  <a:gd name="connsiteY2" fmla="*/ 596900 h 1218081"/>
                  <a:gd name="connsiteX3" fmla="*/ 723900 w 2946423"/>
                  <a:gd name="connsiteY3" fmla="*/ 0 h 1218081"/>
                  <a:gd name="connsiteX0" fmla="*/ 0 w 2946423"/>
                  <a:gd name="connsiteY0" fmla="*/ 114300 h 735481"/>
                  <a:gd name="connsiteX1" fmla="*/ 2946400 w 2946423"/>
                  <a:gd name="connsiteY1" fmla="*/ 0 h 735481"/>
                  <a:gd name="connsiteX2" fmla="*/ 0 w 2946423"/>
                  <a:gd name="connsiteY2" fmla="*/ 114300 h 735481"/>
                  <a:gd name="connsiteX0" fmla="*/ 27 w 2946450"/>
                  <a:gd name="connsiteY0" fmla="*/ 1545489 h 2166670"/>
                  <a:gd name="connsiteX1" fmla="*/ 2946427 w 2946450"/>
                  <a:gd name="connsiteY1" fmla="*/ 1431189 h 2166670"/>
                  <a:gd name="connsiteX2" fmla="*/ 27 w 2946450"/>
                  <a:gd name="connsiteY2" fmla="*/ 1545489 h 2166670"/>
                  <a:gd name="connsiteX0" fmla="*/ 16 w 3015713"/>
                  <a:gd name="connsiteY0" fmla="*/ 2044822 h 2666003"/>
                  <a:gd name="connsiteX1" fmla="*/ 2946416 w 3015713"/>
                  <a:gd name="connsiteY1" fmla="*/ 1930522 h 2666003"/>
                  <a:gd name="connsiteX2" fmla="*/ 16 w 3015713"/>
                  <a:gd name="connsiteY2" fmla="*/ 2044822 h 2666003"/>
                  <a:gd name="connsiteX0" fmla="*/ 11809 w 3023631"/>
                  <a:gd name="connsiteY0" fmla="*/ 1918700 h 2539881"/>
                  <a:gd name="connsiteX1" fmla="*/ 2958209 w 3023631"/>
                  <a:gd name="connsiteY1" fmla="*/ 1804400 h 2539881"/>
                  <a:gd name="connsiteX2" fmla="*/ 11809 w 3023631"/>
                  <a:gd name="connsiteY2" fmla="*/ 1918700 h 2539881"/>
                  <a:gd name="connsiteX0" fmla="*/ 11589 w 3038485"/>
                  <a:gd name="connsiteY0" fmla="*/ 1978139 h 2599320"/>
                  <a:gd name="connsiteX1" fmla="*/ 2957989 w 3038485"/>
                  <a:gd name="connsiteY1" fmla="*/ 1863839 h 2599320"/>
                  <a:gd name="connsiteX2" fmla="*/ 11589 w 3038485"/>
                  <a:gd name="connsiteY2" fmla="*/ 1978139 h 2599320"/>
                  <a:gd name="connsiteX0" fmla="*/ 11480 w 3075773"/>
                  <a:gd name="connsiteY0" fmla="*/ 1978139 h 2599320"/>
                  <a:gd name="connsiteX1" fmla="*/ 2995980 w 3075773"/>
                  <a:gd name="connsiteY1" fmla="*/ 1863839 h 2599320"/>
                  <a:gd name="connsiteX2" fmla="*/ 11480 w 3075773"/>
                  <a:gd name="connsiteY2" fmla="*/ 1978139 h 2599320"/>
                  <a:gd name="connsiteX0" fmla="*/ 12565 w 3018177"/>
                  <a:gd name="connsiteY0" fmla="*/ 1973844 h 2595025"/>
                  <a:gd name="connsiteX1" fmla="*/ 2997065 w 3018177"/>
                  <a:gd name="connsiteY1" fmla="*/ 1859544 h 2595025"/>
                  <a:gd name="connsiteX2" fmla="*/ 12565 w 3018177"/>
                  <a:gd name="connsiteY2" fmla="*/ 1973844 h 2595025"/>
                  <a:gd name="connsiteX0" fmla="*/ 12524 w 3019686"/>
                  <a:gd name="connsiteY0" fmla="*/ 2087884 h 2709065"/>
                  <a:gd name="connsiteX1" fmla="*/ 2997024 w 3019686"/>
                  <a:gd name="connsiteY1" fmla="*/ 1973584 h 2709065"/>
                  <a:gd name="connsiteX2" fmla="*/ 12524 w 3019686"/>
                  <a:gd name="connsiteY2" fmla="*/ 2087884 h 2709065"/>
                  <a:gd name="connsiteX0" fmla="*/ 11347 w 3018584"/>
                  <a:gd name="connsiteY0" fmla="*/ 1949183 h 2570364"/>
                  <a:gd name="connsiteX1" fmla="*/ 2995847 w 3018584"/>
                  <a:gd name="connsiteY1" fmla="*/ 1834883 h 2570364"/>
                  <a:gd name="connsiteX2" fmla="*/ 11347 w 3018584"/>
                  <a:gd name="connsiteY2" fmla="*/ 1949183 h 2570364"/>
                  <a:gd name="connsiteX0" fmla="*/ 11415 w 2996562"/>
                  <a:gd name="connsiteY0" fmla="*/ 1949183 h 2570364"/>
                  <a:gd name="connsiteX1" fmla="*/ 2973690 w 2996562"/>
                  <a:gd name="connsiteY1" fmla="*/ 1834883 h 2570364"/>
                  <a:gd name="connsiteX2" fmla="*/ 11415 w 2996562"/>
                  <a:gd name="connsiteY2" fmla="*/ 1949183 h 2570364"/>
                  <a:gd name="connsiteX0" fmla="*/ 11415 w 2996562"/>
                  <a:gd name="connsiteY0" fmla="*/ 1949183 h 2588913"/>
                  <a:gd name="connsiteX1" fmla="*/ 2973690 w 2996562"/>
                  <a:gd name="connsiteY1" fmla="*/ 1834883 h 2588913"/>
                  <a:gd name="connsiteX2" fmla="*/ 11415 w 2996562"/>
                  <a:gd name="connsiteY2" fmla="*/ 1949183 h 2588913"/>
                  <a:gd name="connsiteX0" fmla="*/ 11415 w 2996562"/>
                  <a:gd name="connsiteY0" fmla="*/ 1949183 h 2588913"/>
                  <a:gd name="connsiteX1" fmla="*/ 2973690 w 2996562"/>
                  <a:gd name="connsiteY1" fmla="*/ 1834883 h 2588913"/>
                  <a:gd name="connsiteX2" fmla="*/ 11415 w 2996562"/>
                  <a:gd name="connsiteY2" fmla="*/ 1949183 h 2588913"/>
                  <a:gd name="connsiteX0" fmla="*/ 11454 w 2983978"/>
                  <a:gd name="connsiteY0" fmla="*/ 1924976 h 2585410"/>
                  <a:gd name="connsiteX1" fmla="*/ 2961029 w 2983978"/>
                  <a:gd name="connsiteY1" fmla="*/ 1861476 h 2585410"/>
                  <a:gd name="connsiteX2" fmla="*/ 11454 w 2983978"/>
                  <a:gd name="connsiteY2" fmla="*/ 1924976 h 2585410"/>
                  <a:gd name="connsiteX0" fmla="*/ 11454 w 2983978"/>
                  <a:gd name="connsiteY0" fmla="*/ 1924976 h 2619551"/>
                  <a:gd name="connsiteX1" fmla="*/ 2961029 w 2983978"/>
                  <a:gd name="connsiteY1" fmla="*/ 1861476 h 2619551"/>
                  <a:gd name="connsiteX2" fmla="*/ 11454 w 2983978"/>
                  <a:gd name="connsiteY2" fmla="*/ 1924976 h 2619551"/>
                  <a:gd name="connsiteX0" fmla="*/ 18254 w 2990383"/>
                  <a:gd name="connsiteY0" fmla="*/ 1924976 h 2619551"/>
                  <a:gd name="connsiteX1" fmla="*/ 2967829 w 2990383"/>
                  <a:gd name="connsiteY1" fmla="*/ 1861476 h 2619551"/>
                  <a:gd name="connsiteX2" fmla="*/ 18254 w 2990383"/>
                  <a:gd name="connsiteY2" fmla="*/ 1924976 h 2619551"/>
                  <a:gd name="connsiteX0" fmla="*/ 32932 w 3004414"/>
                  <a:gd name="connsiteY0" fmla="*/ 1891823 h 2586398"/>
                  <a:gd name="connsiteX1" fmla="*/ 2982507 w 3004414"/>
                  <a:gd name="connsiteY1" fmla="*/ 1828323 h 2586398"/>
                  <a:gd name="connsiteX2" fmla="*/ 32932 w 3004414"/>
                  <a:gd name="connsiteY2" fmla="*/ 1891823 h 2586398"/>
                  <a:gd name="connsiteX0" fmla="*/ 32932 w 3004414"/>
                  <a:gd name="connsiteY0" fmla="*/ 1891823 h 2590612"/>
                  <a:gd name="connsiteX1" fmla="*/ 2982507 w 3004414"/>
                  <a:gd name="connsiteY1" fmla="*/ 1828323 h 2590612"/>
                  <a:gd name="connsiteX2" fmla="*/ 32932 w 3004414"/>
                  <a:gd name="connsiteY2" fmla="*/ 1891823 h 2590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004414" h="2590612">
                    <a:moveTo>
                      <a:pt x="32932" y="1891823"/>
                    </a:moveTo>
                    <a:cubicBezTo>
                      <a:pt x="-385110" y="-791052"/>
                      <a:pt x="3321174" y="-444977"/>
                      <a:pt x="2982507" y="1828323"/>
                    </a:cubicBezTo>
                    <a:cubicBezTo>
                      <a:pt x="2725553" y="2607584"/>
                      <a:pt x="430865" y="3030590"/>
                      <a:pt x="32932" y="1891823"/>
                    </a:cubicBezTo>
                    <a:close/>
                  </a:path>
                </a:pathLst>
              </a:custGeom>
              <a:solidFill>
                <a:srgbClr val="F8ED3B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9AF1C307-BC32-923B-7DCA-DF2C3D3C7AF0}"/>
                  </a:ext>
                </a:extLst>
              </p:cNvPr>
              <p:cNvSpPr/>
              <p:nvPr/>
            </p:nvSpPr>
            <p:spPr>
              <a:xfrm>
                <a:off x="3370796" y="1500012"/>
                <a:ext cx="1133809" cy="654790"/>
              </a:xfrm>
              <a:custGeom>
                <a:avLst/>
                <a:gdLst>
                  <a:gd name="connsiteX0" fmla="*/ 937911 w 937911"/>
                  <a:gd name="connsiteY0" fmla="*/ 187796 h 368174"/>
                  <a:gd name="connsiteX1" fmla="*/ 38751 w 937911"/>
                  <a:gd name="connsiteY1" fmla="*/ 4916 h 368174"/>
                  <a:gd name="connsiteX2" fmla="*/ 175911 w 937911"/>
                  <a:gd name="connsiteY2" fmla="*/ 363056 h 368174"/>
                  <a:gd name="connsiteX3" fmla="*/ 290211 w 937911"/>
                  <a:gd name="connsiteY3" fmla="*/ 225896 h 368174"/>
                  <a:gd name="connsiteX4" fmla="*/ 290211 w 937911"/>
                  <a:gd name="connsiteY4" fmla="*/ 225896 h 368174"/>
                  <a:gd name="connsiteX0" fmla="*/ 937911 w 937911"/>
                  <a:gd name="connsiteY0" fmla="*/ 382122 h 562500"/>
                  <a:gd name="connsiteX1" fmla="*/ 38751 w 937911"/>
                  <a:gd name="connsiteY1" fmla="*/ 199242 h 562500"/>
                  <a:gd name="connsiteX2" fmla="*/ 175911 w 937911"/>
                  <a:gd name="connsiteY2" fmla="*/ 557382 h 562500"/>
                  <a:gd name="connsiteX3" fmla="*/ 290211 w 937911"/>
                  <a:gd name="connsiteY3" fmla="*/ 420222 h 562500"/>
                  <a:gd name="connsiteX4" fmla="*/ 290211 w 937911"/>
                  <a:gd name="connsiteY4" fmla="*/ 420222 h 562500"/>
                  <a:gd name="connsiteX0" fmla="*/ 921422 w 921422"/>
                  <a:gd name="connsiteY0" fmla="*/ 375383 h 413483"/>
                  <a:gd name="connsiteX1" fmla="*/ 22262 w 921422"/>
                  <a:gd name="connsiteY1" fmla="*/ 192503 h 413483"/>
                  <a:gd name="connsiteX2" fmla="*/ 273722 w 921422"/>
                  <a:gd name="connsiteY2" fmla="*/ 413483 h 413483"/>
                  <a:gd name="connsiteX3" fmla="*/ 273722 w 921422"/>
                  <a:gd name="connsiteY3" fmla="*/ 413483 h 413483"/>
                  <a:gd name="connsiteX0" fmla="*/ 647700 w 647700"/>
                  <a:gd name="connsiteY0" fmla="*/ 0 h 38100"/>
                  <a:gd name="connsiteX1" fmla="*/ 0 w 647700"/>
                  <a:gd name="connsiteY1" fmla="*/ 38100 h 38100"/>
                  <a:gd name="connsiteX2" fmla="*/ 0 w 647700"/>
                  <a:gd name="connsiteY2" fmla="*/ 38100 h 38100"/>
                  <a:gd name="connsiteX0" fmla="*/ 647700 w 647700"/>
                  <a:gd name="connsiteY0" fmla="*/ 326124 h 364224"/>
                  <a:gd name="connsiteX1" fmla="*/ 0 w 647700"/>
                  <a:gd name="connsiteY1" fmla="*/ 364224 h 364224"/>
                  <a:gd name="connsiteX2" fmla="*/ 0 w 647700"/>
                  <a:gd name="connsiteY2" fmla="*/ 364224 h 364224"/>
                  <a:gd name="connsiteX0" fmla="*/ 965829 w 965829"/>
                  <a:gd name="connsiteY0" fmla="*/ 357539 h 395639"/>
                  <a:gd name="connsiteX1" fmla="*/ 318129 w 965829"/>
                  <a:gd name="connsiteY1" fmla="*/ 395639 h 395639"/>
                  <a:gd name="connsiteX2" fmla="*/ 318129 w 965829"/>
                  <a:gd name="connsiteY2" fmla="*/ 395639 h 395639"/>
                  <a:gd name="connsiteX0" fmla="*/ 896079 w 896079"/>
                  <a:gd name="connsiteY0" fmla="*/ 220021 h 440721"/>
                  <a:gd name="connsiteX1" fmla="*/ 248379 w 896079"/>
                  <a:gd name="connsiteY1" fmla="*/ 258121 h 440721"/>
                  <a:gd name="connsiteX2" fmla="*/ 248379 w 896079"/>
                  <a:gd name="connsiteY2" fmla="*/ 258121 h 440721"/>
                  <a:gd name="connsiteX0" fmla="*/ 1002900 w 1002900"/>
                  <a:gd name="connsiteY0" fmla="*/ 392324 h 580405"/>
                  <a:gd name="connsiteX1" fmla="*/ 355200 w 1002900"/>
                  <a:gd name="connsiteY1" fmla="*/ 430424 h 580405"/>
                  <a:gd name="connsiteX2" fmla="*/ 355200 w 1002900"/>
                  <a:gd name="connsiteY2" fmla="*/ 430424 h 580405"/>
                  <a:gd name="connsiteX0" fmla="*/ 909269 w 909269"/>
                  <a:gd name="connsiteY0" fmla="*/ 367355 h 622662"/>
                  <a:gd name="connsiteX1" fmla="*/ 261569 w 909269"/>
                  <a:gd name="connsiteY1" fmla="*/ 405455 h 622662"/>
                  <a:gd name="connsiteX2" fmla="*/ 261569 w 909269"/>
                  <a:gd name="connsiteY2" fmla="*/ 405455 h 622662"/>
                  <a:gd name="connsiteX0" fmla="*/ 1002084 w 1002084"/>
                  <a:gd name="connsiteY0" fmla="*/ 392436 h 642891"/>
                  <a:gd name="connsiteX1" fmla="*/ 354384 w 1002084"/>
                  <a:gd name="connsiteY1" fmla="*/ 430536 h 642891"/>
                  <a:gd name="connsiteX2" fmla="*/ 354384 w 1002084"/>
                  <a:gd name="connsiteY2" fmla="*/ 430536 h 642891"/>
                  <a:gd name="connsiteX0" fmla="*/ 992747 w 992747"/>
                  <a:gd name="connsiteY0" fmla="*/ 411629 h 611271"/>
                  <a:gd name="connsiteX1" fmla="*/ 345047 w 992747"/>
                  <a:gd name="connsiteY1" fmla="*/ 449729 h 611271"/>
                  <a:gd name="connsiteX2" fmla="*/ 345047 w 992747"/>
                  <a:gd name="connsiteY2" fmla="*/ 449729 h 611271"/>
                  <a:gd name="connsiteX0" fmla="*/ 953148 w 953148"/>
                  <a:gd name="connsiteY0" fmla="*/ 338491 h 550456"/>
                  <a:gd name="connsiteX1" fmla="*/ 305448 w 953148"/>
                  <a:gd name="connsiteY1" fmla="*/ 376591 h 550456"/>
                  <a:gd name="connsiteX2" fmla="*/ 305448 w 953148"/>
                  <a:gd name="connsiteY2" fmla="*/ 376591 h 550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3148" h="550456">
                    <a:moveTo>
                      <a:pt x="953148" y="338491"/>
                    </a:moveTo>
                    <a:cubicBezTo>
                      <a:pt x="-291452" y="-715609"/>
                      <a:pt x="-95872" y="1095411"/>
                      <a:pt x="305448" y="376591"/>
                    </a:cubicBezTo>
                    <a:lnTo>
                      <a:pt x="305448" y="376591"/>
                    </a:ln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Arc 39">
                <a:extLst>
                  <a:ext uri="{FF2B5EF4-FFF2-40B4-BE49-F238E27FC236}">
                    <a16:creationId xmlns:a16="http://schemas.microsoft.com/office/drawing/2014/main" id="{5539CBD1-B1DC-1705-BF95-BB39D396512B}"/>
                  </a:ext>
                </a:extLst>
              </p:cNvPr>
              <p:cNvSpPr/>
              <p:nvPr/>
            </p:nvSpPr>
            <p:spPr>
              <a:xfrm rot="9500543">
                <a:off x="4620022" y="3541070"/>
                <a:ext cx="374365" cy="374365"/>
              </a:xfrm>
              <a:prstGeom prst="arc">
                <a:avLst>
                  <a:gd name="adj1" fmla="val 12939651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053B193F-B3AB-6C5B-2E3C-8BAFA6F2BD12}"/>
                  </a:ext>
                </a:extLst>
              </p:cNvPr>
              <p:cNvGrpSpPr/>
              <p:nvPr/>
            </p:nvGrpSpPr>
            <p:grpSpPr>
              <a:xfrm>
                <a:off x="3856600" y="2318899"/>
                <a:ext cx="801031" cy="985036"/>
                <a:chOff x="2788371" y="2413698"/>
                <a:chExt cx="673395" cy="828081"/>
              </a:xfrm>
            </p:grpSpPr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1AC61FC4-E62F-DBE3-0078-153652A1B8DD}"/>
                    </a:ext>
                  </a:extLst>
                </p:cNvPr>
                <p:cNvGrpSpPr/>
                <p:nvPr/>
              </p:nvGrpSpPr>
              <p:grpSpPr>
                <a:xfrm>
                  <a:off x="2788371" y="2649802"/>
                  <a:ext cx="673395" cy="591977"/>
                  <a:chOff x="2788371" y="2649802"/>
                  <a:chExt cx="673395" cy="591977"/>
                </a:xfrm>
              </p:grpSpPr>
              <p:sp>
                <p:nvSpPr>
                  <p:cNvPr id="55" name="Oval 54">
                    <a:extLst>
                      <a:ext uri="{FF2B5EF4-FFF2-40B4-BE49-F238E27FC236}">
                        <a16:creationId xmlns:a16="http://schemas.microsoft.com/office/drawing/2014/main" id="{835B391F-5D29-0735-9B20-FB747727555A}"/>
                      </a:ext>
                    </a:extLst>
                  </p:cNvPr>
                  <p:cNvSpPr/>
                  <p:nvPr/>
                </p:nvSpPr>
                <p:spPr>
                  <a:xfrm>
                    <a:off x="2869789" y="2649802"/>
                    <a:ext cx="591977" cy="591977"/>
                  </a:xfrm>
                  <a:prstGeom prst="ellipse">
                    <a:avLst/>
                  </a:prstGeom>
                  <a:solidFill>
                    <a:sysClr val="windowText" lastClr="000000"/>
                  </a:solidFill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6" name="Oval 55">
                    <a:extLst>
                      <a:ext uri="{FF2B5EF4-FFF2-40B4-BE49-F238E27FC236}">
                        <a16:creationId xmlns:a16="http://schemas.microsoft.com/office/drawing/2014/main" id="{AE84E68B-081D-D41A-0FF5-8544D4B5F41A}"/>
                      </a:ext>
                    </a:extLst>
                  </p:cNvPr>
                  <p:cNvSpPr/>
                  <p:nvPr/>
                </p:nvSpPr>
                <p:spPr>
                  <a:xfrm>
                    <a:off x="3003335" y="2773414"/>
                    <a:ext cx="235165" cy="235165"/>
                  </a:xfrm>
                  <a:prstGeom prst="ellipse">
                    <a:avLst/>
                  </a:prstGeom>
                  <a:solidFill>
                    <a:sysClr val="window" lastClr="FFFFFF"/>
                  </a:solidFill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7" name="Oval 56">
                    <a:extLst>
                      <a:ext uri="{FF2B5EF4-FFF2-40B4-BE49-F238E27FC236}">
                        <a16:creationId xmlns:a16="http://schemas.microsoft.com/office/drawing/2014/main" id="{A2B852A4-232E-92B9-40B8-AA85DE5BF984}"/>
                      </a:ext>
                    </a:extLst>
                  </p:cNvPr>
                  <p:cNvSpPr/>
                  <p:nvPr/>
                </p:nvSpPr>
                <p:spPr>
                  <a:xfrm>
                    <a:off x="3197013" y="2995024"/>
                    <a:ext cx="137167" cy="137167"/>
                  </a:xfrm>
                  <a:prstGeom prst="ellipse">
                    <a:avLst/>
                  </a:prstGeom>
                  <a:solidFill>
                    <a:sysClr val="window" lastClr="FFFFFF"/>
                  </a:solidFill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188F7FC8-AEE5-E15A-9266-AFD7764767A0}"/>
                      </a:ext>
                    </a:extLst>
                  </p:cNvPr>
                  <p:cNvSpPr/>
                  <p:nvPr/>
                </p:nvSpPr>
                <p:spPr>
                  <a:xfrm>
                    <a:off x="2819399" y="3095625"/>
                    <a:ext cx="98425" cy="22174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7B00C2FC-38B5-5280-0FE7-F44268463F35}"/>
                      </a:ext>
                    </a:extLst>
                  </p:cNvPr>
                  <p:cNvSpPr/>
                  <p:nvPr/>
                </p:nvSpPr>
                <p:spPr>
                  <a:xfrm>
                    <a:off x="2796740" y="3018505"/>
                    <a:ext cx="98425" cy="22174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94B80B85-F47D-B271-A285-2DD3C36BF8BB}"/>
                      </a:ext>
                    </a:extLst>
                  </p:cNvPr>
                  <p:cNvSpPr/>
                  <p:nvPr/>
                </p:nvSpPr>
                <p:spPr>
                  <a:xfrm rot="1872416">
                    <a:off x="2788371" y="2943707"/>
                    <a:ext cx="98425" cy="22174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54" name="Arc 53">
                  <a:extLst>
                    <a:ext uri="{FF2B5EF4-FFF2-40B4-BE49-F238E27FC236}">
                      <a16:creationId xmlns:a16="http://schemas.microsoft.com/office/drawing/2014/main" id="{8F38794B-D0AC-D3AF-4A3B-4EB3B50D930B}"/>
                    </a:ext>
                  </a:extLst>
                </p:cNvPr>
                <p:cNvSpPr/>
                <p:nvPr/>
              </p:nvSpPr>
              <p:spPr>
                <a:xfrm rot="18311906">
                  <a:off x="2956478" y="2413698"/>
                  <a:ext cx="314714" cy="314714"/>
                </a:xfrm>
                <a:prstGeom prst="arc">
                  <a:avLst>
                    <a:gd name="adj1" fmla="val 14674233"/>
                    <a:gd name="adj2" fmla="val 0"/>
                  </a:avLst>
                </a:pr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C9A828E2-C094-9472-D726-CE463244EB45}"/>
                  </a:ext>
                </a:extLst>
              </p:cNvPr>
              <p:cNvSpPr/>
              <p:nvPr/>
            </p:nvSpPr>
            <p:spPr>
              <a:xfrm flipH="1">
                <a:off x="5911088" y="1506026"/>
                <a:ext cx="1133809" cy="654790"/>
              </a:xfrm>
              <a:custGeom>
                <a:avLst/>
                <a:gdLst>
                  <a:gd name="connsiteX0" fmla="*/ 937911 w 937911"/>
                  <a:gd name="connsiteY0" fmla="*/ 187796 h 368174"/>
                  <a:gd name="connsiteX1" fmla="*/ 38751 w 937911"/>
                  <a:gd name="connsiteY1" fmla="*/ 4916 h 368174"/>
                  <a:gd name="connsiteX2" fmla="*/ 175911 w 937911"/>
                  <a:gd name="connsiteY2" fmla="*/ 363056 h 368174"/>
                  <a:gd name="connsiteX3" fmla="*/ 290211 w 937911"/>
                  <a:gd name="connsiteY3" fmla="*/ 225896 h 368174"/>
                  <a:gd name="connsiteX4" fmla="*/ 290211 w 937911"/>
                  <a:gd name="connsiteY4" fmla="*/ 225896 h 368174"/>
                  <a:gd name="connsiteX0" fmla="*/ 937911 w 937911"/>
                  <a:gd name="connsiteY0" fmla="*/ 382122 h 562500"/>
                  <a:gd name="connsiteX1" fmla="*/ 38751 w 937911"/>
                  <a:gd name="connsiteY1" fmla="*/ 199242 h 562500"/>
                  <a:gd name="connsiteX2" fmla="*/ 175911 w 937911"/>
                  <a:gd name="connsiteY2" fmla="*/ 557382 h 562500"/>
                  <a:gd name="connsiteX3" fmla="*/ 290211 w 937911"/>
                  <a:gd name="connsiteY3" fmla="*/ 420222 h 562500"/>
                  <a:gd name="connsiteX4" fmla="*/ 290211 w 937911"/>
                  <a:gd name="connsiteY4" fmla="*/ 420222 h 562500"/>
                  <a:gd name="connsiteX0" fmla="*/ 921422 w 921422"/>
                  <a:gd name="connsiteY0" fmla="*/ 375383 h 413483"/>
                  <a:gd name="connsiteX1" fmla="*/ 22262 w 921422"/>
                  <a:gd name="connsiteY1" fmla="*/ 192503 h 413483"/>
                  <a:gd name="connsiteX2" fmla="*/ 273722 w 921422"/>
                  <a:gd name="connsiteY2" fmla="*/ 413483 h 413483"/>
                  <a:gd name="connsiteX3" fmla="*/ 273722 w 921422"/>
                  <a:gd name="connsiteY3" fmla="*/ 413483 h 413483"/>
                  <a:gd name="connsiteX0" fmla="*/ 647700 w 647700"/>
                  <a:gd name="connsiteY0" fmla="*/ 0 h 38100"/>
                  <a:gd name="connsiteX1" fmla="*/ 0 w 647700"/>
                  <a:gd name="connsiteY1" fmla="*/ 38100 h 38100"/>
                  <a:gd name="connsiteX2" fmla="*/ 0 w 647700"/>
                  <a:gd name="connsiteY2" fmla="*/ 38100 h 38100"/>
                  <a:gd name="connsiteX0" fmla="*/ 647700 w 647700"/>
                  <a:gd name="connsiteY0" fmla="*/ 326124 h 364224"/>
                  <a:gd name="connsiteX1" fmla="*/ 0 w 647700"/>
                  <a:gd name="connsiteY1" fmla="*/ 364224 h 364224"/>
                  <a:gd name="connsiteX2" fmla="*/ 0 w 647700"/>
                  <a:gd name="connsiteY2" fmla="*/ 364224 h 364224"/>
                  <a:gd name="connsiteX0" fmla="*/ 965829 w 965829"/>
                  <a:gd name="connsiteY0" fmla="*/ 357539 h 395639"/>
                  <a:gd name="connsiteX1" fmla="*/ 318129 w 965829"/>
                  <a:gd name="connsiteY1" fmla="*/ 395639 h 395639"/>
                  <a:gd name="connsiteX2" fmla="*/ 318129 w 965829"/>
                  <a:gd name="connsiteY2" fmla="*/ 395639 h 395639"/>
                  <a:gd name="connsiteX0" fmla="*/ 896079 w 896079"/>
                  <a:gd name="connsiteY0" fmla="*/ 220021 h 440721"/>
                  <a:gd name="connsiteX1" fmla="*/ 248379 w 896079"/>
                  <a:gd name="connsiteY1" fmla="*/ 258121 h 440721"/>
                  <a:gd name="connsiteX2" fmla="*/ 248379 w 896079"/>
                  <a:gd name="connsiteY2" fmla="*/ 258121 h 440721"/>
                  <a:gd name="connsiteX0" fmla="*/ 1002900 w 1002900"/>
                  <a:gd name="connsiteY0" fmla="*/ 392324 h 580405"/>
                  <a:gd name="connsiteX1" fmla="*/ 355200 w 1002900"/>
                  <a:gd name="connsiteY1" fmla="*/ 430424 h 580405"/>
                  <a:gd name="connsiteX2" fmla="*/ 355200 w 1002900"/>
                  <a:gd name="connsiteY2" fmla="*/ 430424 h 580405"/>
                  <a:gd name="connsiteX0" fmla="*/ 909269 w 909269"/>
                  <a:gd name="connsiteY0" fmla="*/ 367355 h 622662"/>
                  <a:gd name="connsiteX1" fmla="*/ 261569 w 909269"/>
                  <a:gd name="connsiteY1" fmla="*/ 405455 h 622662"/>
                  <a:gd name="connsiteX2" fmla="*/ 261569 w 909269"/>
                  <a:gd name="connsiteY2" fmla="*/ 405455 h 622662"/>
                  <a:gd name="connsiteX0" fmla="*/ 1002084 w 1002084"/>
                  <a:gd name="connsiteY0" fmla="*/ 392436 h 642891"/>
                  <a:gd name="connsiteX1" fmla="*/ 354384 w 1002084"/>
                  <a:gd name="connsiteY1" fmla="*/ 430536 h 642891"/>
                  <a:gd name="connsiteX2" fmla="*/ 354384 w 1002084"/>
                  <a:gd name="connsiteY2" fmla="*/ 430536 h 642891"/>
                  <a:gd name="connsiteX0" fmla="*/ 992747 w 992747"/>
                  <a:gd name="connsiteY0" fmla="*/ 411629 h 611271"/>
                  <a:gd name="connsiteX1" fmla="*/ 345047 w 992747"/>
                  <a:gd name="connsiteY1" fmla="*/ 449729 h 611271"/>
                  <a:gd name="connsiteX2" fmla="*/ 345047 w 992747"/>
                  <a:gd name="connsiteY2" fmla="*/ 449729 h 611271"/>
                  <a:gd name="connsiteX0" fmla="*/ 953148 w 953148"/>
                  <a:gd name="connsiteY0" fmla="*/ 338491 h 550456"/>
                  <a:gd name="connsiteX1" fmla="*/ 305448 w 953148"/>
                  <a:gd name="connsiteY1" fmla="*/ 376591 h 550456"/>
                  <a:gd name="connsiteX2" fmla="*/ 305448 w 953148"/>
                  <a:gd name="connsiteY2" fmla="*/ 376591 h 550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3148" h="550456">
                    <a:moveTo>
                      <a:pt x="953148" y="338491"/>
                    </a:moveTo>
                    <a:cubicBezTo>
                      <a:pt x="-291452" y="-715609"/>
                      <a:pt x="-95872" y="1095411"/>
                      <a:pt x="305448" y="376591"/>
                    </a:cubicBezTo>
                    <a:lnTo>
                      <a:pt x="305448" y="376591"/>
                    </a:ln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E341E9FF-8A28-A10B-E150-415C8F1F1A26}"/>
                  </a:ext>
                </a:extLst>
              </p:cNvPr>
              <p:cNvGrpSpPr/>
              <p:nvPr/>
            </p:nvGrpSpPr>
            <p:grpSpPr>
              <a:xfrm flipH="1">
                <a:off x="5248071" y="2386128"/>
                <a:ext cx="801031" cy="985036"/>
                <a:chOff x="2788371" y="2413698"/>
                <a:chExt cx="673395" cy="828081"/>
              </a:xfrm>
            </p:grpSpPr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9E2898C6-2EAE-C5F4-0275-5A71822BBF39}"/>
                    </a:ext>
                  </a:extLst>
                </p:cNvPr>
                <p:cNvGrpSpPr/>
                <p:nvPr/>
              </p:nvGrpSpPr>
              <p:grpSpPr>
                <a:xfrm>
                  <a:off x="2788371" y="2649802"/>
                  <a:ext cx="673395" cy="591977"/>
                  <a:chOff x="2788371" y="2649802"/>
                  <a:chExt cx="673395" cy="591977"/>
                </a:xfrm>
              </p:grpSpPr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6EC7D7E7-CAC0-B96A-A4D5-DB760F530694}"/>
                      </a:ext>
                    </a:extLst>
                  </p:cNvPr>
                  <p:cNvSpPr/>
                  <p:nvPr/>
                </p:nvSpPr>
                <p:spPr>
                  <a:xfrm>
                    <a:off x="2869789" y="2649802"/>
                    <a:ext cx="591977" cy="591977"/>
                  </a:xfrm>
                  <a:prstGeom prst="ellipse">
                    <a:avLst/>
                  </a:prstGeom>
                  <a:solidFill>
                    <a:sysClr val="windowText" lastClr="000000"/>
                  </a:solidFill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57768633-EDB9-048F-940E-F75DC9F116A3}"/>
                      </a:ext>
                    </a:extLst>
                  </p:cNvPr>
                  <p:cNvSpPr/>
                  <p:nvPr/>
                </p:nvSpPr>
                <p:spPr>
                  <a:xfrm>
                    <a:off x="3088412" y="2760492"/>
                    <a:ext cx="235165" cy="235165"/>
                  </a:xfrm>
                  <a:prstGeom prst="ellipse">
                    <a:avLst/>
                  </a:prstGeom>
                  <a:solidFill>
                    <a:sysClr val="window" lastClr="FFFFFF"/>
                  </a:solidFill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9" name="Oval 48">
                    <a:extLst>
                      <a:ext uri="{FF2B5EF4-FFF2-40B4-BE49-F238E27FC236}">
                        <a16:creationId xmlns:a16="http://schemas.microsoft.com/office/drawing/2014/main" id="{926FFC32-FA70-AAD8-E5E5-402C4DFE3DAB}"/>
                      </a:ext>
                    </a:extLst>
                  </p:cNvPr>
                  <p:cNvSpPr/>
                  <p:nvPr/>
                </p:nvSpPr>
                <p:spPr>
                  <a:xfrm>
                    <a:off x="2983650" y="2984939"/>
                    <a:ext cx="137167" cy="137167"/>
                  </a:xfrm>
                  <a:prstGeom prst="ellipse">
                    <a:avLst/>
                  </a:prstGeom>
                  <a:solidFill>
                    <a:sysClr val="window" lastClr="FFFFFF"/>
                  </a:solidFill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A7EF3A5B-8850-F1AB-2412-3F10960A6C37}"/>
                      </a:ext>
                    </a:extLst>
                  </p:cNvPr>
                  <p:cNvSpPr/>
                  <p:nvPr/>
                </p:nvSpPr>
                <p:spPr>
                  <a:xfrm>
                    <a:off x="2819399" y="3095625"/>
                    <a:ext cx="98425" cy="22174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DE3656D4-63D0-5FF9-8163-F7176DEC1AFA}"/>
                      </a:ext>
                    </a:extLst>
                  </p:cNvPr>
                  <p:cNvSpPr/>
                  <p:nvPr/>
                </p:nvSpPr>
                <p:spPr>
                  <a:xfrm>
                    <a:off x="2796740" y="3018505"/>
                    <a:ext cx="98425" cy="22174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DD89A096-F985-0349-8242-E2E88DA850B8}"/>
                      </a:ext>
                    </a:extLst>
                  </p:cNvPr>
                  <p:cNvSpPr/>
                  <p:nvPr/>
                </p:nvSpPr>
                <p:spPr>
                  <a:xfrm rot="1872416">
                    <a:off x="2788371" y="2943707"/>
                    <a:ext cx="98425" cy="22174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46" name="Arc 45">
                  <a:extLst>
                    <a:ext uri="{FF2B5EF4-FFF2-40B4-BE49-F238E27FC236}">
                      <a16:creationId xmlns:a16="http://schemas.microsoft.com/office/drawing/2014/main" id="{06587E45-BF9B-991A-E0CD-0E9AA18D571A}"/>
                    </a:ext>
                  </a:extLst>
                </p:cNvPr>
                <p:cNvSpPr/>
                <p:nvPr/>
              </p:nvSpPr>
              <p:spPr>
                <a:xfrm rot="18311906">
                  <a:off x="2956478" y="2413698"/>
                  <a:ext cx="314714" cy="314714"/>
                </a:xfrm>
                <a:prstGeom prst="arc">
                  <a:avLst>
                    <a:gd name="adj1" fmla="val 14674233"/>
                    <a:gd name="adj2" fmla="val 0"/>
                  </a:avLst>
                </a:pr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2302528-A220-D4E1-AF5B-A9E51A5678E1}"/>
              </a:ext>
            </a:extLst>
          </p:cNvPr>
          <p:cNvGrpSpPr/>
          <p:nvPr/>
        </p:nvGrpSpPr>
        <p:grpSpPr>
          <a:xfrm>
            <a:off x="-1878846" y="2109207"/>
            <a:ext cx="5469947" cy="3081640"/>
            <a:chOff x="3462412" y="1180292"/>
            <a:chExt cx="5469947" cy="3081640"/>
          </a:xfrm>
          <a:solidFill>
            <a:schemeClr val="bg1"/>
          </a:solidFill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C7AEC2C-02F0-1656-6C71-350BA027930E}"/>
                </a:ext>
              </a:extLst>
            </p:cNvPr>
            <p:cNvGrpSpPr/>
            <p:nvPr/>
          </p:nvGrpSpPr>
          <p:grpSpPr>
            <a:xfrm flipH="1">
              <a:off x="6496011" y="1816632"/>
              <a:ext cx="1285915" cy="1633140"/>
              <a:chOff x="1969722" y="3425409"/>
              <a:chExt cx="1205650" cy="1531201"/>
            </a:xfrm>
            <a:grpFill/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BFDD470C-05C2-B249-EFC3-EED1C122BD41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D4BD1378-DBB7-364C-2DF3-A561C9AD7016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7774497-8FF9-0E68-1F57-B05A1DCB8731}"/>
                </a:ext>
              </a:extLst>
            </p:cNvPr>
            <p:cNvGrpSpPr/>
            <p:nvPr/>
          </p:nvGrpSpPr>
          <p:grpSpPr>
            <a:xfrm rot="15825751">
              <a:off x="6512054" y="1701169"/>
              <a:ext cx="2487136" cy="2353475"/>
              <a:chOff x="1897340" y="2614856"/>
              <a:chExt cx="2487136" cy="2353475"/>
            </a:xfrm>
            <a:grpFill/>
          </p:grpSpPr>
          <p:sp>
            <p:nvSpPr>
              <p:cNvPr id="65" name="Rectangle 24">
                <a:extLst>
                  <a:ext uri="{FF2B5EF4-FFF2-40B4-BE49-F238E27FC236}">
                    <a16:creationId xmlns:a16="http://schemas.microsoft.com/office/drawing/2014/main" id="{98A2FE67-7F61-4858-1CAD-2F9B040564A5}"/>
                  </a:ext>
                </a:extLst>
              </p:cNvPr>
              <p:cNvSpPr/>
              <p:nvPr/>
            </p:nvSpPr>
            <p:spPr>
              <a:xfrm>
                <a:off x="1897340" y="2614856"/>
                <a:ext cx="2487136" cy="2353475"/>
              </a:xfrm>
              <a:custGeom>
                <a:avLst/>
                <a:gdLst>
                  <a:gd name="connsiteX0" fmla="*/ 0 w 799686"/>
                  <a:gd name="connsiteY0" fmla="*/ 0 h 708473"/>
                  <a:gd name="connsiteX1" fmla="*/ 799686 w 799686"/>
                  <a:gd name="connsiteY1" fmla="*/ 0 h 708473"/>
                  <a:gd name="connsiteX2" fmla="*/ 799686 w 799686"/>
                  <a:gd name="connsiteY2" fmla="*/ 708473 h 708473"/>
                  <a:gd name="connsiteX3" fmla="*/ 0 w 799686"/>
                  <a:gd name="connsiteY3" fmla="*/ 708473 h 708473"/>
                  <a:gd name="connsiteX4" fmla="*/ 0 w 799686"/>
                  <a:gd name="connsiteY4" fmla="*/ 0 h 708473"/>
                  <a:gd name="connsiteX0" fmla="*/ 0 w 799686"/>
                  <a:gd name="connsiteY0" fmla="*/ 0 h 1051373"/>
                  <a:gd name="connsiteX1" fmla="*/ 799686 w 799686"/>
                  <a:gd name="connsiteY1" fmla="*/ 0 h 1051373"/>
                  <a:gd name="connsiteX2" fmla="*/ 799686 w 799686"/>
                  <a:gd name="connsiteY2" fmla="*/ 708473 h 1051373"/>
                  <a:gd name="connsiteX3" fmla="*/ 88900 w 799686"/>
                  <a:gd name="connsiteY3" fmla="*/ 1051373 h 1051373"/>
                  <a:gd name="connsiteX4" fmla="*/ 0 w 799686"/>
                  <a:gd name="connsiteY4" fmla="*/ 0 h 1051373"/>
                  <a:gd name="connsiteX0" fmla="*/ 0 w 1269586"/>
                  <a:gd name="connsiteY0" fmla="*/ 0 h 1813373"/>
                  <a:gd name="connsiteX1" fmla="*/ 1269586 w 1269586"/>
                  <a:gd name="connsiteY1" fmla="*/ 762000 h 1813373"/>
                  <a:gd name="connsiteX2" fmla="*/ 1269586 w 1269586"/>
                  <a:gd name="connsiteY2" fmla="*/ 1470473 h 1813373"/>
                  <a:gd name="connsiteX3" fmla="*/ 558800 w 1269586"/>
                  <a:gd name="connsiteY3" fmla="*/ 1813373 h 1813373"/>
                  <a:gd name="connsiteX4" fmla="*/ 0 w 1269586"/>
                  <a:gd name="connsiteY4" fmla="*/ 0 h 1813373"/>
                  <a:gd name="connsiteX0" fmla="*/ 0 w 1320386"/>
                  <a:gd name="connsiteY0" fmla="*/ 139700 h 1953073"/>
                  <a:gd name="connsiteX1" fmla="*/ 1320386 w 1320386"/>
                  <a:gd name="connsiteY1" fmla="*/ 0 h 1953073"/>
                  <a:gd name="connsiteX2" fmla="*/ 1269586 w 1320386"/>
                  <a:gd name="connsiteY2" fmla="*/ 1610173 h 1953073"/>
                  <a:gd name="connsiteX3" fmla="*/ 558800 w 1320386"/>
                  <a:gd name="connsiteY3" fmla="*/ 1953073 h 1953073"/>
                  <a:gd name="connsiteX4" fmla="*/ 0 w 1320386"/>
                  <a:gd name="connsiteY4" fmla="*/ 139700 h 1953073"/>
                  <a:gd name="connsiteX0" fmla="*/ 0 w 1320386"/>
                  <a:gd name="connsiteY0" fmla="*/ 139700 h 1953073"/>
                  <a:gd name="connsiteX1" fmla="*/ 1320386 w 1320386"/>
                  <a:gd name="connsiteY1" fmla="*/ 0 h 1953073"/>
                  <a:gd name="connsiteX2" fmla="*/ 558800 w 1320386"/>
                  <a:gd name="connsiteY2" fmla="*/ 1953073 h 1953073"/>
                  <a:gd name="connsiteX3" fmla="*/ 0 w 1320386"/>
                  <a:gd name="connsiteY3" fmla="*/ 139700 h 1953073"/>
                  <a:gd name="connsiteX0" fmla="*/ 0 w 1589232"/>
                  <a:gd name="connsiteY0" fmla="*/ 139700 h 1953073"/>
                  <a:gd name="connsiteX1" fmla="*/ 1320386 w 1589232"/>
                  <a:gd name="connsiteY1" fmla="*/ 0 h 1953073"/>
                  <a:gd name="connsiteX2" fmla="*/ 558800 w 1589232"/>
                  <a:gd name="connsiteY2" fmla="*/ 1953073 h 1953073"/>
                  <a:gd name="connsiteX3" fmla="*/ 0 w 1589232"/>
                  <a:gd name="connsiteY3" fmla="*/ 139700 h 1953073"/>
                  <a:gd name="connsiteX0" fmla="*/ 499635 w 2088867"/>
                  <a:gd name="connsiteY0" fmla="*/ 139700 h 1953073"/>
                  <a:gd name="connsiteX1" fmla="*/ 1820021 w 2088867"/>
                  <a:gd name="connsiteY1" fmla="*/ 0 h 1953073"/>
                  <a:gd name="connsiteX2" fmla="*/ 1058435 w 2088867"/>
                  <a:gd name="connsiteY2" fmla="*/ 1953073 h 1953073"/>
                  <a:gd name="connsiteX3" fmla="*/ 499635 w 2088867"/>
                  <a:gd name="connsiteY3" fmla="*/ 139700 h 1953073"/>
                  <a:gd name="connsiteX0" fmla="*/ 520808 w 2110040"/>
                  <a:gd name="connsiteY0" fmla="*/ 139700 h 1953073"/>
                  <a:gd name="connsiteX1" fmla="*/ 1841194 w 2110040"/>
                  <a:gd name="connsiteY1" fmla="*/ 0 h 1953073"/>
                  <a:gd name="connsiteX2" fmla="*/ 1079608 w 2110040"/>
                  <a:gd name="connsiteY2" fmla="*/ 1953073 h 1953073"/>
                  <a:gd name="connsiteX3" fmla="*/ 520808 w 2110040"/>
                  <a:gd name="connsiteY3" fmla="*/ 139700 h 1953073"/>
                  <a:gd name="connsiteX0" fmla="*/ 356377 w 1945609"/>
                  <a:gd name="connsiteY0" fmla="*/ 139700 h 1953073"/>
                  <a:gd name="connsiteX1" fmla="*/ 1676763 w 1945609"/>
                  <a:gd name="connsiteY1" fmla="*/ 0 h 1953073"/>
                  <a:gd name="connsiteX2" fmla="*/ 915177 w 1945609"/>
                  <a:gd name="connsiteY2" fmla="*/ 1953073 h 1953073"/>
                  <a:gd name="connsiteX3" fmla="*/ 356377 w 1945609"/>
                  <a:gd name="connsiteY3" fmla="*/ 139700 h 1953073"/>
                  <a:gd name="connsiteX0" fmla="*/ 421865 w 2011097"/>
                  <a:gd name="connsiteY0" fmla="*/ 139700 h 1953073"/>
                  <a:gd name="connsiteX1" fmla="*/ 1742251 w 2011097"/>
                  <a:gd name="connsiteY1" fmla="*/ 0 h 1953073"/>
                  <a:gd name="connsiteX2" fmla="*/ 980665 w 2011097"/>
                  <a:gd name="connsiteY2" fmla="*/ 1953073 h 1953073"/>
                  <a:gd name="connsiteX3" fmla="*/ 421865 w 2011097"/>
                  <a:gd name="connsiteY3" fmla="*/ 139700 h 1953073"/>
                  <a:gd name="connsiteX0" fmla="*/ 432822 w 2022054"/>
                  <a:gd name="connsiteY0" fmla="*/ 139700 h 1953073"/>
                  <a:gd name="connsiteX1" fmla="*/ 1753208 w 2022054"/>
                  <a:gd name="connsiteY1" fmla="*/ 0 h 1953073"/>
                  <a:gd name="connsiteX2" fmla="*/ 991622 w 2022054"/>
                  <a:gd name="connsiteY2" fmla="*/ 1953073 h 1953073"/>
                  <a:gd name="connsiteX3" fmla="*/ 432822 w 2022054"/>
                  <a:gd name="connsiteY3" fmla="*/ 139700 h 1953073"/>
                  <a:gd name="connsiteX0" fmla="*/ 384320 w 2049752"/>
                  <a:gd name="connsiteY0" fmla="*/ 63500 h 1953073"/>
                  <a:gd name="connsiteX1" fmla="*/ 1780906 w 2049752"/>
                  <a:gd name="connsiteY1" fmla="*/ 0 h 1953073"/>
                  <a:gd name="connsiteX2" fmla="*/ 1019320 w 2049752"/>
                  <a:gd name="connsiteY2" fmla="*/ 1953073 h 1953073"/>
                  <a:gd name="connsiteX3" fmla="*/ 384320 w 2049752"/>
                  <a:gd name="connsiteY3" fmla="*/ 63500 h 1953073"/>
                  <a:gd name="connsiteX0" fmla="*/ 384320 w 2069519"/>
                  <a:gd name="connsiteY0" fmla="*/ 88900 h 1978473"/>
                  <a:gd name="connsiteX1" fmla="*/ 1831706 w 2069519"/>
                  <a:gd name="connsiteY1" fmla="*/ 0 h 1978473"/>
                  <a:gd name="connsiteX2" fmla="*/ 1019320 w 2069519"/>
                  <a:gd name="connsiteY2" fmla="*/ 1978473 h 1978473"/>
                  <a:gd name="connsiteX3" fmla="*/ 384320 w 2069519"/>
                  <a:gd name="connsiteY3" fmla="*/ 88900 h 1978473"/>
                  <a:gd name="connsiteX0" fmla="*/ 384320 w 2090836"/>
                  <a:gd name="connsiteY0" fmla="*/ 88900 h 1978473"/>
                  <a:gd name="connsiteX1" fmla="*/ 1831706 w 2090836"/>
                  <a:gd name="connsiteY1" fmla="*/ 0 h 1978473"/>
                  <a:gd name="connsiteX2" fmla="*/ 1019320 w 2090836"/>
                  <a:gd name="connsiteY2" fmla="*/ 1978473 h 1978473"/>
                  <a:gd name="connsiteX3" fmla="*/ 384320 w 2090836"/>
                  <a:gd name="connsiteY3" fmla="*/ 88900 h 197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90836" h="1978473">
                    <a:moveTo>
                      <a:pt x="384320" y="88900"/>
                    </a:moveTo>
                    <a:lnTo>
                      <a:pt x="1831706" y="0"/>
                    </a:lnTo>
                    <a:cubicBezTo>
                      <a:pt x="1577844" y="651024"/>
                      <a:pt x="3000382" y="1276649"/>
                      <a:pt x="1019320" y="1978473"/>
                    </a:cubicBezTo>
                    <a:cubicBezTo>
                      <a:pt x="-894147" y="1386715"/>
                      <a:pt x="494387" y="363158"/>
                      <a:pt x="384320" y="88900"/>
                    </a:cubicBezTo>
                    <a:close/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F5301E1B-9AD1-F8CC-FDB5-A2946A7E369A}"/>
                  </a:ext>
                </a:extLst>
              </p:cNvPr>
              <p:cNvSpPr/>
              <p:nvPr/>
            </p:nvSpPr>
            <p:spPr>
              <a:xfrm>
                <a:off x="1897340" y="3505927"/>
                <a:ext cx="2487136" cy="870335"/>
              </a:xfrm>
              <a:custGeom>
                <a:avLst/>
                <a:gdLst>
                  <a:gd name="connsiteX0" fmla="*/ 85313 w 2090836"/>
                  <a:gd name="connsiteY0" fmla="*/ 0 h 731656"/>
                  <a:gd name="connsiteX1" fmla="*/ 103638 w 2090836"/>
                  <a:gd name="connsiteY1" fmla="*/ 13227 h 731656"/>
                  <a:gd name="connsiteX2" fmla="*/ 1901708 w 2090836"/>
                  <a:gd name="connsiteY2" fmla="*/ 98568 h 731656"/>
                  <a:gd name="connsiteX3" fmla="*/ 2012822 w 2090836"/>
                  <a:gd name="connsiteY3" fmla="*/ 45877 h 731656"/>
                  <a:gd name="connsiteX4" fmla="*/ 2035732 w 2090836"/>
                  <a:gd name="connsiteY4" fmla="*/ 101169 h 731656"/>
                  <a:gd name="connsiteX5" fmla="*/ 2089158 w 2090836"/>
                  <a:gd name="connsiteY5" fmla="*/ 406818 h 731656"/>
                  <a:gd name="connsiteX6" fmla="*/ 2082082 w 2090836"/>
                  <a:gd name="connsiteY6" fmla="*/ 454530 h 731656"/>
                  <a:gd name="connsiteX7" fmla="*/ 2061872 w 2090836"/>
                  <a:gd name="connsiteY7" fmla="*/ 462605 h 731656"/>
                  <a:gd name="connsiteX8" fmla="*/ 100105 w 2090836"/>
                  <a:gd name="connsiteY8" fmla="*/ 467357 h 731656"/>
                  <a:gd name="connsiteX9" fmla="*/ 3394 w 2090836"/>
                  <a:gd name="connsiteY9" fmla="*/ 410264 h 731656"/>
                  <a:gd name="connsiteX10" fmla="*/ 293 w 2090836"/>
                  <a:gd name="connsiteY10" fmla="*/ 375443 h 731656"/>
                  <a:gd name="connsiteX11" fmla="*/ 70262 w 2090836"/>
                  <a:gd name="connsiteY11" fmla="*/ 32997 h 731656"/>
                  <a:gd name="connsiteX12" fmla="*/ 85313 w 2090836"/>
                  <a:gd name="connsiteY12" fmla="*/ 0 h 731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90836" h="731656">
                    <a:moveTo>
                      <a:pt x="85313" y="0"/>
                    </a:moveTo>
                    <a:lnTo>
                      <a:pt x="103638" y="13227"/>
                    </a:lnTo>
                    <a:cubicBezTo>
                      <a:pt x="624258" y="359537"/>
                      <a:pt x="1237831" y="390353"/>
                      <a:pt x="1901708" y="98568"/>
                    </a:cubicBezTo>
                    <a:lnTo>
                      <a:pt x="2012822" y="45877"/>
                    </a:lnTo>
                    <a:lnTo>
                      <a:pt x="2035732" y="101169"/>
                    </a:lnTo>
                    <a:cubicBezTo>
                      <a:pt x="2073333" y="202458"/>
                      <a:pt x="2097601" y="304211"/>
                      <a:pt x="2089158" y="406818"/>
                    </a:cubicBezTo>
                    <a:lnTo>
                      <a:pt x="2082082" y="454530"/>
                    </a:lnTo>
                    <a:lnTo>
                      <a:pt x="2061872" y="462605"/>
                    </a:lnTo>
                    <a:cubicBezTo>
                      <a:pt x="1621195" y="644809"/>
                      <a:pt x="981489" y="961521"/>
                      <a:pt x="100105" y="467357"/>
                    </a:cubicBezTo>
                    <a:lnTo>
                      <a:pt x="3394" y="410264"/>
                    </a:lnTo>
                    <a:lnTo>
                      <a:pt x="293" y="375443"/>
                    </a:lnTo>
                    <a:cubicBezTo>
                      <a:pt x="-3282" y="258620"/>
                      <a:pt x="26146" y="142970"/>
                      <a:pt x="70262" y="32997"/>
                    </a:cubicBezTo>
                    <a:lnTo>
                      <a:pt x="85313" y="0"/>
                    </a:lnTo>
                    <a:close/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7936233-2FC3-BD5D-805B-035D03E1290B}"/>
                </a:ext>
              </a:extLst>
            </p:cNvPr>
            <p:cNvGrpSpPr/>
            <p:nvPr/>
          </p:nvGrpSpPr>
          <p:grpSpPr>
            <a:xfrm rot="17746279" flipH="1">
              <a:off x="6396159" y="2020311"/>
              <a:ext cx="1787659" cy="1845973"/>
              <a:chOff x="2562900" y="3897283"/>
              <a:chExt cx="1502814" cy="1551836"/>
            </a:xfrm>
            <a:grpFill/>
          </p:grpSpPr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91A6946-1640-37D2-C0E6-82C57CE66ADE}"/>
                  </a:ext>
                </a:extLst>
              </p:cNvPr>
              <p:cNvSpPr/>
              <p:nvPr/>
            </p:nvSpPr>
            <p:spPr>
              <a:xfrm rot="17560611">
                <a:off x="3049644" y="4433048"/>
                <a:ext cx="1133760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63166715-F901-9398-3B02-959A3D0FC76D}"/>
                  </a:ext>
                </a:extLst>
              </p:cNvPr>
              <p:cNvSpPr/>
              <p:nvPr/>
            </p:nvSpPr>
            <p:spPr>
              <a:xfrm rot="20391360">
                <a:off x="2562900" y="3897283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2121F1D-2D24-43BF-2232-E6E8F6FE119F}"/>
                </a:ext>
              </a:extLst>
            </p:cNvPr>
            <p:cNvGrpSpPr/>
            <p:nvPr/>
          </p:nvGrpSpPr>
          <p:grpSpPr>
            <a:xfrm>
              <a:off x="3462412" y="1180292"/>
              <a:ext cx="3674101" cy="3081640"/>
              <a:chOff x="3370796" y="1493851"/>
              <a:chExt cx="3674101" cy="3081640"/>
            </a:xfrm>
            <a:grpFill/>
          </p:grpSpPr>
          <p:sp>
            <p:nvSpPr>
              <p:cNvPr id="11" name="Rectangle 8">
                <a:extLst>
                  <a:ext uri="{FF2B5EF4-FFF2-40B4-BE49-F238E27FC236}">
                    <a16:creationId xmlns:a16="http://schemas.microsoft.com/office/drawing/2014/main" id="{62759111-93B0-19B1-513D-8566DE5546DF}"/>
                  </a:ext>
                </a:extLst>
              </p:cNvPr>
              <p:cNvSpPr/>
              <p:nvPr/>
            </p:nvSpPr>
            <p:spPr>
              <a:xfrm>
                <a:off x="3887124" y="1493851"/>
                <a:ext cx="3157773" cy="3081640"/>
              </a:xfrm>
              <a:custGeom>
                <a:avLst/>
                <a:gdLst>
                  <a:gd name="connsiteX0" fmla="*/ 0 w 2057400"/>
                  <a:gd name="connsiteY0" fmla="*/ 0 h 647700"/>
                  <a:gd name="connsiteX1" fmla="*/ 2057400 w 2057400"/>
                  <a:gd name="connsiteY1" fmla="*/ 0 h 647700"/>
                  <a:gd name="connsiteX2" fmla="*/ 2057400 w 2057400"/>
                  <a:gd name="connsiteY2" fmla="*/ 647700 h 647700"/>
                  <a:gd name="connsiteX3" fmla="*/ 0 w 2057400"/>
                  <a:gd name="connsiteY3" fmla="*/ 647700 h 647700"/>
                  <a:gd name="connsiteX4" fmla="*/ 0 w 2057400"/>
                  <a:gd name="connsiteY4" fmla="*/ 0 h 647700"/>
                  <a:gd name="connsiteX0" fmla="*/ 0 w 2057400"/>
                  <a:gd name="connsiteY0" fmla="*/ 0 h 647700"/>
                  <a:gd name="connsiteX1" fmla="*/ 2057400 w 2057400"/>
                  <a:gd name="connsiteY1" fmla="*/ 0 h 647700"/>
                  <a:gd name="connsiteX2" fmla="*/ 0 w 2057400"/>
                  <a:gd name="connsiteY2" fmla="*/ 647700 h 647700"/>
                  <a:gd name="connsiteX3" fmla="*/ 0 w 2057400"/>
                  <a:gd name="connsiteY3" fmla="*/ 0 h 647700"/>
                  <a:gd name="connsiteX0" fmla="*/ 0 w 2222500"/>
                  <a:gd name="connsiteY0" fmla="*/ 0 h 647700"/>
                  <a:gd name="connsiteX1" fmla="*/ 2222500 w 2222500"/>
                  <a:gd name="connsiteY1" fmla="*/ 482600 h 647700"/>
                  <a:gd name="connsiteX2" fmla="*/ 0 w 2222500"/>
                  <a:gd name="connsiteY2" fmla="*/ 647700 h 647700"/>
                  <a:gd name="connsiteX3" fmla="*/ 0 w 2222500"/>
                  <a:gd name="connsiteY3" fmla="*/ 0 h 647700"/>
                  <a:gd name="connsiteX0" fmla="*/ 0 w 2222500"/>
                  <a:gd name="connsiteY0" fmla="*/ 0 h 840315"/>
                  <a:gd name="connsiteX1" fmla="*/ 2222500 w 2222500"/>
                  <a:gd name="connsiteY1" fmla="*/ 482600 h 840315"/>
                  <a:gd name="connsiteX2" fmla="*/ 0 w 2222500"/>
                  <a:gd name="connsiteY2" fmla="*/ 647700 h 840315"/>
                  <a:gd name="connsiteX3" fmla="*/ 0 w 2222500"/>
                  <a:gd name="connsiteY3" fmla="*/ 0 h 840315"/>
                  <a:gd name="connsiteX0" fmla="*/ 723900 w 2946400"/>
                  <a:gd name="connsiteY0" fmla="*/ 0 h 824792"/>
                  <a:gd name="connsiteX1" fmla="*/ 2946400 w 2946400"/>
                  <a:gd name="connsiteY1" fmla="*/ 482600 h 824792"/>
                  <a:gd name="connsiteX2" fmla="*/ 0 w 2946400"/>
                  <a:gd name="connsiteY2" fmla="*/ 596900 h 824792"/>
                  <a:gd name="connsiteX3" fmla="*/ 723900 w 2946400"/>
                  <a:gd name="connsiteY3" fmla="*/ 0 h 824792"/>
                  <a:gd name="connsiteX0" fmla="*/ 723900 w 2946400"/>
                  <a:gd name="connsiteY0" fmla="*/ 0 h 1205947"/>
                  <a:gd name="connsiteX1" fmla="*/ 2946400 w 2946400"/>
                  <a:gd name="connsiteY1" fmla="*/ 482600 h 1205947"/>
                  <a:gd name="connsiteX2" fmla="*/ 0 w 2946400"/>
                  <a:gd name="connsiteY2" fmla="*/ 596900 h 1205947"/>
                  <a:gd name="connsiteX3" fmla="*/ 723900 w 2946400"/>
                  <a:gd name="connsiteY3" fmla="*/ 0 h 1205947"/>
                  <a:gd name="connsiteX0" fmla="*/ 723900 w 2946423"/>
                  <a:gd name="connsiteY0" fmla="*/ 0 h 1218081"/>
                  <a:gd name="connsiteX1" fmla="*/ 2946400 w 2946423"/>
                  <a:gd name="connsiteY1" fmla="*/ 482600 h 1218081"/>
                  <a:gd name="connsiteX2" fmla="*/ 0 w 2946423"/>
                  <a:gd name="connsiteY2" fmla="*/ 596900 h 1218081"/>
                  <a:gd name="connsiteX3" fmla="*/ 723900 w 2946423"/>
                  <a:gd name="connsiteY3" fmla="*/ 0 h 1218081"/>
                  <a:gd name="connsiteX0" fmla="*/ 0 w 2946423"/>
                  <a:gd name="connsiteY0" fmla="*/ 114300 h 735481"/>
                  <a:gd name="connsiteX1" fmla="*/ 2946400 w 2946423"/>
                  <a:gd name="connsiteY1" fmla="*/ 0 h 735481"/>
                  <a:gd name="connsiteX2" fmla="*/ 0 w 2946423"/>
                  <a:gd name="connsiteY2" fmla="*/ 114300 h 735481"/>
                  <a:gd name="connsiteX0" fmla="*/ 27 w 2946450"/>
                  <a:gd name="connsiteY0" fmla="*/ 1545489 h 2166670"/>
                  <a:gd name="connsiteX1" fmla="*/ 2946427 w 2946450"/>
                  <a:gd name="connsiteY1" fmla="*/ 1431189 h 2166670"/>
                  <a:gd name="connsiteX2" fmla="*/ 27 w 2946450"/>
                  <a:gd name="connsiteY2" fmla="*/ 1545489 h 2166670"/>
                  <a:gd name="connsiteX0" fmla="*/ 16 w 3015713"/>
                  <a:gd name="connsiteY0" fmla="*/ 2044822 h 2666003"/>
                  <a:gd name="connsiteX1" fmla="*/ 2946416 w 3015713"/>
                  <a:gd name="connsiteY1" fmla="*/ 1930522 h 2666003"/>
                  <a:gd name="connsiteX2" fmla="*/ 16 w 3015713"/>
                  <a:gd name="connsiteY2" fmla="*/ 2044822 h 2666003"/>
                  <a:gd name="connsiteX0" fmla="*/ 11809 w 3023631"/>
                  <a:gd name="connsiteY0" fmla="*/ 1918700 h 2539881"/>
                  <a:gd name="connsiteX1" fmla="*/ 2958209 w 3023631"/>
                  <a:gd name="connsiteY1" fmla="*/ 1804400 h 2539881"/>
                  <a:gd name="connsiteX2" fmla="*/ 11809 w 3023631"/>
                  <a:gd name="connsiteY2" fmla="*/ 1918700 h 2539881"/>
                  <a:gd name="connsiteX0" fmla="*/ 11589 w 3038485"/>
                  <a:gd name="connsiteY0" fmla="*/ 1978139 h 2599320"/>
                  <a:gd name="connsiteX1" fmla="*/ 2957989 w 3038485"/>
                  <a:gd name="connsiteY1" fmla="*/ 1863839 h 2599320"/>
                  <a:gd name="connsiteX2" fmla="*/ 11589 w 3038485"/>
                  <a:gd name="connsiteY2" fmla="*/ 1978139 h 2599320"/>
                  <a:gd name="connsiteX0" fmla="*/ 11480 w 3075773"/>
                  <a:gd name="connsiteY0" fmla="*/ 1978139 h 2599320"/>
                  <a:gd name="connsiteX1" fmla="*/ 2995980 w 3075773"/>
                  <a:gd name="connsiteY1" fmla="*/ 1863839 h 2599320"/>
                  <a:gd name="connsiteX2" fmla="*/ 11480 w 3075773"/>
                  <a:gd name="connsiteY2" fmla="*/ 1978139 h 2599320"/>
                  <a:gd name="connsiteX0" fmla="*/ 12565 w 3018177"/>
                  <a:gd name="connsiteY0" fmla="*/ 1973844 h 2595025"/>
                  <a:gd name="connsiteX1" fmla="*/ 2997065 w 3018177"/>
                  <a:gd name="connsiteY1" fmla="*/ 1859544 h 2595025"/>
                  <a:gd name="connsiteX2" fmla="*/ 12565 w 3018177"/>
                  <a:gd name="connsiteY2" fmla="*/ 1973844 h 2595025"/>
                  <a:gd name="connsiteX0" fmla="*/ 12524 w 3019686"/>
                  <a:gd name="connsiteY0" fmla="*/ 2087884 h 2709065"/>
                  <a:gd name="connsiteX1" fmla="*/ 2997024 w 3019686"/>
                  <a:gd name="connsiteY1" fmla="*/ 1973584 h 2709065"/>
                  <a:gd name="connsiteX2" fmla="*/ 12524 w 3019686"/>
                  <a:gd name="connsiteY2" fmla="*/ 2087884 h 2709065"/>
                  <a:gd name="connsiteX0" fmla="*/ 11347 w 3018584"/>
                  <a:gd name="connsiteY0" fmla="*/ 1949183 h 2570364"/>
                  <a:gd name="connsiteX1" fmla="*/ 2995847 w 3018584"/>
                  <a:gd name="connsiteY1" fmla="*/ 1834883 h 2570364"/>
                  <a:gd name="connsiteX2" fmla="*/ 11347 w 3018584"/>
                  <a:gd name="connsiteY2" fmla="*/ 1949183 h 2570364"/>
                  <a:gd name="connsiteX0" fmla="*/ 11415 w 2996562"/>
                  <a:gd name="connsiteY0" fmla="*/ 1949183 h 2570364"/>
                  <a:gd name="connsiteX1" fmla="*/ 2973690 w 2996562"/>
                  <a:gd name="connsiteY1" fmla="*/ 1834883 h 2570364"/>
                  <a:gd name="connsiteX2" fmla="*/ 11415 w 2996562"/>
                  <a:gd name="connsiteY2" fmla="*/ 1949183 h 2570364"/>
                  <a:gd name="connsiteX0" fmla="*/ 11415 w 2996562"/>
                  <a:gd name="connsiteY0" fmla="*/ 1949183 h 2588913"/>
                  <a:gd name="connsiteX1" fmla="*/ 2973690 w 2996562"/>
                  <a:gd name="connsiteY1" fmla="*/ 1834883 h 2588913"/>
                  <a:gd name="connsiteX2" fmla="*/ 11415 w 2996562"/>
                  <a:gd name="connsiteY2" fmla="*/ 1949183 h 2588913"/>
                  <a:gd name="connsiteX0" fmla="*/ 11415 w 2996562"/>
                  <a:gd name="connsiteY0" fmla="*/ 1949183 h 2588913"/>
                  <a:gd name="connsiteX1" fmla="*/ 2973690 w 2996562"/>
                  <a:gd name="connsiteY1" fmla="*/ 1834883 h 2588913"/>
                  <a:gd name="connsiteX2" fmla="*/ 11415 w 2996562"/>
                  <a:gd name="connsiteY2" fmla="*/ 1949183 h 2588913"/>
                  <a:gd name="connsiteX0" fmla="*/ 11454 w 2983978"/>
                  <a:gd name="connsiteY0" fmla="*/ 1924976 h 2585410"/>
                  <a:gd name="connsiteX1" fmla="*/ 2961029 w 2983978"/>
                  <a:gd name="connsiteY1" fmla="*/ 1861476 h 2585410"/>
                  <a:gd name="connsiteX2" fmla="*/ 11454 w 2983978"/>
                  <a:gd name="connsiteY2" fmla="*/ 1924976 h 2585410"/>
                  <a:gd name="connsiteX0" fmla="*/ 11454 w 2983978"/>
                  <a:gd name="connsiteY0" fmla="*/ 1924976 h 2619551"/>
                  <a:gd name="connsiteX1" fmla="*/ 2961029 w 2983978"/>
                  <a:gd name="connsiteY1" fmla="*/ 1861476 h 2619551"/>
                  <a:gd name="connsiteX2" fmla="*/ 11454 w 2983978"/>
                  <a:gd name="connsiteY2" fmla="*/ 1924976 h 2619551"/>
                  <a:gd name="connsiteX0" fmla="*/ 18254 w 2990383"/>
                  <a:gd name="connsiteY0" fmla="*/ 1924976 h 2619551"/>
                  <a:gd name="connsiteX1" fmla="*/ 2967829 w 2990383"/>
                  <a:gd name="connsiteY1" fmla="*/ 1861476 h 2619551"/>
                  <a:gd name="connsiteX2" fmla="*/ 18254 w 2990383"/>
                  <a:gd name="connsiteY2" fmla="*/ 1924976 h 2619551"/>
                  <a:gd name="connsiteX0" fmla="*/ 32932 w 3004414"/>
                  <a:gd name="connsiteY0" fmla="*/ 1891823 h 2586398"/>
                  <a:gd name="connsiteX1" fmla="*/ 2982507 w 3004414"/>
                  <a:gd name="connsiteY1" fmla="*/ 1828323 h 2586398"/>
                  <a:gd name="connsiteX2" fmla="*/ 32932 w 3004414"/>
                  <a:gd name="connsiteY2" fmla="*/ 1891823 h 2586398"/>
                  <a:gd name="connsiteX0" fmla="*/ 32932 w 3004414"/>
                  <a:gd name="connsiteY0" fmla="*/ 1891823 h 2590612"/>
                  <a:gd name="connsiteX1" fmla="*/ 2982507 w 3004414"/>
                  <a:gd name="connsiteY1" fmla="*/ 1828323 h 2590612"/>
                  <a:gd name="connsiteX2" fmla="*/ 32932 w 3004414"/>
                  <a:gd name="connsiteY2" fmla="*/ 1891823 h 2590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004414" h="2590612">
                    <a:moveTo>
                      <a:pt x="32932" y="1891823"/>
                    </a:moveTo>
                    <a:cubicBezTo>
                      <a:pt x="-385110" y="-791052"/>
                      <a:pt x="3321174" y="-444977"/>
                      <a:pt x="2982507" y="1828323"/>
                    </a:cubicBezTo>
                    <a:cubicBezTo>
                      <a:pt x="2725553" y="2607584"/>
                      <a:pt x="430865" y="3030590"/>
                      <a:pt x="32932" y="1891823"/>
                    </a:cubicBezTo>
                    <a:close/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16D64CEC-88F5-F2AB-BCA4-A669BF6EB486}"/>
                  </a:ext>
                </a:extLst>
              </p:cNvPr>
              <p:cNvSpPr/>
              <p:nvPr/>
            </p:nvSpPr>
            <p:spPr>
              <a:xfrm>
                <a:off x="3370796" y="1500012"/>
                <a:ext cx="1133809" cy="654790"/>
              </a:xfrm>
              <a:custGeom>
                <a:avLst/>
                <a:gdLst>
                  <a:gd name="connsiteX0" fmla="*/ 937911 w 937911"/>
                  <a:gd name="connsiteY0" fmla="*/ 187796 h 368174"/>
                  <a:gd name="connsiteX1" fmla="*/ 38751 w 937911"/>
                  <a:gd name="connsiteY1" fmla="*/ 4916 h 368174"/>
                  <a:gd name="connsiteX2" fmla="*/ 175911 w 937911"/>
                  <a:gd name="connsiteY2" fmla="*/ 363056 h 368174"/>
                  <a:gd name="connsiteX3" fmla="*/ 290211 w 937911"/>
                  <a:gd name="connsiteY3" fmla="*/ 225896 h 368174"/>
                  <a:gd name="connsiteX4" fmla="*/ 290211 w 937911"/>
                  <a:gd name="connsiteY4" fmla="*/ 225896 h 368174"/>
                  <a:gd name="connsiteX0" fmla="*/ 937911 w 937911"/>
                  <a:gd name="connsiteY0" fmla="*/ 382122 h 562500"/>
                  <a:gd name="connsiteX1" fmla="*/ 38751 w 937911"/>
                  <a:gd name="connsiteY1" fmla="*/ 199242 h 562500"/>
                  <a:gd name="connsiteX2" fmla="*/ 175911 w 937911"/>
                  <a:gd name="connsiteY2" fmla="*/ 557382 h 562500"/>
                  <a:gd name="connsiteX3" fmla="*/ 290211 w 937911"/>
                  <a:gd name="connsiteY3" fmla="*/ 420222 h 562500"/>
                  <a:gd name="connsiteX4" fmla="*/ 290211 w 937911"/>
                  <a:gd name="connsiteY4" fmla="*/ 420222 h 562500"/>
                  <a:gd name="connsiteX0" fmla="*/ 921422 w 921422"/>
                  <a:gd name="connsiteY0" fmla="*/ 375383 h 413483"/>
                  <a:gd name="connsiteX1" fmla="*/ 22262 w 921422"/>
                  <a:gd name="connsiteY1" fmla="*/ 192503 h 413483"/>
                  <a:gd name="connsiteX2" fmla="*/ 273722 w 921422"/>
                  <a:gd name="connsiteY2" fmla="*/ 413483 h 413483"/>
                  <a:gd name="connsiteX3" fmla="*/ 273722 w 921422"/>
                  <a:gd name="connsiteY3" fmla="*/ 413483 h 413483"/>
                  <a:gd name="connsiteX0" fmla="*/ 647700 w 647700"/>
                  <a:gd name="connsiteY0" fmla="*/ 0 h 38100"/>
                  <a:gd name="connsiteX1" fmla="*/ 0 w 647700"/>
                  <a:gd name="connsiteY1" fmla="*/ 38100 h 38100"/>
                  <a:gd name="connsiteX2" fmla="*/ 0 w 647700"/>
                  <a:gd name="connsiteY2" fmla="*/ 38100 h 38100"/>
                  <a:gd name="connsiteX0" fmla="*/ 647700 w 647700"/>
                  <a:gd name="connsiteY0" fmla="*/ 326124 h 364224"/>
                  <a:gd name="connsiteX1" fmla="*/ 0 w 647700"/>
                  <a:gd name="connsiteY1" fmla="*/ 364224 h 364224"/>
                  <a:gd name="connsiteX2" fmla="*/ 0 w 647700"/>
                  <a:gd name="connsiteY2" fmla="*/ 364224 h 364224"/>
                  <a:gd name="connsiteX0" fmla="*/ 965829 w 965829"/>
                  <a:gd name="connsiteY0" fmla="*/ 357539 h 395639"/>
                  <a:gd name="connsiteX1" fmla="*/ 318129 w 965829"/>
                  <a:gd name="connsiteY1" fmla="*/ 395639 h 395639"/>
                  <a:gd name="connsiteX2" fmla="*/ 318129 w 965829"/>
                  <a:gd name="connsiteY2" fmla="*/ 395639 h 395639"/>
                  <a:gd name="connsiteX0" fmla="*/ 896079 w 896079"/>
                  <a:gd name="connsiteY0" fmla="*/ 220021 h 440721"/>
                  <a:gd name="connsiteX1" fmla="*/ 248379 w 896079"/>
                  <a:gd name="connsiteY1" fmla="*/ 258121 h 440721"/>
                  <a:gd name="connsiteX2" fmla="*/ 248379 w 896079"/>
                  <a:gd name="connsiteY2" fmla="*/ 258121 h 440721"/>
                  <a:gd name="connsiteX0" fmla="*/ 1002900 w 1002900"/>
                  <a:gd name="connsiteY0" fmla="*/ 392324 h 580405"/>
                  <a:gd name="connsiteX1" fmla="*/ 355200 w 1002900"/>
                  <a:gd name="connsiteY1" fmla="*/ 430424 h 580405"/>
                  <a:gd name="connsiteX2" fmla="*/ 355200 w 1002900"/>
                  <a:gd name="connsiteY2" fmla="*/ 430424 h 580405"/>
                  <a:gd name="connsiteX0" fmla="*/ 909269 w 909269"/>
                  <a:gd name="connsiteY0" fmla="*/ 367355 h 622662"/>
                  <a:gd name="connsiteX1" fmla="*/ 261569 w 909269"/>
                  <a:gd name="connsiteY1" fmla="*/ 405455 h 622662"/>
                  <a:gd name="connsiteX2" fmla="*/ 261569 w 909269"/>
                  <a:gd name="connsiteY2" fmla="*/ 405455 h 622662"/>
                  <a:gd name="connsiteX0" fmla="*/ 1002084 w 1002084"/>
                  <a:gd name="connsiteY0" fmla="*/ 392436 h 642891"/>
                  <a:gd name="connsiteX1" fmla="*/ 354384 w 1002084"/>
                  <a:gd name="connsiteY1" fmla="*/ 430536 h 642891"/>
                  <a:gd name="connsiteX2" fmla="*/ 354384 w 1002084"/>
                  <a:gd name="connsiteY2" fmla="*/ 430536 h 642891"/>
                  <a:gd name="connsiteX0" fmla="*/ 992747 w 992747"/>
                  <a:gd name="connsiteY0" fmla="*/ 411629 h 611271"/>
                  <a:gd name="connsiteX1" fmla="*/ 345047 w 992747"/>
                  <a:gd name="connsiteY1" fmla="*/ 449729 h 611271"/>
                  <a:gd name="connsiteX2" fmla="*/ 345047 w 992747"/>
                  <a:gd name="connsiteY2" fmla="*/ 449729 h 611271"/>
                  <a:gd name="connsiteX0" fmla="*/ 953148 w 953148"/>
                  <a:gd name="connsiteY0" fmla="*/ 338491 h 550456"/>
                  <a:gd name="connsiteX1" fmla="*/ 305448 w 953148"/>
                  <a:gd name="connsiteY1" fmla="*/ 376591 h 550456"/>
                  <a:gd name="connsiteX2" fmla="*/ 305448 w 953148"/>
                  <a:gd name="connsiteY2" fmla="*/ 376591 h 550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3148" h="550456">
                    <a:moveTo>
                      <a:pt x="953148" y="338491"/>
                    </a:moveTo>
                    <a:cubicBezTo>
                      <a:pt x="-291452" y="-715609"/>
                      <a:pt x="-95872" y="1095411"/>
                      <a:pt x="305448" y="376591"/>
                    </a:cubicBezTo>
                    <a:lnTo>
                      <a:pt x="305448" y="376591"/>
                    </a:ln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B8B1E0EE-1041-D340-E7EC-C644B05D7956}"/>
                  </a:ext>
                </a:extLst>
              </p:cNvPr>
              <p:cNvSpPr/>
              <p:nvPr/>
            </p:nvSpPr>
            <p:spPr>
              <a:xfrm rot="9500543">
                <a:off x="4620022" y="3541070"/>
                <a:ext cx="374365" cy="374365"/>
              </a:xfrm>
              <a:prstGeom prst="arc">
                <a:avLst>
                  <a:gd name="adj1" fmla="val 12939651"/>
                  <a:gd name="adj2" fmla="val 0"/>
                </a:avLst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560E7527-9FC9-9F37-D08F-BDB4B037734A}"/>
                  </a:ext>
                </a:extLst>
              </p:cNvPr>
              <p:cNvGrpSpPr/>
              <p:nvPr/>
            </p:nvGrpSpPr>
            <p:grpSpPr>
              <a:xfrm>
                <a:off x="3856600" y="2318899"/>
                <a:ext cx="801031" cy="985036"/>
                <a:chOff x="2788371" y="2413698"/>
                <a:chExt cx="673395" cy="828081"/>
              </a:xfrm>
              <a:grpFill/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F687E9D3-6F9D-7148-6F37-06B8CD555CA2}"/>
                    </a:ext>
                  </a:extLst>
                </p:cNvPr>
                <p:cNvGrpSpPr/>
                <p:nvPr/>
              </p:nvGrpSpPr>
              <p:grpSpPr>
                <a:xfrm>
                  <a:off x="2788371" y="2649802"/>
                  <a:ext cx="673395" cy="591977"/>
                  <a:chOff x="2788371" y="2649802"/>
                  <a:chExt cx="673395" cy="591977"/>
                </a:xfrm>
                <a:grpFill/>
              </p:grpSpPr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6CF0E0F8-A35C-4457-7154-68BC75F7928E}"/>
                      </a:ext>
                    </a:extLst>
                  </p:cNvPr>
                  <p:cNvSpPr/>
                  <p:nvPr/>
                </p:nvSpPr>
                <p:spPr>
                  <a:xfrm>
                    <a:off x="2869789" y="2649802"/>
                    <a:ext cx="591977" cy="591977"/>
                  </a:xfrm>
                  <a:prstGeom prst="ellipse">
                    <a:avLst/>
                  </a:pr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17933D1-0B86-B608-B717-7839E6BDE011}"/>
                      </a:ext>
                    </a:extLst>
                  </p:cNvPr>
                  <p:cNvSpPr/>
                  <p:nvPr/>
                </p:nvSpPr>
                <p:spPr>
                  <a:xfrm>
                    <a:off x="3003335" y="2773414"/>
                    <a:ext cx="235165" cy="235165"/>
                  </a:xfrm>
                  <a:prstGeom prst="ellipse">
                    <a:avLst/>
                  </a:pr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AF2C92A-AE10-B05C-BB38-9BBB1728B16E}"/>
                      </a:ext>
                    </a:extLst>
                  </p:cNvPr>
                  <p:cNvSpPr/>
                  <p:nvPr/>
                </p:nvSpPr>
                <p:spPr>
                  <a:xfrm>
                    <a:off x="3197013" y="2995024"/>
                    <a:ext cx="137167" cy="137167"/>
                  </a:xfrm>
                  <a:prstGeom prst="ellipse">
                    <a:avLst/>
                  </a:pr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A5F00CE9-6BB8-CAB9-E540-9906EBE3FF0F}"/>
                      </a:ext>
                    </a:extLst>
                  </p:cNvPr>
                  <p:cNvSpPr/>
                  <p:nvPr/>
                </p:nvSpPr>
                <p:spPr>
                  <a:xfrm>
                    <a:off x="2819399" y="3095625"/>
                    <a:ext cx="98425" cy="22174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" name="Freeform: Shape 30">
                    <a:extLst>
                      <a:ext uri="{FF2B5EF4-FFF2-40B4-BE49-F238E27FC236}">
                        <a16:creationId xmlns:a16="http://schemas.microsoft.com/office/drawing/2014/main" id="{AA12EE3A-2956-C807-CCA1-A894475B75FD}"/>
                      </a:ext>
                    </a:extLst>
                  </p:cNvPr>
                  <p:cNvSpPr/>
                  <p:nvPr/>
                </p:nvSpPr>
                <p:spPr>
                  <a:xfrm>
                    <a:off x="2796740" y="3018505"/>
                    <a:ext cx="98425" cy="22174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" name="Freeform: Shape 31">
                    <a:extLst>
                      <a:ext uri="{FF2B5EF4-FFF2-40B4-BE49-F238E27FC236}">
                        <a16:creationId xmlns:a16="http://schemas.microsoft.com/office/drawing/2014/main" id="{B0614ED2-AED6-4D7A-20B3-3CA4970E8905}"/>
                      </a:ext>
                    </a:extLst>
                  </p:cNvPr>
                  <p:cNvSpPr/>
                  <p:nvPr/>
                </p:nvSpPr>
                <p:spPr>
                  <a:xfrm rot="1872416">
                    <a:off x="2788371" y="2943707"/>
                    <a:ext cx="98425" cy="22174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26" name="Arc 25">
                  <a:extLst>
                    <a:ext uri="{FF2B5EF4-FFF2-40B4-BE49-F238E27FC236}">
                      <a16:creationId xmlns:a16="http://schemas.microsoft.com/office/drawing/2014/main" id="{FC4F4146-D255-5F99-6D4E-6F7222D38B74}"/>
                    </a:ext>
                  </a:extLst>
                </p:cNvPr>
                <p:cNvSpPr/>
                <p:nvPr/>
              </p:nvSpPr>
              <p:spPr>
                <a:xfrm rot="18311906">
                  <a:off x="2956478" y="2413698"/>
                  <a:ext cx="314714" cy="314714"/>
                </a:xfrm>
                <a:prstGeom prst="arc">
                  <a:avLst>
                    <a:gd name="adj1" fmla="val 14674233"/>
                    <a:gd name="adj2" fmla="val 0"/>
                  </a:avLst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7BB3E639-BF89-BD0A-53BE-653E4BDD5A95}"/>
                  </a:ext>
                </a:extLst>
              </p:cNvPr>
              <p:cNvSpPr/>
              <p:nvPr/>
            </p:nvSpPr>
            <p:spPr>
              <a:xfrm flipH="1">
                <a:off x="5911088" y="1506026"/>
                <a:ext cx="1133809" cy="654790"/>
              </a:xfrm>
              <a:custGeom>
                <a:avLst/>
                <a:gdLst>
                  <a:gd name="connsiteX0" fmla="*/ 937911 w 937911"/>
                  <a:gd name="connsiteY0" fmla="*/ 187796 h 368174"/>
                  <a:gd name="connsiteX1" fmla="*/ 38751 w 937911"/>
                  <a:gd name="connsiteY1" fmla="*/ 4916 h 368174"/>
                  <a:gd name="connsiteX2" fmla="*/ 175911 w 937911"/>
                  <a:gd name="connsiteY2" fmla="*/ 363056 h 368174"/>
                  <a:gd name="connsiteX3" fmla="*/ 290211 w 937911"/>
                  <a:gd name="connsiteY3" fmla="*/ 225896 h 368174"/>
                  <a:gd name="connsiteX4" fmla="*/ 290211 w 937911"/>
                  <a:gd name="connsiteY4" fmla="*/ 225896 h 368174"/>
                  <a:gd name="connsiteX0" fmla="*/ 937911 w 937911"/>
                  <a:gd name="connsiteY0" fmla="*/ 382122 h 562500"/>
                  <a:gd name="connsiteX1" fmla="*/ 38751 w 937911"/>
                  <a:gd name="connsiteY1" fmla="*/ 199242 h 562500"/>
                  <a:gd name="connsiteX2" fmla="*/ 175911 w 937911"/>
                  <a:gd name="connsiteY2" fmla="*/ 557382 h 562500"/>
                  <a:gd name="connsiteX3" fmla="*/ 290211 w 937911"/>
                  <a:gd name="connsiteY3" fmla="*/ 420222 h 562500"/>
                  <a:gd name="connsiteX4" fmla="*/ 290211 w 937911"/>
                  <a:gd name="connsiteY4" fmla="*/ 420222 h 562500"/>
                  <a:gd name="connsiteX0" fmla="*/ 921422 w 921422"/>
                  <a:gd name="connsiteY0" fmla="*/ 375383 h 413483"/>
                  <a:gd name="connsiteX1" fmla="*/ 22262 w 921422"/>
                  <a:gd name="connsiteY1" fmla="*/ 192503 h 413483"/>
                  <a:gd name="connsiteX2" fmla="*/ 273722 w 921422"/>
                  <a:gd name="connsiteY2" fmla="*/ 413483 h 413483"/>
                  <a:gd name="connsiteX3" fmla="*/ 273722 w 921422"/>
                  <a:gd name="connsiteY3" fmla="*/ 413483 h 413483"/>
                  <a:gd name="connsiteX0" fmla="*/ 647700 w 647700"/>
                  <a:gd name="connsiteY0" fmla="*/ 0 h 38100"/>
                  <a:gd name="connsiteX1" fmla="*/ 0 w 647700"/>
                  <a:gd name="connsiteY1" fmla="*/ 38100 h 38100"/>
                  <a:gd name="connsiteX2" fmla="*/ 0 w 647700"/>
                  <a:gd name="connsiteY2" fmla="*/ 38100 h 38100"/>
                  <a:gd name="connsiteX0" fmla="*/ 647700 w 647700"/>
                  <a:gd name="connsiteY0" fmla="*/ 326124 h 364224"/>
                  <a:gd name="connsiteX1" fmla="*/ 0 w 647700"/>
                  <a:gd name="connsiteY1" fmla="*/ 364224 h 364224"/>
                  <a:gd name="connsiteX2" fmla="*/ 0 w 647700"/>
                  <a:gd name="connsiteY2" fmla="*/ 364224 h 364224"/>
                  <a:gd name="connsiteX0" fmla="*/ 965829 w 965829"/>
                  <a:gd name="connsiteY0" fmla="*/ 357539 h 395639"/>
                  <a:gd name="connsiteX1" fmla="*/ 318129 w 965829"/>
                  <a:gd name="connsiteY1" fmla="*/ 395639 h 395639"/>
                  <a:gd name="connsiteX2" fmla="*/ 318129 w 965829"/>
                  <a:gd name="connsiteY2" fmla="*/ 395639 h 395639"/>
                  <a:gd name="connsiteX0" fmla="*/ 896079 w 896079"/>
                  <a:gd name="connsiteY0" fmla="*/ 220021 h 440721"/>
                  <a:gd name="connsiteX1" fmla="*/ 248379 w 896079"/>
                  <a:gd name="connsiteY1" fmla="*/ 258121 h 440721"/>
                  <a:gd name="connsiteX2" fmla="*/ 248379 w 896079"/>
                  <a:gd name="connsiteY2" fmla="*/ 258121 h 440721"/>
                  <a:gd name="connsiteX0" fmla="*/ 1002900 w 1002900"/>
                  <a:gd name="connsiteY0" fmla="*/ 392324 h 580405"/>
                  <a:gd name="connsiteX1" fmla="*/ 355200 w 1002900"/>
                  <a:gd name="connsiteY1" fmla="*/ 430424 h 580405"/>
                  <a:gd name="connsiteX2" fmla="*/ 355200 w 1002900"/>
                  <a:gd name="connsiteY2" fmla="*/ 430424 h 580405"/>
                  <a:gd name="connsiteX0" fmla="*/ 909269 w 909269"/>
                  <a:gd name="connsiteY0" fmla="*/ 367355 h 622662"/>
                  <a:gd name="connsiteX1" fmla="*/ 261569 w 909269"/>
                  <a:gd name="connsiteY1" fmla="*/ 405455 h 622662"/>
                  <a:gd name="connsiteX2" fmla="*/ 261569 w 909269"/>
                  <a:gd name="connsiteY2" fmla="*/ 405455 h 622662"/>
                  <a:gd name="connsiteX0" fmla="*/ 1002084 w 1002084"/>
                  <a:gd name="connsiteY0" fmla="*/ 392436 h 642891"/>
                  <a:gd name="connsiteX1" fmla="*/ 354384 w 1002084"/>
                  <a:gd name="connsiteY1" fmla="*/ 430536 h 642891"/>
                  <a:gd name="connsiteX2" fmla="*/ 354384 w 1002084"/>
                  <a:gd name="connsiteY2" fmla="*/ 430536 h 642891"/>
                  <a:gd name="connsiteX0" fmla="*/ 992747 w 992747"/>
                  <a:gd name="connsiteY0" fmla="*/ 411629 h 611271"/>
                  <a:gd name="connsiteX1" fmla="*/ 345047 w 992747"/>
                  <a:gd name="connsiteY1" fmla="*/ 449729 h 611271"/>
                  <a:gd name="connsiteX2" fmla="*/ 345047 w 992747"/>
                  <a:gd name="connsiteY2" fmla="*/ 449729 h 611271"/>
                  <a:gd name="connsiteX0" fmla="*/ 953148 w 953148"/>
                  <a:gd name="connsiteY0" fmla="*/ 338491 h 550456"/>
                  <a:gd name="connsiteX1" fmla="*/ 305448 w 953148"/>
                  <a:gd name="connsiteY1" fmla="*/ 376591 h 550456"/>
                  <a:gd name="connsiteX2" fmla="*/ 305448 w 953148"/>
                  <a:gd name="connsiteY2" fmla="*/ 376591 h 550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3148" h="550456">
                    <a:moveTo>
                      <a:pt x="953148" y="338491"/>
                    </a:moveTo>
                    <a:cubicBezTo>
                      <a:pt x="-291452" y="-715609"/>
                      <a:pt x="-95872" y="1095411"/>
                      <a:pt x="305448" y="376591"/>
                    </a:cubicBezTo>
                    <a:lnTo>
                      <a:pt x="305448" y="376591"/>
                    </a:ln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4892E239-E7A9-CA76-7021-BFEFD5C25C69}"/>
                  </a:ext>
                </a:extLst>
              </p:cNvPr>
              <p:cNvGrpSpPr/>
              <p:nvPr/>
            </p:nvGrpSpPr>
            <p:grpSpPr>
              <a:xfrm flipH="1">
                <a:off x="5248071" y="2386128"/>
                <a:ext cx="801031" cy="985036"/>
                <a:chOff x="2788371" y="2413698"/>
                <a:chExt cx="673395" cy="828081"/>
              </a:xfrm>
              <a:grpFill/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320D008C-43B0-100E-E07E-C86120D639B6}"/>
                    </a:ext>
                  </a:extLst>
                </p:cNvPr>
                <p:cNvGrpSpPr/>
                <p:nvPr/>
              </p:nvGrpSpPr>
              <p:grpSpPr>
                <a:xfrm>
                  <a:off x="2788371" y="2649802"/>
                  <a:ext cx="673395" cy="591977"/>
                  <a:chOff x="2788371" y="2649802"/>
                  <a:chExt cx="673395" cy="591977"/>
                </a:xfrm>
                <a:grpFill/>
              </p:grpSpPr>
              <p:sp>
                <p:nvSpPr>
                  <p:cNvPr id="19" name="Oval 18">
                    <a:extLst>
                      <a:ext uri="{FF2B5EF4-FFF2-40B4-BE49-F238E27FC236}">
                        <a16:creationId xmlns:a16="http://schemas.microsoft.com/office/drawing/2014/main" id="{6305CC76-CCEF-B655-50E7-4EECB6856B1E}"/>
                      </a:ext>
                    </a:extLst>
                  </p:cNvPr>
                  <p:cNvSpPr/>
                  <p:nvPr/>
                </p:nvSpPr>
                <p:spPr>
                  <a:xfrm>
                    <a:off x="2869789" y="2649802"/>
                    <a:ext cx="591977" cy="591977"/>
                  </a:xfrm>
                  <a:prstGeom prst="ellipse">
                    <a:avLst/>
                  </a:pr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0" name="Oval 19">
                    <a:extLst>
                      <a:ext uri="{FF2B5EF4-FFF2-40B4-BE49-F238E27FC236}">
                        <a16:creationId xmlns:a16="http://schemas.microsoft.com/office/drawing/2014/main" id="{6CC37D7B-080E-46A8-BAF3-0DF417037B67}"/>
                      </a:ext>
                    </a:extLst>
                  </p:cNvPr>
                  <p:cNvSpPr/>
                  <p:nvPr/>
                </p:nvSpPr>
                <p:spPr>
                  <a:xfrm>
                    <a:off x="3088412" y="2760492"/>
                    <a:ext cx="235165" cy="235165"/>
                  </a:xfrm>
                  <a:prstGeom prst="ellipse">
                    <a:avLst/>
                  </a:pr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047369C3-4D78-D867-5302-FDA29B39814C}"/>
                      </a:ext>
                    </a:extLst>
                  </p:cNvPr>
                  <p:cNvSpPr/>
                  <p:nvPr/>
                </p:nvSpPr>
                <p:spPr>
                  <a:xfrm>
                    <a:off x="2983650" y="2984939"/>
                    <a:ext cx="137167" cy="137167"/>
                  </a:xfrm>
                  <a:prstGeom prst="ellipse">
                    <a:avLst/>
                  </a:pr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" name="Freeform: Shape 21">
                    <a:extLst>
                      <a:ext uri="{FF2B5EF4-FFF2-40B4-BE49-F238E27FC236}">
                        <a16:creationId xmlns:a16="http://schemas.microsoft.com/office/drawing/2014/main" id="{53D3D922-CE65-F64D-CC64-1806A29A0262}"/>
                      </a:ext>
                    </a:extLst>
                  </p:cNvPr>
                  <p:cNvSpPr/>
                  <p:nvPr/>
                </p:nvSpPr>
                <p:spPr>
                  <a:xfrm>
                    <a:off x="2819399" y="3095625"/>
                    <a:ext cx="98425" cy="22174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" name="Freeform: Shape 22">
                    <a:extLst>
                      <a:ext uri="{FF2B5EF4-FFF2-40B4-BE49-F238E27FC236}">
                        <a16:creationId xmlns:a16="http://schemas.microsoft.com/office/drawing/2014/main" id="{E4B9FC45-220D-ECFB-8C34-35FE6F66C53B}"/>
                      </a:ext>
                    </a:extLst>
                  </p:cNvPr>
                  <p:cNvSpPr/>
                  <p:nvPr/>
                </p:nvSpPr>
                <p:spPr>
                  <a:xfrm>
                    <a:off x="2796740" y="3018505"/>
                    <a:ext cx="98425" cy="22174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" name="Freeform: Shape 23">
                    <a:extLst>
                      <a:ext uri="{FF2B5EF4-FFF2-40B4-BE49-F238E27FC236}">
                        <a16:creationId xmlns:a16="http://schemas.microsoft.com/office/drawing/2014/main" id="{35A10063-8D05-EC6E-2AE9-E27E3617912F}"/>
                      </a:ext>
                    </a:extLst>
                  </p:cNvPr>
                  <p:cNvSpPr/>
                  <p:nvPr/>
                </p:nvSpPr>
                <p:spPr>
                  <a:xfrm rot="1872416">
                    <a:off x="2788371" y="2943707"/>
                    <a:ext cx="98425" cy="22174"/>
                  </a:xfrm>
                  <a:custGeom>
                    <a:avLst/>
                    <a:gdLst>
                      <a:gd name="connsiteX0" fmla="*/ 76200 w 76200"/>
                      <a:gd name="connsiteY0" fmla="*/ 0 h 19050"/>
                      <a:gd name="connsiteX1" fmla="*/ 0 w 76200"/>
                      <a:gd name="connsiteY1" fmla="*/ 19050 h 19050"/>
                      <a:gd name="connsiteX2" fmla="*/ 0 w 76200"/>
                      <a:gd name="connsiteY2" fmla="*/ 19050 h 19050"/>
                      <a:gd name="connsiteX0" fmla="*/ 98425 w 98425"/>
                      <a:gd name="connsiteY0" fmla="*/ 0 h 19050"/>
                      <a:gd name="connsiteX1" fmla="*/ 22225 w 98425"/>
                      <a:gd name="connsiteY1" fmla="*/ 19050 h 19050"/>
                      <a:gd name="connsiteX2" fmla="*/ 0 w 98425"/>
                      <a:gd name="connsiteY2" fmla="*/ 9525 h 19050"/>
                      <a:gd name="connsiteX0" fmla="*/ 98425 w 98425"/>
                      <a:gd name="connsiteY0" fmla="*/ 0 h 9525"/>
                      <a:gd name="connsiteX1" fmla="*/ 0 w 98425"/>
                      <a:gd name="connsiteY1" fmla="*/ 9525 h 9525"/>
                      <a:gd name="connsiteX0" fmla="*/ 10000 w 10000"/>
                      <a:gd name="connsiteY0" fmla="*/ 0 h 18813"/>
                      <a:gd name="connsiteX1" fmla="*/ 0 w 10000"/>
                      <a:gd name="connsiteY1" fmla="*/ 10000 h 18813"/>
                      <a:gd name="connsiteX0" fmla="*/ 10000 w 10000"/>
                      <a:gd name="connsiteY0" fmla="*/ 0 h 23280"/>
                      <a:gd name="connsiteX1" fmla="*/ 0 w 10000"/>
                      <a:gd name="connsiteY1" fmla="*/ 10000 h 232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0000" h="23280">
                        <a:moveTo>
                          <a:pt x="10000" y="0"/>
                        </a:moveTo>
                        <a:cubicBezTo>
                          <a:pt x="6990" y="23334"/>
                          <a:pt x="3978" y="33333"/>
                          <a:pt x="0" y="10000"/>
                        </a:cubicBezTo>
                      </a:path>
                    </a:pathLst>
                  </a:custGeom>
                  <a:grp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8" name="Arc 17">
                  <a:extLst>
                    <a:ext uri="{FF2B5EF4-FFF2-40B4-BE49-F238E27FC236}">
                      <a16:creationId xmlns:a16="http://schemas.microsoft.com/office/drawing/2014/main" id="{5B07FD23-73B2-73AA-633B-A5E042A5A357}"/>
                    </a:ext>
                  </a:extLst>
                </p:cNvPr>
                <p:cNvSpPr/>
                <p:nvPr/>
              </p:nvSpPr>
              <p:spPr>
                <a:xfrm rot="18311906">
                  <a:off x="2956478" y="2413698"/>
                  <a:ext cx="314714" cy="314714"/>
                </a:xfrm>
                <a:prstGeom prst="arc">
                  <a:avLst>
                    <a:gd name="adj1" fmla="val 14674233"/>
                    <a:gd name="adj2" fmla="val 0"/>
                  </a:avLst>
                </a:prstGeom>
                <a:grp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4CC4EB63-7A12-86F7-1513-EBD3E4673C4D}"/>
              </a:ext>
            </a:extLst>
          </p:cNvPr>
          <p:cNvGrpSpPr/>
          <p:nvPr/>
        </p:nvGrpSpPr>
        <p:grpSpPr>
          <a:xfrm>
            <a:off x="3788372" y="4424565"/>
            <a:ext cx="5469947" cy="3081640"/>
            <a:chOff x="3791858" y="3351285"/>
            <a:chExt cx="5469947" cy="308164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70836087-48CC-F14E-92F1-40BBCE47563B}"/>
                </a:ext>
              </a:extLst>
            </p:cNvPr>
            <p:cNvGrpSpPr/>
            <p:nvPr/>
          </p:nvGrpSpPr>
          <p:grpSpPr>
            <a:xfrm rot="20831296" flipH="1">
              <a:off x="6825457" y="3987625"/>
              <a:ext cx="1285915" cy="1633140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4D923D3B-6D83-48F8-0113-86234A4643D9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FC7437E2-4317-1483-FE28-3106830F00CE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1517090-59F2-3AAD-5487-6CC1CDC15A6F}"/>
                </a:ext>
              </a:extLst>
            </p:cNvPr>
            <p:cNvGrpSpPr/>
            <p:nvPr/>
          </p:nvGrpSpPr>
          <p:grpSpPr>
            <a:xfrm>
              <a:off x="3791858" y="3351285"/>
              <a:ext cx="5469947" cy="3081640"/>
              <a:chOff x="3791858" y="3351285"/>
              <a:chExt cx="5469947" cy="3081640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CE4CF09-FB32-70A1-41C4-1D3218AD17F9}"/>
                  </a:ext>
                </a:extLst>
              </p:cNvPr>
              <p:cNvGrpSpPr/>
              <p:nvPr/>
            </p:nvGrpSpPr>
            <p:grpSpPr>
              <a:xfrm rot="15825751">
                <a:off x="6841500" y="3872162"/>
                <a:ext cx="2487136" cy="2353475"/>
                <a:chOff x="1897340" y="2614856"/>
                <a:chExt cx="2487136" cy="2353475"/>
              </a:xfrm>
            </p:grpSpPr>
            <p:sp>
              <p:nvSpPr>
                <p:cNvPr id="100" name="Rectangle 24">
                  <a:extLst>
                    <a:ext uri="{FF2B5EF4-FFF2-40B4-BE49-F238E27FC236}">
                      <a16:creationId xmlns:a16="http://schemas.microsoft.com/office/drawing/2014/main" id="{112FD167-BCD6-31E5-B6ED-19454E967ADE}"/>
                    </a:ext>
                  </a:extLst>
                </p:cNvPr>
                <p:cNvSpPr/>
                <p:nvPr/>
              </p:nvSpPr>
              <p:spPr>
                <a:xfrm>
                  <a:off x="1897340" y="2614856"/>
                  <a:ext cx="2487136" cy="2353475"/>
                </a:xfrm>
                <a:custGeom>
                  <a:avLst/>
                  <a:gdLst>
                    <a:gd name="connsiteX0" fmla="*/ 0 w 799686"/>
                    <a:gd name="connsiteY0" fmla="*/ 0 h 708473"/>
                    <a:gd name="connsiteX1" fmla="*/ 799686 w 799686"/>
                    <a:gd name="connsiteY1" fmla="*/ 0 h 708473"/>
                    <a:gd name="connsiteX2" fmla="*/ 799686 w 799686"/>
                    <a:gd name="connsiteY2" fmla="*/ 708473 h 708473"/>
                    <a:gd name="connsiteX3" fmla="*/ 0 w 799686"/>
                    <a:gd name="connsiteY3" fmla="*/ 708473 h 708473"/>
                    <a:gd name="connsiteX4" fmla="*/ 0 w 799686"/>
                    <a:gd name="connsiteY4" fmla="*/ 0 h 708473"/>
                    <a:gd name="connsiteX0" fmla="*/ 0 w 799686"/>
                    <a:gd name="connsiteY0" fmla="*/ 0 h 1051373"/>
                    <a:gd name="connsiteX1" fmla="*/ 799686 w 799686"/>
                    <a:gd name="connsiteY1" fmla="*/ 0 h 1051373"/>
                    <a:gd name="connsiteX2" fmla="*/ 799686 w 799686"/>
                    <a:gd name="connsiteY2" fmla="*/ 708473 h 1051373"/>
                    <a:gd name="connsiteX3" fmla="*/ 88900 w 799686"/>
                    <a:gd name="connsiteY3" fmla="*/ 1051373 h 1051373"/>
                    <a:gd name="connsiteX4" fmla="*/ 0 w 799686"/>
                    <a:gd name="connsiteY4" fmla="*/ 0 h 1051373"/>
                    <a:gd name="connsiteX0" fmla="*/ 0 w 1269586"/>
                    <a:gd name="connsiteY0" fmla="*/ 0 h 1813373"/>
                    <a:gd name="connsiteX1" fmla="*/ 1269586 w 1269586"/>
                    <a:gd name="connsiteY1" fmla="*/ 762000 h 1813373"/>
                    <a:gd name="connsiteX2" fmla="*/ 1269586 w 1269586"/>
                    <a:gd name="connsiteY2" fmla="*/ 1470473 h 1813373"/>
                    <a:gd name="connsiteX3" fmla="*/ 558800 w 1269586"/>
                    <a:gd name="connsiteY3" fmla="*/ 1813373 h 1813373"/>
                    <a:gd name="connsiteX4" fmla="*/ 0 w 1269586"/>
                    <a:gd name="connsiteY4" fmla="*/ 0 h 1813373"/>
                    <a:gd name="connsiteX0" fmla="*/ 0 w 1320386"/>
                    <a:gd name="connsiteY0" fmla="*/ 139700 h 1953073"/>
                    <a:gd name="connsiteX1" fmla="*/ 1320386 w 1320386"/>
                    <a:gd name="connsiteY1" fmla="*/ 0 h 1953073"/>
                    <a:gd name="connsiteX2" fmla="*/ 1269586 w 1320386"/>
                    <a:gd name="connsiteY2" fmla="*/ 1610173 h 1953073"/>
                    <a:gd name="connsiteX3" fmla="*/ 558800 w 1320386"/>
                    <a:gd name="connsiteY3" fmla="*/ 1953073 h 1953073"/>
                    <a:gd name="connsiteX4" fmla="*/ 0 w 1320386"/>
                    <a:gd name="connsiteY4" fmla="*/ 139700 h 1953073"/>
                    <a:gd name="connsiteX0" fmla="*/ 0 w 1320386"/>
                    <a:gd name="connsiteY0" fmla="*/ 139700 h 1953073"/>
                    <a:gd name="connsiteX1" fmla="*/ 1320386 w 1320386"/>
                    <a:gd name="connsiteY1" fmla="*/ 0 h 1953073"/>
                    <a:gd name="connsiteX2" fmla="*/ 558800 w 1320386"/>
                    <a:gd name="connsiteY2" fmla="*/ 1953073 h 1953073"/>
                    <a:gd name="connsiteX3" fmla="*/ 0 w 1320386"/>
                    <a:gd name="connsiteY3" fmla="*/ 139700 h 1953073"/>
                    <a:gd name="connsiteX0" fmla="*/ 0 w 1589232"/>
                    <a:gd name="connsiteY0" fmla="*/ 139700 h 1953073"/>
                    <a:gd name="connsiteX1" fmla="*/ 1320386 w 1589232"/>
                    <a:gd name="connsiteY1" fmla="*/ 0 h 1953073"/>
                    <a:gd name="connsiteX2" fmla="*/ 558800 w 1589232"/>
                    <a:gd name="connsiteY2" fmla="*/ 1953073 h 1953073"/>
                    <a:gd name="connsiteX3" fmla="*/ 0 w 1589232"/>
                    <a:gd name="connsiteY3" fmla="*/ 139700 h 1953073"/>
                    <a:gd name="connsiteX0" fmla="*/ 499635 w 2088867"/>
                    <a:gd name="connsiteY0" fmla="*/ 139700 h 1953073"/>
                    <a:gd name="connsiteX1" fmla="*/ 1820021 w 2088867"/>
                    <a:gd name="connsiteY1" fmla="*/ 0 h 1953073"/>
                    <a:gd name="connsiteX2" fmla="*/ 1058435 w 2088867"/>
                    <a:gd name="connsiteY2" fmla="*/ 1953073 h 1953073"/>
                    <a:gd name="connsiteX3" fmla="*/ 499635 w 2088867"/>
                    <a:gd name="connsiteY3" fmla="*/ 139700 h 1953073"/>
                    <a:gd name="connsiteX0" fmla="*/ 520808 w 2110040"/>
                    <a:gd name="connsiteY0" fmla="*/ 139700 h 1953073"/>
                    <a:gd name="connsiteX1" fmla="*/ 1841194 w 2110040"/>
                    <a:gd name="connsiteY1" fmla="*/ 0 h 1953073"/>
                    <a:gd name="connsiteX2" fmla="*/ 1079608 w 2110040"/>
                    <a:gd name="connsiteY2" fmla="*/ 1953073 h 1953073"/>
                    <a:gd name="connsiteX3" fmla="*/ 520808 w 2110040"/>
                    <a:gd name="connsiteY3" fmla="*/ 139700 h 1953073"/>
                    <a:gd name="connsiteX0" fmla="*/ 356377 w 1945609"/>
                    <a:gd name="connsiteY0" fmla="*/ 139700 h 1953073"/>
                    <a:gd name="connsiteX1" fmla="*/ 1676763 w 1945609"/>
                    <a:gd name="connsiteY1" fmla="*/ 0 h 1953073"/>
                    <a:gd name="connsiteX2" fmla="*/ 915177 w 1945609"/>
                    <a:gd name="connsiteY2" fmla="*/ 1953073 h 1953073"/>
                    <a:gd name="connsiteX3" fmla="*/ 356377 w 1945609"/>
                    <a:gd name="connsiteY3" fmla="*/ 139700 h 1953073"/>
                    <a:gd name="connsiteX0" fmla="*/ 421865 w 2011097"/>
                    <a:gd name="connsiteY0" fmla="*/ 139700 h 1953073"/>
                    <a:gd name="connsiteX1" fmla="*/ 1742251 w 2011097"/>
                    <a:gd name="connsiteY1" fmla="*/ 0 h 1953073"/>
                    <a:gd name="connsiteX2" fmla="*/ 980665 w 2011097"/>
                    <a:gd name="connsiteY2" fmla="*/ 1953073 h 1953073"/>
                    <a:gd name="connsiteX3" fmla="*/ 421865 w 2011097"/>
                    <a:gd name="connsiteY3" fmla="*/ 139700 h 1953073"/>
                    <a:gd name="connsiteX0" fmla="*/ 432822 w 2022054"/>
                    <a:gd name="connsiteY0" fmla="*/ 139700 h 1953073"/>
                    <a:gd name="connsiteX1" fmla="*/ 1753208 w 2022054"/>
                    <a:gd name="connsiteY1" fmla="*/ 0 h 1953073"/>
                    <a:gd name="connsiteX2" fmla="*/ 991622 w 2022054"/>
                    <a:gd name="connsiteY2" fmla="*/ 1953073 h 1953073"/>
                    <a:gd name="connsiteX3" fmla="*/ 432822 w 2022054"/>
                    <a:gd name="connsiteY3" fmla="*/ 139700 h 1953073"/>
                    <a:gd name="connsiteX0" fmla="*/ 384320 w 2049752"/>
                    <a:gd name="connsiteY0" fmla="*/ 63500 h 1953073"/>
                    <a:gd name="connsiteX1" fmla="*/ 1780906 w 2049752"/>
                    <a:gd name="connsiteY1" fmla="*/ 0 h 1953073"/>
                    <a:gd name="connsiteX2" fmla="*/ 1019320 w 2049752"/>
                    <a:gd name="connsiteY2" fmla="*/ 1953073 h 1953073"/>
                    <a:gd name="connsiteX3" fmla="*/ 384320 w 2049752"/>
                    <a:gd name="connsiteY3" fmla="*/ 63500 h 1953073"/>
                    <a:gd name="connsiteX0" fmla="*/ 384320 w 2069519"/>
                    <a:gd name="connsiteY0" fmla="*/ 88900 h 1978473"/>
                    <a:gd name="connsiteX1" fmla="*/ 1831706 w 2069519"/>
                    <a:gd name="connsiteY1" fmla="*/ 0 h 1978473"/>
                    <a:gd name="connsiteX2" fmla="*/ 1019320 w 2069519"/>
                    <a:gd name="connsiteY2" fmla="*/ 1978473 h 1978473"/>
                    <a:gd name="connsiteX3" fmla="*/ 384320 w 2069519"/>
                    <a:gd name="connsiteY3" fmla="*/ 88900 h 1978473"/>
                    <a:gd name="connsiteX0" fmla="*/ 384320 w 2090836"/>
                    <a:gd name="connsiteY0" fmla="*/ 88900 h 1978473"/>
                    <a:gd name="connsiteX1" fmla="*/ 1831706 w 2090836"/>
                    <a:gd name="connsiteY1" fmla="*/ 0 h 1978473"/>
                    <a:gd name="connsiteX2" fmla="*/ 1019320 w 2090836"/>
                    <a:gd name="connsiteY2" fmla="*/ 1978473 h 1978473"/>
                    <a:gd name="connsiteX3" fmla="*/ 384320 w 2090836"/>
                    <a:gd name="connsiteY3" fmla="*/ 88900 h 19784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90836" h="1978473">
                      <a:moveTo>
                        <a:pt x="384320" y="88900"/>
                      </a:moveTo>
                      <a:lnTo>
                        <a:pt x="1831706" y="0"/>
                      </a:lnTo>
                      <a:cubicBezTo>
                        <a:pt x="1577844" y="651024"/>
                        <a:pt x="3000382" y="1276649"/>
                        <a:pt x="1019320" y="1978473"/>
                      </a:cubicBezTo>
                      <a:cubicBezTo>
                        <a:pt x="-894147" y="1386715"/>
                        <a:pt x="494387" y="363158"/>
                        <a:pt x="384320" y="88900"/>
                      </a:cubicBezTo>
                      <a:close/>
                    </a:path>
                  </a:pathLst>
                </a:custGeom>
                <a:solidFill>
                  <a:srgbClr val="F8ED3B"/>
                </a:solidFill>
                <a:ln w="381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3EE81E88-033D-E96C-CA62-56CD6D58480C}"/>
                    </a:ext>
                  </a:extLst>
                </p:cNvPr>
                <p:cNvSpPr/>
                <p:nvPr/>
              </p:nvSpPr>
              <p:spPr>
                <a:xfrm>
                  <a:off x="1897340" y="3505927"/>
                  <a:ext cx="2487136" cy="870335"/>
                </a:xfrm>
                <a:custGeom>
                  <a:avLst/>
                  <a:gdLst>
                    <a:gd name="connsiteX0" fmla="*/ 85313 w 2090836"/>
                    <a:gd name="connsiteY0" fmla="*/ 0 h 731656"/>
                    <a:gd name="connsiteX1" fmla="*/ 103638 w 2090836"/>
                    <a:gd name="connsiteY1" fmla="*/ 13227 h 731656"/>
                    <a:gd name="connsiteX2" fmla="*/ 1901708 w 2090836"/>
                    <a:gd name="connsiteY2" fmla="*/ 98568 h 731656"/>
                    <a:gd name="connsiteX3" fmla="*/ 2012822 w 2090836"/>
                    <a:gd name="connsiteY3" fmla="*/ 45877 h 731656"/>
                    <a:gd name="connsiteX4" fmla="*/ 2035732 w 2090836"/>
                    <a:gd name="connsiteY4" fmla="*/ 101169 h 731656"/>
                    <a:gd name="connsiteX5" fmla="*/ 2089158 w 2090836"/>
                    <a:gd name="connsiteY5" fmla="*/ 406818 h 731656"/>
                    <a:gd name="connsiteX6" fmla="*/ 2082082 w 2090836"/>
                    <a:gd name="connsiteY6" fmla="*/ 454530 h 731656"/>
                    <a:gd name="connsiteX7" fmla="*/ 2061872 w 2090836"/>
                    <a:gd name="connsiteY7" fmla="*/ 462605 h 731656"/>
                    <a:gd name="connsiteX8" fmla="*/ 100105 w 2090836"/>
                    <a:gd name="connsiteY8" fmla="*/ 467357 h 731656"/>
                    <a:gd name="connsiteX9" fmla="*/ 3394 w 2090836"/>
                    <a:gd name="connsiteY9" fmla="*/ 410264 h 731656"/>
                    <a:gd name="connsiteX10" fmla="*/ 293 w 2090836"/>
                    <a:gd name="connsiteY10" fmla="*/ 375443 h 731656"/>
                    <a:gd name="connsiteX11" fmla="*/ 70262 w 2090836"/>
                    <a:gd name="connsiteY11" fmla="*/ 32997 h 731656"/>
                    <a:gd name="connsiteX12" fmla="*/ 85313 w 2090836"/>
                    <a:gd name="connsiteY12" fmla="*/ 0 h 7316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2090836" h="731656">
                      <a:moveTo>
                        <a:pt x="85313" y="0"/>
                      </a:moveTo>
                      <a:lnTo>
                        <a:pt x="103638" y="13227"/>
                      </a:lnTo>
                      <a:cubicBezTo>
                        <a:pt x="624258" y="359537"/>
                        <a:pt x="1237831" y="390353"/>
                        <a:pt x="1901708" y="98568"/>
                      </a:cubicBezTo>
                      <a:lnTo>
                        <a:pt x="2012822" y="45877"/>
                      </a:lnTo>
                      <a:lnTo>
                        <a:pt x="2035732" y="101169"/>
                      </a:lnTo>
                      <a:cubicBezTo>
                        <a:pt x="2073333" y="202458"/>
                        <a:pt x="2097601" y="304211"/>
                        <a:pt x="2089158" y="406818"/>
                      </a:cubicBezTo>
                      <a:lnTo>
                        <a:pt x="2082082" y="454530"/>
                      </a:lnTo>
                      <a:lnTo>
                        <a:pt x="2061872" y="462605"/>
                      </a:lnTo>
                      <a:cubicBezTo>
                        <a:pt x="1621195" y="644809"/>
                        <a:pt x="981489" y="961521"/>
                        <a:pt x="100105" y="467357"/>
                      </a:cubicBezTo>
                      <a:lnTo>
                        <a:pt x="3394" y="410264"/>
                      </a:lnTo>
                      <a:lnTo>
                        <a:pt x="293" y="375443"/>
                      </a:lnTo>
                      <a:cubicBezTo>
                        <a:pt x="-3282" y="258620"/>
                        <a:pt x="26146" y="142970"/>
                        <a:pt x="70262" y="32997"/>
                      </a:cubicBezTo>
                      <a:lnTo>
                        <a:pt x="85313" y="0"/>
                      </a:lnTo>
                      <a:close/>
                    </a:path>
                  </a:pathLst>
                </a:custGeom>
                <a:solidFill>
                  <a:sysClr val="windowText" lastClr="000000"/>
                </a:solidFill>
                <a:ln w="381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wrap="square" rtlCol="0" anchor="ctr">
                  <a:noAutofit/>
                </a:bodyPr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735E7CCE-4D7B-B8DC-8FC9-097A8C900EA1}"/>
                  </a:ext>
                </a:extLst>
              </p:cNvPr>
              <p:cNvGrpSpPr/>
              <p:nvPr/>
            </p:nvGrpSpPr>
            <p:grpSpPr>
              <a:xfrm rot="17746279" flipH="1">
                <a:off x="6725605" y="4191304"/>
                <a:ext cx="1787659" cy="1845973"/>
                <a:chOff x="2562900" y="3897283"/>
                <a:chExt cx="1502814" cy="1551836"/>
              </a:xfrm>
              <a:solidFill>
                <a:sysClr val="window" lastClr="FFFFFF">
                  <a:lumMod val="95000"/>
                </a:sysClr>
              </a:solidFill>
            </p:grpSpPr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09C3465C-1797-28FC-CF05-B140109F3FDA}"/>
                    </a:ext>
                  </a:extLst>
                </p:cNvPr>
                <p:cNvSpPr/>
                <p:nvPr/>
              </p:nvSpPr>
              <p:spPr>
                <a:xfrm rot="17560611">
                  <a:off x="3049644" y="4433048"/>
                  <a:ext cx="1133760" cy="898381"/>
                </a:xfrm>
                <a:prstGeom prst="ellipse">
                  <a:avLst/>
                </a:prstGeom>
                <a:grpFill/>
                <a:ln w="381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Oval 98">
                  <a:extLst>
                    <a:ext uri="{FF2B5EF4-FFF2-40B4-BE49-F238E27FC236}">
                      <a16:creationId xmlns:a16="http://schemas.microsoft.com/office/drawing/2014/main" id="{32E42255-3B4C-0C37-EFC4-40B0E2A5CA55}"/>
                    </a:ext>
                  </a:extLst>
                </p:cNvPr>
                <p:cNvSpPr/>
                <p:nvPr/>
              </p:nvSpPr>
              <p:spPr>
                <a:xfrm rot="20391360">
                  <a:off x="2562900" y="3897283"/>
                  <a:ext cx="1133761" cy="898381"/>
                </a:xfrm>
                <a:prstGeom prst="ellipse">
                  <a:avLst/>
                </a:prstGeom>
                <a:grpFill/>
                <a:ln w="381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68AB6C99-008E-323D-08C6-A54ECB565243}"/>
                  </a:ext>
                </a:extLst>
              </p:cNvPr>
              <p:cNvGrpSpPr/>
              <p:nvPr/>
            </p:nvGrpSpPr>
            <p:grpSpPr>
              <a:xfrm>
                <a:off x="3791858" y="3351285"/>
                <a:ext cx="3674101" cy="3081640"/>
                <a:chOff x="3370796" y="1493851"/>
                <a:chExt cx="3674101" cy="3081640"/>
              </a:xfrm>
            </p:grpSpPr>
            <p:sp>
              <p:nvSpPr>
                <p:cNvPr id="76" name="Rectangle 8">
                  <a:extLst>
                    <a:ext uri="{FF2B5EF4-FFF2-40B4-BE49-F238E27FC236}">
                      <a16:creationId xmlns:a16="http://schemas.microsoft.com/office/drawing/2014/main" id="{05A022AD-DA94-2907-7EA3-C474362297A6}"/>
                    </a:ext>
                  </a:extLst>
                </p:cNvPr>
                <p:cNvSpPr/>
                <p:nvPr/>
              </p:nvSpPr>
              <p:spPr>
                <a:xfrm>
                  <a:off x="3887124" y="1493851"/>
                  <a:ext cx="3157773" cy="3081640"/>
                </a:xfrm>
                <a:custGeom>
                  <a:avLst/>
                  <a:gdLst>
                    <a:gd name="connsiteX0" fmla="*/ 0 w 2057400"/>
                    <a:gd name="connsiteY0" fmla="*/ 0 h 647700"/>
                    <a:gd name="connsiteX1" fmla="*/ 2057400 w 2057400"/>
                    <a:gd name="connsiteY1" fmla="*/ 0 h 647700"/>
                    <a:gd name="connsiteX2" fmla="*/ 2057400 w 2057400"/>
                    <a:gd name="connsiteY2" fmla="*/ 647700 h 647700"/>
                    <a:gd name="connsiteX3" fmla="*/ 0 w 2057400"/>
                    <a:gd name="connsiteY3" fmla="*/ 647700 h 647700"/>
                    <a:gd name="connsiteX4" fmla="*/ 0 w 2057400"/>
                    <a:gd name="connsiteY4" fmla="*/ 0 h 647700"/>
                    <a:gd name="connsiteX0" fmla="*/ 0 w 2057400"/>
                    <a:gd name="connsiteY0" fmla="*/ 0 h 647700"/>
                    <a:gd name="connsiteX1" fmla="*/ 2057400 w 2057400"/>
                    <a:gd name="connsiteY1" fmla="*/ 0 h 647700"/>
                    <a:gd name="connsiteX2" fmla="*/ 0 w 2057400"/>
                    <a:gd name="connsiteY2" fmla="*/ 647700 h 647700"/>
                    <a:gd name="connsiteX3" fmla="*/ 0 w 2057400"/>
                    <a:gd name="connsiteY3" fmla="*/ 0 h 647700"/>
                    <a:gd name="connsiteX0" fmla="*/ 0 w 2222500"/>
                    <a:gd name="connsiteY0" fmla="*/ 0 h 647700"/>
                    <a:gd name="connsiteX1" fmla="*/ 2222500 w 2222500"/>
                    <a:gd name="connsiteY1" fmla="*/ 482600 h 647700"/>
                    <a:gd name="connsiteX2" fmla="*/ 0 w 2222500"/>
                    <a:gd name="connsiteY2" fmla="*/ 647700 h 647700"/>
                    <a:gd name="connsiteX3" fmla="*/ 0 w 2222500"/>
                    <a:gd name="connsiteY3" fmla="*/ 0 h 647700"/>
                    <a:gd name="connsiteX0" fmla="*/ 0 w 2222500"/>
                    <a:gd name="connsiteY0" fmla="*/ 0 h 840315"/>
                    <a:gd name="connsiteX1" fmla="*/ 2222500 w 2222500"/>
                    <a:gd name="connsiteY1" fmla="*/ 482600 h 840315"/>
                    <a:gd name="connsiteX2" fmla="*/ 0 w 2222500"/>
                    <a:gd name="connsiteY2" fmla="*/ 647700 h 840315"/>
                    <a:gd name="connsiteX3" fmla="*/ 0 w 2222500"/>
                    <a:gd name="connsiteY3" fmla="*/ 0 h 840315"/>
                    <a:gd name="connsiteX0" fmla="*/ 723900 w 2946400"/>
                    <a:gd name="connsiteY0" fmla="*/ 0 h 824792"/>
                    <a:gd name="connsiteX1" fmla="*/ 2946400 w 2946400"/>
                    <a:gd name="connsiteY1" fmla="*/ 482600 h 824792"/>
                    <a:gd name="connsiteX2" fmla="*/ 0 w 2946400"/>
                    <a:gd name="connsiteY2" fmla="*/ 596900 h 824792"/>
                    <a:gd name="connsiteX3" fmla="*/ 723900 w 2946400"/>
                    <a:gd name="connsiteY3" fmla="*/ 0 h 824792"/>
                    <a:gd name="connsiteX0" fmla="*/ 723900 w 2946400"/>
                    <a:gd name="connsiteY0" fmla="*/ 0 h 1205947"/>
                    <a:gd name="connsiteX1" fmla="*/ 2946400 w 2946400"/>
                    <a:gd name="connsiteY1" fmla="*/ 482600 h 1205947"/>
                    <a:gd name="connsiteX2" fmla="*/ 0 w 2946400"/>
                    <a:gd name="connsiteY2" fmla="*/ 596900 h 1205947"/>
                    <a:gd name="connsiteX3" fmla="*/ 723900 w 2946400"/>
                    <a:gd name="connsiteY3" fmla="*/ 0 h 1205947"/>
                    <a:gd name="connsiteX0" fmla="*/ 723900 w 2946423"/>
                    <a:gd name="connsiteY0" fmla="*/ 0 h 1218081"/>
                    <a:gd name="connsiteX1" fmla="*/ 2946400 w 2946423"/>
                    <a:gd name="connsiteY1" fmla="*/ 482600 h 1218081"/>
                    <a:gd name="connsiteX2" fmla="*/ 0 w 2946423"/>
                    <a:gd name="connsiteY2" fmla="*/ 596900 h 1218081"/>
                    <a:gd name="connsiteX3" fmla="*/ 723900 w 2946423"/>
                    <a:gd name="connsiteY3" fmla="*/ 0 h 1218081"/>
                    <a:gd name="connsiteX0" fmla="*/ 0 w 2946423"/>
                    <a:gd name="connsiteY0" fmla="*/ 114300 h 735481"/>
                    <a:gd name="connsiteX1" fmla="*/ 2946400 w 2946423"/>
                    <a:gd name="connsiteY1" fmla="*/ 0 h 735481"/>
                    <a:gd name="connsiteX2" fmla="*/ 0 w 2946423"/>
                    <a:gd name="connsiteY2" fmla="*/ 114300 h 735481"/>
                    <a:gd name="connsiteX0" fmla="*/ 27 w 2946450"/>
                    <a:gd name="connsiteY0" fmla="*/ 1545489 h 2166670"/>
                    <a:gd name="connsiteX1" fmla="*/ 2946427 w 2946450"/>
                    <a:gd name="connsiteY1" fmla="*/ 1431189 h 2166670"/>
                    <a:gd name="connsiteX2" fmla="*/ 27 w 2946450"/>
                    <a:gd name="connsiteY2" fmla="*/ 1545489 h 2166670"/>
                    <a:gd name="connsiteX0" fmla="*/ 16 w 3015713"/>
                    <a:gd name="connsiteY0" fmla="*/ 2044822 h 2666003"/>
                    <a:gd name="connsiteX1" fmla="*/ 2946416 w 3015713"/>
                    <a:gd name="connsiteY1" fmla="*/ 1930522 h 2666003"/>
                    <a:gd name="connsiteX2" fmla="*/ 16 w 3015713"/>
                    <a:gd name="connsiteY2" fmla="*/ 2044822 h 2666003"/>
                    <a:gd name="connsiteX0" fmla="*/ 11809 w 3023631"/>
                    <a:gd name="connsiteY0" fmla="*/ 1918700 h 2539881"/>
                    <a:gd name="connsiteX1" fmla="*/ 2958209 w 3023631"/>
                    <a:gd name="connsiteY1" fmla="*/ 1804400 h 2539881"/>
                    <a:gd name="connsiteX2" fmla="*/ 11809 w 3023631"/>
                    <a:gd name="connsiteY2" fmla="*/ 1918700 h 2539881"/>
                    <a:gd name="connsiteX0" fmla="*/ 11589 w 3038485"/>
                    <a:gd name="connsiteY0" fmla="*/ 1978139 h 2599320"/>
                    <a:gd name="connsiteX1" fmla="*/ 2957989 w 3038485"/>
                    <a:gd name="connsiteY1" fmla="*/ 1863839 h 2599320"/>
                    <a:gd name="connsiteX2" fmla="*/ 11589 w 3038485"/>
                    <a:gd name="connsiteY2" fmla="*/ 1978139 h 2599320"/>
                    <a:gd name="connsiteX0" fmla="*/ 11480 w 3075773"/>
                    <a:gd name="connsiteY0" fmla="*/ 1978139 h 2599320"/>
                    <a:gd name="connsiteX1" fmla="*/ 2995980 w 3075773"/>
                    <a:gd name="connsiteY1" fmla="*/ 1863839 h 2599320"/>
                    <a:gd name="connsiteX2" fmla="*/ 11480 w 3075773"/>
                    <a:gd name="connsiteY2" fmla="*/ 1978139 h 2599320"/>
                    <a:gd name="connsiteX0" fmla="*/ 12565 w 3018177"/>
                    <a:gd name="connsiteY0" fmla="*/ 1973844 h 2595025"/>
                    <a:gd name="connsiteX1" fmla="*/ 2997065 w 3018177"/>
                    <a:gd name="connsiteY1" fmla="*/ 1859544 h 2595025"/>
                    <a:gd name="connsiteX2" fmla="*/ 12565 w 3018177"/>
                    <a:gd name="connsiteY2" fmla="*/ 1973844 h 2595025"/>
                    <a:gd name="connsiteX0" fmla="*/ 12524 w 3019686"/>
                    <a:gd name="connsiteY0" fmla="*/ 2087884 h 2709065"/>
                    <a:gd name="connsiteX1" fmla="*/ 2997024 w 3019686"/>
                    <a:gd name="connsiteY1" fmla="*/ 1973584 h 2709065"/>
                    <a:gd name="connsiteX2" fmla="*/ 12524 w 3019686"/>
                    <a:gd name="connsiteY2" fmla="*/ 2087884 h 2709065"/>
                    <a:gd name="connsiteX0" fmla="*/ 11347 w 3018584"/>
                    <a:gd name="connsiteY0" fmla="*/ 1949183 h 2570364"/>
                    <a:gd name="connsiteX1" fmla="*/ 2995847 w 3018584"/>
                    <a:gd name="connsiteY1" fmla="*/ 1834883 h 2570364"/>
                    <a:gd name="connsiteX2" fmla="*/ 11347 w 3018584"/>
                    <a:gd name="connsiteY2" fmla="*/ 1949183 h 2570364"/>
                    <a:gd name="connsiteX0" fmla="*/ 11415 w 2996562"/>
                    <a:gd name="connsiteY0" fmla="*/ 1949183 h 2570364"/>
                    <a:gd name="connsiteX1" fmla="*/ 2973690 w 2996562"/>
                    <a:gd name="connsiteY1" fmla="*/ 1834883 h 2570364"/>
                    <a:gd name="connsiteX2" fmla="*/ 11415 w 2996562"/>
                    <a:gd name="connsiteY2" fmla="*/ 1949183 h 2570364"/>
                    <a:gd name="connsiteX0" fmla="*/ 11415 w 2996562"/>
                    <a:gd name="connsiteY0" fmla="*/ 1949183 h 2588913"/>
                    <a:gd name="connsiteX1" fmla="*/ 2973690 w 2996562"/>
                    <a:gd name="connsiteY1" fmla="*/ 1834883 h 2588913"/>
                    <a:gd name="connsiteX2" fmla="*/ 11415 w 2996562"/>
                    <a:gd name="connsiteY2" fmla="*/ 1949183 h 2588913"/>
                    <a:gd name="connsiteX0" fmla="*/ 11415 w 2996562"/>
                    <a:gd name="connsiteY0" fmla="*/ 1949183 h 2588913"/>
                    <a:gd name="connsiteX1" fmla="*/ 2973690 w 2996562"/>
                    <a:gd name="connsiteY1" fmla="*/ 1834883 h 2588913"/>
                    <a:gd name="connsiteX2" fmla="*/ 11415 w 2996562"/>
                    <a:gd name="connsiteY2" fmla="*/ 1949183 h 2588913"/>
                    <a:gd name="connsiteX0" fmla="*/ 11454 w 2983978"/>
                    <a:gd name="connsiteY0" fmla="*/ 1924976 h 2585410"/>
                    <a:gd name="connsiteX1" fmla="*/ 2961029 w 2983978"/>
                    <a:gd name="connsiteY1" fmla="*/ 1861476 h 2585410"/>
                    <a:gd name="connsiteX2" fmla="*/ 11454 w 2983978"/>
                    <a:gd name="connsiteY2" fmla="*/ 1924976 h 2585410"/>
                    <a:gd name="connsiteX0" fmla="*/ 11454 w 2983978"/>
                    <a:gd name="connsiteY0" fmla="*/ 1924976 h 2619551"/>
                    <a:gd name="connsiteX1" fmla="*/ 2961029 w 2983978"/>
                    <a:gd name="connsiteY1" fmla="*/ 1861476 h 2619551"/>
                    <a:gd name="connsiteX2" fmla="*/ 11454 w 2983978"/>
                    <a:gd name="connsiteY2" fmla="*/ 1924976 h 2619551"/>
                    <a:gd name="connsiteX0" fmla="*/ 18254 w 2990383"/>
                    <a:gd name="connsiteY0" fmla="*/ 1924976 h 2619551"/>
                    <a:gd name="connsiteX1" fmla="*/ 2967829 w 2990383"/>
                    <a:gd name="connsiteY1" fmla="*/ 1861476 h 2619551"/>
                    <a:gd name="connsiteX2" fmla="*/ 18254 w 2990383"/>
                    <a:gd name="connsiteY2" fmla="*/ 1924976 h 2619551"/>
                    <a:gd name="connsiteX0" fmla="*/ 32932 w 3004414"/>
                    <a:gd name="connsiteY0" fmla="*/ 1891823 h 2586398"/>
                    <a:gd name="connsiteX1" fmla="*/ 2982507 w 3004414"/>
                    <a:gd name="connsiteY1" fmla="*/ 1828323 h 2586398"/>
                    <a:gd name="connsiteX2" fmla="*/ 32932 w 3004414"/>
                    <a:gd name="connsiteY2" fmla="*/ 1891823 h 2586398"/>
                    <a:gd name="connsiteX0" fmla="*/ 32932 w 3004414"/>
                    <a:gd name="connsiteY0" fmla="*/ 1891823 h 2590612"/>
                    <a:gd name="connsiteX1" fmla="*/ 2982507 w 3004414"/>
                    <a:gd name="connsiteY1" fmla="*/ 1828323 h 2590612"/>
                    <a:gd name="connsiteX2" fmla="*/ 32932 w 3004414"/>
                    <a:gd name="connsiteY2" fmla="*/ 1891823 h 2590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004414" h="2590612">
                      <a:moveTo>
                        <a:pt x="32932" y="1891823"/>
                      </a:moveTo>
                      <a:cubicBezTo>
                        <a:pt x="-385110" y="-791052"/>
                        <a:pt x="3321174" y="-444977"/>
                        <a:pt x="2982507" y="1828323"/>
                      </a:cubicBezTo>
                      <a:cubicBezTo>
                        <a:pt x="2725553" y="2607584"/>
                        <a:pt x="430865" y="3030590"/>
                        <a:pt x="32932" y="1891823"/>
                      </a:cubicBezTo>
                      <a:close/>
                    </a:path>
                  </a:pathLst>
                </a:custGeom>
                <a:solidFill>
                  <a:srgbClr val="F8ED3B"/>
                </a:solidFill>
                <a:ln w="381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7" name="Freeform: Shape 76">
                  <a:extLst>
                    <a:ext uri="{FF2B5EF4-FFF2-40B4-BE49-F238E27FC236}">
                      <a16:creationId xmlns:a16="http://schemas.microsoft.com/office/drawing/2014/main" id="{048700A5-9F84-BBEA-D135-39D0DF9E159E}"/>
                    </a:ext>
                  </a:extLst>
                </p:cNvPr>
                <p:cNvSpPr/>
                <p:nvPr/>
              </p:nvSpPr>
              <p:spPr>
                <a:xfrm>
                  <a:off x="3370796" y="1500012"/>
                  <a:ext cx="1133809" cy="654790"/>
                </a:xfrm>
                <a:custGeom>
                  <a:avLst/>
                  <a:gdLst>
                    <a:gd name="connsiteX0" fmla="*/ 937911 w 937911"/>
                    <a:gd name="connsiteY0" fmla="*/ 187796 h 368174"/>
                    <a:gd name="connsiteX1" fmla="*/ 38751 w 937911"/>
                    <a:gd name="connsiteY1" fmla="*/ 4916 h 368174"/>
                    <a:gd name="connsiteX2" fmla="*/ 175911 w 937911"/>
                    <a:gd name="connsiteY2" fmla="*/ 363056 h 368174"/>
                    <a:gd name="connsiteX3" fmla="*/ 290211 w 937911"/>
                    <a:gd name="connsiteY3" fmla="*/ 225896 h 368174"/>
                    <a:gd name="connsiteX4" fmla="*/ 290211 w 937911"/>
                    <a:gd name="connsiteY4" fmla="*/ 225896 h 368174"/>
                    <a:gd name="connsiteX0" fmla="*/ 937911 w 937911"/>
                    <a:gd name="connsiteY0" fmla="*/ 382122 h 562500"/>
                    <a:gd name="connsiteX1" fmla="*/ 38751 w 937911"/>
                    <a:gd name="connsiteY1" fmla="*/ 199242 h 562500"/>
                    <a:gd name="connsiteX2" fmla="*/ 175911 w 937911"/>
                    <a:gd name="connsiteY2" fmla="*/ 557382 h 562500"/>
                    <a:gd name="connsiteX3" fmla="*/ 290211 w 937911"/>
                    <a:gd name="connsiteY3" fmla="*/ 420222 h 562500"/>
                    <a:gd name="connsiteX4" fmla="*/ 290211 w 937911"/>
                    <a:gd name="connsiteY4" fmla="*/ 420222 h 562500"/>
                    <a:gd name="connsiteX0" fmla="*/ 921422 w 921422"/>
                    <a:gd name="connsiteY0" fmla="*/ 375383 h 413483"/>
                    <a:gd name="connsiteX1" fmla="*/ 22262 w 921422"/>
                    <a:gd name="connsiteY1" fmla="*/ 192503 h 413483"/>
                    <a:gd name="connsiteX2" fmla="*/ 273722 w 921422"/>
                    <a:gd name="connsiteY2" fmla="*/ 413483 h 413483"/>
                    <a:gd name="connsiteX3" fmla="*/ 273722 w 921422"/>
                    <a:gd name="connsiteY3" fmla="*/ 413483 h 413483"/>
                    <a:gd name="connsiteX0" fmla="*/ 647700 w 647700"/>
                    <a:gd name="connsiteY0" fmla="*/ 0 h 38100"/>
                    <a:gd name="connsiteX1" fmla="*/ 0 w 647700"/>
                    <a:gd name="connsiteY1" fmla="*/ 38100 h 38100"/>
                    <a:gd name="connsiteX2" fmla="*/ 0 w 647700"/>
                    <a:gd name="connsiteY2" fmla="*/ 38100 h 38100"/>
                    <a:gd name="connsiteX0" fmla="*/ 647700 w 647700"/>
                    <a:gd name="connsiteY0" fmla="*/ 326124 h 364224"/>
                    <a:gd name="connsiteX1" fmla="*/ 0 w 647700"/>
                    <a:gd name="connsiteY1" fmla="*/ 364224 h 364224"/>
                    <a:gd name="connsiteX2" fmla="*/ 0 w 647700"/>
                    <a:gd name="connsiteY2" fmla="*/ 364224 h 364224"/>
                    <a:gd name="connsiteX0" fmla="*/ 965829 w 965829"/>
                    <a:gd name="connsiteY0" fmla="*/ 357539 h 395639"/>
                    <a:gd name="connsiteX1" fmla="*/ 318129 w 965829"/>
                    <a:gd name="connsiteY1" fmla="*/ 395639 h 395639"/>
                    <a:gd name="connsiteX2" fmla="*/ 318129 w 965829"/>
                    <a:gd name="connsiteY2" fmla="*/ 395639 h 395639"/>
                    <a:gd name="connsiteX0" fmla="*/ 896079 w 896079"/>
                    <a:gd name="connsiteY0" fmla="*/ 220021 h 440721"/>
                    <a:gd name="connsiteX1" fmla="*/ 248379 w 896079"/>
                    <a:gd name="connsiteY1" fmla="*/ 258121 h 440721"/>
                    <a:gd name="connsiteX2" fmla="*/ 248379 w 896079"/>
                    <a:gd name="connsiteY2" fmla="*/ 258121 h 440721"/>
                    <a:gd name="connsiteX0" fmla="*/ 1002900 w 1002900"/>
                    <a:gd name="connsiteY0" fmla="*/ 392324 h 580405"/>
                    <a:gd name="connsiteX1" fmla="*/ 355200 w 1002900"/>
                    <a:gd name="connsiteY1" fmla="*/ 430424 h 580405"/>
                    <a:gd name="connsiteX2" fmla="*/ 355200 w 1002900"/>
                    <a:gd name="connsiteY2" fmla="*/ 430424 h 580405"/>
                    <a:gd name="connsiteX0" fmla="*/ 909269 w 909269"/>
                    <a:gd name="connsiteY0" fmla="*/ 367355 h 622662"/>
                    <a:gd name="connsiteX1" fmla="*/ 261569 w 909269"/>
                    <a:gd name="connsiteY1" fmla="*/ 405455 h 622662"/>
                    <a:gd name="connsiteX2" fmla="*/ 261569 w 909269"/>
                    <a:gd name="connsiteY2" fmla="*/ 405455 h 622662"/>
                    <a:gd name="connsiteX0" fmla="*/ 1002084 w 1002084"/>
                    <a:gd name="connsiteY0" fmla="*/ 392436 h 642891"/>
                    <a:gd name="connsiteX1" fmla="*/ 354384 w 1002084"/>
                    <a:gd name="connsiteY1" fmla="*/ 430536 h 642891"/>
                    <a:gd name="connsiteX2" fmla="*/ 354384 w 1002084"/>
                    <a:gd name="connsiteY2" fmla="*/ 430536 h 642891"/>
                    <a:gd name="connsiteX0" fmla="*/ 992747 w 992747"/>
                    <a:gd name="connsiteY0" fmla="*/ 411629 h 611271"/>
                    <a:gd name="connsiteX1" fmla="*/ 345047 w 992747"/>
                    <a:gd name="connsiteY1" fmla="*/ 449729 h 611271"/>
                    <a:gd name="connsiteX2" fmla="*/ 345047 w 992747"/>
                    <a:gd name="connsiteY2" fmla="*/ 449729 h 611271"/>
                    <a:gd name="connsiteX0" fmla="*/ 953148 w 953148"/>
                    <a:gd name="connsiteY0" fmla="*/ 338491 h 550456"/>
                    <a:gd name="connsiteX1" fmla="*/ 305448 w 953148"/>
                    <a:gd name="connsiteY1" fmla="*/ 376591 h 550456"/>
                    <a:gd name="connsiteX2" fmla="*/ 305448 w 953148"/>
                    <a:gd name="connsiteY2" fmla="*/ 376591 h 5504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3148" h="550456">
                      <a:moveTo>
                        <a:pt x="953148" y="338491"/>
                      </a:moveTo>
                      <a:cubicBezTo>
                        <a:pt x="-291452" y="-715609"/>
                        <a:pt x="-95872" y="1095411"/>
                        <a:pt x="305448" y="376591"/>
                      </a:cubicBezTo>
                      <a:lnTo>
                        <a:pt x="305448" y="376591"/>
                      </a:ln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Arc 77">
                  <a:extLst>
                    <a:ext uri="{FF2B5EF4-FFF2-40B4-BE49-F238E27FC236}">
                      <a16:creationId xmlns:a16="http://schemas.microsoft.com/office/drawing/2014/main" id="{C44AB192-E127-F234-FD9A-CC2D509151E0}"/>
                    </a:ext>
                  </a:extLst>
                </p:cNvPr>
                <p:cNvSpPr/>
                <p:nvPr/>
              </p:nvSpPr>
              <p:spPr>
                <a:xfrm rot="9500543">
                  <a:off x="4620022" y="3541070"/>
                  <a:ext cx="374365" cy="374365"/>
                </a:xfrm>
                <a:prstGeom prst="arc">
                  <a:avLst>
                    <a:gd name="adj1" fmla="val 12939651"/>
                    <a:gd name="adj2" fmla="val 0"/>
                  </a:avLst>
                </a:pr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79" name="Group 78">
                  <a:extLst>
                    <a:ext uri="{FF2B5EF4-FFF2-40B4-BE49-F238E27FC236}">
                      <a16:creationId xmlns:a16="http://schemas.microsoft.com/office/drawing/2014/main" id="{A5BDEC62-4A16-9D33-5855-8963CA1BFDF3}"/>
                    </a:ext>
                  </a:extLst>
                </p:cNvPr>
                <p:cNvGrpSpPr/>
                <p:nvPr/>
              </p:nvGrpSpPr>
              <p:grpSpPr>
                <a:xfrm>
                  <a:off x="3856600" y="2318899"/>
                  <a:ext cx="801031" cy="985036"/>
                  <a:chOff x="2788371" y="2413698"/>
                  <a:chExt cx="673395" cy="828081"/>
                </a:xfrm>
              </p:grpSpPr>
              <p:grpSp>
                <p:nvGrpSpPr>
                  <p:cNvPr id="90" name="Group 89">
                    <a:extLst>
                      <a:ext uri="{FF2B5EF4-FFF2-40B4-BE49-F238E27FC236}">
                        <a16:creationId xmlns:a16="http://schemas.microsoft.com/office/drawing/2014/main" id="{1482F4CA-10D5-60BA-3DFD-AB4AF3598073}"/>
                      </a:ext>
                    </a:extLst>
                  </p:cNvPr>
                  <p:cNvGrpSpPr/>
                  <p:nvPr/>
                </p:nvGrpSpPr>
                <p:grpSpPr>
                  <a:xfrm>
                    <a:off x="2788371" y="2649802"/>
                    <a:ext cx="673395" cy="591977"/>
                    <a:chOff x="2788371" y="2649802"/>
                    <a:chExt cx="673395" cy="591977"/>
                  </a:xfrm>
                </p:grpSpPr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D6FAD801-7263-EFE2-0383-264509D53F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69789" y="2649802"/>
                      <a:ext cx="591977" cy="591977"/>
                    </a:xfrm>
                    <a:prstGeom prst="ellipse">
                      <a:avLst/>
                    </a:prstGeom>
                    <a:solidFill>
                      <a:sysClr val="windowText" lastClr="000000"/>
                    </a:solidFill>
                    <a:ln w="381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3" name="Oval 92">
                      <a:extLst>
                        <a:ext uri="{FF2B5EF4-FFF2-40B4-BE49-F238E27FC236}">
                          <a16:creationId xmlns:a16="http://schemas.microsoft.com/office/drawing/2014/main" id="{16DFC35F-217E-1CB2-1C04-E16BFED136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03335" y="2773414"/>
                      <a:ext cx="235165" cy="235165"/>
                    </a:xfrm>
                    <a:prstGeom prst="ellipse">
                      <a:avLst/>
                    </a:prstGeom>
                    <a:solidFill>
                      <a:sysClr val="window" lastClr="FFFFFF"/>
                    </a:solidFill>
                    <a:ln w="381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4" name="Oval 93">
                      <a:extLst>
                        <a:ext uri="{FF2B5EF4-FFF2-40B4-BE49-F238E27FC236}">
                          <a16:creationId xmlns:a16="http://schemas.microsoft.com/office/drawing/2014/main" id="{2E13666B-4C50-2613-7318-F3AED7D8E2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97013" y="2995024"/>
                      <a:ext cx="137167" cy="137167"/>
                    </a:xfrm>
                    <a:prstGeom prst="ellipse">
                      <a:avLst/>
                    </a:prstGeom>
                    <a:solidFill>
                      <a:sysClr val="window" lastClr="FFFFFF"/>
                    </a:solidFill>
                    <a:ln w="381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5" name="Freeform: Shape 94">
                      <a:extLst>
                        <a:ext uri="{FF2B5EF4-FFF2-40B4-BE49-F238E27FC236}">
                          <a16:creationId xmlns:a16="http://schemas.microsoft.com/office/drawing/2014/main" id="{4FCEDEA1-5ACA-C939-9EDD-02FCA36BFA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19399" y="3095625"/>
                      <a:ext cx="98425" cy="22174"/>
                    </a:xfrm>
                    <a:custGeom>
                      <a:avLst/>
                      <a:gdLst>
                        <a:gd name="connsiteX0" fmla="*/ 76200 w 76200"/>
                        <a:gd name="connsiteY0" fmla="*/ 0 h 19050"/>
                        <a:gd name="connsiteX1" fmla="*/ 0 w 76200"/>
                        <a:gd name="connsiteY1" fmla="*/ 19050 h 19050"/>
                        <a:gd name="connsiteX2" fmla="*/ 0 w 76200"/>
                        <a:gd name="connsiteY2" fmla="*/ 19050 h 19050"/>
                        <a:gd name="connsiteX0" fmla="*/ 98425 w 98425"/>
                        <a:gd name="connsiteY0" fmla="*/ 0 h 19050"/>
                        <a:gd name="connsiteX1" fmla="*/ 22225 w 98425"/>
                        <a:gd name="connsiteY1" fmla="*/ 19050 h 19050"/>
                        <a:gd name="connsiteX2" fmla="*/ 0 w 98425"/>
                        <a:gd name="connsiteY2" fmla="*/ 9525 h 19050"/>
                        <a:gd name="connsiteX0" fmla="*/ 98425 w 98425"/>
                        <a:gd name="connsiteY0" fmla="*/ 0 h 9525"/>
                        <a:gd name="connsiteX1" fmla="*/ 0 w 98425"/>
                        <a:gd name="connsiteY1" fmla="*/ 9525 h 9525"/>
                        <a:gd name="connsiteX0" fmla="*/ 10000 w 10000"/>
                        <a:gd name="connsiteY0" fmla="*/ 0 h 18813"/>
                        <a:gd name="connsiteX1" fmla="*/ 0 w 10000"/>
                        <a:gd name="connsiteY1" fmla="*/ 10000 h 18813"/>
                        <a:gd name="connsiteX0" fmla="*/ 10000 w 10000"/>
                        <a:gd name="connsiteY0" fmla="*/ 0 h 23280"/>
                        <a:gd name="connsiteX1" fmla="*/ 0 w 10000"/>
                        <a:gd name="connsiteY1" fmla="*/ 10000 h 232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w="10000" h="23280">
                          <a:moveTo>
                            <a:pt x="10000" y="0"/>
                          </a:moveTo>
                          <a:cubicBezTo>
                            <a:pt x="6990" y="23334"/>
                            <a:pt x="3978" y="33333"/>
                            <a:pt x="0" y="10000"/>
                          </a:cubicBezTo>
                        </a:path>
                      </a:pathLst>
                    </a:custGeom>
                    <a:noFill/>
                    <a:ln w="381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6" name="Freeform: Shape 95">
                      <a:extLst>
                        <a:ext uri="{FF2B5EF4-FFF2-40B4-BE49-F238E27FC236}">
                          <a16:creationId xmlns:a16="http://schemas.microsoft.com/office/drawing/2014/main" id="{236DD7B0-C0DC-E0FE-9D99-C078F249A2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96740" y="3018505"/>
                      <a:ext cx="98425" cy="22174"/>
                    </a:xfrm>
                    <a:custGeom>
                      <a:avLst/>
                      <a:gdLst>
                        <a:gd name="connsiteX0" fmla="*/ 76200 w 76200"/>
                        <a:gd name="connsiteY0" fmla="*/ 0 h 19050"/>
                        <a:gd name="connsiteX1" fmla="*/ 0 w 76200"/>
                        <a:gd name="connsiteY1" fmla="*/ 19050 h 19050"/>
                        <a:gd name="connsiteX2" fmla="*/ 0 w 76200"/>
                        <a:gd name="connsiteY2" fmla="*/ 19050 h 19050"/>
                        <a:gd name="connsiteX0" fmla="*/ 98425 w 98425"/>
                        <a:gd name="connsiteY0" fmla="*/ 0 h 19050"/>
                        <a:gd name="connsiteX1" fmla="*/ 22225 w 98425"/>
                        <a:gd name="connsiteY1" fmla="*/ 19050 h 19050"/>
                        <a:gd name="connsiteX2" fmla="*/ 0 w 98425"/>
                        <a:gd name="connsiteY2" fmla="*/ 9525 h 19050"/>
                        <a:gd name="connsiteX0" fmla="*/ 98425 w 98425"/>
                        <a:gd name="connsiteY0" fmla="*/ 0 h 9525"/>
                        <a:gd name="connsiteX1" fmla="*/ 0 w 98425"/>
                        <a:gd name="connsiteY1" fmla="*/ 9525 h 9525"/>
                        <a:gd name="connsiteX0" fmla="*/ 10000 w 10000"/>
                        <a:gd name="connsiteY0" fmla="*/ 0 h 18813"/>
                        <a:gd name="connsiteX1" fmla="*/ 0 w 10000"/>
                        <a:gd name="connsiteY1" fmla="*/ 10000 h 18813"/>
                        <a:gd name="connsiteX0" fmla="*/ 10000 w 10000"/>
                        <a:gd name="connsiteY0" fmla="*/ 0 h 23280"/>
                        <a:gd name="connsiteX1" fmla="*/ 0 w 10000"/>
                        <a:gd name="connsiteY1" fmla="*/ 10000 h 232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w="10000" h="23280">
                          <a:moveTo>
                            <a:pt x="10000" y="0"/>
                          </a:moveTo>
                          <a:cubicBezTo>
                            <a:pt x="6990" y="23334"/>
                            <a:pt x="3978" y="33333"/>
                            <a:pt x="0" y="10000"/>
                          </a:cubicBezTo>
                        </a:path>
                      </a:pathLst>
                    </a:custGeom>
                    <a:noFill/>
                    <a:ln w="381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97" name="Freeform: Shape 96">
                      <a:extLst>
                        <a:ext uri="{FF2B5EF4-FFF2-40B4-BE49-F238E27FC236}">
                          <a16:creationId xmlns:a16="http://schemas.microsoft.com/office/drawing/2014/main" id="{1927AD10-B6C9-A79A-A339-AA36FFEA77FE}"/>
                        </a:ext>
                      </a:extLst>
                    </p:cNvPr>
                    <p:cNvSpPr/>
                    <p:nvPr/>
                  </p:nvSpPr>
                  <p:spPr>
                    <a:xfrm rot="1872416">
                      <a:off x="2788371" y="2943707"/>
                      <a:ext cx="98425" cy="22174"/>
                    </a:xfrm>
                    <a:custGeom>
                      <a:avLst/>
                      <a:gdLst>
                        <a:gd name="connsiteX0" fmla="*/ 76200 w 76200"/>
                        <a:gd name="connsiteY0" fmla="*/ 0 h 19050"/>
                        <a:gd name="connsiteX1" fmla="*/ 0 w 76200"/>
                        <a:gd name="connsiteY1" fmla="*/ 19050 h 19050"/>
                        <a:gd name="connsiteX2" fmla="*/ 0 w 76200"/>
                        <a:gd name="connsiteY2" fmla="*/ 19050 h 19050"/>
                        <a:gd name="connsiteX0" fmla="*/ 98425 w 98425"/>
                        <a:gd name="connsiteY0" fmla="*/ 0 h 19050"/>
                        <a:gd name="connsiteX1" fmla="*/ 22225 w 98425"/>
                        <a:gd name="connsiteY1" fmla="*/ 19050 h 19050"/>
                        <a:gd name="connsiteX2" fmla="*/ 0 w 98425"/>
                        <a:gd name="connsiteY2" fmla="*/ 9525 h 19050"/>
                        <a:gd name="connsiteX0" fmla="*/ 98425 w 98425"/>
                        <a:gd name="connsiteY0" fmla="*/ 0 h 9525"/>
                        <a:gd name="connsiteX1" fmla="*/ 0 w 98425"/>
                        <a:gd name="connsiteY1" fmla="*/ 9525 h 9525"/>
                        <a:gd name="connsiteX0" fmla="*/ 10000 w 10000"/>
                        <a:gd name="connsiteY0" fmla="*/ 0 h 18813"/>
                        <a:gd name="connsiteX1" fmla="*/ 0 w 10000"/>
                        <a:gd name="connsiteY1" fmla="*/ 10000 h 18813"/>
                        <a:gd name="connsiteX0" fmla="*/ 10000 w 10000"/>
                        <a:gd name="connsiteY0" fmla="*/ 0 h 23280"/>
                        <a:gd name="connsiteX1" fmla="*/ 0 w 10000"/>
                        <a:gd name="connsiteY1" fmla="*/ 10000 h 232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w="10000" h="23280">
                          <a:moveTo>
                            <a:pt x="10000" y="0"/>
                          </a:moveTo>
                          <a:cubicBezTo>
                            <a:pt x="6990" y="23334"/>
                            <a:pt x="3978" y="33333"/>
                            <a:pt x="0" y="10000"/>
                          </a:cubicBezTo>
                        </a:path>
                      </a:pathLst>
                    </a:custGeom>
                    <a:noFill/>
                    <a:ln w="381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91" name="Arc 90">
                    <a:extLst>
                      <a:ext uri="{FF2B5EF4-FFF2-40B4-BE49-F238E27FC236}">
                        <a16:creationId xmlns:a16="http://schemas.microsoft.com/office/drawing/2014/main" id="{B156A003-4713-97E2-8637-26D295A8B006}"/>
                      </a:ext>
                    </a:extLst>
                  </p:cNvPr>
                  <p:cNvSpPr/>
                  <p:nvPr/>
                </p:nvSpPr>
                <p:spPr>
                  <a:xfrm rot="18311906">
                    <a:off x="2956478" y="2413698"/>
                    <a:ext cx="314714" cy="314714"/>
                  </a:xfrm>
                  <a:prstGeom prst="arc">
                    <a:avLst>
                      <a:gd name="adj1" fmla="val 14674233"/>
                      <a:gd name="adj2" fmla="val 0"/>
                    </a:avLst>
                  </a:pr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80" name="Freeform: Shape 79">
                  <a:extLst>
                    <a:ext uri="{FF2B5EF4-FFF2-40B4-BE49-F238E27FC236}">
                      <a16:creationId xmlns:a16="http://schemas.microsoft.com/office/drawing/2014/main" id="{4FE56F7D-5863-321B-ACFF-D5632FEF69FC}"/>
                    </a:ext>
                  </a:extLst>
                </p:cNvPr>
                <p:cNvSpPr/>
                <p:nvPr/>
              </p:nvSpPr>
              <p:spPr>
                <a:xfrm flipH="1">
                  <a:off x="5911088" y="1506026"/>
                  <a:ext cx="1133809" cy="654790"/>
                </a:xfrm>
                <a:custGeom>
                  <a:avLst/>
                  <a:gdLst>
                    <a:gd name="connsiteX0" fmla="*/ 937911 w 937911"/>
                    <a:gd name="connsiteY0" fmla="*/ 187796 h 368174"/>
                    <a:gd name="connsiteX1" fmla="*/ 38751 w 937911"/>
                    <a:gd name="connsiteY1" fmla="*/ 4916 h 368174"/>
                    <a:gd name="connsiteX2" fmla="*/ 175911 w 937911"/>
                    <a:gd name="connsiteY2" fmla="*/ 363056 h 368174"/>
                    <a:gd name="connsiteX3" fmla="*/ 290211 w 937911"/>
                    <a:gd name="connsiteY3" fmla="*/ 225896 h 368174"/>
                    <a:gd name="connsiteX4" fmla="*/ 290211 w 937911"/>
                    <a:gd name="connsiteY4" fmla="*/ 225896 h 368174"/>
                    <a:gd name="connsiteX0" fmla="*/ 937911 w 937911"/>
                    <a:gd name="connsiteY0" fmla="*/ 382122 h 562500"/>
                    <a:gd name="connsiteX1" fmla="*/ 38751 w 937911"/>
                    <a:gd name="connsiteY1" fmla="*/ 199242 h 562500"/>
                    <a:gd name="connsiteX2" fmla="*/ 175911 w 937911"/>
                    <a:gd name="connsiteY2" fmla="*/ 557382 h 562500"/>
                    <a:gd name="connsiteX3" fmla="*/ 290211 w 937911"/>
                    <a:gd name="connsiteY3" fmla="*/ 420222 h 562500"/>
                    <a:gd name="connsiteX4" fmla="*/ 290211 w 937911"/>
                    <a:gd name="connsiteY4" fmla="*/ 420222 h 562500"/>
                    <a:gd name="connsiteX0" fmla="*/ 921422 w 921422"/>
                    <a:gd name="connsiteY0" fmla="*/ 375383 h 413483"/>
                    <a:gd name="connsiteX1" fmla="*/ 22262 w 921422"/>
                    <a:gd name="connsiteY1" fmla="*/ 192503 h 413483"/>
                    <a:gd name="connsiteX2" fmla="*/ 273722 w 921422"/>
                    <a:gd name="connsiteY2" fmla="*/ 413483 h 413483"/>
                    <a:gd name="connsiteX3" fmla="*/ 273722 w 921422"/>
                    <a:gd name="connsiteY3" fmla="*/ 413483 h 413483"/>
                    <a:gd name="connsiteX0" fmla="*/ 647700 w 647700"/>
                    <a:gd name="connsiteY0" fmla="*/ 0 h 38100"/>
                    <a:gd name="connsiteX1" fmla="*/ 0 w 647700"/>
                    <a:gd name="connsiteY1" fmla="*/ 38100 h 38100"/>
                    <a:gd name="connsiteX2" fmla="*/ 0 w 647700"/>
                    <a:gd name="connsiteY2" fmla="*/ 38100 h 38100"/>
                    <a:gd name="connsiteX0" fmla="*/ 647700 w 647700"/>
                    <a:gd name="connsiteY0" fmla="*/ 326124 h 364224"/>
                    <a:gd name="connsiteX1" fmla="*/ 0 w 647700"/>
                    <a:gd name="connsiteY1" fmla="*/ 364224 h 364224"/>
                    <a:gd name="connsiteX2" fmla="*/ 0 w 647700"/>
                    <a:gd name="connsiteY2" fmla="*/ 364224 h 364224"/>
                    <a:gd name="connsiteX0" fmla="*/ 965829 w 965829"/>
                    <a:gd name="connsiteY0" fmla="*/ 357539 h 395639"/>
                    <a:gd name="connsiteX1" fmla="*/ 318129 w 965829"/>
                    <a:gd name="connsiteY1" fmla="*/ 395639 h 395639"/>
                    <a:gd name="connsiteX2" fmla="*/ 318129 w 965829"/>
                    <a:gd name="connsiteY2" fmla="*/ 395639 h 395639"/>
                    <a:gd name="connsiteX0" fmla="*/ 896079 w 896079"/>
                    <a:gd name="connsiteY0" fmla="*/ 220021 h 440721"/>
                    <a:gd name="connsiteX1" fmla="*/ 248379 w 896079"/>
                    <a:gd name="connsiteY1" fmla="*/ 258121 h 440721"/>
                    <a:gd name="connsiteX2" fmla="*/ 248379 w 896079"/>
                    <a:gd name="connsiteY2" fmla="*/ 258121 h 440721"/>
                    <a:gd name="connsiteX0" fmla="*/ 1002900 w 1002900"/>
                    <a:gd name="connsiteY0" fmla="*/ 392324 h 580405"/>
                    <a:gd name="connsiteX1" fmla="*/ 355200 w 1002900"/>
                    <a:gd name="connsiteY1" fmla="*/ 430424 h 580405"/>
                    <a:gd name="connsiteX2" fmla="*/ 355200 w 1002900"/>
                    <a:gd name="connsiteY2" fmla="*/ 430424 h 580405"/>
                    <a:gd name="connsiteX0" fmla="*/ 909269 w 909269"/>
                    <a:gd name="connsiteY0" fmla="*/ 367355 h 622662"/>
                    <a:gd name="connsiteX1" fmla="*/ 261569 w 909269"/>
                    <a:gd name="connsiteY1" fmla="*/ 405455 h 622662"/>
                    <a:gd name="connsiteX2" fmla="*/ 261569 w 909269"/>
                    <a:gd name="connsiteY2" fmla="*/ 405455 h 622662"/>
                    <a:gd name="connsiteX0" fmla="*/ 1002084 w 1002084"/>
                    <a:gd name="connsiteY0" fmla="*/ 392436 h 642891"/>
                    <a:gd name="connsiteX1" fmla="*/ 354384 w 1002084"/>
                    <a:gd name="connsiteY1" fmla="*/ 430536 h 642891"/>
                    <a:gd name="connsiteX2" fmla="*/ 354384 w 1002084"/>
                    <a:gd name="connsiteY2" fmla="*/ 430536 h 642891"/>
                    <a:gd name="connsiteX0" fmla="*/ 992747 w 992747"/>
                    <a:gd name="connsiteY0" fmla="*/ 411629 h 611271"/>
                    <a:gd name="connsiteX1" fmla="*/ 345047 w 992747"/>
                    <a:gd name="connsiteY1" fmla="*/ 449729 h 611271"/>
                    <a:gd name="connsiteX2" fmla="*/ 345047 w 992747"/>
                    <a:gd name="connsiteY2" fmla="*/ 449729 h 611271"/>
                    <a:gd name="connsiteX0" fmla="*/ 953148 w 953148"/>
                    <a:gd name="connsiteY0" fmla="*/ 338491 h 550456"/>
                    <a:gd name="connsiteX1" fmla="*/ 305448 w 953148"/>
                    <a:gd name="connsiteY1" fmla="*/ 376591 h 550456"/>
                    <a:gd name="connsiteX2" fmla="*/ 305448 w 953148"/>
                    <a:gd name="connsiteY2" fmla="*/ 376591 h 5504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3148" h="550456">
                      <a:moveTo>
                        <a:pt x="953148" y="338491"/>
                      </a:moveTo>
                      <a:cubicBezTo>
                        <a:pt x="-291452" y="-715609"/>
                        <a:pt x="-95872" y="1095411"/>
                        <a:pt x="305448" y="376591"/>
                      </a:cubicBezTo>
                      <a:lnTo>
                        <a:pt x="305448" y="376591"/>
                      </a:lnTo>
                    </a:path>
                  </a:pathLst>
                </a:custGeom>
                <a:noFill/>
                <a:ln w="381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4C947F29-E454-AF06-F3BA-E4A9C90EDCFD}"/>
                    </a:ext>
                  </a:extLst>
                </p:cNvPr>
                <p:cNvGrpSpPr/>
                <p:nvPr/>
              </p:nvGrpSpPr>
              <p:grpSpPr>
                <a:xfrm flipH="1">
                  <a:off x="5248071" y="2386128"/>
                  <a:ext cx="801031" cy="985036"/>
                  <a:chOff x="2788371" y="2413698"/>
                  <a:chExt cx="673395" cy="828081"/>
                </a:xfrm>
              </p:grpSpPr>
              <p:grpSp>
                <p:nvGrpSpPr>
                  <p:cNvPr id="82" name="Group 81">
                    <a:extLst>
                      <a:ext uri="{FF2B5EF4-FFF2-40B4-BE49-F238E27FC236}">
                        <a16:creationId xmlns:a16="http://schemas.microsoft.com/office/drawing/2014/main" id="{CE898525-2D39-3D77-086F-4E9553D60E6E}"/>
                      </a:ext>
                    </a:extLst>
                  </p:cNvPr>
                  <p:cNvGrpSpPr/>
                  <p:nvPr/>
                </p:nvGrpSpPr>
                <p:grpSpPr>
                  <a:xfrm>
                    <a:off x="2788371" y="2649802"/>
                    <a:ext cx="673395" cy="591977"/>
                    <a:chOff x="2788371" y="2649802"/>
                    <a:chExt cx="673395" cy="591977"/>
                  </a:xfrm>
                </p:grpSpPr>
                <p:sp>
                  <p:nvSpPr>
                    <p:cNvPr id="84" name="Oval 83">
                      <a:extLst>
                        <a:ext uri="{FF2B5EF4-FFF2-40B4-BE49-F238E27FC236}">
                          <a16:creationId xmlns:a16="http://schemas.microsoft.com/office/drawing/2014/main" id="{8DD77722-059C-79C8-2EFB-E031123431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69789" y="2649802"/>
                      <a:ext cx="591977" cy="591977"/>
                    </a:xfrm>
                    <a:prstGeom prst="ellipse">
                      <a:avLst/>
                    </a:prstGeom>
                    <a:solidFill>
                      <a:sysClr val="windowText" lastClr="000000"/>
                    </a:solidFill>
                    <a:ln w="381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85" name="Oval 84">
                      <a:extLst>
                        <a:ext uri="{FF2B5EF4-FFF2-40B4-BE49-F238E27FC236}">
                          <a16:creationId xmlns:a16="http://schemas.microsoft.com/office/drawing/2014/main" id="{C8F4BD34-94E3-A05C-A6CF-FFA550FB62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8412" y="2760492"/>
                      <a:ext cx="235165" cy="235165"/>
                    </a:xfrm>
                    <a:prstGeom prst="ellipse">
                      <a:avLst/>
                    </a:prstGeom>
                    <a:solidFill>
                      <a:sysClr val="window" lastClr="FFFFFF"/>
                    </a:solidFill>
                    <a:ln w="381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86" name="Oval 85">
                      <a:extLst>
                        <a:ext uri="{FF2B5EF4-FFF2-40B4-BE49-F238E27FC236}">
                          <a16:creationId xmlns:a16="http://schemas.microsoft.com/office/drawing/2014/main" id="{53B210FB-DB2D-69A9-4505-0667E6EFAA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83650" y="2984939"/>
                      <a:ext cx="137167" cy="137167"/>
                    </a:xfrm>
                    <a:prstGeom prst="ellipse">
                      <a:avLst/>
                    </a:prstGeom>
                    <a:solidFill>
                      <a:sysClr val="window" lastClr="FFFFFF"/>
                    </a:solidFill>
                    <a:ln w="381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87" name="Freeform: Shape 86">
                      <a:extLst>
                        <a:ext uri="{FF2B5EF4-FFF2-40B4-BE49-F238E27FC236}">
                          <a16:creationId xmlns:a16="http://schemas.microsoft.com/office/drawing/2014/main" id="{9686183B-618B-9C5F-0A71-951B1FEAA7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19399" y="3095625"/>
                      <a:ext cx="98425" cy="22174"/>
                    </a:xfrm>
                    <a:custGeom>
                      <a:avLst/>
                      <a:gdLst>
                        <a:gd name="connsiteX0" fmla="*/ 76200 w 76200"/>
                        <a:gd name="connsiteY0" fmla="*/ 0 h 19050"/>
                        <a:gd name="connsiteX1" fmla="*/ 0 w 76200"/>
                        <a:gd name="connsiteY1" fmla="*/ 19050 h 19050"/>
                        <a:gd name="connsiteX2" fmla="*/ 0 w 76200"/>
                        <a:gd name="connsiteY2" fmla="*/ 19050 h 19050"/>
                        <a:gd name="connsiteX0" fmla="*/ 98425 w 98425"/>
                        <a:gd name="connsiteY0" fmla="*/ 0 h 19050"/>
                        <a:gd name="connsiteX1" fmla="*/ 22225 w 98425"/>
                        <a:gd name="connsiteY1" fmla="*/ 19050 h 19050"/>
                        <a:gd name="connsiteX2" fmla="*/ 0 w 98425"/>
                        <a:gd name="connsiteY2" fmla="*/ 9525 h 19050"/>
                        <a:gd name="connsiteX0" fmla="*/ 98425 w 98425"/>
                        <a:gd name="connsiteY0" fmla="*/ 0 h 9525"/>
                        <a:gd name="connsiteX1" fmla="*/ 0 w 98425"/>
                        <a:gd name="connsiteY1" fmla="*/ 9525 h 9525"/>
                        <a:gd name="connsiteX0" fmla="*/ 10000 w 10000"/>
                        <a:gd name="connsiteY0" fmla="*/ 0 h 18813"/>
                        <a:gd name="connsiteX1" fmla="*/ 0 w 10000"/>
                        <a:gd name="connsiteY1" fmla="*/ 10000 h 18813"/>
                        <a:gd name="connsiteX0" fmla="*/ 10000 w 10000"/>
                        <a:gd name="connsiteY0" fmla="*/ 0 h 23280"/>
                        <a:gd name="connsiteX1" fmla="*/ 0 w 10000"/>
                        <a:gd name="connsiteY1" fmla="*/ 10000 h 232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w="10000" h="23280">
                          <a:moveTo>
                            <a:pt x="10000" y="0"/>
                          </a:moveTo>
                          <a:cubicBezTo>
                            <a:pt x="6990" y="23334"/>
                            <a:pt x="3978" y="33333"/>
                            <a:pt x="0" y="10000"/>
                          </a:cubicBezTo>
                        </a:path>
                      </a:pathLst>
                    </a:custGeom>
                    <a:noFill/>
                    <a:ln w="381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88" name="Freeform: Shape 87">
                      <a:extLst>
                        <a:ext uri="{FF2B5EF4-FFF2-40B4-BE49-F238E27FC236}">
                          <a16:creationId xmlns:a16="http://schemas.microsoft.com/office/drawing/2014/main" id="{85FD48B1-C66C-F2EE-EF1F-376731A318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96740" y="3018505"/>
                      <a:ext cx="98425" cy="22174"/>
                    </a:xfrm>
                    <a:custGeom>
                      <a:avLst/>
                      <a:gdLst>
                        <a:gd name="connsiteX0" fmla="*/ 76200 w 76200"/>
                        <a:gd name="connsiteY0" fmla="*/ 0 h 19050"/>
                        <a:gd name="connsiteX1" fmla="*/ 0 w 76200"/>
                        <a:gd name="connsiteY1" fmla="*/ 19050 h 19050"/>
                        <a:gd name="connsiteX2" fmla="*/ 0 w 76200"/>
                        <a:gd name="connsiteY2" fmla="*/ 19050 h 19050"/>
                        <a:gd name="connsiteX0" fmla="*/ 98425 w 98425"/>
                        <a:gd name="connsiteY0" fmla="*/ 0 h 19050"/>
                        <a:gd name="connsiteX1" fmla="*/ 22225 w 98425"/>
                        <a:gd name="connsiteY1" fmla="*/ 19050 h 19050"/>
                        <a:gd name="connsiteX2" fmla="*/ 0 w 98425"/>
                        <a:gd name="connsiteY2" fmla="*/ 9525 h 19050"/>
                        <a:gd name="connsiteX0" fmla="*/ 98425 w 98425"/>
                        <a:gd name="connsiteY0" fmla="*/ 0 h 9525"/>
                        <a:gd name="connsiteX1" fmla="*/ 0 w 98425"/>
                        <a:gd name="connsiteY1" fmla="*/ 9525 h 9525"/>
                        <a:gd name="connsiteX0" fmla="*/ 10000 w 10000"/>
                        <a:gd name="connsiteY0" fmla="*/ 0 h 18813"/>
                        <a:gd name="connsiteX1" fmla="*/ 0 w 10000"/>
                        <a:gd name="connsiteY1" fmla="*/ 10000 h 18813"/>
                        <a:gd name="connsiteX0" fmla="*/ 10000 w 10000"/>
                        <a:gd name="connsiteY0" fmla="*/ 0 h 23280"/>
                        <a:gd name="connsiteX1" fmla="*/ 0 w 10000"/>
                        <a:gd name="connsiteY1" fmla="*/ 10000 h 232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w="10000" h="23280">
                          <a:moveTo>
                            <a:pt x="10000" y="0"/>
                          </a:moveTo>
                          <a:cubicBezTo>
                            <a:pt x="6990" y="23334"/>
                            <a:pt x="3978" y="33333"/>
                            <a:pt x="0" y="10000"/>
                          </a:cubicBezTo>
                        </a:path>
                      </a:pathLst>
                    </a:custGeom>
                    <a:noFill/>
                    <a:ln w="381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89" name="Freeform: Shape 88">
                      <a:extLst>
                        <a:ext uri="{FF2B5EF4-FFF2-40B4-BE49-F238E27FC236}">
                          <a16:creationId xmlns:a16="http://schemas.microsoft.com/office/drawing/2014/main" id="{52B41857-21FF-1F29-F3E3-9AC22C8AE818}"/>
                        </a:ext>
                      </a:extLst>
                    </p:cNvPr>
                    <p:cNvSpPr/>
                    <p:nvPr/>
                  </p:nvSpPr>
                  <p:spPr>
                    <a:xfrm rot="1872416">
                      <a:off x="2788371" y="2943707"/>
                      <a:ext cx="98425" cy="22174"/>
                    </a:xfrm>
                    <a:custGeom>
                      <a:avLst/>
                      <a:gdLst>
                        <a:gd name="connsiteX0" fmla="*/ 76200 w 76200"/>
                        <a:gd name="connsiteY0" fmla="*/ 0 h 19050"/>
                        <a:gd name="connsiteX1" fmla="*/ 0 w 76200"/>
                        <a:gd name="connsiteY1" fmla="*/ 19050 h 19050"/>
                        <a:gd name="connsiteX2" fmla="*/ 0 w 76200"/>
                        <a:gd name="connsiteY2" fmla="*/ 19050 h 19050"/>
                        <a:gd name="connsiteX0" fmla="*/ 98425 w 98425"/>
                        <a:gd name="connsiteY0" fmla="*/ 0 h 19050"/>
                        <a:gd name="connsiteX1" fmla="*/ 22225 w 98425"/>
                        <a:gd name="connsiteY1" fmla="*/ 19050 h 19050"/>
                        <a:gd name="connsiteX2" fmla="*/ 0 w 98425"/>
                        <a:gd name="connsiteY2" fmla="*/ 9525 h 19050"/>
                        <a:gd name="connsiteX0" fmla="*/ 98425 w 98425"/>
                        <a:gd name="connsiteY0" fmla="*/ 0 h 9525"/>
                        <a:gd name="connsiteX1" fmla="*/ 0 w 98425"/>
                        <a:gd name="connsiteY1" fmla="*/ 9525 h 9525"/>
                        <a:gd name="connsiteX0" fmla="*/ 10000 w 10000"/>
                        <a:gd name="connsiteY0" fmla="*/ 0 h 18813"/>
                        <a:gd name="connsiteX1" fmla="*/ 0 w 10000"/>
                        <a:gd name="connsiteY1" fmla="*/ 10000 h 18813"/>
                        <a:gd name="connsiteX0" fmla="*/ 10000 w 10000"/>
                        <a:gd name="connsiteY0" fmla="*/ 0 h 23280"/>
                        <a:gd name="connsiteX1" fmla="*/ 0 w 10000"/>
                        <a:gd name="connsiteY1" fmla="*/ 10000 h 232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</a:cxnLst>
                      <a:rect l="l" t="t" r="r" b="b"/>
                      <a:pathLst>
                        <a:path w="10000" h="23280">
                          <a:moveTo>
                            <a:pt x="10000" y="0"/>
                          </a:moveTo>
                          <a:cubicBezTo>
                            <a:pt x="6990" y="23334"/>
                            <a:pt x="3978" y="33333"/>
                            <a:pt x="0" y="10000"/>
                          </a:cubicBezTo>
                        </a:path>
                      </a:pathLst>
                    </a:custGeom>
                    <a:noFill/>
                    <a:ln w="38100" cap="flat" cmpd="sng" algn="ctr">
                      <a:solidFill>
                        <a:sysClr val="windowText" lastClr="000000"/>
                      </a:solidFill>
                      <a:prstDash val="solid"/>
                      <a:miter lim="800000"/>
                    </a:ln>
                    <a:effectLst/>
                  </p:spPr>
                  <p:txBody>
                    <a:bodyPr rtlCol="0" anchor="ctr"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83" name="Arc 82">
                    <a:extLst>
                      <a:ext uri="{FF2B5EF4-FFF2-40B4-BE49-F238E27FC236}">
                        <a16:creationId xmlns:a16="http://schemas.microsoft.com/office/drawing/2014/main" id="{28F60372-71A7-5A4A-AD7B-AEDD28056C14}"/>
                      </a:ext>
                    </a:extLst>
                  </p:cNvPr>
                  <p:cNvSpPr/>
                  <p:nvPr/>
                </p:nvSpPr>
                <p:spPr>
                  <a:xfrm rot="18311906">
                    <a:off x="2956478" y="2413698"/>
                    <a:ext cx="314714" cy="314714"/>
                  </a:xfrm>
                  <a:prstGeom prst="arc">
                    <a:avLst>
                      <a:gd name="adj1" fmla="val 14674233"/>
                      <a:gd name="adj2" fmla="val 0"/>
                    </a:avLst>
                  </a:prstGeom>
                  <a:noFill/>
                  <a:ln w="38100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1707321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77">
            <a:extLst>
              <a:ext uri="{FF2B5EF4-FFF2-40B4-BE49-F238E27FC236}">
                <a16:creationId xmlns:a16="http://schemas.microsoft.com/office/drawing/2014/main" id="{AF9698F0-FE80-0A22-EFFA-D00EFF1B7045}"/>
              </a:ext>
            </a:extLst>
          </p:cNvPr>
          <p:cNvGrpSpPr/>
          <p:nvPr/>
        </p:nvGrpSpPr>
        <p:grpSpPr>
          <a:xfrm>
            <a:off x="5416543" y="2517868"/>
            <a:ext cx="4514775" cy="4507496"/>
            <a:chOff x="5416543" y="2517868"/>
            <a:chExt cx="4514775" cy="4507496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7E9834A-0689-3B0D-AE01-E164082FEC5B}"/>
                </a:ext>
              </a:extLst>
            </p:cNvPr>
            <p:cNvGrpSpPr/>
            <p:nvPr/>
          </p:nvGrpSpPr>
          <p:grpSpPr>
            <a:xfrm flipH="1">
              <a:off x="8045027" y="4430098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423FA967-1396-A1D7-19E3-A6804B32B509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1B6E3E2-CC39-80A2-53E4-97D209D2D657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865A3DC-0A92-8024-EA60-CE4B74F2F9B5}"/>
                </a:ext>
              </a:extLst>
            </p:cNvPr>
            <p:cNvGrpSpPr/>
            <p:nvPr/>
          </p:nvGrpSpPr>
          <p:grpSpPr>
            <a:xfrm>
              <a:off x="5416543" y="4795717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63214D7-BA0E-A1EE-870E-40B89B73CEBD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A4C4D21-50DB-50D9-EEB0-9CA55FABE401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8" name="Rectangle 24">
              <a:extLst>
                <a:ext uri="{FF2B5EF4-FFF2-40B4-BE49-F238E27FC236}">
                  <a16:creationId xmlns:a16="http://schemas.microsoft.com/office/drawing/2014/main" id="{083BCE0E-4DBE-1974-E8E5-9883CF6369A6}"/>
                </a:ext>
              </a:extLst>
            </p:cNvPr>
            <p:cNvSpPr/>
            <p:nvPr/>
          </p:nvSpPr>
          <p:spPr>
            <a:xfrm>
              <a:off x="6392970" y="4671889"/>
              <a:ext cx="2487136" cy="2353475"/>
            </a:xfrm>
            <a:custGeom>
              <a:avLst/>
              <a:gdLst>
                <a:gd name="connsiteX0" fmla="*/ 0 w 799686"/>
                <a:gd name="connsiteY0" fmla="*/ 0 h 708473"/>
                <a:gd name="connsiteX1" fmla="*/ 799686 w 799686"/>
                <a:gd name="connsiteY1" fmla="*/ 0 h 708473"/>
                <a:gd name="connsiteX2" fmla="*/ 799686 w 799686"/>
                <a:gd name="connsiteY2" fmla="*/ 708473 h 708473"/>
                <a:gd name="connsiteX3" fmla="*/ 0 w 799686"/>
                <a:gd name="connsiteY3" fmla="*/ 708473 h 708473"/>
                <a:gd name="connsiteX4" fmla="*/ 0 w 799686"/>
                <a:gd name="connsiteY4" fmla="*/ 0 h 708473"/>
                <a:gd name="connsiteX0" fmla="*/ 0 w 799686"/>
                <a:gd name="connsiteY0" fmla="*/ 0 h 1051373"/>
                <a:gd name="connsiteX1" fmla="*/ 799686 w 799686"/>
                <a:gd name="connsiteY1" fmla="*/ 0 h 1051373"/>
                <a:gd name="connsiteX2" fmla="*/ 799686 w 799686"/>
                <a:gd name="connsiteY2" fmla="*/ 708473 h 1051373"/>
                <a:gd name="connsiteX3" fmla="*/ 88900 w 799686"/>
                <a:gd name="connsiteY3" fmla="*/ 1051373 h 1051373"/>
                <a:gd name="connsiteX4" fmla="*/ 0 w 799686"/>
                <a:gd name="connsiteY4" fmla="*/ 0 h 1051373"/>
                <a:gd name="connsiteX0" fmla="*/ 0 w 1269586"/>
                <a:gd name="connsiteY0" fmla="*/ 0 h 1813373"/>
                <a:gd name="connsiteX1" fmla="*/ 1269586 w 1269586"/>
                <a:gd name="connsiteY1" fmla="*/ 762000 h 1813373"/>
                <a:gd name="connsiteX2" fmla="*/ 1269586 w 1269586"/>
                <a:gd name="connsiteY2" fmla="*/ 1470473 h 1813373"/>
                <a:gd name="connsiteX3" fmla="*/ 558800 w 1269586"/>
                <a:gd name="connsiteY3" fmla="*/ 1813373 h 1813373"/>
                <a:gd name="connsiteX4" fmla="*/ 0 w 1269586"/>
                <a:gd name="connsiteY4" fmla="*/ 0 h 18133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1269586 w 1320386"/>
                <a:gd name="connsiteY2" fmla="*/ 1610173 h 1953073"/>
                <a:gd name="connsiteX3" fmla="*/ 558800 w 1320386"/>
                <a:gd name="connsiteY3" fmla="*/ 1953073 h 1953073"/>
                <a:gd name="connsiteX4" fmla="*/ 0 w 1320386"/>
                <a:gd name="connsiteY4" fmla="*/ 139700 h 19530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558800 w 1320386"/>
                <a:gd name="connsiteY2" fmla="*/ 1953073 h 1953073"/>
                <a:gd name="connsiteX3" fmla="*/ 0 w 1320386"/>
                <a:gd name="connsiteY3" fmla="*/ 139700 h 1953073"/>
                <a:gd name="connsiteX0" fmla="*/ 0 w 1589232"/>
                <a:gd name="connsiteY0" fmla="*/ 139700 h 1953073"/>
                <a:gd name="connsiteX1" fmla="*/ 1320386 w 1589232"/>
                <a:gd name="connsiteY1" fmla="*/ 0 h 1953073"/>
                <a:gd name="connsiteX2" fmla="*/ 558800 w 1589232"/>
                <a:gd name="connsiteY2" fmla="*/ 1953073 h 1953073"/>
                <a:gd name="connsiteX3" fmla="*/ 0 w 1589232"/>
                <a:gd name="connsiteY3" fmla="*/ 139700 h 1953073"/>
                <a:gd name="connsiteX0" fmla="*/ 499635 w 2088867"/>
                <a:gd name="connsiteY0" fmla="*/ 139700 h 1953073"/>
                <a:gd name="connsiteX1" fmla="*/ 1820021 w 2088867"/>
                <a:gd name="connsiteY1" fmla="*/ 0 h 1953073"/>
                <a:gd name="connsiteX2" fmla="*/ 1058435 w 2088867"/>
                <a:gd name="connsiteY2" fmla="*/ 1953073 h 1953073"/>
                <a:gd name="connsiteX3" fmla="*/ 499635 w 2088867"/>
                <a:gd name="connsiteY3" fmla="*/ 139700 h 1953073"/>
                <a:gd name="connsiteX0" fmla="*/ 520808 w 2110040"/>
                <a:gd name="connsiteY0" fmla="*/ 139700 h 1953073"/>
                <a:gd name="connsiteX1" fmla="*/ 1841194 w 2110040"/>
                <a:gd name="connsiteY1" fmla="*/ 0 h 1953073"/>
                <a:gd name="connsiteX2" fmla="*/ 1079608 w 2110040"/>
                <a:gd name="connsiteY2" fmla="*/ 1953073 h 1953073"/>
                <a:gd name="connsiteX3" fmla="*/ 520808 w 2110040"/>
                <a:gd name="connsiteY3" fmla="*/ 139700 h 1953073"/>
                <a:gd name="connsiteX0" fmla="*/ 356377 w 1945609"/>
                <a:gd name="connsiteY0" fmla="*/ 139700 h 1953073"/>
                <a:gd name="connsiteX1" fmla="*/ 1676763 w 1945609"/>
                <a:gd name="connsiteY1" fmla="*/ 0 h 1953073"/>
                <a:gd name="connsiteX2" fmla="*/ 915177 w 1945609"/>
                <a:gd name="connsiteY2" fmla="*/ 1953073 h 1953073"/>
                <a:gd name="connsiteX3" fmla="*/ 356377 w 1945609"/>
                <a:gd name="connsiteY3" fmla="*/ 139700 h 1953073"/>
                <a:gd name="connsiteX0" fmla="*/ 421865 w 2011097"/>
                <a:gd name="connsiteY0" fmla="*/ 139700 h 1953073"/>
                <a:gd name="connsiteX1" fmla="*/ 1742251 w 2011097"/>
                <a:gd name="connsiteY1" fmla="*/ 0 h 1953073"/>
                <a:gd name="connsiteX2" fmla="*/ 980665 w 2011097"/>
                <a:gd name="connsiteY2" fmla="*/ 1953073 h 1953073"/>
                <a:gd name="connsiteX3" fmla="*/ 421865 w 2011097"/>
                <a:gd name="connsiteY3" fmla="*/ 139700 h 1953073"/>
                <a:gd name="connsiteX0" fmla="*/ 432822 w 2022054"/>
                <a:gd name="connsiteY0" fmla="*/ 139700 h 1953073"/>
                <a:gd name="connsiteX1" fmla="*/ 1753208 w 2022054"/>
                <a:gd name="connsiteY1" fmla="*/ 0 h 1953073"/>
                <a:gd name="connsiteX2" fmla="*/ 991622 w 2022054"/>
                <a:gd name="connsiteY2" fmla="*/ 1953073 h 1953073"/>
                <a:gd name="connsiteX3" fmla="*/ 432822 w 2022054"/>
                <a:gd name="connsiteY3" fmla="*/ 139700 h 1953073"/>
                <a:gd name="connsiteX0" fmla="*/ 384320 w 2049752"/>
                <a:gd name="connsiteY0" fmla="*/ 63500 h 1953073"/>
                <a:gd name="connsiteX1" fmla="*/ 1780906 w 2049752"/>
                <a:gd name="connsiteY1" fmla="*/ 0 h 1953073"/>
                <a:gd name="connsiteX2" fmla="*/ 1019320 w 2049752"/>
                <a:gd name="connsiteY2" fmla="*/ 1953073 h 1953073"/>
                <a:gd name="connsiteX3" fmla="*/ 384320 w 2049752"/>
                <a:gd name="connsiteY3" fmla="*/ 63500 h 1953073"/>
                <a:gd name="connsiteX0" fmla="*/ 384320 w 2069519"/>
                <a:gd name="connsiteY0" fmla="*/ 88900 h 1978473"/>
                <a:gd name="connsiteX1" fmla="*/ 1831706 w 2069519"/>
                <a:gd name="connsiteY1" fmla="*/ 0 h 1978473"/>
                <a:gd name="connsiteX2" fmla="*/ 1019320 w 2069519"/>
                <a:gd name="connsiteY2" fmla="*/ 1978473 h 1978473"/>
                <a:gd name="connsiteX3" fmla="*/ 384320 w 2069519"/>
                <a:gd name="connsiteY3" fmla="*/ 88900 h 1978473"/>
                <a:gd name="connsiteX0" fmla="*/ 384320 w 2090836"/>
                <a:gd name="connsiteY0" fmla="*/ 88900 h 1978473"/>
                <a:gd name="connsiteX1" fmla="*/ 1831706 w 2090836"/>
                <a:gd name="connsiteY1" fmla="*/ 0 h 1978473"/>
                <a:gd name="connsiteX2" fmla="*/ 1019320 w 2090836"/>
                <a:gd name="connsiteY2" fmla="*/ 1978473 h 1978473"/>
                <a:gd name="connsiteX3" fmla="*/ 384320 w 2090836"/>
                <a:gd name="connsiteY3" fmla="*/ 88900 h 1978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0836" h="1978473">
                  <a:moveTo>
                    <a:pt x="384320" y="88900"/>
                  </a:moveTo>
                  <a:lnTo>
                    <a:pt x="1831706" y="0"/>
                  </a:lnTo>
                  <a:cubicBezTo>
                    <a:pt x="1577844" y="651024"/>
                    <a:pt x="3000382" y="1276649"/>
                    <a:pt x="1019320" y="1978473"/>
                  </a:cubicBezTo>
                  <a:cubicBezTo>
                    <a:pt x="-894147" y="1386715"/>
                    <a:pt x="494387" y="363158"/>
                    <a:pt x="384320" y="88900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2D7D224-08A5-4D27-E2E4-81096862D3F2}"/>
                </a:ext>
              </a:extLst>
            </p:cNvPr>
            <p:cNvSpPr/>
            <p:nvPr/>
          </p:nvSpPr>
          <p:spPr>
            <a:xfrm>
              <a:off x="5996005" y="2517868"/>
              <a:ext cx="3573875" cy="3076627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820E875-85B6-E941-F98B-8C3DDDD08229}"/>
                </a:ext>
              </a:extLst>
            </p:cNvPr>
            <p:cNvSpPr/>
            <p:nvPr/>
          </p:nvSpPr>
          <p:spPr>
            <a:xfrm>
              <a:off x="5651440" y="2709872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E140D6D-315E-1915-B406-25420FFAFB45}"/>
                </a:ext>
              </a:extLst>
            </p:cNvPr>
            <p:cNvSpPr/>
            <p:nvPr/>
          </p:nvSpPr>
          <p:spPr>
            <a:xfrm flipH="1">
              <a:off x="8797509" y="2635374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14D76DA-B119-0BB6-213B-9DEC3CCB0D7D}"/>
                </a:ext>
              </a:extLst>
            </p:cNvPr>
            <p:cNvSpPr/>
            <p:nvPr/>
          </p:nvSpPr>
          <p:spPr>
            <a:xfrm>
              <a:off x="6392970" y="5562960"/>
              <a:ext cx="2487136" cy="870335"/>
            </a:xfrm>
            <a:custGeom>
              <a:avLst/>
              <a:gdLst>
                <a:gd name="connsiteX0" fmla="*/ 85313 w 2090836"/>
                <a:gd name="connsiteY0" fmla="*/ 0 h 731656"/>
                <a:gd name="connsiteX1" fmla="*/ 103638 w 2090836"/>
                <a:gd name="connsiteY1" fmla="*/ 13227 h 731656"/>
                <a:gd name="connsiteX2" fmla="*/ 1901708 w 2090836"/>
                <a:gd name="connsiteY2" fmla="*/ 98568 h 731656"/>
                <a:gd name="connsiteX3" fmla="*/ 2012822 w 2090836"/>
                <a:gd name="connsiteY3" fmla="*/ 45877 h 731656"/>
                <a:gd name="connsiteX4" fmla="*/ 2035732 w 2090836"/>
                <a:gd name="connsiteY4" fmla="*/ 101169 h 731656"/>
                <a:gd name="connsiteX5" fmla="*/ 2089158 w 2090836"/>
                <a:gd name="connsiteY5" fmla="*/ 406818 h 731656"/>
                <a:gd name="connsiteX6" fmla="*/ 2082082 w 2090836"/>
                <a:gd name="connsiteY6" fmla="*/ 454530 h 731656"/>
                <a:gd name="connsiteX7" fmla="*/ 2061872 w 2090836"/>
                <a:gd name="connsiteY7" fmla="*/ 462605 h 731656"/>
                <a:gd name="connsiteX8" fmla="*/ 100105 w 2090836"/>
                <a:gd name="connsiteY8" fmla="*/ 467357 h 731656"/>
                <a:gd name="connsiteX9" fmla="*/ 3394 w 2090836"/>
                <a:gd name="connsiteY9" fmla="*/ 410264 h 731656"/>
                <a:gd name="connsiteX10" fmla="*/ 293 w 2090836"/>
                <a:gd name="connsiteY10" fmla="*/ 375443 h 731656"/>
                <a:gd name="connsiteX11" fmla="*/ 70262 w 2090836"/>
                <a:gd name="connsiteY11" fmla="*/ 32997 h 731656"/>
                <a:gd name="connsiteX12" fmla="*/ 85313 w 2090836"/>
                <a:gd name="connsiteY12" fmla="*/ 0 h 731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0836" h="731656">
                  <a:moveTo>
                    <a:pt x="85313" y="0"/>
                  </a:moveTo>
                  <a:lnTo>
                    <a:pt x="103638" y="13227"/>
                  </a:lnTo>
                  <a:cubicBezTo>
                    <a:pt x="624258" y="359537"/>
                    <a:pt x="1237831" y="390353"/>
                    <a:pt x="1901708" y="98568"/>
                  </a:cubicBezTo>
                  <a:lnTo>
                    <a:pt x="2012822" y="45877"/>
                  </a:lnTo>
                  <a:lnTo>
                    <a:pt x="2035732" y="101169"/>
                  </a:lnTo>
                  <a:cubicBezTo>
                    <a:pt x="2073333" y="202458"/>
                    <a:pt x="2097601" y="304211"/>
                    <a:pt x="2089158" y="406818"/>
                  </a:cubicBezTo>
                  <a:lnTo>
                    <a:pt x="2082082" y="454530"/>
                  </a:lnTo>
                  <a:lnTo>
                    <a:pt x="2061872" y="462605"/>
                  </a:lnTo>
                  <a:cubicBezTo>
                    <a:pt x="1621195" y="644809"/>
                    <a:pt x="981489" y="961521"/>
                    <a:pt x="100105" y="467357"/>
                  </a:cubicBezTo>
                  <a:lnTo>
                    <a:pt x="3394" y="410264"/>
                  </a:lnTo>
                  <a:lnTo>
                    <a:pt x="293" y="375443"/>
                  </a:lnTo>
                  <a:cubicBezTo>
                    <a:pt x="-3282" y="258620"/>
                    <a:pt x="26146" y="142970"/>
                    <a:pt x="70262" y="32997"/>
                  </a:cubicBezTo>
                  <a:lnTo>
                    <a:pt x="85313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676882D7-7B2E-67E4-6E8C-67F1527DC1AF}"/>
                </a:ext>
              </a:extLst>
            </p:cNvPr>
            <p:cNvSpPr/>
            <p:nvPr/>
          </p:nvSpPr>
          <p:spPr>
            <a:xfrm>
              <a:off x="7879133" y="4631596"/>
              <a:ext cx="324726" cy="32472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F749A254-AF1A-DCBF-C5BA-B56CD33FD658}"/>
                </a:ext>
              </a:extLst>
            </p:cNvPr>
            <p:cNvGrpSpPr/>
            <p:nvPr/>
          </p:nvGrpSpPr>
          <p:grpSpPr>
            <a:xfrm>
              <a:off x="8444847" y="3412236"/>
              <a:ext cx="801031" cy="985036"/>
              <a:chOff x="3571992" y="4603536"/>
              <a:chExt cx="801031" cy="985036"/>
            </a:xfrm>
          </p:grpSpPr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91CA734-2F96-AAB7-DA0E-A3C6F08FC5C4}"/>
                  </a:ext>
                </a:extLst>
              </p:cNvPr>
              <p:cNvSpPr/>
              <p:nvPr/>
            </p:nvSpPr>
            <p:spPr>
              <a:xfrm flipH="1">
                <a:off x="3571992" y="4884391"/>
                <a:ext cx="704181" cy="704181"/>
              </a:xfrm>
              <a:prstGeom prst="ellipse">
                <a:avLst/>
              </a:prstGeom>
              <a:solidFill>
                <a:sysClr val="windowText" lastClr="000000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C72F52-0F1D-6A4C-8EDB-800D14873791}"/>
                  </a:ext>
                </a:extLst>
              </p:cNvPr>
              <p:cNvSpPr/>
              <p:nvPr/>
            </p:nvSpPr>
            <p:spPr>
              <a:xfrm flipH="1">
                <a:off x="3736373" y="5016061"/>
                <a:ext cx="279738" cy="279738"/>
              </a:xfrm>
              <a:prstGeom prst="ellipse">
                <a:avLst/>
              </a:prstGeom>
              <a:solidFill>
                <a:sysClr val="window" lastClr="FFFFFF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5D0991E-DC39-1E4E-52DF-447CCB96CED4}"/>
                  </a:ext>
                </a:extLst>
              </p:cNvPr>
              <p:cNvSpPr/>
              <p:nvPr/>
            </p:nvSpPr>
            <p:spPr>
              <a:xfrm flipH="1">
                <a:off x="3977565" y="5283050"/>
                <a:ext cx="163166" cy="163166"/>
              </a:xfrm>
              <a:prstGeom prst="ellipse">
                <a:avLst/>
              </a:prstGeom>
              <a:solidFill>
                <a:sysClr val="window" lastClr="FFFFFF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D5D3DDA0-50A1-B1A6-DF94-FCEE5F60630B}"/>
                  </a:ext>
                </a:extLst>
              </p:cNvPr>
              <p:cNvSpPr/>
              <p:nvPr/>
            </p:nvSpPr>
            <p:spPr>
              <a:xfrm flipH="1">
                <a:off x="4219033" y="5414716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C7795AD4-2483-F746-6EA1-B28C9D8680B4}"/>
                  </a:ext>
                </a:extLst>
              </p:cNvPr>
              <p:cNvSpPr/>
              <p:nvPr/>
            </p:nvSpPr>
            <p:spPr>
              <a:xfrm flipH="1">
                <a:off x="4245987" y="5322978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592512E7-AA48-430D-FCF2-CE4DE6312C24}"/>
                  </a:ext>
                </a:extLst>
              </p:cNvPr>
              <p:cNvSpPr/>
              <p:nvPr/>
            </p:nvSpPr>
            <p:spPr>
              <a:xfrm rot="19727584" flipH="1">
                <a:off x="4255942" y="5234003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Arc 67">
                <a:extLst>
                  <a:ext uri="{FF2B5EF4-FFF2-40B4-BE49-F238E27FC236}">
                    <a16:creationId xmlns:a16="http://schemas.microsoft.com/office/drawing/2014/main" id="{C1C7990B-FAAE-9C87-1713-54C5F2F8C071}"/>
                  </a:ext>
                </a:extLst>
              </p:cNvPr>
              <p:cNvSpPr/>
              <p:nvPr/>
            </p:nvSpPr>
            <p:spPr>
              <a:xfrm rot="3288094" flipH="1">
                <a:off x="3798688" y="4603536"/>
                <a:ext cx="374365" cy="374365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7B76A78B-0242-F219-636C-860A65C7E119}"/>
                </a:ext>
              </a:extLst>
            </p:cNvPr>
            <p:cNvGrpSpPr/>
            <p:nvPr/>
          </p:nvGrpSpPr>
          <p:grpSpPr>
            <a:xfrm flipH="1">
              <a:off x="6785249" y="3431935"/>
              <a:ext cx="801031" cy="985036"/>
              <a:chOff x="3571992" y="4603536"/>
              <a:chExt cx="801031" cy="985036"/>
            </a:xfrm>
          </p:grpSpPr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1772DCBA-72D1-4559-E317-CE081BC1BDEC}"/>
                  </a:ext>
                </a:extLst>
              </p:cNvPr>
              <p:cNvSpPr/>
              <p:nvPr/>
            </p:nvSpPr>
            <p:spPr>
              <a:xfrm flipH="1">
                <a:off x="3571992" y="4884391"/>
                <a:ext cx="704181" cy="704181"/>
              </a:xfrm>
              <a:prstGeom prst="ellipse">
                <a:avLst/>
              </a:prstGeom>
              <a:solidFill>
                <a:sysClr val="windowText" lastClr="000000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8EAD6C1B-0CB7-4F7A-582F-BB04338204EA}"/>
                  </a:ext>
                </a:extLst>
              </p:cNvPr>
              <p:cNvSpPr/>
              <p:nvPr/>
            </p:nvSpPr>
            <p:spPr>
              <a:xfrm flipH="1">
                <a:off x="3736373" y="5016061"/>
                <a:ext cx="279738" cy="279738"/>
              </a:xfrm>
              <a:prstGeom prst="ellipse">
                <a:avLst/>
              </a:prstGeom>
              <a:solidFill>
                <a:sysClr val="window" lastClr="FFFFFF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34A7558A-3951-4DA7-45BB-5D56C4A1E681}"/>
                  </a:ext>
                </a:extLst>
              </p:cNvPr>
              <p:cNvSpPr/>
              <p:nvPr/>
            </p:nvSpPr>
            <p:spPr>
              <a:xfrm flipH="1">
                <a:off x="3977565" y="5283050"/>
                <a:ext cx="163166" cy="163166"/>
              </a:xfrm>
              <a:prstGeom prst="ellipse">
                <a:avLst/>
              </a:prstGeom>
              <a:solidFill>
                <a:sysClr val="window" lastClr="FFFFFF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4E96AF2B-BCEC-3DE3-03F2-85C4B04D73D8}"/>
                  </a:ext>
                </a:extLst>
              </p:cNvPr>
              <p:cNvSpPr/>
              <p:nvPr/>
            </p:nvSpPr>
            <p:spPr>
              <a:xfrm flipH="1">
                <a:off x="4219033" y="5414716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484878E6-FC68-0269-C5A6-F502DFC1268E}"/>
                  </a:ext>
                </a:extLst>
              </p:cNvPr>
              <p:cNvSpPr/>
              <p:nvPr/>
            </p:nvSpPr>
            <p:spPr>
              <a:xfrm flipH="1">
                <a:off x="4245987" y="5322978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FAD7DF3C-6F12-BB40-4DEE-BADCB0490438}"/>
                  </a:ext>
                </a:extLst>
              </p:cNvPr>
              <p:cNvSpPr/>
              <p:nvPr/>
            </p:nvSpPr>
            <p:spPr>
              <a:xfrm rot="19727584" flipH="1">
                <a:off x="4255942" y="5234003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" name="Arc 76">
                <a:extLst>
                  <a:ext uri="{FF2B5EF4-FFF2-40B4-BE49-F238E27FC236}">
                    <a16:creationId xmlns:a16="http://schemas.microsoft.com/office/drawing/2014/main" id="{9FEAAD12-E2AA-51DF-1603-87FE8168EE52}"/>
                  </a:ext>
                </a:extLst>
              </p:cNvPr>
              <p:cNvSpPr/>
              <p:nvPr/>
            </p:nvSpPr>
            <p:spPr>
              <a:xfrm rot="3288094" flipH="1">
                <a:off x="3798688" y="4603536"/>
                <a:ext cx="374365" cy="374365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3B11F3B5-A73E-6B13-98C6-0F1AD1DAECDE}"/>
              </a:ext>
            </a:extLst>
          </p:cNvPr>
          <p:cNvGrpSpPr/>
          <p:nvPr/>
        </p:nvGrpSpPr>
        <p:grpSpPr>
          <a:xfrm>
            <a:off x="514425" y="2467068"/>
            <a:ext cx="4514775" cy="4507496"/>
            <a:chOff x="5416543" y="2517868"/>
            <a:chExt cx="4514775" cy="4507496"/>
          </a:xfrm>
          <a:solidFill>
            <a:schemeClr val="bg1"/>
          </a:solidFill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FD88B167-A9A1-42C9-955A-FF9CE0989965}"/>
                </a:ext>
              </a:extLst>
            </p:cNvPr>
            <p:cNvGrpSpPr/>
            <p:nvPr/>
          </p:nvGrpSpPr>
          <p:grpSpPr>
            <a:xfrm flipH="1">
              <a:off x="8045027" y="4430098"/>
              <a:ext cx="1434170" cy="1821427"/>
              <a:chOff x="1969722" y="3425409"/>
              <a:chExt cx="1205650" cy="1531201"/>
            </a:xfrm>
            <a:grpFill/>
          </p:grpSpPr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4EAB2348-3906-5141-7703-7F3C04217EC3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7FEA945-0F5A-5396-3258-6A913D763F90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C8CF22BC-8D7A-6C94-3277-13EDABB9BDCF}"/>
                </a:ext>
              </a:extLst>
            </p:cNvPr>
            <p:cNvGrpSpPr/>
            <p:nvPr/>
          </p:nvGrpSpPr>
          <p:grpSpPr>
            <a:xfrm>
              <a:off x="5416543" y="4795717"/>
              <a:ext cx="1434170" cy="1821427"/>
              <a:chOff x="1969722" y="3425409"/>
              <a:chExt cx="1205650" cy="1531201"/>
            </a:xfrm>
            <a:grpFill/>
          </p:grpSpPr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FC6FDC0A-659D-23A4-9017-D8C31A759801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1147C75A-3F91-836A-C488-9D20255647D3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82" name="Rectangle 24">
              <a:extLst>
                <a:ext uri="{FF2B5EF4-FFF2-40B4-BE49-F238E27FC236}">
                  <a16:creationId xmlns:a16="http://schemas.microsoft.com/office/drawing/2014/main" id="{7C6D0A55-3D62-7679-92B2-37A5828D1867}"/>
                </a:ext>
              </a:extLst>
            </p:cNvPr>
            <p:cNvSpPr/>
            <p:nvPr/>
          </p:nvSpPr>
          <p:spPr>
            <a:xfrm>
              <a:off x="6392970" y="4671889"/>
              <a:ext cx="2487136" cy="2353475"/>
            </a:xfrm>
            <a:custGeom>
              <a:avLst/>
              <a:gdLst>
                <a:gd name="connsiteX0" fmla="*/ 0 w 799686"/>
                <a:gd name="connsiteY0" fmla="*/ 0 h 708473"/>
                <a:gd name="connsiteX1" fmla="*/ 799686 w 799686"/>
                <a:gd name="connsiteY1" fmla="*/ 0 h 708473"/>
                <a:gd name="connsiteX2" fmla="*/ 799686 w 799686"/>
                <a:gd name="connsiteY2" fmla="*/ 708473 h 708473"/>
                <a:gd name="connsiteX3" fmla="*/ 0 w 799686"/>
                <a:gd name="connsiteY3" fmla="*/ 708473 h 708473"/>
                <a:gd name="connsiteX4" fmla="*/ 0 w 799686"/>
                <a:gd name="connsiteY4" fmla="*/ 0 h 708473"/>
                <a:gd name="connsiteX0" fmla="*/ 0 w 799686"/>
                <a:gd name="connsiteY0" fmla="*/ 0 h 1051373"/>
                <a:gd name="connsiteX1" fmla="*/ 799686 w 799686"/>
                <a:gd name="connsiteY1" fmla="*/ 0 h 1051373"/>
                <a:gd name="connsiteX2" fmla="*/ 799686 w 799686"/>
                <a:gd name="connsiteY2" fmla="*/ 708473 h 1051373"/>
                <a:gd name="connsiteX3" fmla="*/ 88900 w 799686"/>
                <a:gd name="connsiteY3" fmla="*/ 1051373 h 1051373"/>
                <a:gd name="connsiteX4" fmla="*/ 0 w 799686"/>
                <a:gd name="connsiteY4" fmla="*/ 0 h 1051373"/>
                <a:gd name="connsiteX0" fmla="*/ 0 w 1269586"/>
                <a:gd name="connsiteY0" fmla="*/ 0 h 1813373"/>
                <a:gd name="connsiteX1" fmla="*/ 1269586 w 1269586"/>
                <a:gd name="connsiteY1" fmla="*/ 762000 h 1813373"/>
                <a:gd name="connsiteX2" fmla="*/ 1269586 w 1269586"/>
                <a:gd name="connsiteY2" fmla="*/ 1470473 h 1813373"/>
                <a:gd name="connsiteX3" fmla="*/ 558800 w 1269586"/>
                <a:gd name="connsiteY3" fmla="*/ 1813373 h 1813373"/>
                <a:gd name="connsiteX4" fmla="*/ 0 w 1269586"/>
                <a:gd name="connsiteY4" fmla="*/ 0 h 18133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1269586 w 1320386"/>
                <a:gd name="connsiteY2" fmla="*/ 1610173 h 1953073"/>
                <a:gd name="connsiteX3" fmla="*/ 558800 w 1320386"/>
                <a:gd name="connsiteY3" fmla="*/ 1953073 h 1953073"/>
                <a:gd name="connsiteX4" fmla="*/ 0 w 1320386"/>
                <a:gd name="connsiteY4" fmla="*/ 139700 h 19530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558800 w 1320386"/>
                <a:gd name="connsiteY2" fmla="*/ 1953073 h 1953073"/>
                <a:gd name="connsiteX3" fmla="*/ 0 w 1320386"/>
                <a:gd name="connsiteY3" fmla="*/ 139700 h 1953073"/>
                <a:gd name="connsiteX0" fmla="*/ 0 w 1589232"/>
                <a:gd name="connsiteY0" fmla="*/ 139700 h 1953073"/>
                <a:gd name="connsiteX1" fmla="*/ 1320386 w 1589232"/>
                <a:gd name="connsiteY1" fmla="*/ 0 h 1953073"/>
                <a:gd name="connsiteX2" fmla="*/ 558800 w 1589232"/>
                <a:gd name="connsiteY2" fmla="*/ 1953073 h 1953073"/>
                <a:gd name="connsiteX3" fmla="*/ 0 w 1589232"/>
                <a:gd name="connsiteY3" fmla="*/ 139700 h 1953073"/>
                <a:gd name="connsiteX0" fmla="*/ 499635 w 2088867"/>
                <a:gd name="connsiteY0" fmla="*/ 139700 h 1953073"/>
                <a:gd name="connsiteX1" fmla="*/ 1820021 w 2088867"/>
                <a:gd name="connsiteY1" fmla="*/ 0 h 1953073"/>
                <a:gd name="connsiteX2" fmla="*/ 1058435 w 2088867"/>
                <a:gd name="connsiteY2" fmla="*/ 1953073 h 1953073"/>
                <a:gd name="connsiteX3" fmla="*/ 499635 w 2088867"/>
                <a:gd name="connsiteY3" fmla="*/ 139700 h 1953073"/>
                <a:gd name="connsiteX0" fmla="*/ 520808 w 2110040"/>
                <a:gd name="connsiteY0" fmla="*/ 139700 h 1953073"/>
                <a:gd name="connsiteX1" fmla="*/ 1841194 w 2110040"/>
                <a:gd name="connsiteY1" fmla="*/ 0 h 1953073"/>
                <a:gd name="connsiteX2" fmla="*/ 1079608 w 2110040"/>
                <a:gd name="connsiteY2" fmla="*/ 1953073 h 1953073"/>
                <a:gd name="connsiteX3" fmla="*/ 520808 w 2110040"/>
                <a:gd name="connsiteY3" fmla="*/ 139700 h 1953073"/>
                <a:gd name="connsiteX0" fmla="*/ 356377 w 1945609"/>
                <a:gd name="connsiteY0" fmla="*/ 139700 h 1953073"/>
                <a:gd name="connsiteX1" fmla="*/ 1676763 w 1945609"/>
                <a:gd name="connsiteY1" fmla="*/ 0 h 1953073"/>
                <a:gd name="connsiteX2" fmla="*/ 915177 w 1945609"/>
                <a:gd name="connsiteY2" fmla="*/ 1953073 h 1953073"/>
                <a:gd name="connsiteX3" fmla="*/ 356377 w 1945609"/>
                <a:gd name="connsiteY3" fmla="*/ 139700 h 1953073"/>
                <a:gd name="connsiteX0" fmla="*/ 421865 w 2011097"/>
                <a:gd name="connsiteY0" fmla="*/ 139700 h 1953073"/>
                <a:gd name="connsiteX1" fmla="*/ 1742251 w 2011097"/>
                <a:gd name="connsiteY1" fmla="*/ 0 h 1953073"/>
                <a:gd name="connsiteX2" fmla="*/ 980665 w 2011097"/>
                <a:gd name="connsiteY2" fmla="*/ 1953073 h 1953073"/>
                <a:gd name="connsiteX3" fmla="*/ 421865 w 2011097"/>
                <a:gd name="connsiteY3" fmla="*/ 139700 h 1953073"/>
                <a:gd name="connsiteX0" fmla="*/ 432822 w 2022054"/>
                <a:gd name="connsiteY0" fmla="*/ 139700 h 1953073"/>
                <a:gd name="connsiteX1" fmla="*/ 1753208 w 2022054"/>
                <a:gd name="connsiteY1" fmla="*/ 0 h 1953073"/>
                <a:gd name="connsiteX2" fmla="*/ 991622 w 2022054"/>
                <a:gd name="connsiteY2" fmla="*/ 1953073 h 1953073"/>
                <a:gd name="connsiteX3" fmla="*/ 432822 w 2022054"/>
                <a:gd name="connsiteY3" fmla="*/ 139700 h 1953073"/>
                <a:gd name="connsiteX0" fmla="*/ 384320 w 2049752"/>
                <a:gd name="connsiteY0" fmla="*/ 63500 h 1953073"/>
                <a:gd name="connsiteX1" fmla="*/ 1780906 w 2049752"/>
                <a:gd name="connsiteY1" fmla="*/ 0 h 1953073"/>
                <a:gd name="connsiteX2" fmla="*/ 1019320 w 2049752"/>
                <a:gd name="connsiteY2" fmla="*/ 1953073 h 1953073"/>
                <a:gd name="connsiteX3" fmla="*/ 384320 w 2049752"/>
                <a:gd name="connsiteY3" fmla="*/ 63500 h 1953073"/>
                <a:gd name="connsiteX0" fmla="*/ 384320 w 2069519"/>
                <a:gd name="connsiteY0" fmla="*/ 88900 h 1978473"/>
                <a:gd name="connsiteX1" fmla="*/ 1831706 w 2069519"/>
                <a:gd name="connsiteY1" fmla="*/ 0 h 1978473"/>
                <a:gd name="connsiteX2" fmla="*/ 1019320 w 2069519"/>
                <a:gd name="connsiteY2" fmla="*/ 1978473 h 1978473"/>
                <a:gd name="connsiteX3" fmla="*/ 384320 w 2069519"/>
                <a:gd name="connsiteY3" fmla="*/ 88900 h 1978473"/>
                <a:gd name="connsiteX0" fmla="*/ 384320 w 2090836"/>
                <a:gd name="connsiteY0" fmla="*/ 88900 h 1978473"/>
                <a:gd name="connsiteX1" fmla="*/ 1831706 w 2090836"/>
                <a:gd name="connsiteY1" fmla="*/ 0 h 1978473"/>
                <a:gd name="connsiteX2" fmla="*/ 1019320 w 2090836"/>
                <a:gd name="connsiteY2" fmla="*/ 1978473 h 1978473"/>
                <a:gd name="connsiteX3" fmla="*/ 384320 w 2090836"/>
                <a:gd name="connsiteY3" fmla="*/ 88900 h 1978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0836" h="1978473">
                  <a:moveTo>
                    <a:pt x="384320" y="88900"/>
                  </a:moveTo>
                  <a:lnTo>
                    <a:pt x="1831706" y="0"/>
                  </a:lnTo>
                  <a:cubicBezTo>
                    <a:pt x="1577844" y="651024"/>
                    <a:pt x="3000382" y="1276649"/>
                    <a:pt x="1019320" y="1978473"/>
                  </a:cubicBezTo>
                  <a:cubicBezTo>
                    <a:pt x="-894147" y="1386715"/>
                    <a:pt x="494387" y="363158"/>
                    <a:pt x="384320" y="88900"/>
                  </a:cubicBezTo>
                  <a:close/>
                </a:path>
              </a:pathLst>
            </a:cu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3" name="Rectangle 8">
              <a:extLst>
                <a:ext uri="{FF2B5EF4-FFF2-40B4-BE49-F238E27FC236}">
                  <a16:creationId xmlns:a16="http://schemas.microsoft.com/office/drawing/2014/main" id="{C7418FAC-BA40-A3AC-7F2D-B4B5144FF965}"/>
                </a:ext>
              </a:extLst>
            </p:cNvPr>
            <p:cNvSpPr/>
            <p:nvPr/>
          </p:nvSpPr>
          <p:spPr>
            <a:xfrm>
              <a:off x="5996005" y="2517868"/>
              <a:ext cx="3573875" cy="3076627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D20B0494-9804-D870-489A-EB458BC36DB9}"/>
                </a:ext>
              </a:extLst>
            </p:cNvPr>
            <p:cNvSpPr/>
            <p:nvPr/>
          </p:nvSpPr>
          <p:spPr>
            <a:xfrm>
              <a:off x="5651440" y="2709872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384CE41-2BA9-7FB6-C29F-61F4E9B05018}"/>
                </a:ext>
              </a:extLst>
            </p:cNvPr>
            <p:cNvSpPr/>
            <p:nvPr/>
          </p:nvSpPr>
          <p:spPr>
            <a:xfrm flipH="1">
              <a:off x="8797509" y="2635374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B9643F06-E315-321A-3D3A-DF65685C8E2C}"/>
                </a:ext>
              </a:extLst>
            </p:cNvPr>
            <p:cNvSpPr/>
            <p:nvPr/>
          </p:nvSpPr>
          <p:spPr>
            <a:xfrm>
              <a:off x="6392970" y="5562960"/>
              <a:ext cx="2487136" cy="870335"/>
            </a:xfrm>
            <a:custGeom>
              <a:avLst/>
              <a:gdLst>
                <a:gd name="connsiteX0" fmla="*/ 85313 w 2090836"/>
                <a:gd name="connsiteY0" fmla="*/ 0 h 731656"/>
                <a:gd name="connsiteX1" fmla="*/ 103638 w 2090836"/>
                <a:gd name="connsiteY1" fmla="*/ 13227 h 731656"/>
                <a:gd name="connsiteX2" fmla="*/ 1901708 w 2090836"/>
                <a:gd name="connsiteY2" fmla="*/ 98568 h 731656"/>
                <a:gd name="connsiteX3" fmla="*/ 2012822 w 2090836"/>
                <a:gd name="connsiteY3" fmla="*/ 45877 h 731656"/>
                <a:gd name="connsiteX4" fmla="*/ 2035732 w 2090836"/>
                <a:gd name="connsiteY4" fmla="*/ 101169 h 731656"/>
                <a:gd name="connsiteX5" fmla="*/ 2089158 w 2090836"/>
                <a:gd name="connsiteY5" fmla="*/ 406818 h 731656"/>
                <a:gd name="connsiteX6" fmla="*/ 2082082 w 2090836"/>
                <a:gd name="connsiteY6" fmla="*/ 454530 h 731656"/>
                <a:gd name="connsiteX7" fmla="*/ 2061872 w 2090836"/>
                <a:gd name="connsiteY7" fmla="*/ 462605 h 731656"/>
                <a:gd name="connsiteX8" fmla="*/ 100105 w 2090836"/>
                <a:gd name="connsiteY8" fmla="*/ 467357 h 731656"/>
                <a:gd name="connsiteX9" fmla="*/ 3394 w 2090836"/>
                <a:gd name="connsiteY9" fmla="*/ 410264 h 731656"/>
                <a:gd name="connsiteX10" fmla="*/ 293 w 2090836"/>
                <a:gd name="connsiteY10" fmla="*/ 375443 h 731656"/>
                <a:gd name="connsiteX11" fmla="*/ 70262 w 2090836"/>
                <a:gd name="connsiteY11" fmla="*/ 32997 h 731656"/>
                <a:gd name="connsiteX12" fmla="*/ 85313 w 2090836"/>
                <a:gd name="connsiteY12" fmla="*/ 0 h 731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0836" h="731656">
                  <a:moveTo>
                    <a:pt x="85313" y="0"/>
                  </a:moveTo>
                  <a:lnTo>
                    <a:pt x="103638" y="13227"/>
                  </a:lnTo>
                  <a:cubicBezTo>
                    <a:pt x="624258" y="359537"/>
                    <a:pt x="1237831" y="390353"/>
                    <a:pt x="1901708" y="98568"/>
                  </a:cubicBezTo>
                  <a:lnTo>
                    <a:pt x="2012822" y="45877"/>
                  </a:lnTo>
                  <a:lnTo>
                    <a:pt x="2035732" y="101169"/>
                  </a:lnTo>
                  <a:cubicBezTo>
                    <a:pt x="2073333" y="202458"/>
                    <a:pt x="2097601" y="304211"/>
                    <a:pt x="2089158" y="406818"/>
                  </a:cubicBezTo>
                  <a:lnTo>
                    <a:pt x="2082082" y="454530"/>
                  </a:lnTo>
                  <a:lnTo>
                    <a:pt x="2061872" y="462605"/>
                  </a:lnTo>
                  <a:cubicBezTo>
                    <a:pt x="1621195" y="644809"/>
                    <a:pt x="981489" y="961521"/>
                    <a:pt x="100105" y="467357"/>
                  </a:cubicBezTo>
                  <a:lnTo>
                    <a:pt x="3394" y="410264"/>
                  </a:lnTo>
                  <a:lnTo>
                    <a:pt x="293" y="375443"/>
                  </a:lnTo>
                  <a:cubicBezTo>
                    <a:pt x="-3282" y="258620"/>
                    <a:pt x="26146" y="142970"/>
                    <a:pt x="70262" y="32997"/>
                  </a:cubicBezTo>
                  <a:lnTo>
                    <a:pt x="85313" y="0"/>
                  </a:lnTo>
                  <a:close/>
                </a:path>
              </a:pathLst>
            </a:custGeom>
            <a:grp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52E4D023-A98B-F166-6774-AD2A6D594DDA}"/>
                </a:ext>
              </a:extLst>
            </p:cNvPr>
            <p:cNvSpPr/>
            <p:nvPr/>
          </p:nvSpPr>
          <p:spPr>
            <a:xfrm>
              <a:off x="7879133" y="4631596"/>
              <a:ext cx="324726" cy="324726"/>
            </a:xfrm>
            <a:prstGeom prst="ellipse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0AFBDA35-3904-320C-D509-6D43B400B382}"/>
                </a:ext>
              </a:extLst>
            </p:cNvPr>
            <p:cNvGrpSpPr/>
            <p:nvPr/>
          </p:nvGrpSpPr>
          <p:grpSpPr>
            <a:xfrm>
              <a:off x="8444847" y="3412236"/>
              <a:ext cx="801031" cy="985036"/>
              <a:chOff x="3571992" y="4603536"/>
              <a:chExt cx="801031" cy="985036"/>
            </a:xfrm>
            <a:grpFill/>
          </p:grpSpPr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99E58D6C-7DCE-C0D6-F381-6909D30CD658}"/>
                  </a:ext>
                </a:extLst>
              </p:cNvPr>
              <p:cNvSpPr/>
              <p:nvPr/>
            </p:nvSpPr>
            <p:spPr>
              <a:xfrm flipH="1">
                <a:off x="3571992" y="4884391"/>
                <a:ext cx="704181" cy="7041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95C4C940-E147-E354-4919-76AFB78B4E37}"/>
                  </a:ext>
                </a:extLst>
              </p:cNvPr>
              <p:cNvSpPr/>
              <p:nvPr/>
            </p:nvSpPr>
            <p:spPr>
              <a:xfrm flipH="1">
                <a:off x="3736373" y="5016061"/>
                <a:ext cx="279738" cy="279738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CA16BE88-45CE-2924-27C2-B9923CADC661}"/>
                  </a:ext>
                </a:extLst>
              </p:cNvPr>
              <p:cNvSpPr/>
              <p:nvPr/>
            </p:nvSpPr>
            <p:spPr>
              <a:xfrm flipH="1">
                <a:off x="3977565" y="5283050"/>
                <a:ext cx="163166" cy="163166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8D25E6FE-8BDB-ECE1-F728-807A51E34B54}"/>
                  </a:ext>
                </a:extLst>
              </p:cNvPr>
              <p:cNvSpPr/>
              <p:nvPr/>
            </p:nvSpPr>
            <p:spPr>
              <a:xfrm flipH="1">
                <a:off x="4219033" y="5414716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9F69EC4B-4328-97CA-10B6-FBEBA77128A3}"/>
                  </a:ext>
                </a:extLst>
              </p:cNvPr>
              <p:cNvSpPr/>
              <p:nvPr/>
            </p:nvSpPr>
            <p:spPr>
              <a:xfrm flipH="1">
                <a:off x="4245987" y="5322978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2F5C91E-D40C-9EFE-F873-4C6B67373805}"/>
                  </a:ext>
                </a:extLst>
              </p:cNvPr>
              <p:cNvSpPr/>
              <p:nvPr/>
            </p:nvSpPr>
            <p:spPr>
              <a:xfrm rot="19727584" flipH="1">
                <a:off x="4255942" y="5234003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" name="Arc 102">
                <a:extLst>
                  <a:ext uri="{FF2B5EF4-FFF2-40B4-BE49-F238E27FC236}">
                    <a16:creationId xmlns:a16="http://schemas.microsoft.com/office/drawing/2014/main" id="{B71D8368-AA80-0045-7E88-C791608DAD3E}"/>
                  </a:ext>
                </a:extLst>
              </p:cNvPr>
              <p:cNvSpPr/>
              <p:nvPr/>
            </p:nvSpPr>
            <p:spPr>
              <a:xfrm rot="3288094" flipH="1">
                <a:off x="3798688" y="4603536"/>
                <a:ext cx="374365" cy="374365"/>
              </a:xfrm>
              <a:prstGeom prst="arc">
                <a:avLst>
                  <a:gd name="adj1" fmla="val 14674233"/>
                  <a:gd name="adj2" fmla="val 0"/>
                </a:avLst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08F23499-F16D-5D41-1D27-4B07336A769B}"/>
                </a:ext>
              </a:extLst>
            </p:cNvPr>
            <p:cNvGrpSpPr/>
            <p:nvPr/>
          </p:nvGrpSpPr>
          <p:grpSpPr>
            <a:xfrm flipH="1">
              <a:off x="6785249" y="3431935"/>
              <a:ext cx="801031" cy="985036"/>
              <a:chOff x="3571992" y="4603536"/>
              <a:chExt cx="801031" cy="985036"/>
            </a:xfrm>
            <a:grpFill/>
          </p:grpSpPr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9D8CFD5B-C134-CE80-4B89-632980379748}"/>
                  </a:ext>
                </a:extLst>
              </p:cNvPr>
              <p:cNvSpPr/>
              <p:nvPr/>
            </p:nvSpPr>
            <p:spPr>
              <a:xfrm flipH="1">
                <a:off x="3571992" y="4884391"/>
                <a:ext cx="704181" cy="704181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2247484F-450F-4590-D901-EE37BA2F0189}"/>
                  </a:ext>
                </a:extLst>
              </p:cNvPr>
              <p:cNvSpPr/>
              <p:nvPr/>
            </p:nvSpPr>
            <p:spPr>
              <a:xfrm flipH="1">
                <a:off x="3736373" y="5016061"/>
                <a:ext cx="279738" cy="279738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A4624B76-52E7-1E92-BC41-6F460C1ED7AF}"/>
                  </a:ext>
                </a:extLst>
              </p:cNvPr>
              <p:cNvSpPr/>
              <p:nvPr/>
            </p:nvSpPr>
            <p:spPr>
              <a:xfrm flipH="1">
                <a:off x="3977565" y="5283050"/>
                <a:ext cx="163166" cy="163166"/>
              </a:xfrm>
              <a:prstGeom prst="ellipse">
                <a:avLst/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3E8088FE-BEA9-839E-DFFC-208ED7DD9D80}"/>
                  </a:ext>
                </a:extLst>
              </p:cNvPr>
              <p:cNvSpPr/>
              <p:nvPr/>
            </p:nvSpPr>
            <p:spPr>
              <a:xfrm flipH="1">
                <a:off x="4219033" y="5414716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012CA0AA-BA56-EC3A-682F-0792FA5EB5A9}"/>
                  </a:ext>
                </a:extLst>
              </p:cNvPr>
              <p:cNvSpPr/>
              <p:nvPr/>
            </p:nvSpPr>
            <p:spPr>
              <a:xfrm flipH="1">
                <a:off x="4245987" y="5322978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3822DFC9-AF72-8A11-BA82-9FB06EE9B32A}"/>
                  </a:ext>
                </a:extLst>
              </p:cNvPr>
              <p:cNvSpPr/>
              <p:nvPr/>
            </p:nvSpPr>
            <p:spPr>
              <a:xfrm rot="19727584" flipH="1">
                <a:off x="4255942" y="5234003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" name="Arc 95">
                <a:extLst>
                  <a:ext uri="{FF2B5EF4-FFF2-40B4-BE49-F238E27FC236}">
                    <a16:creationId xmlns:a16="http://schemas.microsoft.com/office/drawing/2014/main" id="{CE7F40AF-8F83-8630-8378-F693A6218C2D}"/>
                  </a:ext>
                </a:extLst>
              </p:cNvPr>
              <p:cNvSpPr/>
              <p:nvPr/>
            </p:nvSpPr>
            <p:spPr>
              <a:xfrm rot="3288094" flipH="1">
                <a:off x="3798688" y="4603536"/>
                <a:ext cx="374365" cy="374365"/>
              </a:xfrm>
              <a:prstGeom prst="arc">
                <a:avLst>
                  <a:gd name="adj1" fmla="val 14674233"/>
                  <a:gd name="adj2" fmla="val 0"/>
                </a:avLst>
              </a:prstGeom>
              <a:grp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A4EF9BB-B5FE-E1F4-FD63-B8D671CACA16}"/>
              </a:ext>
            </a:extLst>
          </p:cNvPr>
          <p:cNvGrpSpPr/>
          <p:nvPr/>
        </p:nvGrpSpPr>
        <p:grpSpPr>
          <a:xfrm>
            <a:off x="2193801" y="985616"/>
            <a:ext cx="4514775" cy="4507496"/>
            <a:chOff x="5416543" y="2517868"/>
            <a:chExt cx="4514775" cy="4507496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9542F02B-561F-CA75-52D2-0E4D88DE56C0}"/>
                </a:ext>
              </a:extLst>
            </p:cNvPr>
            <p:cNvGrpSpPr/>
            <p:nvPr/>
          </p:nvGrpSpPr>
          <p:grpSpPr>
            <a:xfrm flipH="1">
              <a:off x="8045027" y="4430098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135" name="Oval 134">
                <a:extLst>
                  <a:ext uri="{FF2B5EF4-FFF2-40B4-BE49-F238E27FC236}">
                    <a16:creationId xmlns:a16="http://schemas.microsoft.com/office/drawing/2014/main" id="{63253383-52BE-5B7B-6060-FAF26D8291AB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6" name="Oval 135">
                <a:extLst>
                  <a:ext uri="{FF2B5EF4-FFF2-40B4-BE49-F238E27FC236}">
                    <a16:creationId xmlns:a16="http://schemas.microsoft.com/office/drawing/2014/main" id="{C3CBBE65-1ADE-2D0E-FF42-7A8F76B9D480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B57C907F-4225-0063-9136-94E8C7AEB769}"/>
                </a:ext>
              </a:extLst>
            </p:cNvPr>
            <p:cNvGrpSpPr/>
            <p:nvPr/>
          </p:nvGrpSpPr>
          <p:grpSpPr>
            <a:xfrm>
              <a:off x="5416543" y="4795717"/>
              <a:ext cx="1434170" cy="1821427"/>
              <a:chOff x="1969722" y="3425409"/>
              <a:chExt cx="1205650" cy="1531201"/>
            </a:xfrm>
            <a:solidFill>
              <a:sysClr val="window" lastClr="FFFFFF">
                <a:lumMod val="95000"/>
              </a:sysClr>
            </a:solidFill>
          </p:grpSpPr>
          <p:sp>
            <p:nvSpPr>
              <p:cNvPr id="133" name="Oval 132">
                <a:extLst>
                  <a:ext uri="{FF2B5EF4-FFF2-40B4-BE49-F238E27FC236}">
                    <a16:creationId xmlns:a16="http://schemas.microsoft.com/office/drawing/2014/main" id="{95C04D37-EF8F-5C9E-4576-A7DF7B5AD445}"/>
                  </a:ext>
                </a:extLst>
              </p:cNvPr>
              <p:cNvSpPr/>
              <p:nvPr/>
            </p:nvSpPr>
            <p:spPr>
              <a:xfrm rot="19150760">
                <a:off x="2041611" y="405822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Oval 133">
                <a:extLst>
                  <a:ext uri="{FF2B5EF4-FFF2-40B4-BE49-F238E27FC236}">
                    <a16:creationId xmlns:a16="http://schemas.microsoft.com/office/drawing/2014/main" id="{360560C8-AA88-76FD-6E01-3C6D688E6FA7}"/>
                  </a:ext>
                </a:extLst>
              </p:cNvPr>
              <p:cNvSpPr/>
              <p:nvPr/>
            </p:nvSpPr>
            <p:spPr>
              <a:xfrm rot="381509">
                <a:off x="1969722" y="3425409"/>
                <a:ext cx="1133761" cy="898381"/>
              </a:xfrm>
              <a:prstGeom prst="ellipse">
                <a:avLst/>
              </a:prstGeom>
              <a:grpFill/>
              <a:ln w="381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11" name="Rectangle 24">
              <a:extLst>
                <a:ext uri="{FF2B5EF4-FFF2-40B4-BE49-F238E27FC236}">
                  <a16:creationId xmlns:a16="http://schemas.microsoft.com/office/drawing/2014/main" id="{41393ACF-48F3-BC1B-C28C-33D367C59E30}"/>
                </a:ext>
              </a:extLst>
            </p:cNvPr>
            <p:cNvSpPr/>
            <p:nvPr/>
          </p:nvSpPr>
          <p:spPr>
            <a:xfrm>
              <a:off x="6392970" y="4671889"/>
              <a:ext cx="2487136" cy="2353475"/>
            </a:xfrm>
            <a:custGeom>
              <a:avLst/>
              <a:gdLst>
                <a:gd name="connsiteX0" fmla="*/ 0 w 799686"/>
                <a:gd name="connsiteY0" fmla="*/ 0 h 708473"/>
                <a:gd name="connsiteX1" fmla="*/ 799686 w 799686"/>
                <a:gd name="connsiteY1" fmla="*/ 0 h 708473"/>
                <a:gd name="connsiteX2" fmla="*/ 799686 w 799686"/>
                <a:gd name="connsiteY2" fmla="*/ 708473 h 708473"/>
                <a:gd name="connsiteX3" fmla="*/ 0 w 799686"/>
                <a:gd name="connsiteY3" fmla="*/ 708473 h 708473"/>
                <a:gd name="connsiteX4" fmla="*/ 0 w 799686"/>
                <a:gd name="connsiteY4" fmla="*/ 0 h 708473"/>
                <a:gd name="connsiteX0" fmla="*/ 0 w 799686"/>
                <a:gd name="connsiteY0" fmla="*/ 0 h 1051373"/>
                <a:gd name="connsiteX1" fmla="*/ 799686 w 799686"/>
                <a:gd name="connsiteY1" fmla="*/ 0 h 1051373"/>
                <a:gd name="connsiteX2" fmla="*/ 799686 w 799686"/>
                <a:gd name="connsiteY2" fmla="*/ 708473 h 1051373"/>
                <a:gd name="connsiteX3" fmla="*/ 88900 w 799686"/>
                <a:gd name="connsiteY3" fmla="*/ 1051373 h 1051373"/>
                <a:gd name="connsiteX4" fmla="*/ 0 w 799686"/>
                <a:gd name="connsiteY4" fmla="*/ 0 h 1051373"/>
                <a:gd name="connsiteX0" fmla="*/ 0 w 1269586"/>
                <a:gd name="connsiteY0" fmla="*/ 0 h 1813373"/>
                <a:gd name="connsiteX1" fmla="*/ 1269586 w 1269586"/>
                <a:gd name="connsiteY1" fmla="*/ 762000 h 1813373"/>
                <a:gd name="connsiteX2" fmla="*/ 1269586 w 1269586"/>
                <a:gd name="connsiteY2" fmla="*/ 1470473 h 1813373"/>
                <a:gd name="connsiteX3" fmla="*/ 558800 w 1269586"/>
                <a:gd name="connsiteY3" fmla="*/ 1813373 h 1813373"/>
                <a:gd name="connsiteX4" fmla="*/ 0 w 1269586"/>
                <a:gd name="connsiteY4" fmla="*/ 0 h 18133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1269586 w 1320386"/>
                <a:gd name="connsiteY2" fmla="*/ 1610173 h 1953073"/>
                <a:gd name="connsiteX3" fmla="*/ 558800 w 1320386"/>
                <a:gd name="connsiteY3" fmla="*/ 1953073 h 1953073"/>
                <a:gd name="connsiteX4" fmla="*/ 0 w 1320386"/>
                <a:gd name="connsiteY4" fmla="*/ 139700 h 1953073"/>
                <a:gd name="connsiteX0" fmla="*/ 0 w 1320386"/>
                <a:gd name="connsiteY0" fmla="*/ 139700 h 1953073"/>
                <a:gd name="connsiteX1" fmla="*/ 1320386 w 1320386"/>
                <a:gd name="connsiteY1" fmla="*/ 0 h 1953073"/>
                <a:gd name="connsiteX2" fmla="*/ 558800 w 1320386"/>
                <a:gd name="connsiteY2" fmla="*/ 1953073 h 1953073"/>
                <a:gd name="connsiteX3" fmla="*/ 0 w 1320386"/>
                <a:gd name="connsiteY3" fmla="*/ 139700 h 1953073"/>
                <a:gd name="connsiteX0" fmla="*/ 0 w 1589232"/>
                <a:gd name="connsiteY0" fmla="*/ 139700 h 1953073"/>
                <a:gd name="connsiteX1" fmla="*/ 1320386 w 1589232"/>
                <a:gd name="connsiteY1" fmla="*/ 0 h 1953073"/>
                <a:gd name="connsiteX2" fmla="*/ 558800 w 1589232"/>
                <a:gd name="connsiteY2" fmla="*/ 1953073 h 1953073"/>
                <a:gd name="connsiteX3" fmla="*/ 0 w 1589232"/>
                <a:gd name="connsiteY3" fmla="*/ 139700 h 1953073"/>
                <a:gd name="connsiteX0" fmla="*/ 499635 w 2088867"/>
                <a:gd name="connsiteY0" fmla="*/ 139700 h 1953073"/>
                <a:gd name="connsiteX1" fmla="*/ 1820021 w 2088867"/>
                <a:gd name="connsiteY1" fmla="*/ 0 h 1953073"/>
                <a:gd name="connsiteX2" fmla="*/ 1058435 w 2088867"/>
                <a:gd name="connsiteY2" fmla="*/ 1953073 h 1953073"/>
                <a:gd name="connsiteX3" fmla="*/ 499635 w 2088867"/>
                <a:gd name="connsiteY3" fmla="*/ 139700 h 1953073"/>
                <a:gd name="connsiteX0" fmla="*/ 520808 w 2110040"/>
                <a:gd name="connsiteY0" fmla="*/ 139700 h 1953073"/>
                <a:gd name="connsiteX1" fmla="*/ 1841194 w 2110040"/>
                <a:gd name="connsiteY1" fmla="*/ 0 h 1953073"/>
                <a:gd name="connsiteX2" fmla="*/ 1079608 w 2110040"/>
                <a:gd name="connsiteY2" fmla="*/ 1953073 h 1953073"/>
                <a:gd name="connsiteX3" fmla="*/ 520808 w 2110040"/>
                <a:gd name="connsiteY3" fmla="*/ 139700 h 1953073"/>
                <a:gd name="connsiteX0" fmla="*/ 356377 w 1945609"/>
                <a:gd name="connsiteY0" fmla="*/ 139700 h 1953073"/>
                <a:gd name="connsiteX1" fmla="*/ 1676763 w 1945609"/>
                <a:gd name="connsiteY1" fmla="*/ 0 h 1953073"/>
                <a:gd name="connsiteX2" fmla="*/ 915177 w 1945609"/>
                <a:gd name="connsiteY2" fmla="*/ 1953073 h 1953073"/>
                <a:gd name="connsiteX3" fmla="*/ 356377 w 1945609"/>
                <a:gd name="connsiteY3" fmla="*/ 139700 h 1953073"/>
                <a:gd name="connsiteX0" fmla="*/ 421865 w 2011097"/>
                <a:gd name="connsiteY0" fmla="*/ 139700 h 1953073"/>
                <a:gd name="connsiteX1" fmla="*/ 1742251 w 2011097"/>
                <a:gd name="connsiteY1" fmla="*/ 0 h 1953073"/>
                <a:gd name="connsiteX2" fmla="*/ 980665 w 2011097"/>
                <a:gd name="connsiteY2" fmla="*/ 1953073 h 1953073"/>
                <a:gd name="connsiteX3" fmla="*/ 421865 w 2011097"/>
                <a:gd name="connsiteY3" fmla="*/ 139700 h 1953073"/>
                <a:gd name="connsiteX0" fmla="*/ 432822 w 2022054"/>
                <a:gd name="connsiteY0" fmla="*/ 139700 h 1953073"/>
                <a:gd name="connsiteX1" fmla="*/ 1753208 w 2022054"/>
                <a:gd name="connsiteY1" fmla="*/ 0 h 1953073"/>
                <a:gd name="connsiteX2" fmla="*/ 991622 w 2022054"/>
                <a:gd name="connsiteY2" fmla="*/ 1953073 h 1953073"/>
                <a:gd name="connsiteX3" fmla="*/ 432822 w 2022054"/>
                <a:gd name="connsiteY3" fmla="*/ 139700 h 1953073"/>
                <a:gd name="connsiteX0" fmla="*/ 384320 w 2049752"/>
                <a:gd name="connsiteY0" fmla="*/ 63500 h 1953073"/>
                <a:gd name="connsiteX1" fmla="*/ 1780906 w 2049752"/>
                <a:gd name="connsiteY1" fmla="*/ 0 h 1953073"/>
                <a:gd name="connsiteX2" fmla="*/ 1019320 w 2049752"/>
                <a:gd name="connsiteY2" fmla="*/ 1953073 h 1953073"/>
                <a:gd name="connsiteX3" fmla="*/ 384320 w 2049752"/>
                <a:gd name="connsiteY3" fmla="*/ 63500 h 1953073"/>
                <a:gd name="connsiteX0" fmla="*/ 384320 w 2069519"/>
                <a:gd name="connsiteY0" fmla="*/ 88900 h 1978473"/>
                <a:gd name="connsiteX1" fmla="*/ 1831706 w 2069519"/>
                <a:gd name="connsiteY1" fmla="*/ 0 h 1978473"/>
                <a:gd name="connsiteX2" fmla="*/ 1019320 w 2069519"/>
                <a:gd name="connsiteY2" fmla="*/ 1978473 h 1978473"/>
                <a:gd name="connsiteX3" fmla="*/ 384320 w 2069519"/>
                <a:gd name="connsiteY3" fmla="*/ 88900 h 1978473"/>
                <a:gd name="connsiteX0" fmla="*/ 384320 w 2090836"/>
                <a:gd name="connsiteY0" fmla="*/ 88900 h 1978473"/>
                <a:gd name="connsiteX1" fmla="*/ 1831706 w 2090836"/>
                <a:gd name="connsiteY1" fmla="*/ 0 h 1978473"/>
                <a:gd name="connsiteX2" fmla="*/ 1019320 w 2090836"/>
                <a:gd name="connsiteY2" fmla="*/ 1978473 h 1978473"/>
                <a:gd name="connsiteX3" fmla="*/ 384320 w 2090836"/>
                <a:gd name="connsiteY3" fmla="*/ 88900 h 1978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90836" h="1978473">
                  <a:moveTo>
                    <a:pt x="384320" y="88900"/>
                  </a:moveTo>
                  <a:lnTo>
                    <a:pt x="1831706" y="0"/>
                  </a:lnTo>
                  <a:cubicBezTo>
                    <a:pt x="1577844" y="651024"/>
                    <a:pt x="3000382" y="1276649"/>
                    <a:pt x="1019320" y="1978473"/>
                  </a:cubicBezTo>
                  <a:cubicBezTo>
                    <a:pt x="-894147" y="1386715"/>
                    <a:pt x="494387" y="363158"/>
                    <a:pt x="384320" y="88900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2" name="Rectangle 8">
              <a:extLst>
                <a:ext uri="{FF2B5EF4-FFF2-40B4-BE49-F238E27FC236}">
                  <a16:creationId xmlns:a16="http://schemas.microsoft.com/office/drawing/2014/main" id="{D9B5E484-E282-DCBE-923C-47495FCB0538}"/>
                </a:ext>
              </a:extLst>
            </p:cNvPr>
            <p:cNvSpPr/>
            <p:nvPr/>
          </p:nvSpPr>
          <p:spPr>
            <a:xfrm>
              <a:off x="5996005" y="2517868"/>
              <a:ext cx="3573875" cy="3076627"/>
            </a:xfrm>
            <a:custGeom>
              <a:avLst/>
              <a:gdLst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2057400 w 2057400"/>
                <a:gd name="connsiteY2" fmla="*/ 647700 h 647700"/>
                <a:gd name="connsiteX3" fmla="*/ 0 w 2057400"/>
                <a:gd name="connsiteY3" fmla="*/ 647700 h 647700"/>
                <a:gd name="connsiteX4" fmla="*/ 0 w 2057400"/>
                <a:gd name="connsiteY4" fmla="*/ 0 h 647700"/>
                <a:gd name="connsiteX0" fmla="*/ 0 w 2057400"/>
                <a:gd name="connsiteY0" fmla="*/ 0 h 647700"/>
                <a:gd name="connsiteX1" fmla="*/ 2057400 w 2057400"/>
                <a:gd name="connsiteY1" fmla="*/ 0 h 647700"/>
                <a:gd name="connsiteX2" fmla="*/ 0 w 2057400"/>
                <a:gd name="connsiteY2" fmla="*/ 647700 h 647700"/>
                <a:gd name="connsiteX3" fmla="*/ 0 w 2057400"/>
                <a:gd name="connsiteY3" fmla="*/ 0 h 647700"/>
                <a:gd name="connsiteX0" fmla="*/ 0 w 2222500"/>
                <a:gd name="connsiteY0" fmla="*/ 0 h 647700"/>
                <a:gd name="connsiteX1" fmla="*/ 2222500 w 2222500"/>
                <a:gd name="connsiteY1" fmla="*/ 482600 h 647700"/>
                <a:gd name="connsiteX2" fmla="*/ 0 w 2222500"/>
                <a:gd name="connsiteY2" fmla="*/ 647700 h 647700"/>
                <a:gd name="connsiteX3" fmla="*/ 0 w 2222500"/>
                <a:gd name="connsiteY3" fmla="*/ 0 h 647700"/>
                <a:gd name="connsiteX0" fmla="*/ 0 w 2222500"/>
                <a:gd name="connsiteY0" fmla="*/ 0 h 840315"/>
                <a:gd name="connsiteX1" fmla="*/ 2222500 w 2222500"/>
                <a:gd name="connsiteY1" fmla="*/ 482600 h 840315"/>
                <a:gd name="connsiteX2" fmla="*/ 0 w 2222500"/>
                <a:gd name="connsiteY2" fmla="*/ 647700 h 840315"/>
                <a:gd name="connsiteX3" fmla="*/ 0 w 2222500"/>
                <a:gd name="connsiteY3" fmla="*/ 0 h 840315"/>
                <a:gd name="connsiteX0" fmla="*/ 723900 w 2946400"/>
                <a:gd name="connsiteY0" fmla="*/ 0 h 824792"/>
                <a:gd name="connsiteX1" fmla="*/ 2946400 w 2946400"/>
                <a:gd name="connsiteY1" fmla="*/ 482600 h 824792"/>
                <a:gd name="connsiteX2" fmla="*/ 0 w 2946400"/>
                <a:gd name="connsiteY2" fmla="*/ 596900 h 824792"/>
                <a:gd name="connsiteX3" fmla="*/ 723900 w 2946400"/>
                <a:gd name="connsiteY3" fmla="*/ 0 h 824792"/>
                <a:gd name="connsiteX0" fmla="*/ 723900 w 2946400"/>
                <a:gd name="connsiteY0" fmla="*/ 0 h 1205947"/>
                <a:gd name="connsiteX1" fmla="*/ 2946400 w 2946400"/>
                <a:gd name="connsiteY1" fmla="*/ 482600 h 1205947"/>
                <a:gd name="connsiteX2" fmla="*/ 0 w 2946400"/>
                <a:gd name="connsiteY2" fmla="*/ 596900 h 1205947"/>
                <a:gd name="connsiteX3" fmla="*/ 723900 w 2946400"/>
                <a:gd name="connsiteY3" fmla="*/ 0 h 1205947"/>
                <a:gd name="connsiteX0" fmla="*/ 723900 w 2946423"/>
                <a:gd name="connsiteY0" fmla="*/ 0 h 1218081"/>
                <a:gd name="connsiteX1" fmla="*/ 2946400 w 2946423"/>
                <a:gd name="connsiteY1" fmla="*/ 482600 h 1218081"/>
                <a:gd name="connsiteX2" fmla="*/ 0 w 2946423"/>
                <a:gd name="connsiteY2" fmla="*/ 596900 h 1218081"/>
                <a:gd name="connsiteX3" fmla="*/ 723900 w 2946423"/>
                <a:gd name="connsiteY3" fmla="*/ 0 h 1218081"/>
                <a:gd name="connsiteX0" fmla="*/ 0 w 2946423"/>
                <a:gd name="connsiteY0" fmla="*/ 114300 h 735481"/>
                <a:gd name="connsiteX1" fmla="*/ 2946400 w 2946423"/>
                <a:gd name="connsiteY1" fmla="*/ 0 h 735481"/>
                <a:gd name="connsiteX2" fmla="*/ 0 w 2946423"/>
                <a:gd name="connsiteY2" fmla="*/ 114300 h 735481"/>
                <a:gd name="connsiteX0" fmla="*/ 27 w 2946450"/>
                <a:gd name="connsiteY0" fmla="*/ 1545489 h 2166670"/>
                <a:gd name="connsiteX1" fmla="*/ 2946427 w 2946450"/>
                <a:gd name="connsiteY1" fmla="*/ 1431189 h 2166670"/>
                <a:gd name="connsiteX2" fmla="*/ 27 w 2946450"/>
                <a:gd name="connsiteY2" fmla="*/ 1545489 h 2166670"/>
                <a:gd name="connsiteX0" fmla="*/ 16 w 3015713"/>
                <a:gd name="connsiteY0" fmla="*/ 2044822 h 2666003"/>
                <a:gd name="connsiteX1" fmla="*/ 2946416 w 3015713"/>
                <a:gd name="connsiteY1" fmla="*/ 1930522 h 2666003"/>
                <a:gd name="connsiteX2" fmla="*/ 16 w 3015713"/>
                <a:gd name="connsiteY2" fmla="*/ 2044822 h 2666003"/>
                <a:gd name="connsiteX0" fmla="*/ 11809 w 3023631"/>
                <a:gd name="connsiteY0" fmla="*/ 1918700 h 2539881"/>
                <a:gd name="connsiteX1" fmla="*/ 2958209 w 3023631"/>
                <a:gd name="connsiteY1" fmla="*/ 1804400 h 2539881"/>
                <a:gd name="connsiteX2" fmla="*/ 11809 w 3023631"/>
                <a:gd name="connsiteY2" fmla="*/ 1918700 h 2539881"/>
                <a:gd name="connsiteX0" fmla="*/ 11589 w 3038485"/>
                <a:gd name="connsiteY0" fmla="*/ 1978139 h 2599320"/>
                <a:gd name="connsiteX1" fmla="*/ 2957989 w 3038485"/>
                <a:gd name="connsiteY1" fmla="*/ 1863839 h 2599320"/>
                <a:gd name="connsiteX2" fmla="*/ 11589 w 3038485"/>
                <a:gd name="connsiteY2" fmla="*/ 1978139 h 2599320"/>
                <a:gd name="connsiteX0" fmla="*/ 11480 w 3075773"/>
                <a:gd name="connsiteY0" fmla="*/ 1978139 h 2599320"/>
                <a:gd name="connsiteX1" fmla="*/ 2995980 w 3075773"/>
                <a:gd name="connsiteY1" fmla="*/ 1863839 h 2599320"/>
                <a:gd name="connsiteX2" fmla="*/ 11480 w 3075773"/>
                <a:gd name="connsiteY2" fmla="*/ 1978139 h 2599320"/>
                <a:gd name="connsiteX0" fmla="*/ 12565 w 3018177"/>
                <a:gd name="connsiteY0" fmla="*/ 1973844 h 2595025"/>
                <a:gd name="connsiteX1" fmla="*/ 2997065 w 3018177"/>
                <a:gd name="connsiteY1" fmla="*/ 1859544 h 2595025"/>
                <a:gd name="connsiteX2" fmla="*/ 12565 w 3018177"/>
                <a:gd name="connsiteY2" fmla="*/ 1973844 h 2595025"/>
                <a:gd name="connsiteX0" fmla="*/ 12524 w 3019686"/>
                <a:gd name="connsiteY0" fmla="*/ 2087884 h 2709065"/>
                <a:gd name="connsiteX1" fmla="*/ 2997024 w 3019686"/>
                <a:gd name="connsiteY1" fmla="*/ 1973584 h 2709065"/>
                <a:gd name="connsiteX2" fmla="*/ 12524 w 3019686"/>
                <a:gd name="connsiteY2" fmla="*/ 2087884 h 2709065"/>
                <a:gd name="connsiteX0" fmla="*/ 11347 w 3018584"/>
                <a:gd name="connsiteY0" fmla="*/ 1949183 h 2570364"/>
                <a:gd name="connsiteX1" fmla="*/ 2995847 w 3018584"/>
                <a:gd name="connsiteY1" fmla="*/ 1834883 h 2570364"/>
                <a:gd name="connsiteX2" fmla="*/ 11347 w 3018584"/>
                <a:gd name="connsiteY2" fmla="*/ 1949183 h 2570364"/>
                <a:gd name="connsiteX0" fmla="*/ 11415 w 2996562"/>
                <a:gd name="connsiteY0" fmla="*/ 1949183 h 2570364"/>
                <a:gd name="connsiteX1" fmla="*/ 2973690 w 2996562"/>
                <a:gd name="connsiteY1" fmla="*/ 1834883 h 2570364"/>
                <a:gd name="connsiteX2" fmla="*/ 11415 w 2996562"/>
                <a:gd name="connsiteY2" fmla="*/ 1949183 h 2570364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15 w 2996562"/>
                <a:gd name="connsiteY0" fmla="*/ 1949183 h 2588913"/>
                <a:gd name="connsiteX1" fmla="*/ 2973690 w 2996562"/>
                <a:gd name="connsiteY1" fmla="*/ 1834883 h 2588913"/>
                <a:gd name="connsiteX2" fmla="*/ 11415 w 2996562"/>
                <a:gd name="connsiteY2" fmla="*/ 1949183 h 2588913"/>
                <a:gd name="connsiteX0" fmla="*/ 11454 w 2983978"/>
                <a:gd name="connsiteY0" fmla="*/ 1924976 h 2585410"/>
                <a:gd name="connsiteX1" fmla="*/ 2961029 w 2983978"/>
                <a:gd name="connsiteY1" fmla="*/ 1861476 h 2585410"/>
                <a:gd name="connsiteX2" fmla="*/ 11454 w 2983978"/>
                <a:gd name="connsiteY2" fmla="*/ 1924976 h 2585410"/>
                <a:gd name="connsiteX0" fmla="*/ 11454 w 2983978"/>
                <a:gd name="connsiteY0" fmla="*/ 1924976 h 2619551"/>
                <a:gd name="connsiteX1" fmla="*/ 2961029 w 2983978"/>
                <a:gd name="connsiteY1" fmla="*/ 1861476 h 2619551"/>
                <a:gd name="connsiteX2" fmla="*/ 11454 w 2983978"/>
                <a:gd name="connsiteY2" fmla="*/ 1924976 h 2619551"/>
                <a:gd name="connsiteX0" fmla="*/ 18254 w 2990383"/>
                <a:gd name="connsiteY0" fmla="*/ 1924976 h 2619551"/>
                <a:gd name="connsiteX1" fmla="*/ 2967829 w 2990383"/>
                <a:gd name="connsiteY1" fmla="*/ 1861476 h 2619551"/>
                <a:gd name="connsiteX2" fmla="*/ 18254 w 2990383"/>
                <a:gd name="connsiteY2" fmla="*/ 1924976 h 2619551"/>
                <a:gd name="connsiteX0" fmla="*/ 32932 w 3004414"/>
                <a:gd name="connsiteY0" fmla="*/ 1891823 h 2586398"/>
                <a:gd name="connsiteX1" fmla="*/ 2982507 w 3004414"/>
                <a:gd name="connsiteY1" fmla="*/ 1828323 h 2586398"/>
                <a:gd name="connsiteX2" fmla="*/ 32932 w 3004414"/>
                <a:gd name="connsiteY2" fmla="*/ 1891823 h 258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04414" h="2586398">
                  <a:moveTo>
                    <a:pt x="32932" y="1891823"/>
                  </a:moveTo>
                  <a:cubicBezTo>
                    <a:pt x="-385110" y="-791052"/>
                    <a:pt x="3321174" y="-444977"/>
                    <a:pt x="2982507" y="1828323"/>
                  </a:cubicBezTo>
                  <a:cubicBezTo>
                    <a:pt x="2990974" y="2594556"/>
                    <a:pt x="430865" y="3030590"/>
                    <a:pt x="32932" y="1891823"/>
                  </a:cubicBezTo>
                  <a:close/>
                </a:path>
              </a:pathLst>
            </a:custGeom>
            <a:solidFill>
              <a:srgbClr val="F8ED3B"/>
            </a:solidFill>
            <a:ln w="381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FD3311DF-BFF1-B75D-DD11-88EF64354B61}"/>
                </a:ext>
              </a:extLst>
            </p:cNvPr>
            <p:cNvSpPr/>
            <p:nvPr/>
          </p:nvSpPr>
          <p:spPr>
            <a:xfrm>
              <a:off x="5651440" y="2709872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AE810AA8-AF89-300F-66D0-BC66BCDFA026}"/>
                </a:ext>
              </a:extLst>
            </p:cNvPr>
            <p:cNvSpPr/>
            <p:nvPr/>
          </p:nvSpPr>
          <p:spPr>
            <a:xfrm flipH="1">
              <a:off x="8797509" y="2635374"/>
              <a:ext cx="1133809" cy="654790"/>
            </a:xfrm>
            <a:custGeom>
              <a:avLst/>
              <a:gdLst>
                <a:gd name="connsiteX0" fmla="*/ 937911 w 937911"/>
                <a:gd name="connsiteY0" fmla="*/ 187796 h 368174"/>
                <a:gd name="connsiteX1" fmla="*/ 38751 w 937911"/>
                <a:gd name="connsiteY1" fmla="*/ 4916 h 368174"/>
                <a:gd name="connsiteX2" fmla="*/ 175911 w 937911"/>
                <a:gd name="connsiteY2" fmla="*/ 363056 h 368174"/>
                <a:gd name="connsiteX3" fmla="*/ 290211 w 937911"/>
                <a:gd name="connsiteY3" fmla="*/ 225896 h 368174"/>
                <a:gd name="connsiteX4" fmla="*/ 290211 w 937911"/>
                <a:gd name="connsiteY4" fmla="*/ 225896 h 368174"/>
                <a:gd name="connsiteX0" fmla="*/ 937911 w 937911"/>
                <a:gd name="connsiteY0" fmla="*/ 382122 h 562500"/>
                <a:gd name="connsiteX1" fmla="*/ 38751 w 937911"/>
                <a:gd name="connsiteY1" fmla="*/ 199242 h 562500"/>
                <a:gd name="connsiteX2" fmla="*/ 175911 w 937911"/>
                <a:gd name="connsiteY2" fmla="*/ 557382 h 562500"/>
                <a:gd name="connsiteX3" fmla="*/ 290211 w 937911"/>
                <a:gd name="connsiteY3" fmla="*/ 420222 h 562500"/>
                <a:gd name="connsiteX4" fmla="*/ 290211 w 937911"/>
                <a:gd name="connsiteY4" fmla="*/ 420222 h 562500"/>
                <a:gd name="connsiteX0" fmla="*/ 921422 w 921422"/>
                <a:gd name="connsiteY0" fmla="*/ 375383 h 413483"/>
                <a:gd name="connsiteX1" fmla="*/ 22262 w 921422"/>
                <a:gd name="connsiteY1" fmla="*/ 192503 h 413483"/>
                <a:gd name="connsiteX2" fmla="*/ 273722 w 921422"/>
                <a:gd name="connsiteY2" fmla="*/ 413483 h 413483"/>
                <a:gd name="connsiteX3" fmla="*/ 273722 w 921422"/>
                <a:gd name="connsiteY3" fmla="*/ 413483 h 413483"/>
                <a:gd name="connsiteX0" fmla="*/ 647700 w 647700"/>
                <a:gd name="connsiteY0" fmla="*/ 0 h 38100"/>
                <a:gd name="connsiteX1" fmla="*/ 0 w 647700"/>
                <a:gd name="connsiteY1" fmla="*/ 38100 h 38100"/>
                <a:gd name="connsiteX2" fmla="*/ 0 w 647700"/>
                <a:gd name="connsiteY2" fmla="*/ 38100 h 38100"/>
                <a:gd name="connsiteX0" fmla="*/ 647700 w 647700"/>
                <a:gd name="connsiteY0" fmla="*/ 326124 h 364224"/>
                <a:gd name="connsiteX1" fmla="*/ 0 w 647700"/>
                <a:gd name="connsiteY1" fmla="*/ 364224 h 364224"/>
                <a:gd name="connsiteX2" fmla="*/ 0 w 647700"/>
                <a:gd name="connsiteY2" fmla="*/ 364224 h 364224"/>
                <a:gd name="connsiteX0" fmla="*/ 965829 w 965829"/>
                <a:gd name="connsiteY0" fmla="*/ 357539 h 395639"/>
                <a:gd name="connsiteX1" fmla="*/ 318129 w 965829"/>
                <a:gd name="connsiteY1" fmla="*/ 395639 h 395639"/>
                <a:gd name="connsiteX2" fmla="*/ 318129 w 965829"/>
                <a:gd name="connsiteY2" fmla="*/ 395639 h 395639"/>
                <a:gd name="connsiteX0" fmla="*/ 896079 w 896079"/>
                <a:gd name="connsiteY0" fmla="*/ 220021 h 440721"/>
                <a:gd name="connsiteX1" fmla="*/ 248379 w 896079"/>
                <a:gd name="connsiteY1" fmla="*/ 258121 h 440721"/>
                <a:gd name="connsiteX2" fmla="*/ 248379 w 896079"/>
                <a:gd name="connsiteY2" fmla="*/ 258121 h 440721"/>
                <a:gd name="connsiteX0" fmla="*/ 1002900 w 1002900"/>
                <a:gd name="connsiteY0" fmla="*/ 392324 h 580405"/>
                <a:gd name="connsiteX1" fmla="*/ 355200 w 1002900"/>
                <a:gd name="connsiteY1" fmla="*/ 430424 h 580405"/>
                <a:gd name="connsiteX2" fmla="*/ 355200 w 1002900"/>
                <a:gd name="connsiteY2" fmla="*/ 430424 h 580405"/>
                <a:gd name="connsiteX0" fmla="*/ 909269 w 909269"/>
                <a:gd name="connsiteY0" fmla="*/ 367355 h 622662"/>
                <a:gd name="connsiteX1" fmla="*/ 261569 w 909269"/>
                <a:gd name="connsiteY1" fmla="*/ 405455 h 622662"/>
                <a:gd name="connsiteX2" fmla="*/ 261569 w 909269"/>
                <a:gd name="connsiteY2" fmla="*/ 405455 h 622662"/>
                <a:gd name="connsiteX0" fmla="*/ 1002084 w 1002084"/>
                <a:gd name="connsiteY0" fmla="*/ 392436 h 642891"/>
                <a:gd name="connsiteX1" fmla="*/ 354384 w 1002084"/>
                <a:gd name="connsiteY1" fmla="*/ 430536 h 642891"/>
                <a:gd name="connsiteX2" fmla="*/ 354384 w 1002084"/>
                <a:gd name="connsiteY2" fmla="*/ 430536 h 642891"/>
                <a:gd name="connsiteX0" fmla="*/ 992747 w 992747"/>
                <a:gd name="connsiteY0" fmla="*/ 411629 h 611271"/>
                <a:gd name="connsiteX1" fmla="*/ 345047 w 992747"/>
                <a:gd name="connsiteY1" fmla="*/ 449729 h 611271"/>
                <a:gd name="connsiteX2" fmla="*/ 345047 w 992747"/>
                <a:gd name="connsiteY2" fmla="*/ 449729 h 611271"/>
                <a:gd name="connsiteX0" fmla="*/ 953148 w 953148"/>
                <a:gd name="connsiteY0" fmla="*/ 338491 h 550456"/>
                <a:gd name="connsiteX1" fmla="*/ 305448 w 953148"/>
                <a:gd name="connsiteY1" fmla="*/ 376591 h 550456"/>
                <a:gd name="connsiteX2" fmla="*/ 305448 w 953148"/>
                <a:gd name="connsiteY2" fmla="*/ 376591 h 55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3148" h="550456">
                  <a:moveTo>
                    <a:pt x="953148" y="338491"/>
                  </a:moveTo>
                  <a:cubicBezTo>
                    <a:pt x="-291452" y="-715609"/>
                    <a:pt x="-95872" y="1095411"/>
                    <a:pt x="305448" y="376591"/>
                  </a:cubicBezTo>
                  <a:lnTo>
                    <a:pt x="305448" y="376591"/>
                  </a:lnTo>
                </a:path>
              </a:pathLst>
            </a:custGeom>
            <a:noFill/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B370405-2DD3-5406-9BF0-3009B27367D6}"/>
                </a:ext>
              </a:extLst>
            </p:cNvPr>
            <p:cNvSpPr/>
            <p:nvPr/>
          </p:nvSpPr>
          <p:spPr>
            <a:xfrm>
              <a:off x="6392970" y="5562960"/>
              <a:ext cx="2487136" cy="870335"/>
            </a:xfrm>
            <a:custGeom>
              <a:avLst/>
              <a:gdLst>
                <a:gd name="connsiteX0" fmla="*/ 85313 w 2090836"/>
                <a:gd name="connsiteY0" fmla="*/ 0 h 731656"/>
                <a:gd name="connsiteX1" fmla="*/ 103638 w 2090836"/>
                <a:gd name="connsiteY1" fmla="*/ 13227 h 731656"/>
                <a:gd name="connsiteX2" fmla="*/ 1901708 w 2090836"/>
                <a:gd name="connsiteY2" fmla="*/ 98568 h 731656"/>
                <a:gd name="connsiteX3" fmla="*/ 2012822 w 2090836"/>
                <a:gd name="connsiteY3" fmla="*/ 45877 h 731656"/>
                <a:gd name="connsiteX4" fmla="*/ 2035732 w 2090836"/>
                <a:gd name="connsiteY4" fmla="*/ 101169 h 731656"/>
                <a:gd name="connsiteX5" fmla="*/ 2089158 w 2090836"/>
                <a:gd name="connsiteY5" fmla="*/ 406818 h 731656"/>
                <a:gd name="connsiteX6" fmla="*/ 2082082 w 2090836"/>
                <a:gd name="connsiteY6" fmla="*/ 454530 h 731656"/>
                <a:gd name="connsiteX7" fmla="*/ 2061872 w 2090836"/>
                <a:gd name="connsiteY7" fmla="*/ 462605 h 731656"/>
                <a:gd name="connsiteX8" fmla="*/ 100105 w 2090836"/>
                <a:gd name="connsiteY8" fmla="*/ 467357 h 731656"/>
                <a:gd name="connsiteX9" fmla="*/ 3394 w 2090836"/>
                <a:gd name="connsiteY9" fmla="*/ 410264 h 731656"/>
                <a:gd name="connsiteX10" fmla="*/ 293 w 2090836"/>
                <a:gd name="connsiteY10" fmla="*/ 375443 h 731656"/>
                <a:gd name="connsiteX11" fmla="*/ 70262 w 2090836"/>
                <a:gd name="connsiteY11" fmla="*/ 32997 h 731656"/>
                <a:gd name="connsiteX12" fmla="*/ 85313 w 2090836"/>
                <a:gd name="connsiteY12" fmla="*/ 0 h 731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90836" h="731656">
                  <a:moveTo>
                    <a:pt x="85313" y="0"/>
                  </a:moveTo>
                  <a:lnTo>
                    <a:pt x="103638" y="13227"/>
                  </a:lnTo>
                  <a:cubicBezTo>
                    <a:pt x="624258" y="359537"/>
                    <a:pt x="1237831" y="390353"/>
                    <a:pt x="1901708" y="98568"/>
                  </a:cubicBezTo>
                  <a:lnTo>
                    <a:pt x="2012822" y="45877"/>
                  </a:lnTo>
                  <a:lnTo>
                    <a:pt x="2035732" y="101169"/>
                  </a:lnTo>
                  <a:cubicBezTo>
                    <a:pt x="2073333" y="202458"/>
                    <a:pt x="2097601" y="304211"/>
                    <a:pt x="2089158" y="406818"/>
                  </a:cubicBezTo>
                  <a:lnTo>
                    <a:pt x="2082082" y="454530"/>
                  </a:lnTo>
                  <a:lnTo>
                    <a:pt x="2061872" y="462605"/>
                  </a:lnTo>
                  <a:cubicBezTo>
                    <a:pt x="1621195" y="644809"/>
                    <a:pt x="981489" y="961521"/>
                    <a:pt x="100105" y="467357"/>
                  </a:cubicBezTo>
                  <a:lnTo>
                    <a:pt x="3394" y="410264"/>
                  </a:lnTo>
                  <a:lnTo>
                    <a:pt x="293" y="375443"/>
                  </a:lnTo>
                  <a:cubicBezTo>
                    <a:pt x="-3282" y="258620"/>
                    <a:pt x="26146" y="142970"/>
                    <a:pt x="70262" y="32997"/>
                  </a:cubicBezTo>
                  <a:lnTo>
                    <a:pt x="85313" y="0"/>
                  </a:lnTo>
                  <a:close/>
                </a:path>
              </a:pathLst>
            </a:custGeom>
            <a:solidFill>
              <a:sysClr val="windowText" lastClr="000000"/>
            </a:solidFill>
            <a:ln w="381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4A7DA217-CC82-A897-F659-19B89738F647}"/>
                </a:ext>
              </a:extLst>
            </p:cNvPr>
            <p:cNvSpPr/>
            <p:nvPr/>
          </p:nvSpPr>
          <p:spPr>
            <a:xfrm>
              <a:off x="7879133" y="4631596"/>
              <a:ext cx="324726" cy="32472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F65791EA-24B4-E9FB-30A9-BFF7E80B52D4}"/>
                </a:ext>
              </a:extLst>
            </p:cNvPr>
            <p:cNvGrpSpPr/>
            <p:nvPr/>
          </p:nvGrpSpPr>
          <p:grpSpPr>
            <a:xfrm>
              <a:off x="8444847" y="3412236"/>
              <a:ext cx="801031" cy="985036"/>
              <a:chOff x="3571992" y="4603536"/>
              <a:chExt cx="801031" cy="985036"/>
            </a:xfrm>
          </p:grpSpPr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E6679541-929B-1F9B-EA1A-0DC1F34DF719}"/>
                  </a:ext>
                </a:extLst>
              </p:cNvPr>
              <p:cNvSpPr/>
              <p:nvPr/>
            </p:nvSpPr>
            <p:spPr>
              <a:xfrm flipH="1">
                <a:off x="3571992" y="4884391"/>
                <a:ext cx="704181" cy="704181"/>
              </a:xfrm>
              <a:prstGeom prst="ellipse">
                <a:avLst/>
              </a:prstGeom>
              <a:solidFill>
                <a:sysClr val="windowText" lastClr="000000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9FFE4D02-538D-A4B7-711A-A84991E6A8F0}"/>
                  </a:ext>
                </a:extLst>
              </p:cNvPr>
              <p:cNvSpPr/>
              <p:nvPr/>
            </p:nvSpPr>
            <p:spPr>
              <a:xfrm flipH="1">
                <a:off x="3736373" y="5016061"/>
                <a:ext cx="279738" cy="279738"/>
              </a:xfrm>
              <a:prstGeom prst="ellipse">
                <a:avLst/>
              </a:prstGeom>
              <a:solidFill>
                <a:sysClr val="window" lastClr="FFFFFF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16BF96EA-1991-0EEC-305E-ABE29C67E5A7}"/>
                  </a:ext>
                </a:extLst>
              </p:cNvPr>
              <p:cNvSpPr/>
              <p:nvPr/>
            </p:nvSpPr>
            <p:spPr>
              <a:xfrm flipH="1">
                <a:off x="3977565" y="5283050"/>
                <a:ext cx="163166" cy="163166"/>
              </a:xfrm>
              <a:prstGeom prst="ellipse">
                <a:avLst/>
              </a:prstGeom>
              <a:solidFill>
                <a:sysClr val="window" lastClr="FFFFFF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47087CC6-1AE4-38ED-2367-072381F55806}"/>
                  </a:ext>
                </a:extLst>
              </p:cNvPr>
              <p:cNvSpPr/>
              <p:nvPr/>
            </p:nvSpPr>
            <p:spPr>
              <a:xfrm flipH="1">
                <a:off x="4219033" y="5414716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0C3C706-EFA8-A64D-037B-E89D30D1AC61}"/>
                  </a:ext>
                </a:extLst>
              </p:cNvPr>
              <p:cNvSpPr/>
              <p:nvPr/>
            </p:nvSpPr>
            <p:spPr>
              <a:xfrm flipH="1">
                <a:off x="4245987" y="5322978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269D771-A919-431A-93CA-072B71C0C70C}"/>
                  </a:ext>
                </a:extLst>
              </p:cNvPr>
              <p:cNvSpPr/>
              <p:nvPr/>
            </p:nvSpPr>
            <p:spPr>
              <a:xfrm rot="19727584" flipH="1">
                <a:off x="4255942" y="5234003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2" name="Arc 131">
                <a:extLst>
                  <a:ext uri="{FF2B5EF4-FFF2-40B4-BE49-F238E27FC236}">
                    <a16:creationId xmlns:a16="http://schemas.microsoft.com/office/drawing/2014/main" id="{AA55A8A5-6089-D93C-1B17-C68E1BF15CBA}"/>
                  </a:ext>
                </a:extLst>
              </p:cNvPr>
              <p:cNvSpPr/>
              <p:nvPr/>
            </p:nvSpPr>
            <p:spPr>
              <a:xfrm rot="3288094" flipH="1">
                <a:off x="3798688" y="4603536"/>
                <a:ext cx="374365" cy="374365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04186264-0FEA-AD2E-4F71-E70EB06561A7}"/>
                </a:ext>
              </a:extLst>
            </p:cNvPr>
            <p:cNvGrpSpPr/>
            <p:nvPr/>
          </p:nvGrpSpPr>
          <p:grpSpPr>
            <a:xfrm flipH="1">
              <a:off x="6785249" y="3431935"/>
              <a:ext cx="801031" cy="985036"/>
              <a:chOff x="3571992" y="4603536"/>
              <a:chExt cx="801031" cy="985036"/>
            </a:xfrm>
          </p:grpSpPr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F30103DA-FBC0-B53B-9D8A-3390F111800A}"/>
                  </a:ext>
                </a:extLst>
              </p:cNvPr>
              <p:cNvSpPr/>
              <p:nvPr/>
            </p:nvSpPr>
            <p:spPr>
              <a:xfrm flipH="1">
                <a:off x="3571992" y="4884391"/>
                <a:ext cx="704181" cy="704181"/>
              </a:xfrm>
              <a:prstGeom prst="ellipse">
                <a:avLst/>
              </a:prstGeom>
              <a:solidFill>
                <a:sysClr val="windowText" lastClr="000000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B6BE10ED-6615-90C8-37F9-D05FA77F2597}"/>
                  </a:ext>
                </a:extLst>
              </p:cNvPr>
              <p:cNvSpPr/>
              <p:nvPr/>
            </p:nvSpPr>
            <p:spPr>
              <a:xfrm flipH="1">
                <a:off x="3736373" y="5016061"/>
                <a:ext cx="279738" cy="279738"/>
              </a:xfrm>
              <a:prstGeom prst="ellipse">
                <a:avLst/>
              </a:prstGeom>
              <a:solidFill>
                <a:sysClr val="window" lastClr="FFFFFF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6C7453C2-DED8-29E8-316C-E72B08DAACB3}"/>
                  </a:ext>
                </a:extLst>
              </p:cNvPr>
              <p:cNvSpPr/>
              <p:nvPr/>
            </p:nvSpPr>
            <p:spPr>
              <a:xfrm flipH="1">
                <a:off x="3977565" y="5283050"/>
                <a:ext cx="163166" cy="163166"/>
              </a:xfrm>
              <a:prstGeom prst="ellipse">
                <a:avLst/>
              </a:prstGeom>
              <a:solidFill>
                <a:sysClr val="window" lastClr="FFFFFF"/>
              </a:solidFill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B610242E-6032-A4D0-1323-1E2FF91D6678}"/>
                  </a:ext>
                </a:extLst>
              </p:cNvPr>
              <p:cNvSpPr/>
              <p:nvPr/>
            </p:nvSpPr>
            <p:spPr>
              <a:xfrm flipH="1">
                <a:off x="4219033" y="5414716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3178D1A3-008E-7A1B-9984-138E4A94603F}"/>
                  </a:ext>
                </a:extLst>
              </p:cNvPr>
              <p:cNvSpPr/>
              <p:nvPr/>
            </p:nvSpPr>
            <p:spPr>
              <a:xfrm flipH="1">
                <a:off x="4245987" y="5322978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AA1B666-4808-CF47-B148-ADE23103A0E0}"/>
                  </a:ext>
                </a:extLst>
              </p:cNvPr>
              <p:cNvSpPr/>
              <p:nvPr/>
            </p:nvSpPr>
            <p:spPr>
              <a:xfrm rot="19727584" flipH="1">
                <a:off x="4255942" y="5234003"/>
                <a:ext cx="117081" cy="26377"/>
              </a:xfrm>
              <a:custGeom>
                <a:avLst/>
                <a:gdLst>
                  <a:gd name="connsiteX0" fmla="*/ 76200 w 76200"/>
                  <a:gd name="connsiteY0" fmla="*/ 0 h 19050"/>
                  <a:gd name="connsiteX1" fmla="*/ 0 w 76200"/>
                  <a:gd name="connsiteY1" fmla="*/ 19050 h 19050"/>
                  <a:gd name="connsiteX2" fmla="*/ 0 w 76200"/>
                  <a:gd name="connsiteY2" fmla="*/ 19050 h 19050"/>
                  <a:gd name="connsiteX0" fmla="*/ 98425 w 98425"/>
                  <a:gd name="connsiteY0" fmla="*/ 0 h 19050"/>
                  <a:gd name="connsiteX1" fmla="*/ 22225 w 98425"/>
                  <a:gd name="connsiteY1" fmla="*/ 19050 h 19050"/>
                  <a:gd name="connsiteX2" fmla="*/ 0 w 98425"/>
                  <a:gd name="connsiteY2" fmla="*/ 9525 h 19050"/>
                  <a:gd name="connsiteX0" fmla="*/ 98425 w 98425"/>
                  <a:gd name="connsiteY0" fmla="*/ 0 h 9525"/>
                  <a:gd name="connsiteX1" fmla="*/ 0 w 98425"/>
                  <a:gd name="connsiteY1" fmla="*/ 9525 h 9525"/>
                  <a:gd name="connsiteX0" fmla="*/ 10000 w 10000"/>
                  <a:gd name="connsiteY0" fmla="*/ 0 h 18813"/>
                  <a:gd name="connsiteX1" fmla="*/ 0 w 10000"/>
                  <a:gd name="connsiteY1" fmla="*/ 10000 h 18813"/>
                  <a:gd name="connsiteX0" fmla="*/ 10000 w 10000"/>
                  <a:gd name="connsiteY0" fmla="*/ 0 h 23280"/>
                  <a:gd name="connsiteX1" fmla="*/ 0 w 10000"/>
                  <a:gd name="connsiteY1" fmla="*/ 10000 h 23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00" h="23280">
                    <a:moveTo>
                      <a:pt x="10000" y="0"/>
                    </a:moveTo>
                    <a:cubicBezTo>
                      <a:pt x="6990" y="23334"/>
                      <a:pt x="3978" y="33333"/>
                      <a:pt x="0" y="10000"/>
                    </a:cubicBezTo>
                  </a:path>
                </a:pathLst>
              </a:cu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5" name="Arc 124">
                <a:extLst>
                  <a:ext uri="{FF2B5EF4-FFF2-40B4-BE49-F238E27FC236}">
                    <a16:creationId xmlns:a16="http://schemas.microsoft.com/office/drawing/2014/main" id="{507A8351-2B0C-5D8C-75E3-32B505CA6A69}"/>
                  </a:ext>
                </a:extLst>
              </p:cNvPr>
              <p:cNvSpPr/>
              <p:nvPr/>
            </p:nvSpPr>
            <p:spPr>
              <a:xfrm rot="3288094" flipH="1">
                <a:off x="3798688" y="4603536"/>
                <a:ext cx="374365" cy="374365"/>
              </a:xfrm>
              <a:prstGeom prst="arc">
                <a:avLst>
                  <a:gd name="adj1" fmla="val 14674233"/>
                  <a:gd name="adj2" fmla="val 0"/>
                </a:avLst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9898902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2053</TotalTime>
  <Words>3</Words>
  <Application>Microsoft Office PowerPoint</Application>
  <PresentationFormat>Custom</PresentationFormat>
  <Paragraphs>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Arial Black</vt:lpstr>
      <vt:lpstr>Calibri</vt:lpstr>
      <vt:lpstr>Calibri 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hellotuners1@outlook.com</dc:creator>
  <cp:lastModifiedBy>hellotuners1@outlook.com</cp:lastModifiedBy>
  <cp:revision>233</cp:revision>
  <dcterms:created xsi:type="dcterms:W3CDTF">2025-02-22T17:47:33Z</dcterms:created>
  <dcterms:modified xsi:type="dcterms:W3CDTF">2025-05-18T19:55:16Z</dcterms:modified>
</cp:coreProperties>
</file>