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CC6B"/>
    <a:srgbClr val="398937"/>
    <a:srgbClr val="B2D079"/>
    <a:srgbClr val="5C2718"/>
    <a:srgbClr val="574519"/>
    <a:srgbClr val="CA0202"/>
    <a:srgbClr val="31AF2A"/>
    <a:srgbClr val="966E50"/>
    <a:srgbClr val="98DD3E"/>
    <a:srgbClr val="FE9B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147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3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6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8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3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9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7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6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2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0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523842-0099-6A01-CB15-D2A838AC543C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E7B43C-7C28-45CD-15A3-37431D8220BA}"/>
              </a:ext>
            </a:extLst>
          </p:cNvPr>
          <p:cNvSpPr/>
          <p:nvPr/>
        </p:nvSpPr>
        <p:spPr>
          <a:xfrm>
            <a:off x="0" y="0"/>
            <a:ext cx="10058400" cy="1009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221F8C-D9F5-0E07-B06B-7AC734F5E09A}"/>
              </a:ext>
            </a:extLst>
          </p:cNvPr>
          <p:cNvSpPr txBox="1"/>
          <p:nvPr/>
        </p:nvSpPr>
        <p:spPr>
          <a:xfrm>
            <a:off x="0" y="0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chemeClr val="accent2"/>
                </a:solidFill>
                <a:latin typeface="Arial Black" panose="020B0A04020102020204" pitchFamily="34" charset="0"/>
              </a:rPr>
              <a:t>	F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2CB4AC"/>
                </a:solidFill>
                <a:latin typeface="Arial Black" panose="020B0A04020102020204" pitchFamily="34" charset="0"/>
              </a:rPr>
              <a:t>r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Arial Black" panose="020B0A04020102020204" pitchFamily="34" charset="0"/>
              </a:rPr>
              <a:t>u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CC0099"/>
                </a:solidFill>
                <a:latin typeface="Arial Black" panose="020B0A04020102020204" pitchFamily="34" charset="0"/>
              </a:rPr>
              <a:t>i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B0CF71"/>
                </a:solidFill>
                <a:latin typeface="Arial Black" panose="020B0A04020102020204" pitchFamily="34" charset="0"/>
              </a:rPr>
              <a:t>t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7030A0"/>
                </a:solidFill>
                <a:latin typeface="Arial Black" panose="020B0A04020102020204" pitchFamily="34" charset="0"/>
              </a:rPr>
              <a:t>s</a:t>
            </a:r>
            <a:endParaRPr kumimoji="0" lang="en-US" sz="6000" b="0" i="0" u="none" strike="noStrike" kern="1200" cap="none" spc="0" normalizeH="0" baseline="0" noProof="0" dirty="0">
              <a:ln w="12700">
                <a:solidFill>
                  <a:sysClr val="windowText" lastClr="000000"/>
                </a:solidFill>
              </a:ln>
              <a:solidFill>
                <a:srgbClr val="218781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E1FCD4-4900-B6E8-6AD2-4EE8B2285E9D}"/>
              </a:ext>
            </a:extLst>
          </p:cNvPr>
          <p:cNvSpPr txBox="1"/>
          <p:nvPr/>
        </p:nvSpPr>
        <p:spPr>
          <a:xfrm>
            <a:off x="0" y="1009080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Clipart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D00224-1C6D-EF66-E8FF-79CD2A006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8030">
            <a:off x="1303054" y="1613253"/>
            <a:ext cx="3863514" cy="3669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6728E7-DCBD-59DA-BA6A-B56E06FAF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358" y="1625274"/>
            <a:ext cx="3624504" cy="39640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4B95208-372A-6B4E-020F-5E3B96ED1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339" y="2426949"/>
            <a:ext cx="3042784" cy="49432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D49922-B575-B37A-8755-45BB62304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75" y="3480078"/>
            <a:ext cx="3749468" cy="39961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377280-BE76-EDD7-9841-29E7FEA291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423710">
            <a:off x="2755194" y="3989300"/>
            <a:ext cx="4548010" cy="40237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65B054-D233-1DF4-D3B9-0551BA76F0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6413" y="3886200"/>
            <a:ext cx="2820032" cy="328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D3A0804-FABF-87D0-1FCF-A836FBF8B4EF}"/>
              </a:ext>
            </a:extLst>
          </p:cNvPr>
          <p:cNvGrpSpPr/>
          <p:nvPr/>
        </p:nvGrpSpPr>
        <p:grpSpPr>
          <a:xfrm>
            <a:off x="870171" y="434927"/>
            <a:ext cx="4627825" cy="5935870"/>
            <a:chOff x="5610094" y="2684510"/>
            <a:chExt cx="1108250" cy="1421494"/>
          </a:xfrm>
        </p:grpSpPr>
        <p:sp>
          <p:nvSpPr>
            <p:cNvPr id="3" name="Rectangle 56">
              <a:extLst>
                <a:ext uri="{FF2B5EF4-FFF2-40B4-BE49-F238E27FC236}">
                  <a16:creationId xmlns:a16="http://schemas.microsoft.com/office/drawing/2014/main" id="{CC6B4754-BB3F-976E-6452-E87B45A9BD16}"/>
                </a:ext>
              </a:extLst>
            </p:cNvPr>
            <p:cNvSpPr/>
            <p:nvPr/>
          </p:nvSpPr>
          <p:spPr>
            <a:xfrm rot="18785527">
              <a:off x="6018036" y="2862703"/>
              <a:ext cx="664051" cy="307666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solidFill>
              <a:srgbClr val="70AD47">
                <a:lumMod val="75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57">
              <a:extLst>
                <a:ext uri="{FF2B5EF4-FFF2-40B4-BE49-F238E27FC236}">
                  <a16:creationId xmlns:a16="http://schemas.microsoft.com/office/drawing/2014/main" id="{DB55360C-A1B8-A6E5-09D0-2D9D5CF2A9DF}"/>
                </a:ext>
              </a:extLst>
            </p:cNvPr>
            <p:cNvSpPr/>
            <p:nvPr/>
          </p:nvSpPr>
          <p:spPr>
            <a:xfrm rot="21253922">
              <a:off x="6086504" y="2932029"/>
              <a:ext cx="106633" cy="403337"/>
            </a:xfrm>
            <a:custGeom>
              <a:avLst/>
              <a:gdLst>
                <a:gd name="connsiteX0" fmla="*/ 0 w 45719"/>
                <a:gd name="connsiteY0" fmla="*/ 0 h 357564"/>
                <a:gd name="connsiteX1" fmla="*/ 45719 w 45719"/>
                <a:gd name="connsiteY1" fmla="*/ 0 h 357564"/>
                <a:gd name="connsiteX2" fmla="*/ 45719 w 45719"/>
                <a:gd name="connsiteY2" fmla="*/ 357564 h 357564"/>
                <a:gd name="connsiteX3" fmla="*/ 0 w 45719"/>
                <a:gd name="connsiteY3" fmla="*/ 357564 h 357564"/>
                <a:gd name="connsiteX4" fmla="*/ 0 w 45719"/>
                <a:gd name="connsiteY4" fmla="*/ 0 h 357564"/>
                <a:gd name="connsiteX0" fmla="*/ 0 w 93054"/>
                <a:gd name="connsiteY0" fmla="*/ 0 h 357564"/>
                <a:gd name="connsiteX1" fmla="*/ 93054 w 93054"/>
                <a:gd name="connsiteY1" fmla="*/ 52649 h 357564"/>
                <a:gd name="connsiteX2" fmla="*/ 45719 w 93054"/>
                <a:gd name="connsiteY2" fmla="*/ 357564 h 357564"/>
                <a:gd name="connsiteX3" fmla="*/ 0 w 93054"/>
                <a:gd name="connsiteY3" fmla="*/ 357564 h 357564"/>
                <a:gd name="connsiteX4" fmla="*/ 0 w 93054"/>
                <a:gd name="connsiteY4" fmla="*/ 0 h 357564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380" h="352778">
                  <a:moveTo>
                    <a:pt x="67710" y="0"/>
                  </a:moveTo>
                  <a:lnTo>
                    <a:pt x="113380" y="47863"/>
                  </a:lnTo>
                  <a:cubicBezTo>
                    <a:pt x="55913" y="135718"/>
                    <a:pt x="81823" y="251140"/>
                    <a:pt x="66045" y="352778"/>
                  </a:cubicBezTo>
                  <a:lnTo>
                    <a:pt x="20326" y="352778"/>
                  </a:lnTo>
                  <a:cubicBezTo>
                    <a:pt x="36121" y="235185"/>
                    <a:pt x="-60848" y="96629"/>
                    <a:pt x="67710" y="0"/>
                  </a:cubicBezTo>
                  <a:close/>
                </a:path>
              </a:pathLst>
            </a:custGeom>
            <a:solidFill>
              <a:srgbClr val="FFC000">
                <a:lumMod val="75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55">
              <a:extLst>
                <a:ext uri="{FF2B5EF4-FFF2-40B4-BE49-F238E27FC236}">
                  <a16:creationId xmlns:a16="http://schemas.microsoft.com/office/drawing/2014/main" id="{E2D261D3-97F1-8C7C-56E1-E8379E5BB375}"/>
                </a:ext>
              </a:extLst>
            </p:cNvPr>
            <p:cNvSpPr/>
            <p:nvPr/>
          </p:nvSpPr>
          <p:spPr>
            <a:xfrm>
              <a:off x="5610094" y="3228363"/>
              <a:ext cx="1108250" cy="877641"/>
            </a:xfrm>
            <a:custGeom>
              <a:avLst/>
              <a:gdLst>
                <a:gd name="connsiteX0" fmla="*/ 0 w 556086"/>
                <a:gd name="connsiteY0" fmla="*/ 0 h 723900"/>
                <a:gd name="connsiteX1" fmla="*/ 556086 w 556086"/>
                <a:gd name="connsiteY1" fmla="*/ 0 h 723900"/>
                <a:gd name="connsiteX2" fmla="*/ 556086 w 556086"/>
                <a:gd name="connsiteY2" fmla="*/ 723900 h 723900"/>
                <a:gd name="connsiteX3" fmla="*/ 0 w 556086"/>
                <a:gd name="connsiteY3" fmla="*/ 723900 h 723900"/>
                <a:gd name="connsiteX4" fmla="*/ 0 w 556086"/>
                <a:gd name="connsiteY4" fmla="*/ 0 h 723900"/>
                <a:gd name="connsiteX0" fmla="*/ 0 w 556086"/>
                <a:gd name="connsiteY0" fmla="*/ 0 h 790575"/>
                <a:gd name="connsiteX1" fmla="*/ 556086 w 556086"/>
                <a:gd name="connsiteY1" fmla="*/ 0 h 790575"/>
                <a:gd name="connsiteX2" fmla="*/ 546561 w 556086"/>
                <a:gd name="connsiteY2" fmla="*/ 790575 h 790575"/>
                <a:gd name="connsiteX3" fmla="*/ 0 w 556086"/>
                <a:gd name="connsiteY3" fmla="*/ 723900 h 790575"/>
                <a:gd name="connsiteX4" fmla="*/ 0 w 556086"/>
                <a:gd name="connsiteY4" fmla="*/ 0 h 790575"/>
                <a:gd name="connsiteX0" fmla="*/ 28575 w 584661"/>
                <a:gd name="connsiteY0" fmla="*/ 0 h 790575"/>
                <a:gd name="connsiteX1" fmla="*/ 584661 w 584661"/>
                <a:gd name="connsiteY1" fmla="*/ 0 h 790575"/>
                <a:gd name="connsiteX2" fmla="*/ 575136 w 584661"/>
                <a:gd name="connsiteY2" fmla="*/ 790575 h 790575"/>
                <a:gd name="connsiteX3" fmla="*/ 0 w 584661"/>
                <a:gd name="connsiteY3" fmla="*/ 766762 h 790575"/>
                <a:gd name="connsiteX4" fmla="*/ 28575 w 584661"/>
                <a:gd name="connsiteY4" fmla="*/ 0 h 790575"/>
                <a:gd name="connsiteX0" fmla="*/ 9525 w 584661"/>
                <a:gd name="connsiteY0" fmla="*/ 0 h 857250"/>
                <a:gd name="connsiteX1" fmla="*/ 584661 w 584661"/>
                <a:gd name="connsiteY1" fmla="*/ 66675 h 857250"/>
                <a:gd name="connsiteX2" fmla="*/ 575136 w 584661"/>
                <a:gd name="connsiteY2" fmla="*/ 857250 h 857250"/>
                <a:gd name="connsiteX3" fmla="*/ 0 w 584661"/>
                <a:gd name="connsiteY3" fmla="*/ 833437 h 857250"/>
                <a:gd name="connsiteX4" fmla="*/ 9525 w 584661"/>
                <a:gd name="connsiteY4" fmla="*/ 0 h 857250"/>
                <a:gd name="connsiteX0" fmla="*/ 9525 w 598949"/>
                <a:gd name="connsiteY0" fmla="*/ 0 h 857250"/>
                <a:gd name="connsiteX1" fmla="*/ 598949 w 598949"/>
                <a:gd name="connsiteY1" fmla="*/ 0 h 857250"/>
                <a:gd name="connsiteX2" fmla="*/ 575136 w 598949"/>
                <a:gd name="connsiteY2" fmla="*/ 857250 h 857250"/>
                <a:gd name="connsiteX3" fmla="*/ 0 w 598949"/>
                <a:gd name="connsiteY3" fmla="*/ 833437 h 857250"/>
                <a:gd name="connsiteX4" fmla="*/ 9525 w 598949"/>
                <a:gd name="connsiteY4" fmla="*/ 0 h 857250"/>
                <a:gd name="connsiteX0" fmla="*/ 9525 w 598949"/>
                <a:gd name="connsiteY0" fmla="*/ 0 h 857250"/>
                <a:gd name="connsiteX1" fmla="*/ 598949 w 598949"/>
                <a:gd name="connsiteY1" fmla="*/ 0 h 857250"/>
                <a:gd name="connsiteX2" fmla="*/ 575136 w 598949"/>
                <a:gd name="connsiteY2" fmla="*/ 857250 h 857250"/>
                <a:gd name="connsiteX3" fmla="*/ 0 w 598949"/>
                <a:gd name="connsiteY3" fmla="*/ 833437 h 857250"/>
                <a:gd name="connsiteX4" fmla="*/ 9525 w 598949"/>
                <a:gd name="connsiteY4" fmla="*/ 0 h 857250"/>
                <a:gd name="connsiteX0" fmla="*/ 9525 w 598949"/>
                <a:gd name="connsiteY0" fmla="*/ 0 h 857250"/>
                <a:gd name="connsiteX1" fmla="*/ 598949 w 598949"/>
                <a:gd name="connsiteY1" fmla="*/ 0 h 857250"/>
                <a:gd name="connsiteX2" fmla="*/ 575136 w 598949"/>
                <a:gd name="connsiteY2" fmla="*/ 857250 h 857250"/>
                <a:gd name="connsiteX3" fmla="*/ 0 w 598949"/>
                <a:gd name="connsiteY3" fmla="*/ 833437 h 857250"/>
                <a:gd name="connsiteX4" fmla="*/ 9525 w 598949"/>
                <a:gd name="connsiteY4" fmla="*/ 0 h 857250"/>
                <a:gd name="connsiteX0" fmla="*/ 9525 w 594187"/>
                <a:gd name="connsiteY0" fmla="*/ 4762 h 862012"/>
                <a:gd name="connsiteX1" fmla="*/ 594187 w 594187"/>
                <a:gd name="connsiteY1" fmla="*/ 0 h 862012"/>
                <a:gd name="connsiteX2" fmla="*/ 575136 w 594187"/>
                <a:gd name="connsiteY2" fmla="*/ 862012 h 862012"/>
                <a:gd name="connsiteX3" fmla="*/ 0 w 594187"/>
                <a:gd name="connsiteY3" fmla="*/ 838199 h 862012"/>
                <a:gd name="connsiteX4" fmla="*/ 9525 w 594187"/>
                <a:gd name="connsiteY4" fmla="*/ 4762 h 862012"/>
                <a:gd name="connsiteX0" fmla="*/ 9525 w 827076"/>
                <a:gd name="connsiteY0" fmla="*/ 4762 h 862012"/>
                <a:gd name="connsiteX1" fmla="*/ 594187 w 827076"/>
                <a:gd name="connsiteY1" fmla="*/ 0 h 862012"/>
                <a:gd name="connsiteX2" fmla="*/ 575136 w 827076"/>
                <a:gd name="connsiteY2" fmla="*/ 862012 h 862012"/>
                <a:gd name="connsiteX3" fmla="*/ 0 w 827076"/>
                <a:gd name="connsiteY3" fmla="*/ 838199 h 862012"/>
                <a:gd name="connsiteX4" fmla="*/ 9525 w 827076"/>
                <a:gd name="connsiteY4" fmla="*/ 4762 h 862012"/>
                <a:gd name="connsiteX0" fmla="*/ 9525 w 874074"/>
                <a:gd name="connsiteY0" fmla="*/ 4762 h 862012"/>
                <a:gd name="connsiteX1" fmla="*/ 594187 w 874074"/>
                <a:gd name="connsiteY1" fmla="*/ 0 h 862012"/>
                <a:gd name="connsiteX2" fmla="*/ 575136 w 874074"/>
                <a:gd name="connsiteY2" fmla="*/ 862012 h 862012"/>
                <a:gd name="connsiteX3" fmla="*/ 0 w 874074"/>
                <a:gd name="connsiteY3" fmla="*/ 838199 h 862012"/>
                <a:gd name="connsiteX4" fmla="*/ 9525 w 874074"/>
                <a:gd name="connsiteY4" fmla="*/ 4762 h 862012"/>
                <a:gd name="connsiteX0" fmla="*/ 9525 w 874074"/>
                <a:gd name="connsiteY0" fmla="*/ 4762 h 862012"/>
                <a:gd name="connsiteX1" fmla="*/ 594187 w 874074"/>
                <a:gd name="connsiteY1" fmla="*/ 0 h 862012"/>
                <a:gd name="connsiteX2" fmla="*/ 575136 w 874074"/>
                <a:gd name="connsiteY2" fmla="*/ 862012 h 862012"/>
                <a:gd name="connsiteX3" fmla="*/ 0 w 874074"/>
                <a:gd name="connsiteY3" fmla="*/ 838199 h 862012"/>
                <a:gd name="connsiteX4" fmla="*/ 9525 w 874074"/>
                <a:gd name="connsiteY4" fmla="*/ 4762 h 862012"/>
                <a:gd name="connsiteX0" fmla="*/ 207450 w 1071999"/>
                <a:gd name="connsiteY0" fmla="*/ 4762 h 862012"/>
                <a:gd name="connsiteX1" fmla="*/ 792112 w 1071999"/>
                <a:gd name="connsiteY1" fmla="*/ 0 h 862012"/>
                <a:gd name="connsiteX2" fmla="*/ 773061 w 1071999"/>
                <a:gd name="connsiteY2" fmla="*/ 862012 h 862012"/>
                <a:gd name="connsiteX3" fmla="*/ 197925 w 1071999"/>
                <a:gd name="connsiteY3" fmla="*/ 838199 h 862012"/>
                <a:gd name="connsiteX4" fmla="*/ 207450 w 1071999"/>
                <a:gd name="connsiteY4" fmla="*/ 4762 h 862012"/>
                <a:gd name="connsiteX0" fmla="*/ 260268 w 1124817"/>
                <a:gd name="connsiteY0" fmla="*/ 4762 h 862012"/>
                <a:gd name="connsiteX1" fmla="*/ 844930 w 1124817"/>
                <a:gd name="connsiteY1" fmla="*/ 0 h 862012"/>
                <a:gd name="connsiteX2" fmla="*/ 825879 w 1124817"/>
                <a:gd name="connsiteY2" fmla="*/ 862012 h 862012"/>
                <a:gd name="connsiteX3" fmla="*/ 250743 w 1124817"/>
                <a:gd name="connsiteY3" fmla="*/ 838199 h 862012"/>
                <a:gd name="connsiteX4" fmla="*/ 260268 w 1124817"/>
                <a:gd name="connsiteY4" fmla="*/ 4762 h 862012"/>
                <a:gd name="connsiteX0" fmla="*/ 260268 w 1124817"/>
                <a:gd name="connsiteY0" fmla="*/ 4762 h 862012"/>
                <a:gd name="connsiteX1" fmla="*/ 844930 w 1124817"/>
                <a:gd name="connsiteY1" fmla="*/ 0 h 862012"/>
                <a:gd name="connsiteX2" fmla="*/ 825879 w 1124817"/>
                <a:gd name="connsiteY2" fmla="*/ 862012 h 862012"/>
                <a:gd name="connsiteX3" fmla="*/ 250743 w 1124817"/>
                <a:gd name="connsiteY3" fmla="*/ 838199 h 862012"/>
                <a:gd name="connsiteX4" fmla="*/ 260268 w 1124817"/>
                <a:gd name="connsiteY4" fmla="*/ 4762 h 862012"/>
                <a:gd name="connsiteX0" fmla="*/ 260268 w 1124817"/>
                <a:gd name="connsiteY0" fmla="*/ 4762 h 862012"/>
                <a:gd name="connsiteX1" fmla="*/ 844930 w 1124817"/>
                <a:gd name="connsiteY1" fmla="*/ 0 h 862012"/>
                <a:gd name="connsiteX2" fmla="*/ 825879 w 1124817"/>
                <a:gd name="connsiteY2" fmla="*/ 862012 h 862012"/>
                <a:gd name="connsiteX3" fmla="*/ 250743 w 1124817"/>
                <a:gd name="connsiteY3" fmla="*/ 838199 h 862012"/>
                <a:gd name="connsiteX4" fmla="*/ 260268 w 1124817"/>
                <a:gd name="connsiteY4" fmla="*/ 4762 h 862012"/>
                <a:gd name="connsiteX0" fmla="*/ 260268 w 1124817"/>
                <a:gd name="connsiteY0" fmla="*/ 4762 h 916355"/>
                <a:gd name="connsiteX1" fmla="*/ 844930 w 1124817"/>
                <a:gd name="connsiteY1" fmla="*/ 0 h 916355"/>
                <a:gd name="connsiteX2" fmla="*/ 825879 w 1124817"/>
                <a:gd name="connsiteY2" fmla="*/ 862012 h 916355"/>
                <a:gd name="connsiteX3" fmla="*/ 543056 w 1124817"/>
                <a:gd name="connsiteY3" fmla="*/ 819150 h 916355"/>
                <a:gd name="connsiteX4" fmla="*/ 250743 w 1124817"/>
                <a:gd name="connsiteY4" fmla="*/ 838199 h 916355"/>
                <a:gd name="connsiteX5" fmla="*/ 260268 w 1124817"/>
                <a:gd name="connsiteY5" fmla="*/ 4762 h 916355"/>
                <a:gd name="connsiteX0" fmla="*/ 260268 w 1124817"/>
                <a:gd name="connsiteY0" fmla="*/ 4762 h 895643"/>
                <a:gd name="connsiteX1" fmla="*/ 844930 w 1124817"/>
                <a:gd name="connsiteY1" fmla="*/ 0 h 895643"/>
                <a:gd name="connsiteX2" fmla="*/ 825879 w 1124817"/>
                <a:gd name="connsiteY2" fmla="*/ 862012 h 895643"/>
                <a:gd name="connsiteX3" fmla="*/ 543056 w 1124817"/>
                <a:gd name="connsiteY3" fmla="*/ 819150 h 895643"/>
                <a:gd name="connsiteX4" fmla="*/ 250743 w 1124817"/>
                <a:gd name="connsiteY4" fmla="*/ 838199 h 895643"/>
                <a:gd name="connsiteX5" fmla="*/ 260268 w 1124817"/>
                <a:gd name="connsiteY5" fmla="*/ 4762 h 895643"/>
                <a:gd name="connsiteX0" fmla="*/ 260268 w 1124817"/>
                <a:gd name="connsiteY0" fmla="*/ 4762 h 872265"/>
                <a:gd name="connsiteX1" fmla="*/ 844930 w 1124817"/>
                <a:gd name="connsiteY1" fmla="*/ 0 h 872265"/>
                <a:gd name="connsiteX2" fmla="*/ 825879 w 1124817"/>
                <a:gd name="connsiteY2" fmla="*/ 862012 h 872265"/>
                <a:gd name="connsiteX3" fmla="*/ 543056 w 1124817"/>
                <a:gd name="connsiteY3" fmla="*/ 819150 h 872265"/>
                <a:gd name="connsiteX4" fmla="*/ 250743 w 1124817"/>
                <a:gd name="connsiteY4" fmla="*/ 838199 h 872265"/>
                <a:gd name="connsiteX5" fmla="*/ 260268 w 1124817"/>
                <a:gd name="connsiteY5" fmla="*/ 4762 h 872265"/>
                <a:gd name="connsiteX0" fmla="*/ 260268 w 1099988"/>
                <a:gd name="connsiteY0" fmla="*/ 4762 h 872265"/>
                <a:gd name="connsiteX1" fmla="*/ 844930 w 1099988"/>
                <a:gd name="connsiteY1" fmla="*/ 0 h 872265"/>
                <a:gd name="connsiteX2" fmla="*/ 825879 w 1099988"/>
                <a:gd name="connsiteY2" fmla="*/ 862012 h 872265"/>
                <a:gd name="connsiteX3" fmla="*/ 543056 w 1099988"/>
                <a:gd name="connsiteY3" fmla="*/ 819150 h 872265"/>
                <a:gd name="connsiteX4" fmla="*/ 250743 w 1099988"/>
                <a:gd name="connsiteY4" fmla="*/ 838199 h 872265"/>
                <a:gd name="connsiteX5" fmla="*/ 260268 w 1099988"/>
                <a:gd name="connsiteY5" fmla="*/ 4762 h 872265"/>
                <a:gd name="connsiteX0" fmla="*/ 260268 w 1108250"/>
                <a:gd name="connsiteY0" fmla="*/ 4762 h 872265"/>
                <a:gd name="connsiteX1" fmla="*/ 844930 w 1108250"/>
                <a:gd name="connsiteY1" fmla="*/ 0 h 872265"/>
                <a:gd name="connsiteX2" fmla="*/ 825879 w 1108250"/>
                <a:gd name="connsiteY2" fmla="*/ 862012 h 872265"/>
                <a:gd name="connsiteX3" fmla="*/ 543056 w 1108250"/>
                <a:gd name="connsiteY3" fmla="*/ 819150 h 872265"/>
                <a:gd name="connsiteX4" fmla="*/ 250743 w 1108250"/>
                <a:gd name="connsiteY4" fmla="*/ 838199 h 872265"/>
                <a:gd name="connsiteX5" fmla="*/ 260268 w 1108250"/>
                <a:gd name="connsiteY5" fmla="*/ 4762 h 872265"/>
                <a:gd name="connsiteX0" fmla="*/ 260268 w 1108250"/>
                <a:gd name="connsiteY0" fmla="*/ 4762 h 872265"/>
                <a:gd name="connsiteX1" fmla="*/ 844930 w 1108250"/>
                <a:gd name="connsiteY1" fmla="*/ 0 h 872265"/>
                <a:gd name="connsiteX2" fmla="*/ 825879 w 1108250"/>
                <a:gd name="connsiteY2" fmla="*/ 862012 h 872265"/>
                <a:gd name="connsiteX3" fmla="*/ 543056 w 1108250"/>
                <a:gd name="connsiteY3" fmla="*/ 819150 h 872265"/>
                <a:gd name="connsiteX4" fmla="*/ 250743 w 1108250"/>
                <a:gd name="connsiteY4" fmla="*/ 838199 h 872265"/>
                <a:gd name="connsiteX5" fmla="*/ 260268 w 1108250"/>
                <a:gd name="connsiteY5" fmla="*/ 4762 h 872265"/>
                <a:gd name="connsiteX0" fmla="*/ 260268 w 1108250"/>
                <a:gd name="connsiteY0" fmla="*/ 53160 h 920663"/>
                <a:gd name="connsiteX1" fmla="*/ 543056 w 1108250"/>
                <a:gd name="connsiteY1" fmla="*/ 110310 h 920663"/>
                <a:gd name="connsiteX2" fmla="*/ 844930 w 1108250"/>
                <a:gd name="connsiteY2" fmla="*/ 48398 h 920663"/>
                <a:gd name="connsiteX3" fmla="*/ 825879 w 1108250"/>
                <a:gd name="connsiteY3" fmla="*/ 910410 h 920663"/>
                <a:gd name="connsiteX4" fmla="*/ 543056 w 1108250"/>
                <a:gd name="connsiteY4" fmla="*/ 867548 h 920663"/>
                <a:gd name="connsiteX5" fmla="*/ 250743 w 1108250"/>
                <a:gd name="connsiteY5" fmla="*/ 886597 h 920663"/>
                <a:gd name="connsiteX6" fmla="*/ 260268 w 1108250"/>
                <a:gd name="connsiteY6" fmla="*/ 53160 h 920663"/>
                <a:gd name="connsiteX0" fmla="*/ 260268 w 1108250"/>
                <a:gd name="connsiteY0" fmla="*/ 47259 h 914762"/>
                <a:gd name="connsiteX1" fmla="*/ 543056 w 1108250"/>
                <a:gd name="connsiteY1" fmla="*/ 104409 h 914762"/>
                <a:gd name="connsiteX2" fmla="*/ 844930 w 1108250"/>
                <a:gd name="connsiteY2" fmla="*/ 42497 h 914762"/>
                <a:gd name="connsiteX3" fmla="*/ 825879 w 1108250"/>
                <a:gd name="connsiteY3" fmla="*/ 904509 h 914762"/>
                <a:gd name="connsiteX4" fmla="*/ 543056 w 1108250"/>
                <a:gd name="connsiteY4" fmla="*/ 861647 h 914762"/>
                <a:gd name="connsiteX5" fmla="*/ 250743 w 1108250"/>
                <a:gd name="connsiteY5" fmla="*/ 880696 h 914762"/>
                <a:gd name="connsiteX6" fmla="*/ 260268 w 1108250"/>
                <a:gd name="connsiteY6" fmla="*/ 47259 h 914762"/>
                <a:gd name="connsiteX0" fmla="*/ 260268 w 1108250"/>
                <a:gd name="connsiteY0" fmla="*/ 10138 h 877641"/>
                <a:gd name="connsiteX1" fmla="*/ 543056 w 1108250"/>
                <a:gd name="connsiteY1" fmla="*/ 67288 h 877641"/>
                <a:gd name="connsiteX2" fmla="*/ 844930 w 1108250"/>
                <a:gd name="connsiteY2" fmla="*/ 5376 h 877641"/>
                <a:gd name="connsiteX3" fmla="*/ 825879 w 1108250"/>
                <a:gd name="connsiteY3" fmla="*/ 867388 h 877641"/>
                <a:gd name="connsiteX4" fmla="*/ 543056 w 1108250"/>
                <a:gd name="connsiteY4" fmla="*/ 824526 h 877641"/>
                <a:gd name="connsiteX5" fmla="*/ 250743 w 1108250"/>
                <a:gd name="connsiteY5" fmla="*/ 843575 h 877641"/>
                <a:gd name="connsiteX6" fmla="*/ 260268 w 1108250"/>
                <a:gd name="connsiteY6" fmla="*/ 10138 h 877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08250" h="877641">
                  <a:moveTo>
                    <a:pt x="260268" y="10138"/>
                  </a:moveTo>
                  <a:cubicBezTo>
                    <a:pt x="451068" y="-23199"/>
                    <a:pt x="445612" y="68082"/>
                    <a:pt x="543056" y="67288"/>
                  </a:cubicBezTo>
                  <a:cubicBezTo>
                    <a:pt x="640500" y="66494"/>
                    <a:pt x="754137" y="-22405"/>
                    <a:pt x="844930" y="5376"/>
                  </a:cubicBezTo>
                  <a:cubicBezTo>
                    <a:pt x="1338643" y="149838"/>
                    <a:pt x="1022729" y="780076"/>
                    <a:pt x="825879" y="867388"/>
                  </a:cubicBezTo>
                  <a:cubicBezTo>
                    <a:pt x="747786" y="904694"/>
                    <a:pt x="638912" y="828495"/>
                    <a:pt x="543056" y="824526"/>
                  </a:cubicBezTo>
                  <a:cubicBezTo>
                    <a:pt x="447200" y="820557"/>
                    <a:pt x="327244" y="918188"/>
                    <a:pt x="250743" y="843575"/>
                  </a:cubicBezTo>
                  <a:cubicBezTo>
                    <a:pt x="-198520" y="527663"/>
                    <a:pt x="52305" y="2200"/>
                    <a:pt x="260268" y="10138"/>
                  </a:cubicBezTo>
                  <a:close/>
                </a:path>
              </a:pathLst>
            </a:custGeom>
            <a:gradFill>
              <a:gsLst>
                <a:gs pos="100000">
                  <a:srgbClr val="4472C4">
                    <a:lumMod val="5000"/>
                    <a:lumOff val="95000"/>
                  </a:srgbClr>
                </a:gs>
                <a:gs pos="83000">
                  <a:srgbClr val="D01200"/>
                </a:gs>
              </a:gsLst>
              <a:lin ang="12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AFD34B9-CB85-913C-F4BE-32BE324C321A}"/>
              </a:ext>
            </a:extLst>
          </p:cNvPr>
          <p:cNvGrpSpPr/>
          <p:nvPr/>
        </p:nvGrpSpPr>
        <p:grpSpPr>
          <a:xfrm>
            <a:off x="5608653" y="370067"/>
            <a:ext cx="4627825" cy="5935870"/>
            <a:chOff x="5610094" y="2684510"/>
            <a:chExt cx="1108250" cy="1421494"/>
          </a:xfrm>
          <a:solidFill>
            <a:schemeClr val="bg1"/>
          </a:solidFill>
        </p:grpSpPr>
        <p:sp>
          <p:nvSpPr>
            <p:cNvPr id="7" name="Rectangle 56">
              <a:extLst>
                <a:ext uri="{FF2B5EF4-FFF2-40B4-BE49-F238E27FC236}">
                  <a16:creationId xmlns:a16="http://schemas.microsoft.com/office/drawing/2014/main" id="{0D2CB2E9-651D-7555-BAF6-7D731502A49B}"/>
                </a:ext>
              </a:extLst>
            </p:cNvPr>
            <p:cNvSpPr/>
            <p:nvPr/>
          </p:nvSpPr>
          <p:spPr>
            <a:xfrm rot="18785527">
              <a:off x="6018036" y="2862703"/>
              <a:ext cx="664051" cy="307666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57">
              <a:extLst>
                <a:ext uri="{FF2B5EF4-FFF2-40B4-BE49-F238E27FC236}">
                  <a16:creationId xmlns:a16="http://schemas.microsoft.com/office/drawing/2014/main" id="{A4D4B7C6-24AC-085C-D161-DBDB5C792FA2}"/>
                </a:ext>
              </a:extLst>
            </p:cNvPr>
            <p:cNvSpPr/>
            <p:nvPr/>
          </p:nvSpPr>
          <p:spPr>
            <a:xfrm rot="21253922">
              <a:off x="6086504" y="2932029"/>
              <a:ext cx="106633" cy="403337"/>
            </a:xfrm>
            <a:custGeom>
              <a:avLst/>
              <a:gdLst>
                <a:gd name="connsiteX0" fmla="*/ 0 w 45719"/>
                <a:gd name="connsiteY0" fmla="*/ 0 h 357564"/>
                <a:gd name="connsiteX1" fmla="*/ 45719 w 45719"/>
                <a:gd name="connsiteY1" fmla="*/ 0 h 357564"/>
                <a:gd name="connsiteX2" fmla="*/ 45719 w 45719"/>
                <a:gd name="connsiteY2" fmla="*/ 357564 h 357564"/>
                <a:gd name="connsiteX3" fmla="*/ 0 w 45719"/>
                <a:gd name="connsiteY3" fmla="*/ 357564 h 357564"/>
                <a:gd name="connsiteX4" fmla="*/ 0 w 45719"/>
                <a:gd name="connsiteY4" fmla="*/ 0 h 357564"/>
                <a:gd name="connsiteX0" fmla="*/ 0 w 93054"/>
                <a:gd name="connsiteY0" fmla="*/ 0 h 357564"/>
                <a:gd name="connsiteX1" fmla="*/ 93054 w 93054"/>
                <a:gd name="connsiteY1" fmla="*/ 52649 h 357564"/>
                <a:gd name="connsiteX2" fmla="*/ 45719 w 93054"/>
                <a:gd name="connsiteY2" fmla="*/ 357564 h 357564"/>
                <a:gd name="connsiteX3" fmla="*/ 0 w 93054"/>
                <a:gd name="connsiteY3" fmla="*/ 357564 h 357564"/>
                <a:gd name="connsiteX4" fmla="*/ 0 w 93054"/>
                <a:gd name="connsiteY4" fmla="*/ 0 h 357564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380" h="352778">
                  <a:moveTo>
                    <a:pt x="67710" y="0"/>
                  </a:moveTo>
                  <a:lnTo>
                    <a:pt x="113380" y="47863"/>
                  </a:lnTo>
                  <a:cubicBezTo>
                    <a:pt x="55913" y="135718"/>
                    <a:pt x="81823" y="251140"/>
                    <a:pt x="66045" y="352778"/>
                  </a:cubicBezTo>
                  <a:lnTo>
                    <a:pt x="20326" y="352778"/>
                  </a:lnTo>
                  <a:cubicBezTo>
                    <a:pt x="36121" y="235185"/>
                    <a:pt x="-60848" y="96629"/>
                    <a:pt x="67710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55">
              <a:extLst>
                <a:ext uri="{FF2B5EF4-FFF2-40B4-BE49-F238E27FC236}">
                  <a16:creationId xmlns:a16="http://schemas.microsoft.com/office/drawing/2014/main" id="{9E4C67F9-202D-5D50-D878-0F24EBE8541F}"/>
                </a:ext>
              </a:extLst>
            </p:cNvPr>
            <p:cNvSpPr/>
            <p:nvPr/>
          </p:nvSpPr>
          <p:spPr>
            <a:xfrm>
              <a:off x="5610094" y="3228363"/>
              <a:ext cx="1108250" cy="877641"/>
            </a:xfrm>
            <a:custGeom>
              <a:avLst/>
              <a:gdLst>
                <a:gd name="connsiteX0" fmla="*/ 0 w 556086"/>
                <a:gd name="connsiteY0" fmla="*/ 0 h 723900"/>
                <a:gd name="connsiteX1" fmla="*/ 556086 w 556086"/>
                <a:gd name="connsiteY1" fmla="*/ 0 h 723900"/>
                <a:gd name="connsiteX2" fmla="*/ 556086 w 556086"/>
                <a:gd name="connsiteY2" fmla="*/ 723900 h 723900"/>
                <a:gd name="connsiteX3" fmla="*/ 0 w 556086"/>
                <a:gd name="connsiteY3" fmla="*/ 723900 h 723900"/>
                <a:gd name="connsiteX4" fmla="*/ 0 w 556086"/>
                <a:gd name="connsiteY4" fmla="*/ 0 h 723900"/>
                <a:gd name="connsiteX0" fmla="*/ 0 w 556086"/>
                <a:gd name="connsiteY0" fmla="*/ 0 h 790575"/>
                <a:gd name="connsiteX1" fmla="*/ 556086 w 556086"/>
                <a:gd name="connsiteY1" fmla="*/ 0 h 790575"/>
                <a:gd name="connsiteX2" fmla="*/ 546561 w 556086"/>
                <a:gd name="connsiteY2" fmla="*/ 790575 h 790575"/>
                <a:gd name="connsiteX3" fmla="*/ 0 w 556086"/>
                <a:gd name="connsiteY3" fmla="*/ 723900 h 790575"/>
                <a:gd name="connsiteX4" fmla="*/ 0 w 556086"/>
                <a:gd name="connsiteY4" fmla="*/ 0 h 790575"/>
                <a:gd name="connsiteX0" fmla="*/ 28575 w 584661"/>
                <a:gd name="connsiteY0" fmla="*/ 0 h 790575"/>
                <a:gd name="connsiteX1" fmla="*/ 584661 w 584661"/>
                <a:gd name="connsiteY1" fmla="*/ 0 h 790575"/>
                <a:gd name="connsiteX2" fmla="*/ 575136 w 584661"/>
                <a:gd name="connsiteY2" fmla="*/ 790575 h 790575"/>
                <a:gd name="connsiteX3" fmla="*/ 0 w 584661"/>
                <a:gd name="connsiteY3" fmla="*/ 766762 h 790575"/>
                <a:gd name="connsiteX4" fmla="*/ 28575 w 584661"/>
                <a:gd name="connsiteY4" fmla="*/ 0 h 790575"/>
                <a:gd name="connsiteX0" fmla="*/ 9525 w 584661"/>
                <a:gd name="connsiteY0" fmla="*/ 0 h 857250"/>
                <a:gd name="connsiteX1" fmla="*/ 584661 w 584661"/>
                <a:gd name="connsiteY1" fmla="*/ 66675 h 857250"/>
                <a:gd name="connsiteX2" fmla="*/ 575136 w 584661"/>
                <a:gd name="connsiteY2" fmla="*/ 857250 h 857250"/>
                <a:gd name="connsiteX3" fmla="*/ 0 w 584661"/>
                <a:gd name="connsiteY3" fmla="*/ 833437 h 857250"/>
                <a:gd name="connsiteX4" fmla="*/ 9525 w 584661"/>
                <a:gd name="connsiteY4" fmla="*/ 0 h 857250"/>
                <a:gd name="connsiteX0" fmla="*/ 9525 w 598949"/>
                <a:gd name="connsiteY0" fmla="*/ 0 h 857250"/>
                <a:gd name="connsiteX1" fmla="*/ 598949 w 598949"/>
                <a:gd name="connsiteY1" fmla="*/ 0 h 857250"/>
                <a:gd name="connsiteX2" fmla="*/ 575136 w 598949"/>
                <a:gd name="connsiteY2" fmla="*/ 857250 h 857250"/>
                <a:gd name="connsiteX3" fmla="*/ 0 w 598949"/>
                <a:gd name="connsiteY3" fmla="*/ 833437 h 857250"/>
                <a:gd name="connsiteX4" fmla="*/ 9525 w 598949"/>
                <a:gd name="connsiteY4" fmla="*/ 0 h 857250"/>
                <a:gd name="connsiteX0" fmla="*/ 9525 w 598949"/>
                <a:gd name="connsiteY0" fmla="*/ 0 h 857250"/>
                <a:gd name="connsiteX1" fmla="*/ 598949 w 598949"/>
                <a:gd name="connsiteY1" fmla="*/ 0 h 857250"/>
                <a:gd name="connsiteX2" fmla="*/ 575136 w 598949"/>
                <a:gd name="connsiteY2" fmla="*/ 857250 h 857250"/>
                <a:gd name="connsiteX3" fmla="*/ 0 w 598949"/>
                <a:gd name="connsiteY3" fmla="*/ 833437 h 857250"/>
                <a:gd name="connsiteX4" fmla="*/ 9525 w 598949"/>
                <a:gd name="connsiteY4" fmla="*/ 0 h 857250"/>
                <a:gd name="connsiteX0" fmla="*/ 9525 w 598949"/>
                <a:gd name="connsiteY0" fmla="*/ 0 h 857250"/>
                <a:gd name="connsiteX1" fmla="*/ 598949 w 598949"/>
                <a:gd name="connsiteY1" fmla="*/ 0 h 857250"/>
                <a:gd name="connsiteX2" fmla="*/ 575136 w 598949"/>
                <a:gd name="connsiteY2" fmla="*/ 857250 h 857250"/>
                <a:gd name="connsiteX3" fmla="*/ 0 w 598949"/>
                <a:gd name="connsiteY3" fmla="*/ 833437 h 857250"/>
                <a:gd name="connsiteX4" fmla="*/ 9525 w 598949"/>
                <a:gd name="connsiteY4" fmla="*/ 0 h 857250"/>
                <a:gd name="connsiteX0" fmla="*/ 9525 w 594187"/>
                <a:gd name="connsiteY0" fmla="*/ 4762 h 862012"/>
                <a:gd name="connsiteX1" fmla="*/ 594187 w 594187"/>
                <a:gd name="connsiteY1" fmla="*/ 0 h 862012"/>
                <a:gd name="connsiteX2" fmla="*/ 575136 w 594187"/>
                <a:gd name="connsiteY2" fmla="*/ 862012 h 862012"/>
                <a:gd name="connsiteX3" fmla="*/ 0 w 594187"/>
                <a:gd name="connsiteY3" fmla="*/ 838199 h 862012"/>
                <a:gd name="connsiteX4" fmla="*/ 9525 w 594187"/>
                <a:gd name="connsiteY4" fmla="*/ 4762 h 862012"/>
                <a:gd name="connsiteX0" fmla="*/ 9525 w 827076"/>
                <a:gd name="connsiteY0" fmla="*/ 4762 h 862012"/>
                <a:gd name="connsiteX1" fmla="*/ 594187 w 827076"/>
                <a:gd name="connsiteY1" fmla="*/ 0 h 862012"/>
                <a:gd name="connsiteX2" fmla="*/ 575136 w 827076"/>
                <a:gd name="connsiteY2" fmla="*/ 862012 h 862012"/>
                <a:gd name="connsiteX3" fmla="*/ 0 w 827076"/>
                <a:gd name="connsiteY3" fmla="*/ 838199 h 862012"/>
                <a:gd name="connsiteX4" fmla="*/ 9525 w 827076"/>
                <a:gd name="connsiteY4" fmla="*/ 4762 h 862012"/>
                <a:gd name="connsiteX0" fmla="*/ 9525 w 874074"/>
                <a:gd name="connsiteY0" fmla="*/ 4762 h 862012"/>
                <a:gd name="connsiteX1" fmla="*/ 594187 w 874074"/>
                <a:gd name="connsiteY1" fmla="*/ 0 h 862012"/>
                <a:gd name="connsiteX2" fmla="*/ 575136 w 874074"/>
                <a:gd name="connsiteY2" fmla="*/ 862012 h 862012"/>
                <a:gd name="connsiteX3" fmla="*/ 0 w 874074"/>
                <a:gd name="connsiteY3" fmla="*/ 838199 h 862012"/>
                <a:gd name="connsiteX4" fmla="*/ 9525 w 874074"/>
                <a:gd name="connsiteY4" fmla="*/ 4762 h 862012"/>
                <a:gd name="connsiteX0" fmla="*/ 9525 w 874074"/>
                <a:gd name="connsiteY0" fmla="*/ 4762 h 862012"/>
                <a:gd name="connsiteX1" fmla="*/ 594187 w 874074"/>
                <a:gd name="connsiteY1" fmla="*/ 0 h 862012"/>
                <a:gd name="connsiteX2" fmla="*/ 575136 w 874074"/>
                <a:gd name="connsiteY2" fmla="*/ 862012 h 862012"/>
                <a:gd name="connsiteX3" fmla="*/ 0 w 874074"/>
                <a:gd name="connsiteY3" fmla="*/ 838199 h 862012"/>
                <a:gd name="connsiteX4" fmla="*/ 9525 w 874074"/>
                <a:gd name="connsiteY4" fmla="*/ 4762 h 862012"/>
                <a:gd name="connsiteX0" fmla="*/ 207450 w 1071999"/>
                <a:gd name="connsiteY0" fmla="*/ 4762 h 862012"/>
                <a:gd name="connsiteX1" fmla="*/ 792112 w 1071999"/>
                <a:gd name="connsiteY1" fmla="*/ 0 h 862012"/>
                <a:gd name="connsiteX2" fmla="*/ 773061 w 1071999"/>
                <a:gd name="connsiteY2" fmla="*/ 862012 h 862012"/>
                <a:gd name="connsiteX3" fmla="*/ 197925 w 1071999"/>
                <a:gd name="connsiteY3" fmla="*/ 838199 h 862012"/>
                <a:gd name="connsiteX4" fmla="*/ 207450 w 1071999"/>
                <a:gd name="connsiteY4" fmla="*/ 4762 h 862012"/>
                <a:gd name="connsiteX0" fmla="*/ 260268 w 1124817"/>
                <a:gd name="connsiteY0" fmla="*/ 4762 h 862012"/>
                <a:gd name="connsiteX1" fmla="*/ 844930 w 1124817"/>
                <a:gd name="connsiteY1" fmla="*/ 0 h 862012"/>
                <a:gd name="connsiteX2" fmla="*/ 825879 w 1124817"/>
                <a:gd name="connsiteY2" fmla="*/ 862012 h 862012"/>
                <a:gd name="connsiteX3" fmla="*/ 250743 w 1124817"/>
                <a:gd name="connsiteY3" fmla="*/ 838199 h 862012"/>
                <a:gd name="connsiteX4" fmla="*/ 260268 w 1124817"/>
                <a:gd name="connsiteY4" fmla="*/ 4762 h 862012"/>
                <a:gd name="connsiteX0" fmla="*/ 260268 w 1124817"/>
                <a:gd name="connsiteY0" fmla="*/ 4762 h 862012"/>
                <a:gd name="connsiteX1" fmla="*/ 844930 w 1124817"/>
                <a:gd name="connsiteY1" fmla="*/ 0 h 862012"/>
                <a:gd name="connsiteX2" fmla="*/ 825879 w 1124817"/>
                <a:gd name="connsiteY2" fmla="*/ 862012 h 862012"/>
                <a:gd name="connsiteX3" fmla="*/ 250743 w 1124817"/>
                <a:gd name="connsiteY3" fmla="*/ 838199 h 862012"/>
                <a:gd name="connsiteX4" fmla="*/ 260268 w 1124817"/>
                <a:gd name="connsiteY4" fmla="*/ 4762 h 862012"/>
                <a:gd name="connsiteX0" fmla="*/ 260268 w 1124817"/>
                <a:gd name="connsiteY0" fmla="*/ 4762 h 862012"/>
                <a:gd name="connsiteX1" fmla="*/ 844930 w 1124817"/>
                <a:gd name="connsiteY1" fmla="*/ 0 h 862012"/>
                <a:gd name="connsiteX2" fmla="*/ 825879 w 1124817"/>
                <a:gd name="connsiteY2" fmla="*/ 862012 h 862012"/>
                <a:gd name="connsiteX3" fmla="*/ 250743 w 1124817"/>
                <a:gd name="connsiteY3" fmla="*/ 838199 h 862012"/>
                <a:gd name="connsiteX4" fmla="*/ 260268 w 1124817"/>
                <a:gd name="connsiteY4" fmla="*/ 4762 h 862012"/>
                <a:gd name="connsiteX0" fmla="*/ 260268 w 1124817"/>
                <a:gd name="connsiteY0" fmla="*/ 4762 h 916355"/>
                <a:gd name="connsiteX1" fmla="*/ 844930 w 1124817"/>
                <a:gd name="connsiteY1" fmla="*/ 0 h 916355"/>
                <a:gd name="connsiteX2" fmla="*/ 825879 w 1124817"/>
                <a:gd name="connsiteY2" fmla="*/ 862012 h 916355"/>
                <a:gd name="connsiteX3" fmla="*/ 543056 w 1124817"/>
                <a:gd name="connsiteY3" fmla="*/ 819150 h 916355"/>
                <a:gd name="connsiteX4" fmla="*/ 250743 w 1124817"/>
                <a:gd name="connsiteY4" fmla="*/ 838199 h 916355"/>
                <a:gd name="connsiteX5" fmla="*/ 260268 w 1124817"/>
                <a:gd name="connsiteY5" fmla="*/ 4762 h 916355"/>
                <a:gd name="connsiteX0" fmla="*/ 260268 w 1124817"/>
                <a:gd name="connsiteY0" fmla="*/ 4762 h 895643"/>
                <a:gd name="connsiteX1" fmla="*/ 844930 w 1124817"/>
                <a:gd name="connsiteY1" fmla="*/ 0 h 895643"/>
                <a:gd name="connsiteX2" fmla="*/ 825879 w 1124817"/>
                <a:gd name="connsiteY2" fmla="*/ 862012 h 895643"/>
                <a:gd name="connsiteX3" fmla="*/ 543056 w 1124817"/>
                <a:gd name="connsiteY3" fmla="*/ 819150 h 895643"/>
                <a:gd name="connsiteX4" fmla="*/ 250743 w 1124817"/>
                <a:gd name="connsiteY4" fmla="*/ 838199 h 895643"/>
                <a:gd name="connsiteX5" fmla="*/ 260268 w 1124817"/>
                <a:gd name="connsiteY5" fmla="*/ 4762 h 895643"/>
                <a:gd name="connsiteX0" fmla="*/ 260268 w 1124817"/>
                <a:gd name="connsiteY0" fmla="*/ 4762 h 872265"/>
                <a:gd name="connsiteX1" fmla="*/ 844930 w 1124817"/>
                <a:gd name="connsiteY1" fmla="*/ 0 h 872265"/>
                <a:gd name="connsiteX2" fmla="*/ 825879 w 1124817"/>
                <a:gd name="connsiteY2" fmla="*/ 862012 h 872265"/>
                <a:gd name="connsiteX3" fmla="*/ 543056 w 1124817"/>
                <a:gd name="connsiteY3" fmla="*/ 819150 h 872265"/>
                <a:gd name="connsiteX4" fmla="*/ 250743 w 1124817"/>
                <a:gd name="connsiteY4" fmla="*/ 838199 h 872265"/>
                <a:gd name="connsiteX5" fmla="*/ 260268 w 1124817"/>
                <a:gd name="connsiteY5" fmla="*/ 4762 h 872265"/>
                <a:gd name="connsiteX0" fmla="*/ 260268 w 1099988"/>
                <a:gd name="connsiteY0" fmla="*/ 4762 h 872265"/>
                <a:gd name="connsiteX1" fmla="*/ 844930 w 1099988"/>
                <a:gd name="connsiteY1" fmla="*/ 0 h 872265"/>
                <a:gd name="connsiteX2" fmla="*/ 825879 w 1099988"/>
                <a:gd name="connsiteY2" fmla="*/ 862012 h 872265"/>
                <a:gd name="connsiteX3" fmla="*/ 543056 w 1099988"/>
                <a:gd name="connsiteY3" fmla="*/ 819150 h 872265"/>
                <a:gd name="connsiteX4" fmla="*/ 250743 w 1099988"/>
                <a:gd name="connsiteY4" fmla="*/ 838199 h 872265"/>
                <a:gd name="connsiteX5" fmla="*/ 260268 w 1099988"/>
                <a:gd name="connsiteY5" fmla="*/ 4762 h 872265"/>
                <a:gd name="connsiteX0" fmla="*/ 260268 w 1108250"/>
                <a:gd name="connsiteY0" fmla="*/ 4762 h 872265"/>
                <a:gd name="connsiteX1" fmla="*/ 844930 w 1108250"/>
                <a:gd name="connsiteY1" fmla="*/ 0 h 872265"/>
                <a:gd name="connsiteX2" fmla="*/ 825879 w 1108250"/>
                <a:gd name="connsiteY2" fmla="*/ 862012 h 872265"/>
                <a:gd name="connsiteX3" fmla="*/ 543056 w 1108250"/>
                <a:gd name="connsiteY3" fmla="*/ 819150 h 872265"/>
                <a:gd name="connsiteX4" fmla="*/ 250743 w 1108250"/>
                <a:gd name="connsiteY4" fmla="*/ 838199 h 872265"/>
                <a:gd name="connsiteX5" fmla="*/ 260268 w 1108250"/>
                <a:gd name="connsiteY5" fmla="*/ 4762 h 872265"/>
                <a:gd name="connsiteX0" fmla="*/ 260268 w 1108250"/>
                <a:gd name="connsiteY0" fmla="*/ 4762 h 872265"/>
                <a:gd name="connsiteX1" fmla="*/ 844930 w 1108250"/>
                <a:gd name="connsiteY1" fmla="*/ 0 h 872265"/>
                <a:gd name="connsiteX2" fmla="*/ 825879 w 1108250"/>
                <a:gd name="connsiteY2" fmla="*/ 862012 h 872265"/>
                <a:gd name="connsiteX3" fmla="*/ 543056 w 1108250"/>
                <a:gd name="connsiteY3" fmla="*/ 819150 h 872265"/>
                <a:gd name="connsiteX4" fmla="*/ 250743 w 1108250"/>
                <a:gd name="connsiteY4" fmla="*/ 838199 h 872265"/>
                <a:gd name="connsiteX5" fmla="*/ 260268 w 1108250"/>
                <a:gd name="connsiteY5" fmla="*/ 4762 h 872265"/>
                <a:gd name="connsiteX0" fmla="*/ 260268 w 1108250"/>
                <a:gd name="connsiteY0" fmla="*/ 53160 h 920663"/>
                <a:gd name="connsiteX1" fmla="*/ 543056 w 1108250"/>
                <a:gd name="connsiteY1" fmla="*/ 110310 h 920663"/>
                <a:gd name="connsiteX2" fmla="*/ 844930 w 1108250"/>
                <a:gd name="connsiteY2" fmla="*/ 48398 h 920663"/>
                <a:gd name="connsiteX3" fmla="*/ 825879 w 1108250"/>
                <a:gd name="connsiteY3" fmla="*/ 910410 h 920663"/>
                <a:gd name="connsiteX4" fmla="*/ 543056 w 1108250"/>
                <a:gd name="connsiteY4" fmla="*/ 867548 h 920663"/>
                <a:gd name="connsiteX5" fmla="*/ 250743 w 1108250"/>
                <a:gd name="connsiteY5" fmla="*/ 886597 h 920663"/>
                <a:gd name="connsiteX6" fmla="*/ 260268 w 1108250"/>
                <a:gd name="connsiteY6" fmla="*/ 53160 h 920663"/>
                <a:gd name="connsiteX0" fmla="*/ 260268 w 1108250"/>
                <a:gd name="connsiteY0" fmla="*/ 47259 h 914762"/>
                <a:gd name="connsiteX1" fmla="*/ 543056 w 1108250"/>
                <a:gd name="connsiteY1" fmla="*/ 104409 h 914762"/>
                <a:gd name="connsiteX2" fmla="*/ 844930 w 1108250"/>
                <a:gd name="connsiteY2" fmla="*/ 42497 h 914762"/>
                <a:gd name="connsiteX3" fmla="*/ 825879 w 1108250"/>
                <a:gd name="connsiteY3" fmla="*/ 904509 h 914762"/>
                <a:gd name="connsiteX4" fmla="*/ 543056 w 1108250"/>
                <a:gd name="connsiteY4" fmla="*/ 861647 h 914762"/>
                <a:gd name="connsiteX5" fmla="*/ 250743 w 1108250"/>
                <a:gd name="connsiteY5" fmla="*/ 880696 h 914762"/>
                <a:gd name="connsiteX6" fmla="*/ 260268 w 1108250"/>
                <a:gd name="connsiteY6" fmla="*/ 47259 h 914762"/>
                <a:gd name="connsiteX0" fmla="*/ 260268 w 1108250"/>
                <a:gd name="connsiteY0" fmla="*/ 10138 h 877641"/>
                <a:gd name="connsiteX1" fmla="*/ 543056 w 1108250"/>
                <a:gd name="connsiteY1" fmla="*/ 67288 h 877641"/>
                <a:gd name="connsiteX2" fmla="*/ 844930 w 1108250"/>
                <a:gd name="connsiteY2" fmla="*/ 5376 h 877641"/>
                <a:gd name="connsiteX3" fmla="*/ 825879 w 1108250"/>
                <a:gd name="connsiteY3" fmla="*/ 867388 h 877641"/>
                <a:gd name="connsiteX4" fmla="*/ 543056 w 1108250"/>
                <a:gd name="connsiteY4" fmla="*/ 824526 h 877641"/>
                <a:gd name="connsiteX5" fmla="*/ 250743 w 1108250"/>
                <a:gd name="connsiteY5" fmla="*/ 843575 h 877641"/>
                <a:gd name="connsiteX6" fmla="*/ 260268 w 1108250"/>
                <a:gd name="connsiteY6" fmla="*/ 10138 h 877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08250" h="877641">
                  <a:moveTo>
                    <a:pt x="260268" y="10138"/>
                  </a:moveTo>
                  <a:cubicBezTo>
                    <a:pt x="451068" y="-23199"/>
                    <a:pt x="445612" y="68082"/>
                    <a:pt x="543056" y="67288"/>
                  </a:cubicBezTo>
                  <a:cubicBezTo>
                    <a:pt x="640500" y="66494"/>
                    <a:pt x="754137" y="-22405"/>
                    <a:pt x="844930" y="5376"/>
                  </a:cubicBezTo>
                  <a:cubicBezTo>
                    <a:pt x="1338643" y="149838"/>
                    <a:pt x="1022729" y="780076"/>
                    <a:pt x="825879" y="867388"/>
                  </a:cubicBezTo>
                  <a:cubicBezTo>
                    <a:pt x="747786" y="904694"/>
                    <a:pt x="638912" y="828495"/>
                    <a:pt x="543056" y="824526"/>
                  </a:cubicBezTo>
                  <a:cubicBezTo>
                    <a:pt x="447200" y="820557"/>
                    <a:pt x="327244" y="918188"/>
                    <a:pt x="250743" y="843575"/>
                  </a:cubicBezTo>
                  <a:cubicBezTo>
                    <a:pt x="-198520" y="527663"/>
                    <a:pt x="52305" y="2200"/>
                    <a:pt x="260268" y="1013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1012FF-B0AA-537E-7113-36B7C6645C73}"/>
              </a:ext>
            </a:extLst>
          </p:cNvPr>
          <p:cNvGrpSpPr/>
          <p:nvPr/>
        </p:nvGrpSpPr>
        <p:grpSpPr>
          <a:xfrm>
            <a:off x="4356142" y="1385544"/>
            <a:ext cx="4627825" cy="5935870"/>
            <a:chOff x="5610094" y="2684510"/>
            <a:chExt cx="1108250" cy="1421494"/>
          </a:xfrm>
        </p:grpSpPr>
        <p:sp>
          <p:nvSpPr>
            <p:cNvPr id="11" name="Rectangle 56">
              <a:extLst>
                <a:ext uri="{FF2B5EF4-FFF2-40B4-BE49-F238E27FC236}">
                  <a16:creationId xmlns:a16="http://schemas.microsoft.com/office/drawing/2014/main" id="{C721A52E-770B-3E91-CE8D-1CC45A965E0B}"/>
                </a:ext>
              </a:extLst>
            </p:cNvPr>
            <p:cNvSpPr/>
            <p:nvPr/>
          </p:nvSpPr>
          <p:spPr>
            <a:xfrm rot="18785527">
              <a:off x="6018036" y="2862703"/>
              <a:ext cx="664051" cy="307666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solidFill>
              <a:srgbClr val="70AD47">
                <a:lumMod val="75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57">
              <a:extLst>
                <a:ext uri="{FF2B5EF4-FFF2-40B4-BE49-F238E27FC236}">
                  <a16:creationId xmlns:a16="http://schemas.microsoft.com/office/drawing/2014/main" id="{3A97FCEA-D880-D99E-B02D-998B63717547}"/>
                </a:ext>
              </a:extLst>
            </p:cNvPr>
            <p:cNvSpPr/>
            <p:nvPr/>
          </p:nvSpPr>
          <p:spPr>
            <a:xfrm rot="21253922">
              <a:off x="6086504" y="2932029"/>
              <a:ext cx="106633" cy="403337"/>
            </a:xfrm>
            <a:custGeom>
              <a:avLst/>
              <a:gdLst>
                <a:gd name="connsiteX0" fmla="*/ 0 w 45719"/>
                <a:gd name="connsiteY0" fmla="*/ 0 h 357564"/>
                <a:gd name="connsiteX1" fmla="*/ 45719 w 45719"/>
                <a:gd name="connsiteY1" fmla="*/ 0 h 357564"/>
                <a:gd name="connsiteX2" fmla="*/ 45719 w 45719"/>
                <a:gd name="connsiteY2" fmla="*/ 357564 h 357564"/>
                <a:gd name="connsiteX3" fmla="*/ 0 w 45719"/>
                <a:gd name="connsiteY3" fmla="*/ 357564 h 357564"/>
                <a:gd name="connsiteX4" fmla="*/ 0 w 45719"/>
                <a:gd name="connsiteY4" fmla="*/ 0 h 357564"/>
                <a:gd name="connsiteX0" fmla="*/ 0 w 93054"/>
                <a:gd name="connsiteY0" fmla="*/ 0 h 357564"/>
                <a:gd name="connsiteX1" fmla="*/ 93054 w 93054"/>
                <a:gd name="connsiteY1" fmla="*/ 52649 h 357564"/>
                <a:gd name="connsiteX2" fmla="*/ 45719 w 93054"/>
                <a:gd name="connsiteY2" fmla="*/ 357564 h 357564"/>
                <a:gd name="connsiteX3" fmla="*/ 0 w 93054"/>
                <a:gd name="connsiteY3" fmla="*/ 357564 h 357564"/>
                <a:gd name="connsiteX4" fmla="*/ 0 w 93054"/>
                <a:gd name="connsiteY4" fmla="*/ 0 h 357564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380" h="352778">
                  <a:moveTo>
                    <a:pt x="67710" y="0"/>
                  </a:moveTo>
                  <a:lnTo>
                    <a:pt x="113380" y="47863"/>
                  </a:lnTo>
                  <a:cubicBezTo>
                    <a:pt x="55913" y="135718"/>
                    <a:pt x="81823" y="251140"/>
                    <a:pt x="66045" y="352778"/>
                  </a:cubicBezTo>
                  <a:lnTo>
                    <a:pt x="20326" y="352778"/>
                  </a:lnTo>
                  <a:cubicBezTo>
                    <a:pt x="36121" y="235185"/>
                    <a:pt x="-60848" y="96629"/>
                    <a:pt x="67710" y="0"/>
                  </a:cubicBezTo>
                  <a:close/>
                </a:path>
              </a:pathLst>
            </a:custGeom>
            <a:solidFill>
              <a:srgbClr val="FFC000">
                <a:lumMod val="75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55">
              <a:extLst>
                <a:ext uri="{FF2B5EF4-FFF2-40B4-BE49-F238E27FC236}">
                  <a16:creationId xmlns:a16="http://schemas.microsoft.com/office/drawing/2014/main" id="{8EF87C5D-50C0-B5A8-A2C5-E18C264B1038}"/>
                </a:ext>
              </a:extLst>
            </p:cNvPr>
            <p:cNvSpPr/>
            <p:nvPr/>
          </p:nvSpPr>
          <p:spPr>
            <a:xfrm>
              <a:off x="5610094" y="3228363"/>
              <a:ext cx="1108250" cy="877641"/>
            </a:xfrm>
            <a:custGeom>
              <a:avLst/>
              <a:gdLst>
                <a:gd name="connsiteX0" fmla="*/ 0 w 556086"/>
                <a:gd name="connsiteY0" fmla="*/ 0 h 723900"/>
                <a:gd name="connsiteX1" fmla="*/ 556086 w 556086"/>
                <a:gd name="connsiteY1" fmla="*/ 0 h 723900"/>
                <a:gd name="connsiteX2" fmla="*/ 556086 w 556086"/>
                <a:gd name="connsiteY2" fmla="*/ 723900 h 723900"/>
                <a:gd name="connsiteX3" fmla="*/ 0 w 556086"/>
                <a:gd name="connsiteY3" fmla="*/ 723900 h 723900"/>
                <a:gd name="connsiteX4" fmla="*/ 0 w 556086"/>
                <a:gd name="connsiteY4" fmla="*/ 0 h 723900"/>
                <a:gd name="connsiteX0" fmla="*/ 0 w 556086"/>
                <a:gd name="connsiteY0" fmla="*/ 0 h 790575"/>
                <a:gd name="connsiteX1" fmla="*/ 556086 w 556086"/>
                <a:gd name="connsiteY1" fmla="*/ 0 h 790575"/>
                <a:gd name="connsiteX2" fmla="*/ 546561 w 556086"/>
                <a:gd name="connsiteY2" fmla="*/ 790575 h 790575"/>
                <a:gd name="connsiteX3" fmla="*/ 0 w 556086"/>
                <a:gd name="connsiteY3" fmla="*/ 723900 h 790575"/>
                <a:gd name="connsiteX4" fmla="*/ 0 w 556086"/>
                <a:gd name="connsiteY4" fmla="*/ 0 h 790575"/>
                <a:gd name="connsiteX0" fmla="*/ 28575 w 584661"/>
                <a:gd name="connsiteY0" fmla="*/ 0 h 790575"/>
                <a:gd name="connsiteX1" fmla="*/ 584661 w 584661"/>
                <a:gd name="connsiteY1" fmla="*/ 0 h 790575"/>
                <a:gd name="connsiteX2" fmla="*/ 575136 w 584661"/>
                <a:gd name="connsiteY2" fmla="*/ 790575 h 790575"/>
                <a:gd name="connsiteX3" fmla="*/ 0 w 584661"/>
                <a:gd name="connsiteY3" fmla="*/ 766762 h 790575"/>
                <a:gd name="connsiteX4" fmla="*/ 28575 w 584661"/>
                <a:gd name="connsiteY4" fmla="*/ 0 h 790575"/>
                <a:gd name="connsiteX0" fmla="*/ 9525 w 584661"/>
                <a:gd name="connsiteY0" fmla="*/ 0 h 857250"/>
                <a:gd name="connsiteX1" fmla="*/ 584661 w 584661"/>
                <a:gd name="connsiteY1" fmla="*/ 66675 h 857250"/>
                <a:gd name="connsiteX2" fmla="*/ 575136 w 584661"/>
                <a:gd name="connsiteY2" fmla="*/ 857250 h 857250"/>
                <a:gd name="connsiteX3" fmla="*/ 0 w 584661"/>
                <a:gd name="connsiteY3" fmla="*/ 833437 h 857250"/>
                <a:gd name="connsiteX4" fmla="*/ 9525 w 584661"/>
                <a:gd name="connsiteY4" fmla="*/ 0 h 857250"/>
                <a:gd name="connsiteX0" fmla="*/ 9525 w 598949"/>
                <a:gd name="connsiteY0" fmla="*/ 0 h 857250"/>
                <a:gd name="connsiteX1" fmla="*/ 598949 w 598949"/>
                <a:gd name="connsiteY1" fmla="*/ 0 h 857250"/>
                <a:gd name="connsiteX2" fmla="*/ 575136 w 598949"/>
                <a:gd name="connsiteY2" fmla="*/ 857250 h 857250"/>
                <a:gd name="connsiteX3" fmla="*/ 0 w 598949"/>
                <a:gd name="connsiteY3" fmla="*/ 833437 h 857250"/>
                <a:gd name="connsiteX4" fmla="*/ 9525 w 598949"/>
                <a:gd name="connsiteY4" fmla="*/ 0 h 857250"/>
                <a:gd name="connsiteX0" fmla="*/ 9525 w 598949"/>
                <a:gd name="connsiteY0" fmla="*/ 0 h 857250"/>
                <a:gd name="connsiteX1" fmla="*/ 598949 w 598949"/>
                <a:gd name="connsiteY1" fmla="*/ 0 h 857250"/>
                <a:gd name="connsiteX2" fmla="*/ 575136 w 598949"/>
                <a:gd name="connsiteY2" fmla="*/ 857250 h 857250"/>
                <a:gd name="connsiteX3" fmla="*/ 0 w 598949"/>
                <a:gd name="connsiteY3" fmla="*/ 833437 h 857250"/>
                <a:gd name="connsiteX4" fmla="*/ 9525 w 598949"/>
                <a:gd name="connsiteY4" fmla="*/ 0 h 857250"/>
                <a:gd name="connsiteX0" fmla="*/ 9525 w 598949"/>
                <a:gd name="connsiteY0" fmla="*/ 0 h 857250"/>
                <a:gd name="connsiteX1" fmla="*/ 598949 w 598949"/>
                <a:gd name="connsiteY1" fmla="*/ 0 h 857250"/>
                <a:gd name="connsiteX2" fmla="*/ 575136 w 598949"/>
                <a:gd name="connsiteY2" fmla="*/ 857250 h 857250"/>
                <a:gd name="connsiteX3" fmla="*/ 0 w 598949"/>
                <a:gd name="connsiteY3" fmla="*/ 833437 h 857250"/>
                <a:gd name="connsiteX4" fmla="*/ 9525 w 598949"/>
                <a:gd name="connsiteY4" fmla="*/ 0 h 857250"/>
                <a:gd name="connsiteX0" fmla="*/ 9525 w 594187"/>
                <a:gd name="connsiteY0" fmla="*/ 4762 h 862012"/>
                <a:gd name="connsiteX1" fmla="*/ 594187 w 594187"/>
                <a:gd name="connsiteY1" fmla="*/ 0 h 862012"/>
                <a:gd name="connsiteX2" fmla="*/ 575136 w 594187"/>
                <a:gd name="connsiteY2" fmla="*/ 862012 h 862012"/>
                <a:gd name="connsiteX3" fmla="*/ 0 w 594187"/>
                <a:gd name="connsiteY3" fmla="*/ 838199 h 862012"/>
                <a:gd name="connsiteX4" fmla="*/ 9525 w 594187"/>
                <a:gd name="connsiteY4" fmla="*/ 4762 h 862012"/>
                <a:gd name="connsiteX0" fmla="*/ 9525 w 827076"/>
                <a:gd name="connsiteY0" fmla="*/ 4762 h 862012"/>
                <a:gd name="connsiteX1" fmla="*/ 594187 w 827076"/>
                <a:gd name="connsiteY1" fmla="*/ 0 h 862012"/>
                <a:gd name="connsiteX2" fmla="*/ 575136 w 827076"/>
                <a:gd name="connsiteY2" fmla="*/ 862012 h 862012"/>
                <a:gd name="connsiteX3" fmla="*/ 0 w 827076"/>
                <a:gd name="connsiteY3" fmla="*/ 838199 h 862012"/>
                <a:gd name="connsiteX4" fmla="*/ 9525 w 827076"/>
                <a:gd name="connsiteY4" fmla="*/ 4762 h 862012"/>
                <a:gd name="connsiteX0" fmla="*/ 9525 w 874074"/>
                <a:gd name="connsiteY0" fmla="*/ 4762 h 862012"/>
                <a:gd name="connsiteX1" fmla="*/ 594187 w 874074"/>
                <a:gd name="connsiteY1" fmla="*/ 0 h 862012"/>
                <a:gd name="connsiteX2" fmla="*/ 575136 w 874074"/>
                <a:gd name="connsiteY2" fmla="*/ 862012 h 862012"/>
                <a:gd name="connsiteX3" fmla="*/ 0 w 874074"/>
                <a:gd name="connsiteY3" fmla="*/ 838199 h 862012"/>
                <a:gd name="connsiteX4" fmla="*/ 9525 w 874074"/>
                <a:gd name="connsiteY4" fmla="*/ 4762 h 862012"/>
                <a:gd name="connsiteX0" fmla="*/ 9525 w 874074"/>
                <a:gd name="connsiteY0" fmla="*/ 4762 h 862012"/>
                <a:gd name="connsiteX1" fmla="*/ 594187 w 874074"/>
                <a:gd name="connsiteY1" fmla="*/ 0 h 862012"/>
                <a:gd name="connsiteX2" fmla="*/ 575136 w 874074"/>
                <a:gd name="connsiteY2" fmla="*/ 862012 h 862012"/>
                <a:gd name="connsiteX3" fmla="*/ 0 w 874074"/>
                <a:gd name="connsiteY3" fmla="*/ 838199 h 862012"/>
                <a:gd name="connsiteX4" fmla="*/ 9525 w 874074"/>
                <a:gd name="connsiteY4" fmla="*/ 4762 h 862012"/>
                <a:gd name="connsiteX0" fmla="*/ 207450 w 1071999"/>
                <a:gd name="connsiteY0" fmla="*/ 4762 h 862012"/>
                <a:gd name="connsiteX1" fmla="*/ 792112 w 1071999"/>
                <a:gd name="connsiteY1" fmla="*/ 0 h 862012"/>
                <a:gd name="connsiteX2" fmla="*/ 773061 w 1071999"/>
                <a:gd name="connsiteY2" fmla="*/ 862012 h 862012"/>
                <a:gd name="connsiteX3" fmla="*/ 197925 w 1071999"/>
                <a:gd name="connsiteY3" fmla="*/ 838199 h 862012"/>
                <a:gd name="connsiteX4" fmla="*/ 207450 w 1071999"/>
                <a:gd name="connsiteY4" fmla="*/ 4762 h 862012"/>
                <a:gd name="connsiteX0" fmla="*/ 260268 w 1124817"/>
                <a:gd name="connsiteY0" fmla="*/ 4762 h 862012"/>
                <a:gd name="connsiteX1" fmla="*/ 844930 w 1124817"/>
                <a:gd name="connsiteY1" fmla="*/ 0 h 862012"/>
                <a:gd name="connsiteX2" fmla="*/ 825879 w 1124817"/>
                <a:gd name="connsiteY2" fmla="*/ 862012 h 862012"/>
                <a:gd name="connsiteX3" fmla="*/ 250743 w 1124817"/>
                <a:gd name="connsiteY3" fmla="*/ 838199 h 862012"/>
                <a:gd name="connsiteX4" fmla="*/ 260268 w 1124817"/>
                <a:gd name="connsiteY4" fmla="*/ 4762 h 862012"/>
                <a:gd name="connsiteX0" fmla="*/ 260268 w 1124817"/>
                <a:gd name="connsiteY0" fmla="*/ 4762 h 862012"/>
                <a:gd name="connsiteX1" fmla="*/ 844930 w 1124817"/>
                <a:gd name="connsiteY1" fmla="*/ 0 h 862012"/>
                <a:gd name="connsiteX2" fmla="*/ 825879 w 1124817"/>
                <a:gd name="connsiteY2" fmla="*/ 862012 h 862012"/>
                <a:gd name="connsiteX3" fmla="*/ 250743 w 1124817"/>
                <a:gd name="connsiteY3" fmla="*/ 838199 h 862012"/>
                <a:gd name="connsiteX4" fmla="*/ 260268 w 1124817"/>
                <a:gd name="connsiteY4" fmla="*/ 4762 h 862012"/>
                <a:gd name="connsiteX0" fmla="*/ 260268 w 1124817"/>
                <a:gd name="connsiteY0" fmla="*/ 4762 h 862012"/>
                <a:gd name="connsiteX1" fmla="*/ 844930 w 1124817"/>
                <a:gd name="connsiteY1" fmla="*/ 0 h 862012"/>
                <a:gd name="connsiteX2" fmla="*/ 825879 w 1124817"/>
                <a:gd name="connsiteY2" fmla="*/ 862012 h 862012"/>
                <a:gd name="connsiteX3" fmla="*/ 250743 w 1124817"/>
                <a:gd name="connsiteY3" fmla="*/ 838199 h 862012"/>
                <a:gd name="connsiteX4" fmla="*/ 260268 w 1124817"/>
                <a:gd name="connsiteY4" fmla="*/ 4762 h 862012"/>
                <a:gd name="connsiteX0" fmla="*/ 260268 w 1124817"/>
                <a:gd name="connsiteY0" fmla="*/ 4762 h 916355"/>
                <a:gd name="connsiteX1" fmla="*/ 844930 w 1124817"/>
                <a:gd name="connsiteY1" fmla="*/ 0 h 916355"/>
                <a:gd name="connsiteX2" fmla="*/ 825879 w 1124817"/>
                <a:gd name="connsiteY2" fmla="*/ 862012 h 916355"/>
                <a:gd name="connsiteX3" fmla="*/ 543056 w 1124817"/>
                <a:gd name="connsiteY3" fmla="*/ 819150 h 916355"/>
                <a:gd name="connsiteX4" fmla="*/ 250743 w 1124817"/>
                <a:gd name="connsiteY4" fmla="*/ 838199 h 916355"/>
                <a:gd name="connsiteX5" fmla="*/ 260268 w 1124817"/>
                <a:gd name="connsiteY5" fmla="*/ 4762 h 916355"/>
                <a:gd name="connsiteX0" fmla="*/ 260268 w 1124817"/>
                <a:gd name="connsiteY0" fmla="*/ 4762 h 895643"/>
                <a:gd name="connsiteX1" fmla="*/ 844930 w 1124817"/>
                <a:gd name="connsiteY1" fmla="*/ 0 h 895643"/>
                <a:gd name="connsiteX2" fmla="*/ 825879 w 1124817"/>
                <a:gd name="connsiteY2" fmla="*/ 862012 h 895643"/>
                <a:gd name="connsiteX3" fmla="*/ 543056 w 1124817"/>
                <a:gd name="connsiteY3" fmla="*/ 819150 h 895643"/>
                <a:gd name="connsiteX4" fmla="*/ 250743 w 1124817"/>
                <a:gd name="connsiteY4" fmla="*/ 838199 h 895643"/>
                <a:gd name="connsiteX5" fmla="*/ 260268 w 1124817"/>
                <a:gd name="connsiteY5" fmla="*/ 4762 h 895643"/>
                <a:gd name="connsiteX0" fmla="*/ 260268 w 1124817"/>
                <a:gd name="connsiteY0" fmla="*/ 4762 h 872265"/>
                <a:gd name="connsiteX1" fmla="*/ 844930 w 1124817"/>
                <a:gd name="connsiteY1" fmla="*/ 0 h 872265"/>
                <a:gd name="connsiteX2" fmla="*/ 825879 w 1124817"/>
                <a:gd name="connsiteY2" fmla="*/ 862012 h 872265"/>
                <a:gd name="connsiteX3" fmla="*/ 543056 w 1124817"/>
                <a:gd name="connsiteY3" fmla="*/ 819150 h 872265"/>
                <a:gd name="connsiteX4" fmla="*/ 250743 w 1124817"/>
                <a:gd name="connsiteY4" fmla="*/ 838199 h 872265"/>
                <a:gd name="connsiteX5" fmla="*/ 260268 w 1124817"/>
                <a:gd name="connsiteY5" fmla="*/ 4762 h 872265"/>
                <a:gd name="connsiteX0" fmla="*/ 260268 w 1099988"/>
                <a:gd name="connsiteY0" fmla="*/ 4762 h 872265"/>
                <a:gd name="connsiteX1" fmla="*/ 844930 w 1099988"/>
                <a:gd name="connsiteY1" fmla="*/ 0 h 872265"/>
                <a:gd name="connsiteX2" fmla="*/ 825879 w 1099988"/>
                <a:gd name="connsiteY2" fmla="*/ 862012 h 872265"/>
                <a:gd name="connsiteX3" fmla="*/ 543056 w 1099988"/>
                <a:gd name="connsiteY3" fmla="*/ 819150 h 872265"/>
                <a:gd name="connsiteX4" fmla="*/ 250743 w 1099988"/>
                <a:gd name="connsiteY4" fmla="*/ 838199 h 872265"/>
                <a:gd name="connsiteX5" fmla="*/ 260268 w 1099988"/>
                <a:gd name="connsiteY5" fmla="*/ 4762 h 872265"/>
                <a:gd name="connsiteX0" fmla="*/ 260268 w 1108250"/>
                <a:gd name="connsiteY0" fmla="*/ 4762 h 872265"/>
                <a:gd name="connsiteX1" fmla="*/ 844930 w 1108250"/>
                <a:gd name="connsiteY1" fmla="*/ 0 h 872265"/>
                <a:gd name="connsiteX2" fmla="*/ 825879 w 1108250"/>
                <a:gd name="connsiteY2" fmla="*/ 862012 h 872265"/>
                <a:gd name="connsiteX3" fmla="*/ 543056 w 1108250"/>
                <a:gd name="connsiteY3" fmla="*/ 819150 h 872265"/>
                <a:gd name="connsiteX4" fmla="*/ 250743 w 1108250"/>
                <a:gd name="connsiteY4" fmla="*/ 838199 h 872265"/>
                <a:gd name="connsiteX5" fmla="*/ 260268 w 1108250"/>
                <a:gd name="connsiteY5" fmla="*/ 4762 h 872265"/>
                <a:gd name="connsiteX0" fmla="*/ 260268 w 1108250"/>
                <a:gd name="connsiteY0" fmla="*/ 4762 h 872265"/>
                <a:gd name="connsiteX1" fmla="*/ 844930 w 1108250"/>
                <a:gd name="connsiteY1" fmla="*/ 0 h 872265"/>
                <a:gd name="connsiteX2" fmla="*/ 825879 w 1108250"/>
                <a:gd name="connsiteY2" fmla="*/ 862012 h 872265"/>
                <a:gd name="connsiteX3" fmla="*/ 543056 w 1108250"/>
                <a:gd name="connsiteY3" fmla="*/ 819150 h 872265"/>
                <a:gd name="connsiteX4" fmla="*/ 250743 w 1108250"/>
                <a:gd name="connsiteY4" fmla="*/ 838199 h 872265"/>
                <a:gd name="connsiteX5" fmla="*/ 260268 w 1108250"/>
                <a:gd name="connsiteY5" fmla="*/ 4762 h 872265"/>
                <a:gd name="connsiteX0" fmla="*/ 260268 w 1108250"/>
                <a:gd name="connsiteY0" fmla="*/ 53160 h 920663"/>
                <a:gd name="connsiteX1" fmla="*/ 543056 w 1108250"/>
                <a:gd name="connsiteY1" fmla="*/ 110310 h 920663"/>
                <a:gd name="connsiteX2" fmla="*/ 844930 w 1108250"/>
                <a:gd name="connsiteY2" fmla="*/ 48398 h 920663"/>
                <a:gd name="connsiteX3" fmla="*/ 825879 w 1108250"/>
                <a:gd name="connsiteY3" fmla="*/ 910410 h 920663"/>
                <a:gd name="connsiteX4" fmla="*/ 543056 w 1108250"/>
                <a:gd name="connsiteY4" fmla="*/ 867548 h 920663"/>
                <a:gd name="connsiteX5" fmla="*/ 250743 w 1108250"/>
                <a:gd name="connsiteY5" fmla="*/ 886597 h 920663"/>
                <a:gd name="connsiteX6" fmla="*/ 260268 w 1108250"/>
                <a:gd name="connsiteY6" fmla="*/ 53160 h 920663"/>
                <a:gd name="connsiteX0" fmla="*/ 260268 w 1108250"/>
                <a:gd name="connsiteY0" fmla="*/ 47259 h 914762"/>
                <a:gd name="connsiteX1" fmla="*/ 543056 w 1108250"/>
                <a:gd name="connsiteY1" fmla="*/ 104409 h 914762"/>
                <a:gd name="connsiteX2" fmla="*/ 844930 w 1108250"/>
                <a:gd name="connsiteY2" fmla="*/ 42497 h 914762"/>
                <a:gd name="connsiteX3" fmla="*/ 825879 w 1108250"/>
                <a:gd name="connsiteY3" fmla="*/ 904509 h 914762"/>
                <a:gd name="connsiteX4" fmla="*/ 543056 w 1108250"/>
                <a:gd name="connsiteY4" fmla="*/ 861647 h 914762"/>
                <a:gd name="connsiteX5" fmla="*/ 250743 w 1108250"/>
                <a:gd name="connsiteY5" fmla="*/ 880696 h 914762"/>
                <a:gd name="connsiteX6" fmla="*/ 260268 w 1108250"/>
                <a:gd name="connsiteY6" fmla="*/ 47259 h 914762"/>
                <a:gd name="connsiteX0" fmla="*/ 260268 w 1108250"/>
                <a:gd name="connsiteY0" fmla="*/ 10138 h 877641"/>
                <a:gd name="connsiteX1" fmla="*/ 543056 w 1108250"/>
                <a:gd name="connsiteY1" fmla="*/ 67288 h 877641"/>
                <a:gd name="connsiteX2" fmla="*/ 844930 w 1108250"/>
                <a:gd name="connsiteY2" fmla="*/ 5376 h 877641"/>
                <a:gd name="connsiteX3" fmla="*/ 825879 w 1108250"/>
                <a:gd name="connsiteY3" fmla="*/ 867388 h 877641"/>
                <a:gd name="connsiteX4" fmla="*/ 543056 w 1108250"/>
                <a:gd name="connsiteY4" fmla="*/ 824526 h 877641"/>
                <a:gd name="connsiteX5" fmla="*/ 250743 w 1108250"/>
                <a:gd name="connsiteY5" fmla="*/ 843575 h 877641"/>
                <a:gd name="connsiteX6" fmla="*/ 260268 w 1108250"/>
                <a:gd name="connsiteY6" fmla="*/ 10138 h 877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08250" h="877641">
                  <a:moveTo>
                    <a:pt x="260268" y="10138"/>
                  </a:moveTo>
                  <a:cubicBezTo>
                    <a:pt x="451068" y="-23199"/>
                    <a:pt x="445612" y="68082"/>
                    <a:pt x="543056" y="67288"/>
                  </a:cubicBezTo>
                  <a:cubicBezTo>
                    <a:pt x="640500" y="66494"/>
                    <a:pt x="754137" y="-22405"/>
                    <a:pt x="844930" y="5376"/>
                  </a:cubicBezTo>
                  <a:cubicBezTo>
                    <a:pt x="1338643" y="149838"/>
                    <a:pt x="1022729" y="780076"/>
                    <a:pt x="825879" y="867388"/>
                  </a:cubicBezTo>
                  <a:cubicBezTo>
                    <a:pt x="747786" y="904694"/>
                    <a:pt x="638912" y="828495"/>
                    <a:pt x="543056" y="824526"/>
                  </a:cubicBezTo>
                  <a:cubicBezTo>
                    <a:pt x="447200" y="820557"/>
                    <a:pt x="327244" y="918188"/>
                    <a:pt x="250743" y="843575"/>
                  </a:cubicBezTo>
                  <a:cubicBezTo>
                    <a:pt x="-198520" y="527663"/>
                    <a:pt x="52305" y="2200"/>
                    <a:pt x="260268" y="10138"/>
                  </a:cubicBezTo>
                  <a:close/>
                </a:path>
              </a:pathLst>
            </a:custGeom>
            <a:gradFill>
              <a:gsLst>
                <a:gs pos="100000">
                  <a:srgbClr val="4472C4">
                    <a:lumMod val="5000"/>
                    <a:lumOff val="95000"/>
                  </a:srgbClr>
                </a:gs>
                <a:gs pos="83000">
                  <a:srgbClr val="D01200"/>
                </a:gs>
              </a:gsLst>
              <a:lin ang="12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333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79531AB-089A-0D94-A1DE-5B58A8A1E841}"/>
              </a:ext>
            </a:extLst>
          </p:cNvPr>
          <p:cNvGrpSpPr/>
          <p:nvPr/>
        </p:nvGrpSpPr>
        <p:grpSpPr>
          <a:xfrm>
            <a:off x="1021472" y="1007303"/>
            <a:ext cx="4503023" cy="3981524"/>
            <a:chOff x="983389" y="-380392"/>
            <a:chExt cx="7928959" cy="7010698"/>
          </a:xfrm>
        </p:grpSpPr>
        <p:sp>
          <p:nvSpPr>
            <p:cNvPr id="5" name="Rectangle 1">
              <a:extLst>
                <a:ext uri="{FF2B5EF4-FFF2-40B4-BE49-F238E27FC236}">
                  <a16:creationId xmlns:a16="http://schemas.microsoft.com/office/drawing/2014/main" id="{A7486F6D-2627-17CC-A5A9-CAD850E9D908}"/>
                </a:ext>
              </a:extLst>
            </p:cNvPr>
            <p:cNvSpPr/>
            <p:nvPr/>
          </p:nvSpPr>
          <p:spPr>
            <a:xfrm>
              <a:off x="1284810" y="624919"/>
              <a:ext cx="7487231" cy="6005387"/>
            </a:xfrm>
            <a:custGeom>
              <a:avLst/>
              <a:gdLst>
                <a:gd name="connsiteX0" fmla="*/ 0 w 303729"/>
                <a:gd name="connsiteY0" fmla="*/ 0 h 449451"/>
                <a:gd name="connsiteX1" fmla="*/ 303729 w 303729"/>
                <a:gd name="connsiteY1" fmla="*/ 0 h 449451"/>
                <a:gd name="connsiteX2" fmla="*/ 303729 w 303729"/>
                <a:gd name="connsiteY2" fmla="*/ 449451 h 449451"/>
                <a:gd name="connsiteX3" fmla="*/ 0 w 303729"/>
                <a:gd name="connsiteY3" fmla="*/ 449451 h 449451"/>
                <a:gd name="connsiteX4" fmla="*/ 0 w 303729"/>
                <a:gd name="connsiteY4" fmla="*/ 0 h 449451"/>
                <a:gd name="connsiteX0" fmla="*/ 0 w 5480163"/>
                <a:gd name="connsiteY0" fmla="*/ 0 h 2417735"/>
                <a:gd name="connsiteX1" fmla="*/ 303729 w 5480163"/>
                <a:gd name="connsiteY1" fmla="*/ 0 h 2417735"/>
                <a:gd name="connsiteX2" fmla="*/ 5480163 w 5480163"/>
                <a:gd name="connsiteY2" fmla="*/ 2417735 h 2417735"/>
                <a:gd name="connsiteX3" fmla="*/ 0 w 5480163"/>
                <a:gd name="connsiteY3" fmla="*/ 449451 h 2417735"/>
                <a:gd name="connsiteX4" fmla="*/ 0 w 5480163"/>
                <a:gd name="connsiteY4" fmla="*/ 0 h 2417735"/>
                <a:gd name="connsiteX0" fmla="*/ 0 w 7138482"/>
                <a:gd name="connsiteY0" fmla="*/ 0 h 4974956"/>
                <a:gd name="connsiteX1" fmla="*/ 1962048 w 7138482"/>
                <a:gd name="connsiteY1" fmla="*/ 2557221 h 4974956"/>
                <a:gd name="connsiteX2" fmla="*/ 7138482 w 7138482"/>
                <a:gd name="connsiteY2" fmla="*/ 4974956 h 4974956"/>
                <a:gd name="connsiteX3" fmla="*/ 1658319 w 7138482"/>
                <a:gd name="connsiteY3" fmla="*/ 3006672 h 4974956"/>
                <a:gd name="connsiteX4" fmla="*/ 0 w 7138482"/>
                <a:gd name="connsiteY4" fmla="*/ 0 h 4974956"/>
                <a:gd name="connsiteX0" fmla="*/ 0 w 7138482"/>
                <a:gd name="connsiteY0" fmla="*/ 0 h 4974956"/>
                <a:gd name="connsiteX1" fmla="*/ 7138482 w 7138482"/>
                <a:gd name="connsiteY1" fmla="*/ 4974956 h 4974956"/>
                <a:gd name="connsiteX2" fmla="*/ 1658319 w 7138482"/>
                <a:gd name="connsiteY2" fmla="*/ 3006672 h 4974956"/>
                <a:gd name="connsiteX3" fmla="*/ 0 w 7138482"/>
                <a:gd name="connsiteY3" fmla="*/ 0 h 4974956"/>
                <a:gd name="connsiteX0" fmla="*/ 0 w 7138482"/>
                <a:gd name="connsiteY0" fmla="*/ 0 h 4974956"/>
                <a:gd name="connsiteX1" fmla="*/ 7138482 w 7138482"/>
                <a:gd name="connsiteY1" fmla="*/ 4974956 h 4974956"/>
                <a:gd name="connsiteX2" fmla="*/ 0 w 7138482"/>
                <a:gd name="connsiteY2" fmla="*/ 0 h 4974956"/>
                <a:gd name="connsiteX0" fmla="*/ 310022 w 7448504"/>
                <a:gd name="connsiteY0" fmla="*/ 0 h 4974956"/>
                <a:gd name="connsiteX1" fmla="*/ 7448504 w 7448504"/>
                <a:gd name="connsiteY1" fmla="*/ 4974956 h 4974956"/>
                <a:gd name="connsiteX2" fmla="*/ 310022 w 7448504"/>
                <a:gd name="connsiteY2" fmla="*/ 0 h 4974956"/>
                <a:gd name="connsiteX0" fmla="*/ 310022 w 7448504"/>
                <a:gd name="connsiteY0" fmla="*/ 0 h 4974956"/>
                <a:gd name="connsiteX1" fmla="*/ 7448504 w 7448504"/>
                <a:gd name="connsiteY1" fmla="*/ 4974956 h 4974956"/>
                <a:gd name="connsiteX2" fmla="*/ 310022 w 7448504"/>
                <a:gd name="connsiteY2" fmla="*/ 0 h 4974956"/>
                <a:gd name="connsiteX0" fmla="*/ 326910 w 7465392"/>
                <a:gd name="connsiteY0" fmla="*/ 0 h 5594316"/>
                <a:gd name="connsiteX1" fmla="*/ 7465392 w 7465392"/>
                <a:gd name="connsiteY1" fmla="*/ 4974956 h 5594316"/>
                <a:gd name="connsiteX2" fmla="*/ 326910 w 7465392"/>
                <a:gd name="connsiteY2" fmla="*/ 0 h 5594316"/>
                <a:gd name="connsiteX0" fmla="*/ 326910 w 7465392"/>
                <a:gd name="connsiteY0" fmla="*/ 0 h 5594316"/>
                <a:gd name="connsiteX1" fmla="*/ 7465392 w 7465392"/>
                <a:gd name="connsiteY1" fmla="*/ 4974956 h 5594316"/>
                <a:gd name="connsiteX2" fmla="*/ 326910 w 7465392"/>
                <a:gd name="connsiteY2" fmla="*/ 0 h 5594316"/>
                <a:gd name="connsiteX0" fmla="*/ 326910 w 7465392"/>
                <a:gd name="connsiteY0" fmla="*/ 35521 h 5629837"/>
                <a:gd name="connsiteX1" fmla="*/ 7465392 w 7465392"/>
                <a:gd name="connsiteY1" fmla="*/ 5010477 h 5629837"/>
                <a:gd name="connsiteX2" fmla="*/ 326910 w 7465392"/>
                <a:gd name="connsiteY2" fmla="*/ 35521 h 5629837"/>
                <a:gd name="connsiteX0" fmla="*/ 326910 w 7669610"/>
                <a:gd name="connsiteY0" fmla="*/ 27477 h 5621793"/>
                <a:gd name="connsiteX1" fmla="*/ 4954666 w 7669610"/>
                <a:gd name="connsiteY1" fmla="*/ 3902055 h 5621793"/>
                <a:gd name="connsiteX2" fmla="*/ 7465392 w 7669610"/>
                <a:gd name="connsiteY2" fmla="*/ 5002433 h 5621793"/>
                <a:gd name="connsiteX3" fmla="*/ 326910 w 7669610"/>
                <a:gd name="connsiteY3" fmla="*/ 27477 h 5621793"/>
                <a:gd name="connsiteX0" fmla="*/ 326910 w 7465393"/>
                <a:gd name="connsiteY0" fmla="*/ 27477 h 5621793"/>
                <a:gd name="connsiteX1" fmla="*/ 4954666 w 7465393"/>
                <a:gd name="connsiteY1" fmla="*/ 3902055 h 5621793"/>
                <a:gd name="connsiteX2" fmla="*/ 7465392 w 7465393"/>
                <a:gd name="connsiteY2" fmla="*/ 5002433 h 5621793"/>
                <a:gd name="connsiteX3" fmla="*/ 326910 w 7465393"/>
                <a:gd name="connsiteY3" fmla="*/ 27477 h 5621793"/>
                <a:gd name="connsiteX0" fmla="*/ 326910 w 7465393"/>
                <a:gd name="connsiteY0" fmla="*/ 27477 h 5621793"/>
                <a:gd name="connsiteX1" fmla="*/ 4954666 w 7465393"/>
                <a:gd name="connsiteY1" fmla="*/ 3902055 h 5621793"/>
                <a:gd name="connsiteX2" fmla="*/ 7465392 w 7465393"/>
                <a:gd name="connsiteY2" fmla="*/ 5002433 h 5621793"/>
                <a:gd name="connsiteX3" fmla="*/ 326910 w 7465393"/>
                <a:gd name="connsiteY3" fmla="*/ 27477 h 5621793"/>
                <a:gd name="connsiteX0" fmla="*/ 326910 w 7465393"/>
                <a:gd name="connsiteY0" fmla="*/ 91665 h 5685981"/>
                <a:gd name="connsiteX1" fmla="*/ 4954666 w 7465393"/>
                <a:gd name="connsiteY1" fmla="*/ 3966243 h 5685981"/>
                <a:gd name="connsiteX2" fmla="*/ 7465392 w 7465393"/>
                <a:gd name="connsiteY2" fmla="*/ 5066621 h 5685981"/>
                <a:gd name="connsiteX3" fmla="*/ 326910 w 7465393"/>
                <a:gd name="connsiteY3" fmla="*/ 91665 h 5685981"/>
                <a:gd name="connsiteX0" fmla="*/ 326910 w 7465393"/>
                <a:gd name="connsiteY0" fmla="*/ 103501 h 5697817"/>
                <a:gd name="connsiteX1" fmla="*/ 4954666 w 7465393"/>
                <a:gd name="connsiteY1" fmla="*/ 3978079 h 5697817"/>
                <a:gd name="connsiteX2" fmla="*/ 7465392 w 7465393"/>
                <a:gd name="connsiteY2" fmla="*/ 5078457 h 5697817"/>
                <a:gd name="connsiteX3" fmla="*/ 326910 w 7465393"/>
                <a:gd name="connsiteY3" fmla="*/ 103501 h 5697817"/>
                <a:gd name="connsiteX0" fmla="*/ 326910 w 7465393"/>
                <a:gd name="connsiteY0" fmla="*/ 103501 h 5697817"/>
                <a:gd name="connsiteX1" fmla="*/ 4954666 w 7465393"/>
                <a:gd name="connsiteY1" fmla="*/ 3978079 h 5697817"/>
                <a:gd name="connsiteX2" fmla="*/ 7465392 w 7465393"/>
                <a:gd name="connsiteY2" fmla="*/ 5078457 h 5697817"/>
                <a:gd name="connsiteX3" fmla="*/ 326910 w 7465393"/>
                <a:gd name="connsiteY3" fmla="*/ 103501 h 5697817"/>
                <a:gd name="connsiteX0" fmla="*/ 307541 w 7446024"/>
                <a:gd name="connsiteY0" fmla="*/ 103501 h 5882602"/>
                <a:gd name="connsiteX1" fmla="*/ 4935297 w 7446024"/>
                <a:gd name="connsiteY1" fmla="*/ 3978079 h 5882602"/>
                <a:gd name="connsiteX2" fmla="*/ 7446023 w 7446024"/>
                <a:gd name="connsiteY2" fmla="*/ 5078457 h 5882602"/>
                <a:gd name="connsiteX3" fmla="*/ 307541 w 7446024"/>
                <a:gd name="connsiteY3" fmla="*/ 103501 h 5882602"/>
                <a:gd name="connsiteX0" fmla="*/ 348748 w 7487231"/>
                <a:gd name="connsiteY0" fmla="*/ 103501 h 5969063"/>
                <a:gd name="connsiteX1" fmla="*/ 4976504 w 7487231"/>
                <a:gd name="connsiteY1" fmla="*/ 3978079 h 5969063"/>
                <a:gd name="connsiteX2" fmla="*/ 7487230 w 7487231"/>
                <a:gd name="connsiteY2" fmla="*/ 5078457 h 5969063"/>
                <a:gd name="connsiteX3" fmla="*/ 348748 w 7487231"/>
                <a:gd name="connsiteY3" fmla="*/ 103501 h 5969063"/>
                <a:gd name="connsiteX0" fmla="*/ 348748 w 7487231"/>
                <a:gd name="connsiteY0" fmla="*/ 103501 h 5947506"/>
                <a:gd name="connsiteX1" fmla="*/ 4976504 w 7487231"/>
                <a:gd name="connsiteY1" fmla="*/ 3978079 h 5947506"/>
                <a:gd name="connsiteX2" fmla="*/ 7487230 w 7487231"/>
                <a:gd name="connsiteY2" fmla="*/ 5078457 h 5947506"/>
                <a:gd name="connsiteX3" fmla="*/ 348748 w 7487231"/>
                <a:gd name="connsiteY3" fmla="*/ 103501 h 5947506"/>
                <a:gd name="connsiteX0" fmla="*/ 348748 w 7487231"/>
                <a:gd name="connsiteY0" fmla="*/ 103501 h 6005387"/>
                <a:gd name="connsiteX1" fmla="*/ 4976504 w 7487231"/>
                <a:gd name="connsiteY1" fmla="*/ 3978079 h 6005387"/>
                <a:gd name="connsiteX2" fmla="*/ 7487230 w 7487231"/>
                <a:gd name="connsiteY2" fmla="*/ 5078457 h 6005387"/>
                <a:gd name="connsiteX3" fmla="*/ 348748 w 7487231"/>
                <a:gd name="connsiteY3" fmla="*/ 103501 h 600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87231" h="6005387">
                  <a:moveTo>
                    <a:pt x="348748" y="103501"/>
                  </a:moveTo>
                  <a:cubicBezTo>
                    <a:pt x="896355" y="-619753"/>
                    <a:pt x="2112940" y="2637476"/>
                    <a:pt x="4976504" y="3978079"/>
                  </a:cubicBezTo>
                  <a:cubicBezTo>
                    <a:pt x="6166251" y="4636756"/>
                    <a:pt x="7488774" y="4114979"/>
                    <a:pt x="7487230" y="5078457"/>
                  </a:cubicBezTo>
                  <a:cubicBezTo>
                    <a:pt x="5175228" y="8176119"/>
                    <a:pt x="-1603784" y="2734713"/>
                    <a:pt x="348748" y="103501"/>
                  </a:cubicBezTo>
                  <a:close/>
                </a:path>
              </a:pathLst>
            </a:custGeom>
            <a:solidFill>
              <a:srgbClr val="FFF56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9EE0ACDD-05C6-41F6-0A94-12A08BE4DC73}"/>
                </a:ext>
              </a:extLst>
            </p:cNvPr>
            <p:cNvSpPr/>
            <p:nvPr/>
          </p:nvSpPr>
          <p:spPr>
            <a:xfrm>
              <a:off x="983389" y="-380392"/>
              <a:ext cx="969396" cy="1292707"/>
            </a:xfrm>
            <a:custGeom>
              <a:avLst/>
              <a:gdLst>
                <a:gd name="connsiteX0" fmla="*/ 0 w 445521"/>
                <a:gd name="connsiteY0" fmla="*/ 0 h 1091394"/>
                <a:gd name="connsiteX1" fmla="*/ 445521 w 445521"/>
                <a:gd name="connsiteY1" fmla="*/ 0 h 1091394"/>
                <a:gd name="connsiteX2" fmla="*/ 445521 w 445521"/>
                <a:gd name="connsiteY2" fmla="*/ 1091394 h 1091394"/>
                <a:gd name="connsiteX3" fmla="*/ 0 w 445521"/>
                <a:gd name="connsiteY3" fmla="*/ 1091394 h 1091394"/>
                <a:gd name="connsiteX4" fmla="*/ 0 w 445521"/>
                <a:gd name="connsiteY4" fmla="*/ 0 h 1091394"/>
                <a:gd name="connsiteX0" fmla="*/ 0 w 1017021"/>
                <a:gd name="connsiteY0" fmla="*/ 85725 h 1091394"/>
                <a:gd name="connsiteX1" fmla="*/ 1017021 w 1017021"/>
                <a:gd name="connsiteY1" fmla="*/ 0 h 1091394"/>
                <a:gd name="connsiteX2" fmla="*/ 1017021 w 1017021"/>
                <a:gd name="connsiteY2" fmla="*/ 1091394 h 1091394"/>
                <a:gd name="connsiteX3" fmla="*/ 571500 w 1017021"/>
                <a:gd name="connsiteY3" fmla="*/ 1091394 h 1091394"/>
                <a:gd name="connsiteX4" fmla="*/ 0 w 1017021"/>
                <a:gd name="connsiteY4" fmla="*/ 85725 h 1091394"/>
                <a:gd name="connsiteX0" fmla="*/ 0 w 1017021"/>
                <a:gd name="connsiteY0" fmla="*/ 85725 h 1091394"/>
                <a:gd name="connsiteX1" fmla="*/ 740796 w 1017021"/>
                <a:gd name="connsiteY1" fmla="*/ 0 h 1091394"/>
                <a:gd name="connsiteX2" fmla="*/ 1017021 w 1017021"/>
                <a:gd name="connsiteY2" fmla="*/ 1091394 h 1091394"/>
                <a:gd name="connsiteX3" fmla="*/ 571500 w 1017021"/>
                <a:gd name="connsiteY3" fmla="*/ 1091394 h 1091394"/>
                <a:gd name="connsiteX4" fmla="*/ 0 w 1017021"/>
                <a:gd name="connsiteY4" fmla="*/ 85725 h 1091394"/>
                <a:gd name="connsiteX0" fmla="*/ 0 w 969396"/>
                <a:gd name="connsiteY0" fmla="*/ 85725 h 1091394"/>
                <a:gd name="connsiteX1" fmla="*/ 740796 w 969396"/>
                <a:gd name="connsiteY1" fmla="*/ 0 h 1091394"/>
                <a:gd name="connsiteX2" fmla="*/ 969396 w 969396"/>
                <a:gd name="connsiteY2" fmla="*/ 834219 h 1091394"/>
                <a:gd name="connsiteX3" fmla="*/ 571500 w 969396"/>
                <a:gd name="connsiteY3" fmla="*/ 1091394 h 1091394"/>
                <a:gd name="connsiteX4" fmla="*/ 0 w 969396"/>
                <a:gd name="connsiteY4" fmla="*/ 85725 h 1091394"/>
                <a:gd name="connsiteX0" fmla="*/ 0 w 969396"/>
                <a:gd name="connsiteY0" fmla="*/ 85725 h 1091394"/>
                <a:gd name="connsiteX1" fmla="*/ 740796 w 969396"/>
                <a:gd name="connsiteY1" fmla="*/ 0 h 1091394"/>
                <a:gd name="connsiteX2" fmla="*/ 969396 w 969396"/>
                <a:gd name="connsiteY2" fmla="*/ 834219 h 1091394"/>
                <a:gd name="connsiteX3" fmla="*/ 571500 w 969396"/>
                <a:gd name="connsiteY3" fmla="*/ 1091394 h 1091394"/>
                <a:gd name="connsiteX4" fmla="*/ 0 w 969396"/>
                <a:gd name="connsiteY4" fmla="*/ 85725 h 1091394"/>
                <a:gd name="connsiteX0" fmla="*/ 0 w 969396"/>
                <a:gd name="connsiteY0" fmla="*/ 85725 h 1091394"/>
                <a:gd name="connsiteX1" fmla="*/ 740796 w 969396"/>
                <a:gd name="connsiteY1" fmla="*/ 0 h 1091394"/>
                <a:gd name="connsiteX2" fmla="*/ 969396 w 969396"/>
                <a:gd name="connsiteY2" fmla="*/ 834219 h 1091394"/>
                <a:gd name="connsiteX3" fmla="*/ 571500 w 969396"/>
                <a:gd name="connsiteY3" fmla="*/ 1091394 h 1091394"/>
                <a:gd name="connsiteX4" fmla="*/ 0 w 969396"/>
                <a:gd name="connsiteY4" fmla="*/ 85725 h 1091394"/>
                <a:gd name="connsiteX0" fmla="*/ 0 w 969396"/>
                <a:gd name="connsiteY0" fmla="*/ 353713 h 1359382"/>
                <a:gd name="connsiteX1" fmla="*/ 343356 w 969396"/>
                <a:gd name="connsiteY1" fmla="*/ 0 h 1359382"/>
                <a:gd name="connsiteX2" fmla="*/ 740796 w 969396"/>
                <a:gd name="connsiteY2" fmla="*/ 267988 h 1359382"/>
                <a:gd name="connsiteX3" fmla="*/ 969396 w 969396"/>
                <a:gd name="connsiteY3" fmla="*/ 1102207 h 1359382"/>
                <a:gd name="connsiteX4" fmla="*/ 571500 w 969396"/>
                <a:gd name="connsiteY4" fmla="*/ 1359382 h 1359382"/>
                <a:gd name="connsiteX5" fmla="*/ 0 w 969396"/>
                <a:gd name="connsiteY5" fmla="*/ 353713 h 1359382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9396" h="1292707">
                  <a:moveTo>
                    <a:pt x="0" y="287038"/>
                  </a:moveTo>
                  <a:cubicBezTo>
                    <a:pt x="22377" y="191359"/>
                    <a:pt x="149529" y="19479"/>
                    <a:pt x="343356" y="0"/>
                  </a:cubicBezTo>
                  <a:cubicBezTo>
                    <a:pt x="542511" y="48054"/>
                    <a:pt x="627366" y="86584"/>
                    <a:pt x="740796" y="201313"/>
                  </a:cubicBezTo>
                  <a:cubicBezTo>
                    <a:pt x="645546" y="736561"/>
                    <a:pt x="921771" y="938434"/>
                    <a:pt x="969396" y="1035532"/>
                  </a:cubicBezTo>
                  <a:lnTo>
                    <a:pt x="571500" y="1292707"/>
                  </a:lnTo>
                  <a:cubicBezTo>
                    <a:pt x="381000" y="957484"/>
                    <a:pt x="485775" y="746086"/>
                    <a:pt x="0" y="287038"/>
                  </a:cubicBezTo>
                  <a:close/>
                </a:path>
              </a:pathLst>
            </a:custGeom>
            <a:gradFill>
              <a:gsLst>
                <a:gs pos="0">
                  <a:sysClr val="windowText" lastClr="000000"/>
                </a:gs>
                <a:gs pos="44037">
                  <a:srgbClr val="FFF561"/>
                </a:gs>
                <a:gs pos="22000">
                  <a:srgbClr val="70AD47"/>
                </a:gs>
              </a:gsLst>
              <a:lin ang="90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AA5DF25D-2ED8-D303-5B51-EC451DF73DE4}"/>
                </a:ext>
              </a:extLst>
            </p:cNvPr>
            <p:cNvSpPr/>
            <p:nvPr/>
          </p:nvSpPr>
          <p:spPr>
            <a:xfrm rot="17182891">
              <a:off x="8519648" y="5422029"/>
              <a:ext cx="403103" cy="382296"/>
            </a:xfrm>
            <a:custGeom>
              <a:avLst/>
              <a:gdLst>
                <a:gd name="connsiteX0" fmla="*/ 0 w 391886"/>
                <a:gd name="connsiteY0" fmla="*/ 191138 h 382275"/>
                <a:gd name="connsiteX1" fmla="*/ 195943 w 391886"/>
                <a:gd name="connsiteY1" fmla="*/ 0 h 382275"/>
                <a:gd name="connsiteX2" fmla="*/ 391886 w 391886"/>
                <a:gd name="connsiteY2" fmla="*/ 191138 h 382275"/>
                <a:gd name="connsiteX3" fmla="*/ 195943 w 391886"/>
                <a:gd name="connsiteY3" fmla="*/ 382276 h 382275"/>
                <a:gd name="connsiteX4" fmla="*/ 0 w 391886"/>
                <a:gd name="connsiteY4" fmla="*/ 191138 h 382275"/>
                <a:gd name="connsiteX0" fmla="*/ 24493 w 220436"/>
                <a:gd name="connsiteY0" fmla="*/ 387589 h 392902"/>
                <a:gd name="connsiteX1" fmla="*/ 24493 w 220436"/>
                <a:gd name="connsiteY1" fmla="*/ 5313 h 392902"/>
                <a:gd name="connsiteX2" fmla="*/ 220436 w 220436"/>
                <a:gd name="connsiteY2" fmla="*/ 196451 h 392902"/>
                <a:gd name="connsiteX3" fmla="*/ 24493 w 220436"/>
                <a:gd name="connsiteY3" fmla="*/ 387589 h 392902"/>
                <a:gd name="connsiteX0" fmla="*/ 39521 w 235464"/>
                <a:gd name="connsiteY0" fmla="*/ 383824 h 386571"/>
                <a:gd name="connsiteX1" fmla="*/ 0 w 235464"/>
                <a:gd name="connsiteY1" fmla="*/ 284579 h 386571"/>
                <a:gd name="connsiteX2" fmla="*/ 39521 w 235464"/>
                <a:gd name="connsiteY2" fmla="*/ 1548 h 386571"/>
                <a:gd name="connsiteX3" fmla="*/ 235464 w 235464"/>
                <a:gd name="connsiteY3" fmla="*/ 192686 h 386571"/>
                <a:gd name="connsiteX4" fmla="*/ 39521 w 235464"/>
                <a:gd name="connsiteY4" fmla="*/ 383824 h 386571"/>
                <a:gd name="connsiteX0" fmla="*/ 70896 w 266839"/>
                <a:gd name="connsiteY0" fmla="*/ 384984 h 387731"/>
                <a:gd name="connsiteX1" fmla="*/ 31375 w 266839"/>
                <a:gd name="connsiteY1" fmla="*/ 285739 h 387731"/>
                <a:gd name="connsiteX2" fmla="*/ 895 w 266839"/>
                <a:gd name="connsiteY2" fmla="*/ 95239 h 387731"/>
                <a:gd name="connsiteX3" fmla="*/ 70896 w 266839"/>
                <a:gd name="connsiteY3" fmla="*/ 2708 h 387731"/>
                <a:gd name="connsiteX4" fmla="*/ 266839 w 266839"/>
                <a:gd name="connsiteY4" fmla="*/ 193846 h 387731"/>
                <a:gd name="connsiteX5" fmla="*/ 70896 w 266839"/>
                <a:gd name="connsiteY5" fmla="*/ 384984 h 387731"/>
                <a:gd name="connsiteX0" fmla="*/ 127818 w 323761"/>
                <a:gd name="connsiteY0" fmla="*/ 384984 h 387731"/>
                <a:gd name="connsiteX1" fmla="*/ 88297 w 323761"/>
                <a:gd name="connsiteY1" fmla="*/ 285739 h 387731"/>
                <a:gd name="connsiteX2" fmla="*/ 57817 w 323761"/>
                <a:gd name="connsiteY2" fmla="*/ 95239 h 387731"/>
                <a:gd name="connsiteX3" fmla="*/ 127818 w 323761"/>
                <a:gd name="connsiteY3" fmla="*/ 2708 h 387731"/>
                <a:gd name="connsiteX4" fmla="*/ 323761 w 323761"/>
                <a:gd name="connsiteY4" fmla="*/ 193846 h 387731"/>
                <a:gd name="connsiteX5" fmla="*/ 127818 w 323761"/>
                <a:gd name="connsiteY5" fmla="*/ 384984 h 387731"/>
                <a:gd name="connsiteX0" fmla="*/ 70001 w 265944"/>
                <a:gd name="connsiteY0" fmla="*/ 384984 h 384984"/>
                <a:gd name="connsiteX1" fmla="*/ 0 w 265944"/>
                <a:gd name="connsiteY1" fmla="*/ 95239 h 384984"/>
                <a:gd name="connsiteX2" fmla="*/ 70001 w 265944"/>
                <a:gd name="connsiteY2" fmla="*/ 2708 h 384984"/>
                <a:gd name="connsiteX3" fmla="*/ 265944 w 265944"/>
                <a:gd name="connsiteY3" fmla="*/ 193846 h 384984"/>
                <a:gd name="connsiteX4" fmla="*/ 70001 w 265944"/>
                <a:gd name="connsiteY4" fmla="*/ 384984 h 384984"/>
                <a:gd name="connsiteX0" fmla="*/ 207161 w 403104"/>
                <a:gd name="connsiteY0" fmla="*/ 382284 h 382296"/>
                <a:gd name="connsiteX1" fmla="*/ 0 w 403104"/>
                <a:gd name="connsiteY1" fmla="*/ 183979 h 382296"/>
                <a:gd name="connsiteX2" fmla="*/ 207161 w 403104"/>
                <a:gd name="connsiteY2" fmla="*/ 8 h 382296"/>
                <a:gd name="connsiteX3" fmla="*/ 403104 w 403104"/>
                <a:gd name="connsiteY3" fmla="*/ 191146 h 382296"/>
                <a:gd name="connsiteX4" fmla="*/ 207161 w 403104"/>
                <a:gd name="connsiteY4" fmla="*/ 382284 h 38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104" h="382296">
                  <a:moveTo>
                    <a:pt x="207161" y="382284"/>
                  </a:moveTo>
                  <a:cubicBezTo>
                    <a:pt x="139977" y="381090"/>
                    <a:pt x="0" y="247692"/>
                    <a:pt x="0" y="183979"/>
                  </a:cubicBezTo>
                  <a:cubicBezTo>
                    <a:pt x="6587" y="136807"/>
                    <a:pt x="139977" y="-1186"/>
                    <a:pt x="207161" y="8"/>
                  </a:cubicBezTo>
                  <a:cubicBezTo>
                    <a:pt x="274345" y="1202"/>
                    <a:pt x="403104" y="85583"/>
                    <a:pt x="403104" y="191146"/>
                  </a:cubicBezTo>
                  <a:cubicBezTo>
                    <a:pt x="403104" y="296709"/>
                    <a:pt x="274345" y="383478"/>
                    <a:pt x="207161" y="382284"/>
                  </a:cubicBezTo>
                  <a:close/>
                </a:path>
              </a:pathLst>
            </a:custGeom>
            <a:gradFill>
              <a:gsLst>
                <a:gs pos="48000">
                  <a:sysClr val="windowText" lastClr="000000"/>
                </a:gs>
                <a:gs pos="98000">
                  <a:srgbClr val="70AD47"/>
                </a:gs>
              </a:gsLst>
              <a:lin ang="132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D69A9C2-D8CE-48A9-54A7-E8C8EA834A15}"/>
                </a:ext>
              </a:extLst>
            </p:cNvPr>
            <p:cNvSpPr/>
            <p:nvPr/>
          </p:nvSpPr>
          <p:spPr>
            <a:xfrm>
              <a:off x="1952786" y="1766806"/>
              <a:ext cx="6261316" cy="3970330"/>
            </a:xfrm>
            <a:custGeom>
              <a:avLst/>
              <a:gdLst>
                <a:gd name="connsiteX0" fmla="*/ 0 w 6261316"/>
                <a:gd name="connsiteY0" fmla="*/ 0 h 3967566"/>
                <a:gd name="connsiteX1" fmla="*/ 6261316 w 6261316"/>
                <a:gd name="connsiteY1" fmla="*/ 3967566 h 3967566"/>
                <a:gd name="connsiteX2" fmla="*/ 6261316 w 6261316"/>
                <a:gd name="connsiteY2" fmla="*/ 3967566 h 3967566"/>
                <a:gd name="connsiteX0" fmla="*/ 0 w 6261316"/>
                <a:gd name="connsiteY0" fmla="*/ 0 h 3967566"/>
                <a:gd name="connsiteX1" fmla="*/ 6261316 w 6261316"/>
                <a:gd name="connsiteY1" fmla="*/ 3967566 h 3967566"/>
                <a:gd name="connsiteX2" fmla="*/ 6261316 w 6261316"/>
                <a:gd name="connsiteY2" fmla="*/ 3967566 h 3967566"/>
                <a:gd name="connsiteX0" fmla="*/ 0 w 6261316"/>
                <a:gd name="connsiteY0" fmla="*/ 0 h 4014006"/>
                <a:gd name="connsiteX1" fmla="*/ 6261316 w 6261316"/>
                <a:gd name="connsiteY1" fmla="*/ 3967566 h 4014006"/>
                <a:gd name="connsiteX2" fmla="*/ 6261316 w 6261316"/>
                <a:gd name="connsiteY2" fmla="*/ 3967566 h 4014006"/>
                <a:gd name="connsiteX0" fmla="*/ 0 w 6261316"/>
                <a:gd name="connsiteY0" fmla="*/ 0 h 4014006"/>
                <a:gd name="connsiteX1" fmla="*/ 6261316 w 6261316"/>
                <a:gd name="connsiteY1" fmla="*/ 3967566 h 4014006"/>
                <a:gd name="connsiteX2" fmla="*/ 6261316 w 6261316"/>
                <a:gd name="connsiteY2" fmla="*/ 3874576 h 4014006"/>
                <a:gd name="connsiteX0" fmla="*/ 0 w 6261316"/>
                <a:gd name="connsiteY0" fmla="*/ 0 h 4014006"/>
                <a:gd name="connsiteX1" fmla="*/ 6261316 w 6261316"/>
                <a:gd name="connsiteY1" fmla="*/ 3967566 h 4014006"/>
                <a:gd name="connsiteX0" fmla="*/ 0 w 6261316"/>
                <a:gd name="connsiteY0" fmla="*/ 0 h 3938635"/>
                <a:gd name="connsiteX1" fmla="*/ 6261316 w 6261316"/>
                <a:gd name="connsiteY1" fmla="*/ 3890075 h 3938635"/>
                <a:gd name="connsiteX0" fmla="*/ 0 w 6261316"/>
                <a:gd name="connsiteY0" fmla="*/ 0 h 3980397"/>
                <a:gd name="connsiteX1" fmla="*/ 6261316 w 6261316"/>
                <a:gd name="connsiteY1" fmla="*/ 3890075 h 3980397"/>
                <a:gd name="connsiteX0" fmla="*/ 0 w 6261316"/>
                <a:gd name="connsiteY0" fmla="*/ 0 h 3970330"/>
                <a:gd name="connsiteX1" fmla="*/ 6261316 w 6261316"/>
                <a:gd name="connsiteY1" fmla="*/ 3890075 h 3970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61316" h="3970330">
                  <a:moveTo>
                    <a:pt x="0" y="0"/>
                  </a:moveTo>
                  <a:cubicBezTo>
                    <a:pt x="1188203" y="2686373"/>
                    <a:pt x="3445791" y="4365356"/>
                    <a:pt x="6261316" y="3890075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4">
              <a:extLst>
                <a:ext uri="{FF2B5EF4-FFF2-40B4-BE49-F238E27FC236}">
                  <a16:creationId xmlns:a16="http://schemas.microsoft.com/office/drawing/2014/main" id="{B674F208-0F6A-CA8C-C1A7-F232CCAFADB9}"/>
                </a:ext>
              </a:extLst>
            </p:cNvPr>
            <p:cNvSpPr/>
            <p:nvPr/>
          </p:nvSpPr>
          <p:spPr>
            <a:xfrm>
              <a:off x="1546697" y="580296"/>
              <a:ext cx="498862" cy="631502"/>
            </a:xfrm>
            <a:custGeom>
              <a:avLst/>
              <a:gdLst>
                <a:gd name="connsiteX0" fmla="*/ 0 w 391886"/>
                <a:gd name="connsiteY0" fmla="*/ 191138 h 382275"/>
                <a:gd name="connsiteX1" fmla="*/ 195943 w 391886"/>
                <a:gd name="connsiteY1" fmla="*/ 0 h 382275"/>
                <a:gd name="connsiteX2" fmla="*/ 391886 w 391886"/>
                <a:gd name="connsiteY2" fmla="*/ 191138 h 382275"/>
                <a:gd name="connsiteX3" fmla="*/ 195943 w 391886"/>
                <a:gd name="connsiteY3" fmla="*/ 382276 h 382275"/>
                <a:gd name="connsiteX4" fmla="*/ 0 w 391886"/>
                <a:gd name="connsiteY4" fmla="*/ 191138 h 382275"/>
                <a:gd name="connsiteX0" fmla="*/ 24493 w 220436"/>
                <a:gd name="connsiteY0" fmla="*/ 387589 h 392902"/>
                <a:gd name="connsiteX1" fmla="*/ 24493 w 220436"/>
                <a:gd name="connsiteY1" fmla="*/ 5313 h 392902"/>
                <a:gd name="connsiteX2" fmla="*/ 220436 w 220436"/>
                <a:gd name="connsiteY2" fmla="*/ 196451 h 392902"/>
                <a:gd name="connsiteX3" fmla="*/ 24493 w 220436"/>
                <a:gd name="connsiteY3" fmla="*/ 387589 h 392902"/>
                <a:gd name="connsiteX0" fmla="*/ 39521 w 235464"/>
                <a:gd name="connsiteY0" fmla="*/ 383824 h 386571"/>
                <a:gd name="connsiteX1" fmla="*/ 0 w 235464"/>
                <a:gd name="connsiteY1" fmla="*/ 284579 h 386571"/>
                <a:gd name="connsiteX2" fmla="*/ 39521 w 235464"/>
                <a:gd name="connsiteY2" fmla="*/ 1548 h 386571"/>
                <a:gd name="connsiteX3" fmla="*/ 235464 w 235464"/>
                <a:gd name="connsiteY3" fmla="*/ 192686 h 386571"/>
                <a:gd name="connsiteX4" fmla="*/ 39521 w 235464"/>
                <a:gd name="connsiteY4" fmla="*/ 383824 h 386571"/>
                <a:gd name="connsiteX0" fmla="*/ 70896 w 266839"/>
                <a:gd name="connsiteY0" fmla="*/ 384984 h 387731"/>
                <a:gd name="connsiteX1" fmla="*/ 31375 w 266839"/>
                <a:gd name="connsiteY1" fmla="*/ 285739 h 387731"/>
                <a:gd name="connsiteX2" fmla="*/ 895 w 266839"/>
                <a:gd name="connsiteY2" fmla="*/ 95239 h 387731"/>
                <a:gd name="connsiteX3" fmla="*/ 70896 w 266839"/>
                <a:gd name="connsiteY3" fmla="*/ 2708 h 387731"/>
                <a:gd name="connsiteX4" fmla="*/ 266839 w 266839"/>
                <a:gd name="connsiteY4" fmla="*/ 193846 h 387731"/>
                <a:gd name="connsiteX5" fmla="*/ 70896 w 266839"/>
                <a:gd name="connsiteY5" fmla="*/ 384984 h 387731"/>
                <a:gd name="connsiteX0" fmla="*/ 127818 w 323761"/>
                <a:gd name="connsiteY0" fmla="*/ 384984 h 387731"/>
                <a:gd name="connsiteX1" fmla="*/ 88297 w 323761"/>
                <a:gd name="connsiteY1" fmla="*/ 285739 h 387731"/>
                <a:gd name="connsiteX2" fmla="*/ 57817 w 323761"/>
                <a:gd name="connsiteY2" fmla="*/ 95239 h 387731"/>
                <a:gd name="connsiteX3" fmla="*/ 127818 w 323761"/>
                <a:gd name="connsiteY3" fmla="*/ 2708 h 387731"/>
                <a:gd name="connsiteX4" fmla="*/ 323761 w 323761"/>
                <a:gd name="connsiteY4" fmla="*/ 193846 h 387731"/>
                <a:gd name="connsiteX5" fmla="*/ 127818 w 323761"/>
                <a:gd name="connsiteY5" fmla="*/ 384984 h 387731"/>
                <a:gd name="connsiteX0" fmla="*/ 70001 w 265944"/>
                <a:gd name="connsiteY0" fmla="*/ 384984 h 384984"/>
                <a:gd name="connsiteX1" fmla="*/ 0 w 265944"/>
                <a:gd name="connsiteY1" fmla="*/ 95239 h 384984"/>
                <a:gd name="connsiteX2" fmla="*/ 70001 w 265944"/>
                <a:gd name="connsiteY2" fmla="*/ 2708 h 384984"/>
                <a:gd name="connsiteX3" fmla="*/ 265944 w 265944"/>
                <a:gd name="connsiteY3" fmla="*/ 193846 h 384984"/>
                <a:gd name="connsiteX4" fmla="*/ 70001 w 265944"/>
                <a:gd name="connsiteY4" fmla="*/ 384984 h 384984"/>
                <a:gd name="connsiteX0" fmla="*/ 207161 w 403104"/>
                <a:gd name="connsiteY0" fmla="*/ 382284 h 382296"/>
                <a:gd name="connsiteX1" fmla="*/ 0 w 403104"/>
                <a:gd name="connsiteY1" fmla="*/ 183979 h 382296"/>
                <a:gd name="connsiteX2" fmla="*/ 207161 w 403104"/>
                <a:gd name="connsiteY2" fmla="*/ 8 h 382296"/>
                <a:gd name="connsiteX3" fmla="*/ 403104 w 403104"/>
                <a:gd name="connsiteY3" fmla="*/ 191146 h 382296"/>
                <a:gd name="connsiteX4" fmla="*/ 207161 w 403104"/>
                <a:gd name="connsiteY4" fmla="*/ 382284 h 38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104" h="382296">
                  <a:moveTo>
                    <a:pt x="207161" y="382284"/>
                  </a:moveTo>
                  <a:cubicBezTo>
                    <a:pt x="139977" y="381090"/>
                    <a:pt x="0" y="247692"/>
                    <a:pt x="0" y="183979"/>
                  </a:cubicBezTo>
                  <a:cubicBezTo>
                    <a:pt x="6587" y="136807"/>
                    <a:pt x="139977" y="-1186"/>
                    <a:pt x="207161" y="8"/>
                  </a:cubicBezTo>
                  <a:cubicBezTo>
                    <a:pt x="274345" y="1202"/>
                    <a:pt x="403104" y="85583"/>
                    <a:pt x="403104" y="191146"/>
                  </a:cubicBezTo>
                  <a:cubicBezTo>
                    <a:pt x="403104" y="296709"/>
                    <a:pt x="274345" y="383478"/>
                    <a:pt x="207161" y="382284"/>
                  </a:cubicBezTo>
                  <a:close/>
                </a:path>
              </a:pathLst>
            </a:custGeom>
            <a:solidFill>
              <a:srgbClr val="FFF56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F0579C4-CFE8-1B26-DFBF-3D5994E58AF9}"/>
              </a:ext>
            </a:extLst>
          </p:cNvPr>
          <p:cNvGrpSpPr/>
          <p:nvPr/>
        </p:nvGrpSpPr>
        <p:grpSpPr>
          <a:xfrm>
            <a:off x="5507304" y="1292771"/>
            <a:ext cx="4503023" cy="3981524"/>
            <a:chOff x="983389" y="-380392"/>
            <a:chExt cx="7928959" cy="7010698"/>
          </a:xfrm>
          <a:solidFill>
            <a:schemeClr val="bg1"/>
          </a:solidFill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4F97452A-03C9-CC4F-71F7-B15903ADECD8}"/>
                </a:ext>
              </a:extLst>
            </p:cNvPr>
            <p:cNvSpPr/>
            <p:nvPr/>
          </p:nvSpPr>
          <p:spPr>
            <a:xfrm>
              <a:off x="1284810" y="624919"/>
              <a:ext cx="7487231" cy="6005387"/>
            </a:xfrm>
            <a:custGeom>
              <a:avLst/>
              <a:gdLst>
                <a:gd name="connsiteX0" fmla="*/ 0 w 303729"/>
                <a:gd name="connsiteY0" fmla="*/ 0 h 449451"/>
                <a:gd name="connsiteX1" fmla="*/ 303729 w 303729"/>
                <a:gd name="connsiteY1" fmla="*/ 0 h 449451"/>
                <a:gd name="connsiteX2" fmla="*/ 303729 w 303729"/>
                <a:gd name="connsiteY2" fmla="*/ 449451 h 449451"/>
                <a:gd name="connsiteX3" fmla="*/ 0 w 303729"/>
                <a:gd name="connsiteY3" fmla="*/ 449451 h 449451"/>
                <a:gd name="connsiteX4" fmla="*/ 0 w 303729"/>
                <a:gd name="connsiteY4" fmla="*/ 0 h 449451"/>
                <a:gd name="connsiteX0" fmla="*/ 0 w 5480163"/>
                <a:gd name="connsiteY0" fmla="*/ 0 h 2417735"/>
                <a:gd name="connsiteX1" fmla="*/ 303729 w 5480163"/>
                <a:gd name="connsiteY1" fmla="*/ 0 h 2417735"/>
                <a:gd name="connsiteX2" fmla="*/ 5480163 w 5480163"/>
                <a:gd name="connsiteY2" fmla="*/ 2417735 h 2417735"/>
                <a:gd name="connsiteX3" fmla="*/ 0 w 5480163"/>
                <a:gd name="connsiteY3" fmla="*/ 449451 h 2417735"/>
                <a:gd name="connsiteX4" fmla="*/ 0 w 5480163"/>
                <a:gd name="connsiteY4" fmla="*/ 0 h 2417735"/>
                <a:gd name="connsiteX0" fmla="*/ 0 w 7138482"/>
                <a:gd name="connsiteY0" fmla="*/ 0 h 4974956"/>
                <a:gd name="connsiteX1" fmla="*/ 1962048 w 7138482"/>
                <a:gd name="connsiteY1" fmla="*/ 2557221 h 4974956"/>
                <a:gd name="connsiteX2" fmla="*/ 7138482 w 7138482"/>
                <a:gd name="connsiteY2" fmla="*/ 4974956 h 4974956"/>
                <a:gd name="connsiteX3" fmla="*/ 1658319 w 7138482"/>
                <a:gd name="connsiteY3" fmla="*/ 3006672 h 4974956"/>
                <a:gd name="connsiteX4" fmla="*/ 0 w 7138482"/>
                <a:gd name="connsiteY4" fmla="*/ 0 h 4974956"/>
                <a:gd name="connsiteX0" fmla="*/ 0 w 7138482"/>
                <a:gd name="connsiteY0" fmla="*/ 0 h 4974956"/>
                <a:gd name="connsiteX1" fmla="*/ 7138482 w 7138482"/>
                <a:gd name="connsiteY1" fmla="*/ 4974956 h 4974956"/>
                <a:gd name="connsiteX2" fmla="*/ 1658319 w 7138482"/>
                <a:gd name="connsiteY2" fmla="*/ 3006672 h 4974956"/>
                <a:gd name="connsiteX3" fmla="*/ 0 w 7138482"/>
                <a:gd name="connsiteY3" fmla="*/ 0 h 4974956"/>
                <a:gd name="connsiteX0" fmla="*/ 0 w 7138482"/>
                <a:gd name="connsiteY0" fmla="*/ 0 h 4974956"/>
                <a:gd name="connsiteX1" fmla="*/ 7138482 w 7138482"/>
                <a:gd name="connsiteY1" fmla="*/ 4974956 h 4974956"/>
                <a:gd name="connsiteX2" fmla="*/ 0 w 7138482"/>
                <a:gd name="connsiteY2" fmla="*/ 0 h 4974956"/>
                <a:gd name="connsiteX0" fmla="*/ 310022 w 7448504"/>
                <a:gd name="connsiteY0" fmla="*/ 0 h 4974956"/>
                <a:gd name="connsiteX1" fmla="*/ 7448504 w 7448504"/>
                <a:gd name="connsiteY1" fmla="*/ 4974956 h 4974956"/>
                <a:gd name="connsiteX2" fmla="*/ 310022 w 7448504"/>
                <a:gd name="connsiteY2" fmla="*/ 0 h 4974956"/>
                <a:gd name="connsiteX0" fmla="*/ 310022 w 7448504"/>
                <a:gd name="connsiteY0" fmla="*/ 0 h 4974956"/>
                <a:gd name="connsiteX1" fmla="*/ 7448504 w 7448504"/>
                <a:gd name="connsiteY1" fmla="*/ 4974956 h 4974956"/>
                <a:gd name="connsiteX2" fmla="*/ 310022 w 7448504"/>
                <a:gd name="connsiteY2" fmla="*/ 0 h 4974956"/>
                <a:gd name="connsiteX0" fmla="*/ 326910 w 7465392"/>
                <a:gd name="connsiteY0" fmla="*/ 0 h 5594316"/>
                <a:gd name="connsiteX1" fmla="*/ 7465392 w 7465392"/>
                <a:gd name="connsiteY1" fmla="*/ 4974956 h 5594316"/>
                <a:gd name="connsiteX2" fmla="*/ 326910 w 7465392"/>
                <a:gd name="connsiteY2" fmla="*/ 0 h 5594316"/>
                <a:gd name="connsiteX0" fmla="*/ 326910 w 7465392"/>
                <a:gd name="connsiteY0" fmla="*/ 0 h 5594316"/>
                <a:gd name="connsiteX1" fmla="*/ 7465392 w 7465392"/>
                <a:gd name="connsiteY1" fmla="*/ 4974956 h 5594316"/>
                <a:gd name="connsiteX2" fmla="*/ 326910 w 7465392"/>
                <a:gd name="connsiteY2" fmla="*/ 0 h 5594316"/>
                <a:gd name="connsiteX0" fmla="*/ 326910 w 7465392"/>
                <a:gd name="connsiteY0" fmla="*/ 35521 h 5629837"/>
                <a:gd name="connsiteX1" fmla="*/ 7465392 w 7465392"/>
                <a:gd name="connsiteY1" fmla="*/ 5010477 h 5629837"/>
                <a:gd name="connsiteX2" fmla="*/ 326910 w 7465392"/>
                <a:gd name="connsiteY2" fmla="*/ 35521 h 5629837"/>
                <a:gd name="connsiteX0" fmla="*/ 326910 w 7669610"/>
                <a:gd name="connsiteY0" fmla="*/ 27477 h 5621793"/>
                <a:gd name="connsiteX1" fmla="*/ 4954666 w 7669610"/>
                <a:gd name="connsiteY1" fmla="*/ 3902055 h 5621793"/>
                <a:gd name="connsiteX2" fmla="*/ 7465392 w 7669610"/>
                <a:gd name="connsiteY2" fmla="*/ 5002433 h 5621793"/>
                <a:gd name="connsiteX3" fmla="*/ 326910 w 7669610"/>
                <a:gd name="connsiteY3" fmla="*/ 27477 h 5621793"/>
                <a:gd name="connsiteX0" fmla="*/ 326910 w 7465393"/>
                <a:gd name="connsiteY0" fmla="*/ 27477 h 5621793"/>
                <a:gd name="connsiteX1" fmla="*/ 4954666 w 7465393"/>
                <a:gd name="connsiteY1" fmla="*/ 3902055 h 5621793"/>
                <a:gd name="connsiteX2" fmla="*/ 7465392 w 7465393"/>
                <a:gd name="connsiteY2" fmla="*/ 5002433 h 5621793"/>
                <a:gd name="connsiteX3" fmla="*/ 326910 w 7465393"/>
                <a:gd name="connsiteY3" fmla="*/ 27477 h 5621793"/>
                <a:gd name="connsiteX0" fmla="*/ 326910 w 7465393"/>
                <a:gd name="connsiteY0" fmla="*/ 27477 h 5621793"/>
                <a:gd name="connsiteX1" fmla="*/ 4954666 w 7465393"/>
                <a:gd name="connsiteY1" fmla="*/ 3902055 h 5621793"/>
                <a:gd name="connsiteX2" fmla="*/ 7465392 w 7465393"/>
                <a:gd name="connsiteY2" fmla="*/ 5002433 h 5621793"/>
                <a:gd name="connsiteX3" fmla="*/ 326910 w 7465393"/>
                <a:gd name="connsiteY3" fmla="*/ 27477 h 5621793"/>
                <a:gd name="connsiteX0" fmla="*/ 326910 w 7465393"/>
                <a:gd name="connsiteY0" fmla="*/ 91665 h 5685981"/>
                <a:gd name="connsiteX1" fmla="*/ 4954666 w 7465393"/>
                <a:gd name="connsiteY1" fmla="*/ 3966243 h 5685981"/>
                <a:gd name="connsiteX2" fmla="*/ 7465392 w 7465393"/>
                <a:gd name="connsiteY2" fmla="*/ 5066621 h 5685981"/>
                <a:gd name="connsiteX3" fmla="*/ 326910 w 7465393"/>
                <a:gd name="connsiteY3" fmla="*/ 91665 h 5685981"/>
                <a:gd name="connsiteX0" fmla="*/ 326910 w 7465393"/>
                <a:gd name="connsiteY0" fmla="*/ 103501 h 5697817"/>
                <a:gd name="connsiteX1" fmla="*/ 4954666 w 7465393"/>
                <a:gd name="connsiteY1" fmla="*/ 3978079 h 5697817"/>
                <a:gd name="connsiteX2" fmla="*/ 7465392 w 7465393"/>
                <a:gd name="connsiteY2" fmla="*/ 5078457 h 5697817"/>
                <a:gd name="connsiteX3" fmla="*/ 326910 w 7465393"/>
                <a:gd name="connsiteY3" fmla="*/ 103501 h 5697817"/>
                <a:gd name="connsiteX0" fmla="*/ 326910 w 7465393"/>
                <a:gd name="connsiteY0" fmla="*/ 103501 h 5697817"/>
                <a:gd name="connsiteX1" fmla="*/ 4954666 w 7465393"/>
                <a:gd name="connsiteY1" fmla="*/ 3978079 h 5697817"/>
                <a:gd name="connsiteX2" fmla="*/ 7465392 w 7465393"/>
                <a:gd name="connsiteY2" fmla="*/ 5078457 h 5697817"/>
                <a:gd name="connsiteX3" fmla="*/ 326910 w 7465393"/>
                <a:gd name="connsiteY3" fmla="*/ 103501 h 5697817"/>
                <a:gd name="connsiteX0" fmla="*/ 307541 w 7446024"/>
                <a:gd name="connsiteY0" fmla="*/ 103501 h 5882602"/>
                <a:gd name="connsiteX1" fmla="*/ 4935297 w 7446024"/>
                <a:gd name="connsiteY1" fmla="*/ 3978079 h 5882602"/>
                <a:gd name="connsiteX2" fmla="*/ 7446023 w 7446024"/>
                <a:gd name="connsiteY2" fmla="*/ 5078457 h 5882602"/>
                <a:gd name="connsiteX3" fmla="*/ 307541 w 7446024"/>
                <a:gd name="connsiteY3" fmla="*/ 103501 h 5882602"/>
                <a:gd name="connsiteX0" fmla="*/ 348748 w 7487231"/>
                <a:gd name="connsiteY0" fmla="*/ 103501 h 5969063"/>
                <a:gd name="connsiteX1" fmla="*/ 4976504 w 7487231"/>
                <a:gd name="connsiteY1" fmla="*/ 3978079 h 5969063"/>
                <a:gd name="connsiteX2" fmla="*/ 7487230 w 7487231"/>
                <a:gd name="connsiteY2" fmla="*/ 5078457 h 5969063"/>
                <a:gd name="connsiteX3" fmla="*/ 348748 w 7487231"/>
                <a:gd name="connsiteY3" fmla="*/ 103501 h 5969063"/>
                <a:gd name="connsiteX0" fmla="*/ 348748 w 7487231"/>
                <a:gd name="connsiteY0" fmla="*/ 103501 h 5947506"/>
                <a:gd name="connsiteX1" fmla="*/ 4976504 w 7487231"/>
                <a:gd name="connsiteY1" fmla="*/ 3978079 h 5947506"/>
                <a:gd name="connsiteX2" fmla="*/ 7487230 w 7487231"/>
                <a:gd name="connsiteY2" fmla="*/ 5078457 h 5947506"/>
                <a:gd name="connsiteX3" fmla="*/ 348748 w 7487231"/>
                <a:gd name="connsiteY3" fmla="*/ 103501 h 5947506"/>
                <a:gd name="connsiteX0" fmla="*/ 348748 w 7487231"/>
                <a:gd name="connsiteY0" fmla="*/ 103501 h 6005387"/>
                <a:gd name="connsiteX1" fmla="*/ 4976504 w 7487231"/>
                <a:gd name="connsiteY1" fmla="*/ 3978079 h 6005387"/>
                <a:gd name="connsiteX2" fmla="*/ 7487230 w 7487231"/>
                <a:gd name="connsiteY2" fmla="*/ 5078457 h 6005387"/>
                <a:gd name="connsiteX3" fmla="*/ 348748 w 7487231"/>
                <a:gd name="connsiteY3" fmla="*/ 103501 h 600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87231" h="6005387">
                  <a:moveTo>
                    <a:pt x="348748" y="103501"/>
                  </a:moveTo>
                  <a:cubicBezTo>
                    <a:pt x="896355" y="-619753"/>
                    <a:pt x="2112940" y="2637476"/>
                    <a:pt x="4976504" y="3978079"/>
                  </a:cubicBezTo>
                  <a:cubicBezTo>
                    <a:pt x="6166251" y="4636756"/>
                    <a:pt x="7488774" y="4114979"/>
                    <a:pt x="7487230" y="5078457"/>
                  </a:cubicBezTo>
                  <a:cubicBezTo>
                    <a:pt x="5175228" y="8176119"/>
                    <a:pt x="-1603784" y="2734713"/>
                    <a:pt x="348748" y="10350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2">
              <a:extLst>
                <a:ext uri="{FF2B5EF4-FFF2-40B4-BE49-F238E27FC236}">
                  <a16:creationId xmlns:a16="http://schemas.microsoft.com/office/drawing/2014/main" id="{5B65C44B-D234-E88D-EC3F-704CE39AA86F}"/>
                </a:ext>
              </a:extLst>
            </p:cNvPr>
            <p:cNvSpPr/>
            <p:nvPr/>
          </p:nvSpPr>
          <p:spPr>
            <a:xfrm>
              <a:off x="983389" y="-380392"/>
              <a:ext cx="969396" cy="1292707"/>
            </a:xfrm>
            <a:custGeom>
              <a:avLst/>
              <a:gdLst>
                <a:gd name="connsiteX0" fmla="*/ 0 w 445521"/>
                <a:gd name="connsiteY0" fmla="*/ 0 h 1091394"/>
                <a:gd name="connsiteX1" fmla="*/ 445521 w 445521"/>
                <a:gd name="connsiteY1" fmla="*/ 0 h 1091394"/>
                <a:gd name="connsiteX2" fmla="*/ 445521 w 445521"/>
                <a:gd name="connsiteY2" fmla="*/ 1091394 h 1091394"/>
                <a:gd name="connsiteX3" fmla="*/ 0 w 445521"/>
                <a:gd name="connsiteY3" fmla="*/ 1091394 h 1091394"/>
                <a:gd name="connsiteX4" fmla="*/ 0 w 445521"/>
                <a:gd name="connsiteY4" fmla="*/ 0 h 1091394"/>
                <a:gd name="connsiteX0" fmla="*/ 0 w 1017021"/>
                <a:gd name="connsiteY0" fmla="*/ 85725 h 1091394"/>
                <a:gd name="connsiteX1" fmla="*/ 1017021 w 1017021"/>
                <a:gd name="connsiteY1" fmla="*/ 0 h 1091394"/>
                <a:gd name="connsiteX2" fmla="*/ 1017021 w 1017021"/>
                <a:gd name="connsiteY2" fmla="*/ 1091394 h 1091394"/>
                <a:gd name="connsiteX3" fmla="*/ 571500 w 1017021"/>
                <a:gd name="connsiteY3" fmla="*/ 1091394 h 1091394"/>
                <a:gd name="connsiteX4" fmla="*/ 0 w 1017021"/>
                <a:gd name="connsiteY4" fmla="*/ 85725 h 1091394"/>
                <a:gd name="connsiteX0" fmla="*/ 0 w 1017021"/>
                <a:gd name="connsiteY0" fmla="*/ 85725 h 1091394"/>
                <a:gd name="connsiteX1" fmla="*/ 740796 w 1017021"/>
                <a:gd name="connsiteY1" fmla="*/ 0 h 1091394"/>
                <a:gd name="connsiteX2" fmla="*/ 1017021 w 1017021"/>
                <a:gd name="connsiteY2" fmla="*/ 1091394 h 1091394"/>
                <a:gd name="connsiteX3" fmla="*/ 571500 w 1017021"/>
                <a:gd name="connsiteY3" fmla="*/ 1091394 h 1091394"/>
                <a:gd name="connsiteX4" fmla="*/ 0 w 1017021"/>
                <a:gd name="connsiteY4" fmla="*/ 85725 h 1091394"/>
                <a:gd name="connsiteX0" fmla="*/ 0 w 969396"/>
                <a:gd name="connsiteY0" fmla="*/ 85725 h 1091394"/>
                <a:gd name="connsiteX1" fmla="*/ 740796 w 969396"/>
                <a:gd name="connsiteY1" fmla="*/ 0 h 1091394"/>
                <a:gd name="connsiteX2" fmla="*/ 969396 w 969396"/>
                <a:gd name="connsiteY2" fmla="*/ 834219 h 1091394"/>
                <a:gd name="connsiteX3" fmla="*/ 571500 w 969396"/>
                <a:gd name="connsiteY3" fmla="*/ 1091394 h 1091394"/>
                <a:gd name="connsiteX4" fmla="*/ 0 w 969396"/>
                <a:gd name="connsiteY4" fmla="*/ 85725 h 1091394"/>
                <a:gd name="connsiteX0" fmla="*/ 0 w 969396"/>
                <a:gd name="connsiteY0" fmla="*/ 85725 h 1091394"/>
                <a:gd name="connsiteX1" fmla="*/ 740796 w 969396"/>
                <a:gd name="connsiteY1" fmla="*/ 0 h 1091394"/>
                <a:gd name="connsiteX2" fmla="*/ 969396 w 969396"/>
                <a:gd name="connsiteY2" fmla="*/ 834219 h 1091394"/>
                <a:gd name="connsiteX3" fmla="*/ 571500 w 969396"/>
                <a:gd name="connsiteY3" fmla="*/ 1091394 h 1091394"/>
                <a:gd name="connsiteX4" fmla="*/ 0 w 969396"/>
                <a:gd name="connsiteY4" fmla="*/ 85725 h 1091394"/>
                <a:gd name="connsiteX0" fmla="*/ 0 w 969396"/>
                <a:gd name="connsiteY0" fmla="*/ 85725 h 1091394"/>
                <a:gd name="connsiteX1" fmla="*/ 740796 w 969396"/>
                <a:gd name="connsiteY1" fmla="*/ 0 h 1091394"/>
                <a:gd name="connsiteX2" fmla="*/ 969396 w 969396"/>
                <a:gd name="connsiteY2" fmla="*/ 834219 h 1091394"/>
                <a:gd name="connsiteX3" fmla="*/ 571500 w 969396"/>
                <a:gd name="connsiteY3" fmla="*/ 1091394 h 1091394"/>
                <a:gd name="connsiteX4" fmla="*/ 0 w 969396"/>
                <a:gd name="connsiteY4" fmla="*/ 85725 h 1091394"/>
                <a:gd name="connsiteX0" fmla="*/ 0 w 969396"/>
                <a:gd name="connsiteY0" fmla="*/ 353713 h 1359382"/>
                <a:gd name="connsiteX1" fmla="*/ 343356 w 969396"/>
                <a:gd name="connsiteY1" fmla="*/ 0 h 1359382"/>
                <a:gd name="connsiteX2" fmla="*/ 740796 w 969396"/>
                <a:gd name="connsiteY2" fmla="*/ 267988 h 1359382"/>
                <a:gd name="connsiteX3" fmla="*/ 969396 w 969396"/>
                <a:gd name="connsiteY3" fmla="*/ 1102207 h 1359382"/>
                <a:gd name="connsiteX4" fmla="*/ 571500 w 969396"/>
                <a:gd name="connsiteY4" fmla="*/ 1359382 h 1359382"/>
                <a:gd name="connsiteX5" fmla="*/ 0 w 969396"/>
                <a:gd name="connsiteY5" fmla="*/ 353713 h 1359382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9396" h="1292707">
                  <a:moveTo>
                    <a:pt x="0" y="287038"/>
                  </a:moveTo>
                  <a:cubicBezTo>
                    <a:pt x="22377" y="191359"/>
                    <a:pt x="149529" y="19479"/>
                    <a:pt x="343356" y="0"/>
                  </a:cubicBezTo>
                  <a:cubicBezTo>
                    <a:pt x="542511" y="48054"/>
                    <a:pt x="627366" y="86584"/>
                    <a:pt x="740796" y="201313"/>
                  </a:cubicBezTo>
                  <a:cubicBezTo>
                    <a:pt x="645546" y="736561"/>
                    <a:pt x="921771" y="938434"/>
                    <a:pt x="969396" y="1035532"/>
                  </a:cubicBezTo>
                  <a:lnTo>
                    <a:pt x="571500" y="1292707"/>
                  </a:lnTo>
                  <a:cubicBezTo>
                    <a:pt x="381000" y="957484"/>
                    <a:pt x="485775" y="746086"/>
                    <a:pt x="0" y="28703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4">
              <a:extLst>
                <a:ext uri="{FF2B5EF4-FFF2-40B4-BE49-F238E27FC236}">
                  <a16:creationId xmlns:a16="http://schemas.microsoft.com/office/drawing/2014/main" id="{5D7B2F0A-1C81-7041-332B-6D62200F64E8}"/>
                </a:ext>
              </a:extLst>
            </p:cNvPr>
            <p:cNvSpPr/>
            <p:nvPr/>
          </p:nvSpPr>
          <p:spPr>
            <a:xfrm rot="17182891">
              <a:off x="8519648" y="5422029"/>
              <a:ext cx="403103" cy="382296"/>
            </a:xfrm>
            <a:custGeom>
              <a:avLst/>
              <a:gdLst>
                <a:gd name="connsiteX0" fmla="*/ 0 w 391886"/>
                <a:gd name="connsiteY0" fmla="*/ 191138 h 382275"/>
                <a:gd name="connsiteX1" fmla="*/ 195943 w 391886"/>
                <a:gd name="connsiteY1" fmla="*/ 0 h 382275"/>
                <a:gd name="connsiteX2" fmla="*/ 391886 w 391886"/>
                <a:gd name="connsiteY2" fmla="*/ 191138 h 382275"/>
                <a:gd name="connsiteX3" fmla="*/ 195943 w 391886"/>
                <a:gd name="connsiteY3" fmla="*/ 382276 h 382275"/>
                <a:gd name="connsiteX4" fmla="*/ 0 w 391886"/>
                <a:gd name="connsiteY4" fmla="*/ 191138 h 382275"/>
                <a:gd name="connsiteX0" fmla="*/ 24493 w 220436"/>
                <a:gd name="connsiteY0" fmla="*/ 387589 h 392902"/>
                <a:gd name="connsiteX1" fmla="*/ 24493 w 220436"/>
                <a:gd name="connsiteY1" fmla="*/ 5313 h 392902"/>
                <a:gd name="connsiteX2" fmla="*/ 220436 w 220436"/>
                <a:gd name="connsiteY2" fmla="*/ 196451 h 392902"/>
                <a:gd name="connsiteX3" fmla="*/ 24493 w 220436"/>
                <a:gd name="connsiteY3" fmla="*/ 387589 h 392902"/>
                <a:gd name="connsiteX0" fmla="*/ 39521 w 235464"/>
                <a:gd name="connsiteY0" fmla="*/ 383824 h 386571"/>
                <a:gd name="connsiteX1" fmla="*/ 0 w 235464"/>
                <a:gd name="connsiteY1" fmla="*/ 284579 h 386571"/>
                <a:gd name="connsiteX2" fmla="*/ 39521 w 235464"/>
                <a:gd name="connsiteY2" fmla="*/ 1548 h 386571"/>
                <a:gd name="connsiteX3" fmla="*/ 235464 w 235464"/>
                <a:gd name="connsiteY3" fmla="*/ 192686 h 386571"/>
                <a:gd name="connsiteX4" fmla="*/ 39521 w 235464"/>
                <a:gd name="connsiteY4" fmla="*/ 383824 h 386571"/>
                <a:gd name="connsiteX0" fmla="*/ 70896 w 266839"/>
                <a:gd name="connsiteY0" fmla="*/ 384984 h 387731"/>
                <a:gd name="connsiteX1" fmla="*/ 31375 w 266839"/>
                <a:gd name="connsiteY1" fmla="*/ 285739 h 387731"/>
                <a:gd name="connsiteX2" fmla="*/ 895 w 266839"/>
                <a:gd name="connsiteY2" fmla="*/ 95239 h 387731"/>
                <a:gd name="connsiteX3" fmla="*/ 70896 w 266839"/>
                <a:gd name="connsiteY3" fmla="*/ 2708 h 387731"/>
                <a:gd name="connsiteX4" fmla="*/ 266839 w 266839"/>
                <a:gd name="connsiteY4" fmla="*/ 193846 h 387731"/>
                <a:gd name="connsiteX5" fmla="*/ 70896 w 266839"/>
                <a:gd name="connsiteY5" fmla="*/ 384984 h 387731"/>
                <a:gd name="connsiteX0" fmla="*/ 127818 w 323761"/>
                <a:gd name="connsiteY0" fmla="*/ 384984 h 387731"/>
                <a:gd name="connsiteX1" fmla="*/ 88297 w 323761"/>
                <a:gd name="connsiteY1" fmla="*/ 285739 h 387731"/>
                <a:gd name="connsiteX2" fmla="*/ 57817 w 323761"/>
                <a:gd name="connsiteY2" fmla="*/ 95239 h 387731"/>
                <a:gd name="connsiteX3" fmla="*/ 127818 w 323761"/>
                <a:gd name="connsiteY3" fmla="*/ 2708 h 387731"/>
                <a:gd name="connsiteX4" fmla="*/ 323761 w 323761"/>
                <a:gd name="connsiteY4" fmla="*/ 193846 h 387731"/>
                <a:gd name="connsiteX5" fmla="*/ 127818 w 323761"/>
                <a:gd name="connsiteY5" fmla="*/ 384984 h 387731"/>
                <a:gd name="connsiteX0" fmla="*/ 70001 w 265944"/>
                <a:gd name="connsiteY0" fmla="*/ 384984 h 384984"/>
                <a:gd name="connsiteX1" fmla="*/ 0 w 265944"/>
                <a:gd name="connsiteY1" fmla="*/ 95239 h 384984"/>
                <a:gd name="connsiteX2" fmla="*/ 70001 w 265944"/>
                <a:gd name="connsiteY2" fmla="*/ 2708 h 384984"/>
                <a:gd name="connsiteX3" fmla="*/ 265944 w 265944"/>
                <a:gd name="connsiteY3" fmla="*/ 193846 h 384984"/>
                <a:gd name="connsiteX4" fmla="*/ 70001 w 265944"/>
                <a:gd name="connsiteY4" fmla="*/ 384984 h 384984"/>
                <a:gd name="connsiteX0" fmla="*/ 207161 w 403104"/>
                <a:gd name="connsiteY0" fmla="*/ 382284 h 382296"/>
                <a:gd name="connsiteX1" fmla="*/ 0 w 403104"/>
                <a:gd name="connsiteY1" fmla="*/ 183979 h 382296"/>
                <a:gd name="connsiteX2" fmla="*/ 207161 w 403104"/>
                <a:gd name="connsiteY2" fmla="*/ 8 h 382296"/>
                <a:gd name="connsiteX3" fmla="*/ 403104 w 403104"/>
                <a:gd name="connsiteY3" fmla="*/ 191146 h 382296"/>
                <a:gd name="connsiteX4" fmla="*/ 207161 w 403104"/>
                <a:gd name="connsiteY4" fmla="*/ 382284 h 38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104" h="382296">
                  <a:moveTo>
                    <a:pt x="207161" y="382284"/>
                  </a:moveTo>
                  <a:cubicBezTo>
                    <a:pt x="139977" y="381090"/>
                    <a:pt x="0" y="247692"/>
                    <a:pt x="0" y="183979"/>
                  </a:cubicBezTo>
                  <a:cubicBezTo>
                    <a:pt x="6587" y="136807"/>
                    <a:pt x="139977" y="-1186"/>
                    <a:pt x="207161" y="8"/>
                  </a:cubicBezTo>
                  <a:cubicBezTo>
                    <a:pt x="274345" y="1202"/>
                    <a:pt x="403104" y="85583"/>
                    <a:pt x="403104" y="191146"/>
                  </a:cubicBezTo>
                  <a:cubicBezTo>
                    <a:pt x="403104" y="296709"/>
                    <a:pt x="274345" y="383478"/>
                    <a:pt x="207161" y="382284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2C841A-F6CF-2DE8-0EBC-2D1EC9D28F7B}"/>
                </a:ext>
              </a:extLst>
            </p:cNvPr>
            <p:cNvSpPr/>
            <p:nvPr/>
          </p:nvSpPr>
          <p:spPr>
            <a:xfrm>
              <a:off x="1952786" y="1766806"/>
              <a:ext cx="6261316" cy="3970330"/>
            </a:xfrm>
            <a:custGeom>
              <a:avLst/>
              <a:gdLst>
                <a:gd name="connsiteX0" fmla="*/ 0 w 6261316"/>
                <a:gd name="connsiteY0" fmla="*/ 0 h 3967566"/>
                <a:gd name="connsiteX1" fmla="*/ 6261316 w 6261316"/>
                <a:gd name="connsiteY1" fmla="*/ 3967566 h 3967566"/>
                <a:gd name="connsiteX2" fmla="*/ 6261316 w 6261316"/>
                <a:gd name="connsiteY2" fmla="*/ 3967566 h 3967566"/>
                <a:gd name="connsiteX0" fmla="*/ 0 w 6261316"/>
                <a:gd name="connsiteY0" fmla="*/ 0 h 3967566"/>
                <a:gd name="connsiteX1" fmla="*/ 6261316 w 6261316"/>
                <a:gd name="connsiteY1" fmla="*/ 3967566 h 3967566"/>
                <a:gd name="connsiteX2" fmla="*/ 6261316 w 6261316"/>
                <a:gd name="connsiteY2" fmla="*/ 3967566 h 3967566"/>
                <a:gd name="connsiteX0" fmla="*/ 0 w 6261316"/>
                <a:gd name="connsiteY0" fmla="*/ 0 h 4014006"/>
                <a:gd name="connsiteX1" fmla="*/ 6261316 w 6261316"/>
                <a:gd name="connsiteY1" fmla="*/ 3967566 h 4014006"/>
                <a:gd name="connsiteX2" fmla="*/ 6261316 w 6261316"/>
                <a:gd name="connsiteY2" fmla="*/ 3967566 h 4014006"/>
                <a:gd name="connsiteX0" fmla="*/ 0 w 6261316"/>
                <a:gd name="connsiteY0" fmla="*/ 0 h 4014006"/>
                <a:gd name="connsiteX1" fmla="*/ 6261316 w 6261316"/>
                <a:gd name="connsiteY1" fmla="*/ 3967566 h 4014006"/>
                <a:gd name="connsiteX2" fmla="*/ 6261316 w 6261316"/>
                <a:gd name="connsiteY2" fmla="*/ 3874576 h 4014006"/>
                <a:gd name="connsiteX0" fmla="*/ 0 w 6261316"/>
                <a:gd name="connsiteY0" fmla="*/ 0 h 4014006"/>
                <a:gd name="connsiteX1" fmla="*/ 6261316 w 6261316"/>
                <a:gd name="connsiteY1" fmla="*/ 3967566 h 4014006"/>
                <a:gd name="connsiteX0" fmla="*/ 0 w 6261316"/>
                <a:gd name="connsiteY0" fmla="*/ 0 h 3938635"/>
                <a:gd name="connsiteX1" fmla="*/ 6261316 w 6261316"/>
                <a:gd name="connsiteY1" fmla="*/ 3890075 h 3938635"/>
                <a:gd name="connsiteX0" fmla="*/ 0 w 6261316"/>
                <a:gd name="connsiteY0" fmla="*/ 0 h 3980397"/>
                <a:gd name="connsiteX1" fmla="*/ 6261316 w 6261316"/>
                <a:gd name="connsiteY1" fmla="*/ 3890075 h 3980397"/>
                <a:gd name="connsiteX0" fmla="*/ 0 w 6261316"/>
                <a:gd name="connsiteY0" fmla="*/ 0 h 3970330"/>
                <a:gd name="connsiteX1" fmla="*/ 6261316 w 6261316"/>
                <a:gd name="connsiteY1" fmla="*/ 3890075 h 3970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61316" h="3970330">
                  <a:moveTo>
                    <a:pt x="0" y="0"/>
                  </a:moveTo>
                  <a:cubicBezTo>
                    <a:pt x="1188203" y="2686373"/>
                    <a:pt x="3445791" y="4365356"/>
                    <a:pt x="6261316" y="3890075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4">
              <a:extLst>
                <a:ext uri="{FF2B5EF4-FFF2-40B4-BE49-F238E27FC236}">
                  <a16:creationId xmlns:a16="http://schemas.microsoft.com/office/drawing/2014/main" id="{D33325C7-0201-7DC8-C43C-E1F5A8F6B34A}"/>
                </a:ext>
              </a:extLst>
            </p:cNvPr>
            <p:cNvSpPr/>
            <p:nvPr/>
          </p:nvSpPr>
          <p:spPr>
            <a:xfrm>
              <a:off x="1546697" y="580296"/>
              <a:ext cx="498862" cy="631502"/>
            </a:xfrm>
            <a:custGeom>
              <a:avLst/>
              <a:gdLst>
                <a:gd name="connsiteX0" fmla="*/ 0 w 391886"/>
                <a:gd name="connsiteY0" fmla="*/ 191138 h 382275"/>
                <a:gd name="connsiteX1" fmla="*/ 195943 w 391886"/>
                <a:gd name="connsiteY1" fmla="*/ 0 h 382275"/>
                <a:gd name="connsiteX2" fmla="*/ 391886 w 391886"/>
                <a:gd name="connsiteY2" fmla="*/ 191138 h 382275"/>
                <a:gd name="connsiteX3" fmla="*/ 195943 w 391886"/>
                <a:gd name="connsiteY3" fmla="*/ 382276 h 382275"/>
                <a:gd name="connsiteX4" fmla="*/ 0 w 391886"/>
                <a:gd name="connsiteY4" fmla="*/ 191138 h 382275"/>
                <a:gd name="connsiteX0" fmla="*/ 24493 w 220436"/>
                <a:gd name="connsiteY0" fmla="*/ 387589 h 392902"/>
                <a:gd name="connsiteX1" fmla="*/ 24493 w 220436"/>
                <a:gd name="connsiteY1" fmla="*/ 5313 h 392902"/>
                <a:gd name="connsiteX2" fmla="*/ 220436 w 220436"/>
                <a:gd name="connsiteY2" fmla="*/ 196451 h 392902"/>
                <a:gd name="connsiteX3" fmla="*/ 24493 w 220436"/>
                <a:gd name="connsiteY3" fmla="*/ 387589 h 392902"/>
                <a:gd name="connsiteX0" fmla="*/ 39521 w 235464"/>
                <a:gd name="connsiteY0" fmla="*/ 383824 h 386571"/>
                <a:gd name="connsiteX1" fmla="*/ 0 w 235464"/>
                <a:gd name="connsiteY1" fmla="*/ 284579 h 386571"/>
                <a:gd name="connsiteX2" fmla="*/ 39521 w 235464"/>
                <a:gd name="connsiteY2" fmla="*/ 1548 h 386571"/>
                <a:gd name="connsiteX3" fmla="*/ 235464 w 235464"/>
                <a:gd name="connsiteY3" fmla="*/ 192686 h 386571"/>
                <a:gd name="connsiteX4" fmla="*/ 39521 w 235464"/>
                <a:gd name="connsiteY4" fmla="*/ 383824 h 386571"/>
                <a:gd name="connsiteX0" fmla="*/ 70896 w 266839"/>
                <a:gd name="connsiteY0" fmla="*/ 384984 h 387731"/>
                <a:gd name="connsiteX1" fmla="*/ 31375 w 266839"/>
                <a:gd name="connsiteY1" fmla="*/ 285739 h 387731"/>
                <a:gd name="connsiteX2" fmla="*/ 895 w 266839"/>
                <a:gd name="connsiteY2" fmla="*/ 95239 h 387731"/>
                <a:gd name="connsiteX3" fmla="*/ 70896 w 266839"/>
                <a:gd name="connsiteY3" fmla="*/ 2708 h 387731"/>
                <a:gd name="connsiteX4" fmla="*/ 266839 w 266839"/>
                <a:gd name="connsiteY4" fmla="*/ 193846 h 387731"/>
                <a:gd name="connsiteX5" fmla="*/ 70896 w 266839"/>
                <a:gd name="connsiteY5" fmla="*/ 384984 h 387731"/>
                <a:gd name="connsiteX0" fmla="*/ 127818 w 323761"/>
                <a:gd name="connsiteY0" fmla="*/ 384984 h 387731"/>
                <a:gd name="connsiteX1" fmla="*/ 88297 w 323761"/>
                <a:gd name="connsiteY1" fmla="*/ 285739 h 387731"/>
                <a:gd name="connsiteX2" fmla="*/ 57817 w 323761"/>
                <a:gd name="connsiteY2" fmla="*/ 95239 h 387731"/>
                <a:gd name="connsiteX3" fmla="*/ 127818 w 323761"/>
                <a:gd name="connsiteY3" fmla="*/ 2708 h 387731"/>
                <a:gd name="connsiteX4" fmla="*/ 323761 w 323761"/>
                <a:gd name="connsiteY4" fmla="*/ 193846 h 387731"/>
                <a:gd name="connsiteX5" fmla="*/ 127818 w 323761"/>
                <a:gd name="connsiteY5" fmla="*/ 384984 h 387731"/>
                <a:gd name="connsiteX0" fmla="*/ 70001 w 265944"/>
                <a:gd name="connsiteY0" fmla="*/ 384984 h 384984"/>
                <a:gd name="connsiteX1" fmla="*/ 0 w 265944"/>
                <a:gd name="connsiteY1" fmla="*/ 95239 h 384984"/>
                <a:gd name="connsiteX2" fmla="*/ 70001 w 265944"/>
                <a:gd name="connsiteY2" fmla="*/ 2708 h 384984"/>
                <a:gd name="connsiteX3" fmla="*/ 265944 w 265944"/>
                <a:gd name="connsiteY3" fmla="*/ 193846 h 384984"/>
                <a:gd name="connsiteX4" fmla="*/ 70001 w 265944"/>
                <a:gd name="connsiteY4" fmla="*/ 384984 h 384984"/>
                <a:gd name="connsiteX0" fmla="*/ 207161 w 403104"/>
                <a:gd name="connsiteY0" fmla="*/ 382284 h 382296"/>
                <a:gd name="connsiteX1" fmla="*/ 0 w 403104"/>
                <a:gd name="connsiteY1" fmla="*/ 183979 h 382296"/>
                <a:gd name="connsiteX2" fmla="*/ 207161 w 403104"/>
                <a:gd name="connsiteY2" fmla="*/ 8 h 382296"/>
                <a:gd name="connsiteX3" fmla="*/ 403104 w 403104"/>
                <a:gd name="connsiteY3" fmla="*/ 191146 h 382296"/>
                <a:gd name="connsiteX4" fmla="*/ 207161 w 403104"/>
                <a:gd name="connsiteY4" fmla="*/ 382284 h 38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104" h="382296">
                  <a:moveTo>
                    <a:pt x="207161" y="382284"/>
                  </a:moveTo>
                  <a:cubicBezTo>
                    <a:pt x="139977" y="381090"/>
                    <a:pt x="0" y="247692"/>
                    <a:pt x="0" y="183979"/>
                  </a:cubicBezTo>
                  <a:cubicBezTo>
                    <a:pt x="6587" y="136807"/>
                    <a:pt x="139977" y="-1186"/>
                    <a:pt x="207161" y="8"/>
                  </a:cubicBezTo>
                  <a:cubicBezTo>
                    <a:pt x="274345" y="1202"/>
                    <a:pt x="403104" y="85583"/>
                    <a:pt x="403104" y="191146"/>
                  </a:cubicBezTo>
                  <a:cubicBezTo>
                    <a:pt x="403104" y="296709"/>
                    <a:pt x="274345" y="383478"/>
                    <a:pt x="207161" y="382284"/>
                  </a:cubicBez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BB10C8F-69DE-E274-F1DF-89A97D9057EA}"/>
              </a:ext>
            </a:extLst>
          </p:cNvPr>
          <p:cNvGrpSpPr/>
          <p:nvPr/>
        </p:nvGrpSpPr>
        <p:grpSpPr>
          <a:xfrm>
            <a:off x="275874" y="3023407"/>
            <a:ext cx="4503023" cy="3981524"/>
            <a:chOff x="983389" y="-380392"/>
            <a:chExt cx="7928959" cy="7010698"/>
          </a:xfrm>
        </p:grpSpPr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DA4B2FF9-0AD0-67FE-490F-4BC43AA8F4C8}"/>
                </a:ext>
              </a:extLst>
            </p:cNvPr>
            <p:cNvSpPr/>
            <p:nvPr/>
          </p:nvSpPr>
          <p:spPr>
            <a:xfrm>
              <a:off x="1284810" y="624919"/>
              <a:ext cx="7487231" cy="6005387"/>
            </a:xfrm>
            <a:custGeom>
              <a:avLst/>
              <a:gdLst>
                <a:gd name="connsiteX0" fmla="*/ 0 w 303729"/>
                <a:gd name="connsiteY0" fmla="*/ 0 h 449451"/>
                <a:gd name="connsiteX1" fmla="*/ 303729 w 303729"/>
                <a:gd name="connsiteY1" fmla="*/ 0 h 449451"/>
                <a:gd name="connsiteX2" fmla="*/ 303729 w 303729"/>
                <a:gd name="connsiteY2" fmla="*/ 449451 h 449451"/>
                <a:gd name="connsiteX3" fmla="*/ 0 w 303729"/>
                <a:gd name="connsiteY3" fmla="*/ 449451 h 449451"/>
                <a:gd name="connsiteX4" fmla="*/ 0 w 303729"/>
                <a:gd name="connsiteY4" fmla="*/ 0 h 449451"/>
                <a:gd name="connsiteX0" fmla="*/ 0 w 5480163"/>
                <a:gd name="connsiteY0" fmla="*/ 0 h 2417735"/>
                <a:gd name="connsiteX1" fmla="*/ 303729 w 5480163"/>
                <a:gd name="connsiteY1" fmla="*/ 0 h 2417735"/>
                <a:gd name="connsiteX2" fmla="*/ 5480163 w 5480163"/>
                <a:gd name="connsiteY2" fmla="*/ 2417735 h 2417735"/>
                <a:gd name="connsiteX3" fmla="*/ 0 w 5480163"/>
                <a:gd name="connsiteY3" fmla="*/ 449451 h 2417735"/>
                <a:gd name="connsiteX4" fmla="*/ 0 w 5480163"/>
                <a:gd name="connsiteY4" fmla="*/ 0 h 2417735"/>
                <a:gd name="connsiteX0" fmla="*/ 0 w 7138482"/>
                <a:gd name="connsiteY0" fmla="*/ 0 h 4974956"/>
                <a:gd name="connsiteX1" fmla="*/ 1962048 w 7138482"/>
                <a:gd name="connsiteY1" fmla="*/ 2557221 h 4974956"/>
                <a:gd name="connsiteX2" fmla="*/ 7138482 w 7138482"/>
                <a:gd name="connsiteY2" fmla="*/ 4974956 h 4974956"/>
                <a:gd name="connsiteX3" fmla="*/ 1658319 w 7138482"/>
                <a:gd name="connsiteY3" fmla="*/ 3006672 h 4974956"/>
                <a:gd name="connsiteX4" fmla="*/ 0 w 7138482"/>
                <a:gd name="connsiteY4" fmla="*/ 0 h 4974956"/>
                <a:gd name="connsiteX0" fmla="*/ 0 w 7138482"/>
                <a:gd name="connsiteY0" fmla="*/ 0 h 4974956"/>
                <a:gd name="connsiteX1" fmla="*/ 7138482 w 7138482"/>
                <a:gd name="connsiteY1" fmla="*/ 4974956 h 4974956"/>
                <a:gd name="connsiteX2" fmla="*/ 1658319 w 7138482"/>
                <a:gd name="connsiteY2" fmla="*/ 3006672 h 4974956"/>
                <a:gd name="connsiteX3" fmla="*/ 0 w 7138482"/>
                <a:gd name="connsiteY3" fmla="*/ 0 h 4974956"/>
                <a:gd name="connsiteX0" fmla="*/ 0 w 7138482"/>
                <a:gd name="connsiteY0" fmla="*/ 0 h 4974956"/>
                <a:gd name="connsiteX1" fmla="*/ 7138482 w 7138482"/>
                <a:gd name="connsiteY1" fmla="*/ 4974956 h 4974956"/>
                <a:gd name="connsiteX2" fmla="*/ 0 w 7138482"/>
                <a:gd name="connsiteY2" fmla="*/ 0 h 4974956"/>
                <a:gd name="connsiteX0" fmla="*/ 310022 w 7448504"/>
                <a:gd name="connsiteY0" fmla="*/ 0 h 4974956"/>
                <a:gd name="connsiteX1" fmla="*/ 7448504 w 7448504"/>
                <a:gd name="connsiteY1" fmla="*/ 4974956 h 4974956"/>
                <a:gd name="connsiteX2" fmla="*/ 310022 w 7448504"/>
                <a:gd name="connsiteY2" fmla="*/ 0 h 4974956"/>
                <a:gd name="connsiteX0" fmla="*/ 310022 w 7448504"/>
                <a:gd name="connsiteY0" fmla="*/ 0 h 4974956"/>
                <a:gd name="connsiteX1" fmla="*/ 7448504 w 7448504"/>
                <a:gd name="connsiteY1" fmla="*/ 4974956 h 4974956"/>
                <a:gd name="connsiteX2" fmla="*/ 310022 w 7448504"/>
                <a:gd name="connsiteY2" fmla="*/ 0 h 4974956"/>
                <a:gd name="connsiteX0" fmla="*/ 326910 w 7465392"/>
                <a:gd name="connsiteY0" fmla="*/ 0 h 5594316"/>
                <a:gd name="connsiteX1" fmla="*/ 7465392 w 7465392"/>
                <a:gd name="connsiteY1" fmla="*/ 4974956 h 5594316"/>
                <a:gd name="connsiteX2" fmla="*/ 326910 w 7465392"/>
                <a:gd name="connsiteY2" fmla="*/ 0 h 5594316"/>
                <a:gd name="connsiteX0" fmla="*/ 326910 w 7465392"/>
                <a:gd name="connsiteY0" fmla="*/ 0 h 5594316"/>
                <a:gd name="connsiteX1" fmla="*/ 7465392 w 7465392"/>
                <a:gd name="connsiteY1" fmla="*/ 4974956 h 5594316"/>
                <a:gd name="connsiteX2" fmla="*/ 326910 w 7465392"/>
                <a:gd name="connsiteY2" fmla="*/ 0 h 5594316"/>
                <a:gd name="connsiteX0" fmla="*/ 326910 w 7465392"/>
                <a:gd name="connsiteY0" fmla="*/ 35521 h 5629837"/>
                <a:gd name="connsiteX1" fmla="*/ 7465392 w 7465392"/>
                <a:gd name="connsiteY1" fmla="*/ 5010477 h 5629837"/>
                <a:gd name="connsiteX2" fmla="*/ 326910 w 7465392"/>
                <a:gd name="connsiteY2" fmla="*/ 35521 h 5629837"/>
                <a:gd name="connsiteX0" fmla="*/ 326910 w 7669610"/>
                <a:gd name="connsiteY0" fmla="*/ 27477 h 5621793"/>
                <a:gd name="connsiteX1" fmla="*/ 4954666 w 7669610"/>
                <a:gd name="connsiteY1" fmla="*/ 3902055 h 5621793"/>
                <a:gd name="connsiteX2" fmla="*/ 7465392 w 7669610"/>
                <a:gd name="connsiteY2" fmla="*/ 5002433 h 5621793"/>
                <a:gd name="connsiteX3" fmla="*/ 326910 w 7669610"/>
                <a:gd name="connsiteY3" fmla="*/ 27477 h 5621793"/>
                <a:gd name="connsiteX0" fmla="*/ 326910 w 7465393"/>
                <a:gd name="connsiteY0" fmla="*/ 27477 h 5621793"/>
                <a:gd name="connsiteX1" fmla="*/ 4954666 w 7465393"/>
                <a:gd name="connsiteY1" fmla="*/ 3902055 h 5621793"/>
                <a:gd name="connsiteX2" fmla="*/ 7465392 w 7465393"/>
                <a:gd name="connsiteY2" fmla="*/ 5002433 h 5621793"/>
                <a:gd name="connsiteX3" fmla="*/ 326910 w 7465393"/>
                <a:gd name="connsiteY3" fmla="*/ 27477 h 5621793"/>
                <a:gd name="connsiteX0" fmla="*/ 326910 w 7465393"/>
                <a:gd name="connsiteY0" fmla="*/ 27477 h 5621793"/>
                <a:gd name="connsiteX1" fmla="*/ 4954666 w 7465393"/>
                <a:gd name="connsiteY1" fmla="*/ 3902055 h 5621793"/>
                <a:gd name="connsiteX2" fmla="*/ 7465392 w 7465393"/>
                <a:gd name="connsiteY2" fmla="*/ 5002433 h 5621793"/>
                <a:gd name="connsiteX3" fmla="*/ 326910 w 7465393"/>
                <a:gd name="connsiteY3" fmla="*/ 27477 h 5621793"/>
                <a:gd name="connsiteX0" fmla="*/ 326910 w 7465393"/>
                <a:gd name="connsiteY0" fmla="*/ 91665 h 5685981"/>
                <a:gd name="connsiteX1" fmla="*/ 4954666 w 7465393"/>
                <a:gd name="connsiteY1" fmla="*/ 3966243 h 5685981"/>
                <a:gd name="connsiteX2" fmla="*/ 7465392 w 7465393"/>
                <a:gd name="connsiteY2" fmla="*/ 5066621 h 5685981"/>
                <a:gd name="connsiteX3" fmla="*/ 326910 w 7465393"/>
                <a:gd name="connsiteY3" fmla="*/ 91665 h 5685981"/>
                <a:gd name="connsiteX0" fmla="*/ 326910 w 7465393"/>
                <a:gd name="connsiteY0" fmla="*/ 103501 h 5697817"/>
                <a:gd name="connsiteX1" fmla="*/ 4954666 w 7465393"/>
                <a:gd name="connsiteY1" fmla="*/ 3978079 h 5697817"/>
                <a:gd name="connsiteX2" fmla="*/ 7465392 w 7465393"/>
                <a:gd name="connsiteY2" fmla="*/ 5078457 h 5697817"/>
                <a:gd name="connsiteX3" fmla="*/ 326910 w 7465393"/>
                <a:gd name="connsiteY3" fmla="*/ 103501 h 5697817"/>
                <a:gd name="connsiteX0" fmla="*/ 326910 w 7465393"/>
                <a:gd name="connsiteY0" fmla="*/ 103501 h 5697817"/>
                <a:gd name="connsiteX1" fmla="*/ 4954666 w 7465393"/>
                <a:gd name="connsiteY1" fmla="*/ 3978079 h 5697817"/>
                <a:gd name="connsiteX2" fmla="*/ 7465392 w 7465393"/>
                <a:gd name="connsiteY2" fmla="*/ 5078457 h 5697817"/>
                <a:gd name="connsiteX3" fmla="*/ 326910 w 7465393"/>
                <a:gd name="connsiteY3" fmla="*/ 103501 h 5697817"/>
                <a:gd name="connsiteX0" fmla="*/ 307541 w 7446024"/>
                <a:gd name="connsiteY0" fmla="*/ 103501 h 5882602"/>
                <a:gd name="connsiteX1" fmla="*/ 4935297 w 7446024"/>
                <a:gd name="connsiteY1" fmla="*/ 3978079 h 5882602"/>
                <a:gd name="connsiteX2" fmla="*/ 7446023 w 7446024"/>
                <a:gd name="connsiteY2" fmla="*/ 5078457 h 5882602"/>
                <a:gd name="connsiteX3" fmla="*/ 307541 w 7446024"/>
                <a:gd name="connsiteY3" fmla="*/ 103501 h 5882602"/>
                <a:gd name="connsiteX0" fmla="*/ 348748 w 7487231"/>
                <a:gd name="connsiteY0" fmla="*/ 103501 h 5969063"/>
                <a:gd name="connsiteX1" fmla="*/ 4976504 w 7487231"/>
                <a:gd name="connsiteY1" fmla="*/ 3978079 h 5969063"/>
                <a:gd name="connsiteX2" fmla="*/ 7487230 w 7487231"/>
                <a:gd name="connsiteY2" fmla="*/ 5078457 h 5969063"/>
                <a:gd name="connsiteX3" fmla="*/ 348748 w 7487231"/>
                <a:gd name="connsiteY3" fmla="*/ 103501 h 5969063"/>
                <a:gd name="connsiteX0" fmla="*/ 348748 w 7487231"/>
                <a:gd name="connsiteY0" fmla="*/ 103501 h 5947506"/>
                <a:gd name="connsiteX1" fmla="*/ 4976504 w 7487231"/>
                <a:gd name="connsiteY1" fmla="*/ 3978079 h 5947506"/>
                <a:gd name="connsiteX2" fmla="*/ 7487230 w 7487231"/>
                <a:gd name="connsiteY2" fmla="*/ 5078457 h 5947506"/>
                <a:gd name="connsiteX3" fmla="*/ 348748 w 7487231"/>
                <a:gd name="connsiteY3" fmla="*/ 103501 h 5947506"/>
                <a:gd name="connsiteX0" fmla="*/ 348748 w 7487231"/>
                <a:gd name="connsiteY0" fmla="*/ 103501 h 6005387"/>
                <a:gd name="connsiteX1" fmla="*/ 4976504 w 7487231"/>
                <a:gd name="connsiteY1" fmla="*/ 3978079 h 6005387"/>
                <a:gd name="connsiteX2" fmla="*/ 7487230 w 7487231"/>
                <a:gd name="connsiteY2" fmla="*/ 5078457 h 6005387"/>
                <a:gd name="connsiteX3" fmla="*/ 348748 w 7487231"/>
                <a:gd name="connsiteY3" fmla="*/ 103501 h 600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87231" h="6005387">
                  <a:moveTo>
                    <a:pt x="348748" y="103501"/>
                  </a:moveTo>
                  <a:cubicBezTo>
                    <a:pt x="896355" y="-619753"/>
                    <a:pt x="2112940" y="2637476"/>
                    <a:pt x="4976504" y="3978079"/>
                  </a:cubicBezTo>
                  <a:cubicBezTo>
                    <a:pt x="6166251" y="4636756"/>
                    <a:pt x="7488774" y="4114979"/>
                    <a:pt x="7487230" y="5078457"/>
                  </a:cubicBezTo>
                  <a:cubicBezTo>
                    <a:pt x="5175228" y="8176119"/>
                    <a:pt x="-1603784" y="2734713"/>
                    <a:pt x="348748" y="103501"/>
                  </a:cubicBezTo>
                  <a:close/>
                </a:path>
              </a:pathLst>
            </a:custGeom>
            <a:solidFill>
              <a:srgbClr val="FFF56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2">
              <a:extLst>
                <a:ext uri="{FF2B5EF4-FFF2-40B4-BE49-F238E27FC236}">
                  <a16:creationId xmlns:a16="http://schemas.microsoft.com/office/drawing/2014/main" id="{5B217BDA-CF71-08E3-6CCC-7F3EA151B8B0}"/>
                </a:ext>
              </a:extLst>
            </p:cNvPr>
            <p:cNvSpPr/>
            <p:nvPr/>
          </p:nvSpPr>
          <p:spPr>
            <a:xfrm>
              <a:off x="983389" y="-380392"/>
              <a:ext cx="969396" cy="1292707"/>
            </a:xfrm>
            <a:custGeom>
              <a:avLst/>
              <a:gdLst>
                <a:gd name="connsiteX0" fmla="*/ 0 w 445521"/>
                <a:gd name="connsiteY0" fmla="*/ 0 h 1091394"/>
                <a:gd name="connsiteX1" fmla="*/ 445521 w 445521"/>
                <a:gd name="connsiteY1" fmla="*/ 0 h 1091394"/>
                <a:gd name="connsiteX2" fmla="*/ 445521 w 445521"/>
                <a:gd name="connsiteY2" fmla="*/ 1091394 h 1091394"/>
                <a:gd name="connsiteX3" fmla="*/ 0 w 445521"/>
                <a:gd name="connsiteY3" fmla="*/ 1091394 h 1091394"/>
                <a:gd name="connsiteX4" fmla="*/ 0 w 445521"/>
                <a:gd name="connsiteY4" fmla="*/ 0 h 1091394"/>
                <a:gd name="connsiteX0" fmla="*/ 0 w 1017021"/>
                <a:gd name="connsiteY0" fmla="*/ 85725 h 1091394"/>
                <a:gd name="connsiteX1" fmla="*/ 1017021 w 1017021"/>
                <a:gd name="connsiteY1" fmla="*/ 0 h 1091394"/>
                <a:gd name="connsiteX2" fmla="*/ 1017021 w 1017021"/>
                <a:gd name="connsiteY2" fmla="*/ 1091394 h 1091394"/>
                <a:gd name="connsiteX3" fmla="*/ 571500 w 1017021"/>
                <a:gd name="connsiteY3" fmla="*/ 1091394 h 1091394"/>
                <a:gd name="connsiteX4" fmla="*/ 0 w 1017021"/>
                <a:gd name="connsiteY4" fmla="*/ 85725 h 1091394"/>
                <a:gd name="connsiteX0" fmla="*/ 0 w 1017021"/>
                <a:gd name="connsiteY0" fmla="*/ 85725 h 1091394"/>
                <a:gd name="connsiteX1" fmla="*/ 740796 w 1017021"/>
                <a:gd name="connsiteY1" fmla="*/ 0 h 1091394"/>
                <a:gd name="connsiteX2" fmla="*/ 1017021 w 1017021"/>
                <a:gd name="connsiteY2" fmla="*/ 1091394 h 1091394"/>
                <a:gd name="connsiteX3" fmla="*/ 571500 w 1017021"/>
                <a:gd name="connsiteY3" fmla="*/ 1091394 h 1091394"/>
                <a:gd name="connsiteX4" fmla="*/ 0 w 1017021"/>
                <a:gd name="connsiteY4" fmla="*/ 85725 h 1091394"/>
                <a:gd name="connsiteX0" fmla="*/ 0 w 969396"/>
                <a:gd name="connsiteY0" fmla="*/ 85725 h 1091394"/>
                <a:gd name="connsiteX1" fmla="*/ 740796 w 969396"/>
                <a:gd name="connsiteY1" fmla="*/ 0 h 1091394"/>
                <a:gd name="connsiteX2" fmla="*/ 969396 w 969396"/>
                <a:gd name="connsiteY2" fmla="*/ 834219 h 1091394"/>
                <a:gd name="connsiteX3" fmla="*/ 571500 w 969396"/>
                <a:gd name="connsiteY3" fmla="*/ 1091394 h 1091394"/>
                <a:gd name="connsiteX4" fmla="*/ 0 w 969396"/>
                <a:gd name="connsiteY4" fmla="*/ 85725 h 1091394"/>
                <a:gd name="connsiteX0" fmla="*/ 0 w 969396"/>
                <a:gd name="connsiteY0" fmla="*/ 85725 h 1091394"/>
                <a:gd name="connsiteX1" fmla="*/ 740796 w 969396"/>
                <a:gd name="connsiteY1" fmla="*/ 0 h 1091394"/>
                <a:gd name="connsiteX2" fmla="*/ 969396 w 969396"/>
                <a:gd name="connsiteY2" fmla="*/ 834219 h 1091394"/>
                <a:gd name="connsiteX3" fmla="*/ 571500 w 969396"/>
                <a:gd name="connsiteY3" fmla="*/ 1091394 h 1091394"/>
                <a:gd name="connsiteX4" fmla="*/ 0 w 969396"/>
                <a:gd name="connsiteY4" fmla="*/ 85725 h 1091394"/>
                <a:gd name="connsiteX0" fmla="*/ 0 w 969396"/>
                <a:gd name="connsiteY0" fmla="*/ 85725 h 1091394"/>
                <a:gd name="connsiteX1" fmla="*/ 740796 w 969396"/>
                <a:gd name="connsiteY1" fmla="*/ 0 h 1091394"/>
                <a:gd name="connsiteX2" fmla="*/ 969396 w 969396"/>
                <a:gd name="connsiteY2" fmla="*/ 834219 h 1091394"/>
                <a:gd name="connsiteX3" fmla="*/ 571500 w 969396"/>
                <a:gd name="connsiteY3" fmla="*/ 1091394 h 1091394"/>
                <a:gd name="connsiteX4" fmla="*/ 0 w 969396"/>
                <a:gd name="connsiteY4" fmla="*/ 85725 h 1091394"/>
                <a:gd name="connsiteX0" fmla="*/ 0 w 969396"/>
                <a:gd name="connsiteY0" fmla="*/ 353713 h 1359382"/>
                <a:gd name="connsiteX1" fmla="*/ 343356 w 969396"/>
                <a:gd name="connsiteY1" fmla="*/ 0 h 1359382"/>
                <a:gd name="connsiteX2" fmla="*/ 740796 w 969396"/>
                <a:gd name="connsiteY2" fmla="*/ 267988 h 1359382"/>
                <a:gd name="connsiteX3" fmla="*/ 969396 w 969396"/>
                <a:gd name="connsiteY3" fmla="*/ 1102207 h 1359382"/>
                <a:gd name="connsiteX4" fmla="*/ 571500 w 969396"/>
                <a:gd name="connsiteY4" fmla="*/ 1359382 h 1359382"/>
                <a:gd name="connsiteX5" fmla="*/ 0 w 969396"/>
                <a:gd name="connsiteY5" fmla="*/ 353713 h 1359382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  <a:gd name="connsiteX0" fmla="*/ 0 w 969396"/>
                <a:gd name="connsiteY0" fmla="*/ 287038 h 1292707"/>
                <a:gd name="connsiteX1" fmla="*/ 343356 w 969396"/>
                <a:gd name="connsiteY1" fmla="*/ 0 h 1292707"/>
                <a:gd name="connsiteX2" fmla="*/ 740796 w 969396"/>
                <a:gd name="connsiteY2" fmla="*/ 201313 h 1292707"/>
                <a:gd name="connsiteX3" fmla="*/ 969396 w 969396"/>
                <a:gd name="connsiteY3" fmla="*/ 1035532 h 1292707"/>
                <a:gd name="connsiteX4" fmla="*/ 571500 w 969396"/>
                <a:gd name="connsiteY4" fmla="*/ 1292707 h 1292707"/>
                <a:gd name="connsiteX5" fmla="*/ 0 w 969396"/>
                <a:gd name="connsiteY5" fmla="*/ 287038 h 129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9396" h="1292707">
                  <a:moveTo>
                    <a:pt x="0" y="287038"/>
                  </a:moveTo>
                  <a:cubicBezTo>
                    <a:pt x="22377" y="191359"/>
                    <a:pt x="149529" y="19479"/>
                    <a:pt x="343356" y="0"/>
                  </a:cubicBezTo>
                  <a:cubicBezTo>
                    <a:pt x="542511" y="48054"/>
                    <a:pt x="627366" y="86584"/>
                    <a:pt x="740796" y="201313"/>
                  </a:cubicBezTo>
                  <a:cubicBezTo>
                    <a:pt x="645546" y="736561"/>
                    <a:pt x="921771" y="938434"/>
                    <a:pt x="969396" y="1035532"/>
                  </a:cubicBezTo>
                  <a:lnTo>
                    <a:pt x="571500" y="1292707"/>
                  </a:lnTo>
                  <a:cubicBezTo>
                    <a:pt x="381000" y="957484"/>
                    <a:pt x="485775" y="746086"/>
                    <a:pt x="0" y="287038"/>
                  </a:cubicBezTo>
                  <a:close/>
                </a:path>
              </a:pathLst>
            </a:custGeom>
            <a:gradFill>
              <a:gsLst>
                <a:gs pos="0">
                  <a:sysClr val="windowText" lastClr="000000"/>
                </a:gs>
                <a:gs pos="44037">
                  <a:srgbClr val="FFF561"/>
                </a:gs>
                <a:gs pos="22000">
                  <a:srgbClr val="70AD47"/>
                </a:gs>
              </a:gsLst>
              <a:lin ang="90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4">
              <a:extLst>
                <a:ext uri="{FF2B5EF4-FFF2-40B4-BE49-F238E27FC236}">
                  <a16:creationId xmlns:a16="http://schemas.microsoft.com/office/drawing/2014/main" id="{C55B4BD7-82A5-F32F-9D5B-F9139C4E51E9}"/>
                </a:ext>
              </a:extLst>
            </p:cNvPr>
            <p:cNvSpPr/>
            <p:nvPr/>
          </p:nvSpPr>
          <p:spPr>
            <a:xfrm rot="17182891">
              <a:off x="8519648" y="5422029"/>
              <a:ext cx="403103" cy="382296"/>
            </a:xfrm>
            <a:custGeom>
              <a:avLst/>
              <a:gdLst>
                <a:gd name="connsiteX0" fmla="*/ 0 w 391886"/>
                <a:gd name="connsiteY0" fmla="*/ 191138 h 382275"/>
                <a:gd name="connsiteX1" fmla="*/ 195943 w 391886"/>
                <a:gd name="connsiteY1" fmla="*/ 0 h 382275"/>
                <a:gd name="connsiteX2" fmla="*/ 391886 w 391886"/>
                <a:gd name="connsiteY2" fmla="*/ 191138 h 382275"/>
                <a:gd name="connsiteX3" fmla="*/ 195943 w 391886"/>
                <a:gd name="connsiteY3" fmla="*/ 382276 h 382275"/>
                <a:gd name="connsiteX4" fmla="*/ 0 w 391886"/>
                <a:gd name="connsiteY4" fmla="*/ 191138 h 382275"/>
                <a:gd name="connsiteX0" fmla="*/ 24493 w 220436"/>
                <a:gd name="connsiteY0" fmla="*/ 387589 h 392902"/>
                <a:gd name="connsiteX1" fmla="*/ 24493 w 220436"/>
                <a:gd name="connsiteY1" fmla="*/ 5313 h 392902"/>
                <a:gd name="connsiteX2" fmla="*/ 220436 w 220436"/>
                <a:gd name="connsiteY2" fmla="*/ 196451 h 392902"/>
                <a:gd name="connsiteX3" fmla="*/ 24493 w 220436"/>
                <a:gd name="connsiteY3" fmla="*/ 387589 h 392902"/>
                <a:gd name="connsiteX0" fmla="*/ 39521 w 235464"/>
                <a:gd name="connsiteY0" fmla="*/ 383824 h 386571"/>
                <a:gd name="connsiteX1" fmla="*/ 0 w 235464"/>
                <a:gd name="connsiteY1" fmla="*/ 284579 h 386571"/>
                <a:gd name="connsiteX2" fmla="*/ 39521 w 235464"/>
                <a:gd name="connsiteY2" fmla="*/ 1548 h 386571"/>
                <a:gd name="connsiteX3" fmla="*/ 235464 w 235464"/>
                <a:gd name="connsiteY3" fmla="*/ 192686 h 386571"/>
                <a:gd name="connsiteX4" fmla="*/ 39521 w 235464"/>
                <a:gd name="connsiteY4" fmla="*/ 383824 h 386571"/>
                <a:gd name="connsiteX0" fmla="*/ 70896 w 266839"/>
                <a:gd name="connsiteY0" fmla="*/ 384984 h 387731"/>
                <a:gd name="connsiteX1" fmla="*/ 31375 w 266839"/>
                <a:gd name="connsiteY1" fmla="*/ 285739 h 387731"/>
                <a:gd name="connsiteX2" fmla="*/ 895 w 266839"/>
                <a:gd name="connsiteY2" fmla="*/ 95239 h 387731"/>
                <a:gd name="connsiteX3" fmla="*/ 70896 w 266839"/>
                <a:gd name="connsiteY3" fmla="*/ 2708 h 387731"/>
                <a:gd name="connsiteX4" fmla="*/ 266839 w 266839"/>
                <a:gd name="connsiteY4" fmla="*/ 193846 h 387731"/>
                <a:gd name="connsiteX5" fmla="*/ 70896 w 266839"/>
                <a:gd name="connsiteY5" fmla="*/ 384984 h 387731"/>
                <a:gd name="connsiteX0" fmla="*/ 127818 w 323761"/>
                <a:gd name="connsiteY0" fmla="*/ 384984 h 387731"/>
                <a:gd name="connsiteX1" fmla="*/ 88297 w 323761"/>
                <a:gd name="connsiteY1" fmla="*/ 285739 h 387731"/>
                <a:gd name="connsiteX2" fmla="*/ 57817 w 323761"/>
                <a:gd name="connsiteY2" fmla="*/ 95239 h 387731"/>
                <a:gd name="connsiteX3" fmla="*/ 127818 w 323761"/>
                <a:gd name="connsiteY3" fmla="*/ 2708 h 387731"/>
                <a:gd name="connsiteX4" fmla="*/ 323761 w 323761"/>
                <a:gd name="connsiteY4" fmla="*/ 193846 h 387731"/>
                <a:gd name="connsiteX5" fmla="*/ 127818 w 323761"/>
                <a:gd name="connsiteY5" fmla="*/ 384984 h 387731"/>
                <a:gd name="connsiteX0" fmla="*/ 70001 w 265944"/>
                <a:gd name="connsiteY0" fmla="*/ 384984 h 384984"/>
                <a:gd name="connsiteX1" fmla="*/ 0 w 265944"/>
                <a:gd name="connsiteY1" fmla="*/ 95239 h 384984"/>
                <a:gd name="connsiteX2" fmla="*/ 70001 w 265944"/>
                <a:gd name="connsiteY2" fmla="*/ 2708 h 384984"/>
                <a:gd name="connsiteX3" fmla="*/ 265944 w 265944"/>
                <a:gd name="connsiteY3" fmla="*/ 193846 h 384984"/>
                <a:gd name="connsiteX4" fmla="*/ 70001 w 265944"/>
                <a:gd name="connsiteY4" fmla="*/ 384984 h 384984"/>
                <a:gd name="connsiteX0" fmla="*/ 207161 w 403104"/>
                <a:gd name="connsiteY0" fmla="*/ 382284 h 382296"/>
                <a:gd name="connsiteX1" fmla="*/ 0 w 403104"/>
                <a:gd name="connsiteY1" fmla="*/ 183979 h 382296"/>
                <a:gd name="connsiteX2" fmla="*/ 207161 w 403104"/>
                <a:gd name="connsiteY2" fmla="*/ 8 h 382296"/>
                <a:gd name="connsiteX3" fmla="*/ 403104 w 403104"/>
                <a:gd name="connsiteY3" fmla="*/ 191146 h 382296"/>
                <a:gd name="connsiteX4" fmla="*/ 207161 w 403104"/>
                <a:gd name="connsiteY4" fmla="*/ 382284 h 38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104" h="382296">
                  <a:moveTo>
                    <a:pt x="207161" y="382284"/>
                  </a:moveTo>
                  <a:cubicBezTo>
                    <a:pt x="139977" y="381090"/>
                    <a:pt x="0" y="247692"/>
                    <a:pt x="0" y="183979"/>
                  </a:cubicBezTo>
                  <a:cubicBezTo>
                    <a:pt x="6587" y="136807"/>
                    <a:pt x="139977" y="-1186"/>
                    <a:pt x="207161" y="8"/>
                  </a:cubicBezTo>
                  <a:cubicBezTo>
                    <a:pt x="274345" y="1202"/>
                    <a:pt x="403104" y="85583"/>
                    <a:pt x="403104" y="191146"/>
                  </a:cubicBezTo>
                  <a:cubicBezTo>
                    <a:pt x="403104" y="296709"/>
                    <a:pt x="274345" y="383478"/>
                    <a:pt x="207161" y="382284"/>
                  </a:cubicBezTo>
                  <a:close/>
                </a:path>
              </a:pathLst>
            </a:custGeom>
            <a:gradFill>
              <a:gsLst>
                <a:gs pos="48000">
                  <a:sysClr val="windowText" lastClr="000000"/>
                </a:gs>
                <a:gs pos="98000">
                  <a:srgbClr val="70AD47"/>
                </a:gs>
              </a:gsLst>
              <a:lin ang="132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4BCDD96-2923-A458-A69E-AE0EA12FA622}"/>
                </a:ext>
              </a:extLst>
            </p:cNvPr>
            <p:cNvSpPr/>
            <p:nvPr/>
          </p:nvSpPr>
          <p:spPr>
            <a:xfrm>
              <a:off x="1952786" y="1766806"/>
              <a:ext cx="6261316" cy="3970330"/>
            </a:xfrm>
            <a:custGeom>
              <a:avLst/>
              <a:gdLst>
                <a:gd name="connsiteX0" fmla="*/ 0 w 6261316"/>
                <a:gd name="connsiteY0" fmla="*/ 0 h 3967566"/>
                <a:gd name="connsiteX1" fmla="*/ 6261316 w 6261316"/>
                <a:gd name="connsiteY1" fmla="*/ 3967566 h 3967566"/>
                <a:gd name="connsiteX2" fmla="*/ 6261316 w 6261316"/>
                <a:gd name="connsiteY2" fmla="*/ 3967566 h 3967566"/>
                <a:gd name="connsiteX0" fmla="*/ 0 w 6261316"/>
                <a:gd name="connsiteY0" fmla="*/ 0 h 3967566"/>
                <a:gd name="connsiteX1" fmla="*/ 6261316 w 6261316"/>
                <a:gd name="connsiteY1" fmla="*/ 3967566 h 3967566"/>
                <a:gd name="connsiteX2" fmla="*/ 6261316 w 6261316"/>
                <a:gd name="connsiteY2" fmla="*/ 3967566 h 3967566"/>
                <a:gd name="connsiteX0" fmla="*/ 0 w 6261316"/>
                <a:gd name="connsiteY0" fmla="*/ 0 h 4014006"/>
                <a:gd name="connsiteX1" fmla="*/ 6261316 w 6261316"/>
                <a:gd name="connsiteY1" fmla="*/ 3967566 h 4014006"/>
                <a:gd name="connsiteX2" fmla="*/ 6261316 w 6261316"/>
                <a:gd name="connsiteY2" fmla="*/ 3967566 h 4014006"/>
                <a:gd name="connsiteX0" fmla="*/ 0 w 6261316"/>
                <a:gd name="connsiteY0" fmla="*/ 0 h 4014006"/>
                <a:gd name="connsiteX1" fmla="*/ 6261316 w 6261316"/>
                <a:gd name="connsiteY1" fmla="*/ 3967566 h 4014006"/>
                <a:gd name="connsiteX2" fmla="*/ 6261316 w 6261316"/>
                <a:gd name="connsiteY2" fmla="*/ 3874576 h 4014006"/>
                <a:gd name="connsiteX0" fmla="*/ 0 w 6261316"/>
                <a:gd name="connsiteY0" fmla="*/ 0 h 4014006"/>
                <a:gd name="connsiteX1" fmla="*/ 6261316 w 6261316"/>
                <a:gd name="connsiteY1" fmla="*/ 3967566 h 4014006"/>
                <a:gd name="connsiteX0" fmla="*/ 0 w 6261316"/>
                <a:gd name="connsiteY0" fmla="*/ 0 h 3938635"/>
                <a:gd name="connsiteX1" fmla="*/ 6261316 w 6261316"/>
                <a:gd name="connsiteY1" fmla="*/ 3890075 h 3938635"/>
                <a:gd name="connsiteX0" fmla="*/ 0 w 6261316"/>
                <a:gd name="connsiteY0" fmla="*/ 0 h 3980397"/>
                <a:gd name="connsiteX1" fmla="*/ 6261316 w 6261316"/>
                <a:gd name="connsiteY1" fmla="*/ 3890075 h 3980397"/>
                <a:gd name="connsiteX0" fmla="*/ 0 w 6261316"/>
                <a:gd name="connsiteY0" fmla="*/ 0 h 3970330"/>
                <a:gd name="connsiteX1" fmla="*/ 6261316 w 6261316"/>
                <a:gd name="connsiteY1" fmla="*/ 3890075 h 3970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61316" h="3970330">
                  <a:moveTo>
                    <a:pt x="0" y="0"/>
                  </a:moveTo>
                  <a:cubicBezTo>
                    <a:pt x="1188203" y="2686373"/>
                    <a:pt x="3445791" y="4365356"/>
                    <a:pt x="6261316" y="3890075"/>
                  </a:cubicBezTo>
                </a:path>
              </a:pathLst>
            </a:cu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4">
              <a:extLst>
                <a:ext uri="{FF2B5EF4-FFF2-40B4-BE49-F238E27FC236}">
                  <a16:creationId xmlns:a16="http://schemas.microsoft.com/office/drawing/2014/main" id="{7C593F8C-DFAF-EE62-0EE2-C77A8E8A935F}"/>
                </a:ext>
              </a:extLst>
            </p:cNvPr>
            <p:cNvSpPr/>
            <p:nvPr/>
          </p:nvSpPr>
          <p:spPr>
            <a:xfrm>
              <a:off x="1546697" y="580296"/>
              <a:ext cx="498862" cy="631502"/>
            </a:xfrm>
            <a:custGeom>
              <a:avLst/>
              <a:gdLst>
                <a:gd name="connsiteX0" fmla="*/ 0 w 391886"/>
                <a:gd name="connsiteY0" fmla="*/ 191138 h 382275"/>
                <a:gd name="connsiteX1" fmla="*/ 195943 w 391886"/>
                <a:gd name="connsiteY1" fmla="*/ 0 h 382275"/>
                <a:gd name="connsiteX2" fmla="*/ 391886 w 391886"/>
                <a:gd name="connsiteY2" fmla="*/ 191138 h 382275"/>
                <a:gd name="connsiteX3" fmla="*/ 195943 w 391886"/>
                <a:gd name="connsiteY3" fmla="*/ 382276 h 382275"/>
                <a:gd name="connsiteX4" fmla="*/ 0 w 391886"/>
                <a:gd name="connsiteY4" fmla="*/ 191138 h 382275"/>
                <a:gd name="connsiteX0" fmla="*/ 24493 w 220436"/>
                <a:gd name="connsiteY0" fmla="*/ 387589 h 392902"/>
                <a:gd name="connsiteX1" fmla="*/ 24493 w 220436"/>
                <a:gd name="connsiteY1" fmla="*/ 5313 h 392902"/>
                <a:gd name="connsiteX2" fmla="*/ 220436 w 220436"/>
                <a:gd name="connsiteY2" fmla="*/ 196451 h 392902"/>
                <a:gd name="connsiteX3" fmla="*/ 24493 w 220436"/>
                <a:gd name="connsiteY3" fmla="*/ 387589 h 392902"/>
                <a:gd name="connsiteX0" fmla="*/ 39521 w 235464"/>
                <a:gd name="connsiteY0" fmla="*/ 383824 h 386571"/>
                <a:gd name="connsiteX1" fmla="*/ 0 w 235464"/>
                <a:gd name="connsiteY1" fmla="*/ 284579 h 386571"/>
                <a:gd name="connsiteX2" fmla="*/ 39521 w 235464"/>
                <a:gd name="connsiteY2" fmla="*/ 1548 h 386571"/>
                <a:gd name="connsiteX3" fmla="*/ 235464 w 235464"/>
                <a:gd name="connsiteY3" fmla="*/ 192686 h 386571"/>
                <a:gd name="connsiteX4" fmla="*/ 39521 w 235464"/>
                <a:gd name="connsiteY4" fmla="*/ 383824 h 386571"/>
                <a:gd name="connsiteX0" fmla="*/ 70896 w 266839"/>
                <a:gd name="connsiteY0" fmla="*/ 384984 h 387731"/>
                <a:gd name="connsiteX1" fmla="*/ 31375 w 266839"/>
                <a:gd name="connsiteY1" fmla="*/ 285739 h 387731"/>
                <a:gd name="connsiteX2" fmla="*/ 895 w 266839"/>
                <a:gd name="connsiteY2" fmla="*/ 95239 h 387731"/>
                <a:gd name="connsiteX3" fmla="*/ 70896 w 266839"/>
                <a:gd name="connsiteY3" fmla="*/ 2708 h 387731"/>
                <a:gd name="connsiteX4" fmla="*/ 266839 w 266839"/>
                <a:gd name="connsiteY4" fmla="*/ 193846 h 387731"/>
                <a:gd name="connsiteX5" fmla="*/ 70896 w 266839"/>
                <a:gd name="connsiteY5" fmla="*/ 384984 h 387731"/>
                <a:gd name="connsiteX0" fmla="*/ 127818 w 323761"/>
                <a:gd name="connsiteY0" fmla="*/ 384984 h 387731"/>
                <a:gd name="connsiteX1" fmla="*/ 88297 w 323761"/>
                <a:gd name="connsiteY1" fmla="*/ 285739 h 387731"/>
                <a:gd name="connsiteX2" fmla="*/ 57817 w 323761"/>
                <a:gd name="connsiteY2" fmla="*/ 95239 h 387731"/>
                <a:gd name="connsiteX3" fmla="*/ 127818 w 323761"/>
                <a:gd name="connsiteY3" fmla="*/ 2708 h 387731"/>
                <a:gd name="connsiteX4" fmla="*/ 323761 w 323761"/>
                <a:gd name="connsiteY4" fmla="*/ 193846 h 387731"/>
                <a:gd name="connsiteX5" fmla="*/ 127818 w 323761"/>
                <a:gd name="connsiteY5" fmla="*/ 384984 h 387731"/>
                <a:gd name="connsiteX0" fmla="*/ 70001 w 265944"/>
                <a:gd name="connsiteY0" fmla="*/ 384984 h 384984"/>
                <a:gd name="connsiteX1" fmla="*/ 0 w 265944"/>
                <a:gd name="connsiteY1" fmla="*/ 95239 h 384984"/>
                <a:gd name="connsiteX2" fmla="*/ 70001 w 265944"/>
                <a:gd name="connsiteY2" fmla="*/ 2708 h 384984"/>
                <a:gd name="connsiteX3" fmla="*/ 265944 w 265944"/>
                <a:gd name="connsiteY3" fmla="*/ 193846 h 384984"/>
                <a:gd name="connsiteX4" fmla="*/ 70001 w 265944"/>
                <a:gd name="connsiteY4" fmla="*/ 384984 h 384984"/>
                <a:gd name="connsiteX0" fmla="*/ 207161 w 403104"/>
                <a:gd name="connsiteY0" fmla="*/ 382284 h 382296"/>
                <a:gd name="connsiteX1" fmla="*/ 0 w 403104"/>
                <a:gd name="connsiteY1" fmla="*/ 183979 h 382296"/>
                <a:gd name="connsiteX2" fmla="*/ 207161 w 403104"/>
                <a:gd name="connsiteY2" fmla="*/ 8 h 382296"/>
                <a:gd name="connsiteX3" fmla="*/ 403104 w 403104"/>
                <a:gd name="connsiteY3" fmla="*/ 191146 h 382296"/>
                <a:gd name="connsiteX4" fmla="*/ 207161 w 403104"/>
                <a:gd name="connsiteY4" fmla="*/ 382284 h 38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104" h="382296">
                  <a:moveTo>
                    <a:pt x="207161" y="382284"/>
                  </a:moveTo>
                  <a:cubicBezTo>
                    <a:pt x="139977" y="381090"/>
                    <a:pt x="0" y="247692"/>
                    <a:pt x="0" y="183979"/>
                  </a:cubicBezTo>
                  <a:cubicBezTo>
                    <a:pt x="6587" y="136807"/>
                    <a:pt x="139977" y="-1186"/>
                    <a:pt x="207161" y="8"/>
                  </a:cubicBezTo>
                  <a:cubicBezTo>
                    <a:pt x="274345" y="1202"/>
                    <a:pt x="403104" y="85583"/>
                    <a:pt x="403104" y="191146"/>
                  </a:cubicBezTo>
                  <a:cubicBezTo>
                    <a:pt x="403104" y="296709"/>
                    <a:pt x="274345" y="383478"/>
                    <a:pt x="207161" y="382284"/>
                  </a:cubicBezTo>
                  <a:close/>
                </a:path>
              </a:pathLst>
            </a:custGeom>
            <a:solidFill>
              <a:srgbClr val="FFF561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427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55CA78E-5D06-4328-A2DC-F2B07D46DB13}"/>
              </a:ext>
            </a:extLst>
          </p:cNvPr>
          <p:cNvGrpSpPr/>
          <p:nvPr/>
        </p:nvGrpSpPr>
        <p:grpSpPr>
          <a:xfrm>
            <a:off x="2001768" y="1726168"/>
            <a:ext cx="5118099" cy="5389472"/>
            <a:chOff x="2903287" y="1490663"/>
            <a:chExt cx="4246812" cy="4471987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9116793-FC3C-8B51-97B5-901E8BF7F618}"/>
                </a:ext>
              </a:extLst>
            </p:cNvPr>
            <p:cNvSpPr/>
            <p:nvPr/>
          </p:nvSpPr>
          <p:spPr>
            <a:xfrm>
              <a:off x="3305174" y="2146300"/>
              <a:ext cx="3844925" cy="3816350"/>
            </a:xfrm>
            <a:prstGeom prst="ellipse">
              <a:avLst/>
            </a:prstGeom>
            <a:solidFill>
              <a:srgbClr val="FFAC06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19">
              <a:extLst>
                <a:ext uri="{FF2B5EF4-FFF2-40B4-BE49-F238E27FC236}">
                  <a16:creationId xmlns:a16="http://schemas.microsoft.com/office/drawing/2014/main" id="{5099E225-8529-9034-E7A9-F484F8449260}"/>
                </a:ext>
              </a:extLst>
            </p:cNvPr>
            <p:cNvSpPr/>
            <p:nvPr/>
          </p:nvSpPr>
          <p:spPr>
            <a:xfrm rot="20182989">
              <a:off x="2903287" y="1749783"/>
              <a:ext cx="2384334" cy="794595"/>
            </a:xfrm>
            <a:custGeom>
              <a:avLst/>
              <a:gdLst>
                <a:gd name="connsiteX0" fmla="*/ 0 w 1257300"/>
                <a:gd name="connsiteY0" fmla="*/ 0 h 292100"/>
                <a:gd name="connsiteX1" fmla="*/ 1257300 w 1257300"/>
                <a:gd name="connsiteY1" fmla="*/ 0 h 292100"/>
                <a:gd name="connsiteX2" fmla="*/ 1257300 w 1257300"/>
                <a:gd name="connsiteY2" fmla="*/ 292100 h 292100"/>
                <a:gd name="connsiteX3" fmla="*/ 0 w 1257300"/>
                <a:gd name="connsiteY3" fmla="*/ 292100 h 292100"/>
                <a:gd name="connsiteX4" fmla="*/ 0 w 1257300"/>
                <a:gd name="connsiteY4" fmla="*/ 0 h 292100"/>
                <a:gd name="connsiteX0" fmla="*/ 0 w 1675784"/>
                <a:gd name="connsiteY0" fmla="*/ 0 h 292100"/>
                <a:gd name="connsiteX1" fmla="*/ 1675784 w 1675784"/>
                <a:gd name="connsiteY1" fmla="*/ 241193 h 292100"/>
                <a:gd name="connsiteX2" fmla="*/ 1257300 w 1675784"/>
                <a:gd name="connsiteY2" fmla="*/ 292100 h 292100"/>
                <a:gd name="connsiteX3" fmla="*/ 0 w 1675784"/>
                <a:gd name="connsiteY3" fmla="*/ 292100 h 292100"/>
                <a:gd name="connsiteX4" fmla="*/ 0 w 1675784"/>
                <a:gd name="connsiteY4" fmla="*/ 0 h 292100"/>
                <a:gd name="connsiteX0" fmla="*/ 0 w 2384334"/>
                <a:gd name="connsiteY0" fmla="*/ 0 h 136179"/>
                <a:gd name="connsiteX1" fmla="*/ 2384334 w 2384334"/>
                <a:gd name="connsiteY1" fmla="*/ 85272 h 136179"/>
                <a:gd name="connsiteX2" fmla="*/ 1965850 w 2384334"/>
                <a:gd name="connsiteY2" fmla="*/ 136179 h 136179"/>
                <a:gd name="connsiteX3" fmla="*/ 708550 w 2384334"/>
                <a:gd name="connsiteY3" fmla="*/ 136179 h 136179"/>
                <a:gd name="connsiteX4" fmla="*/ 0 w 2384334"/>
                <a:gd name="connsiteY4" fmla="*/ 0 h 136179"/>
                <a:gd name="connsiteX0" fmla="*/ 0 w 2384334"/>
                <a:gd name="connsiteY0" fmla="*/ 280786 h 416965"/>
                <a:gd name="connsiteX1" fmla="*/ 2384334 w 2384334"/>
                <a:gd name="connsiteY1" fmla="*/ 366058 h 416965"/>
                <a:gd name="connsiteX2" fmla="*/ 1965850 w 2384334"/>
                <a:gd name="connsiteY2" fmla="*/ 416965 h 416965"/>
                <a:gd name="connsiteX3" fmla="*/ 708550 w 2384334"/>
                <a:gd name="connsiteY3" fmla="*/ 416965 h 416965"/>
                <a:gd name="connsiteX4" fmla="*/ 0 w 2384334"/>
                <a:gd name="connsiteY4" fmla="*/ 280786 h 416965"/>
                <a:gd name="connsiteX0" fmla="*/ 0 w 2384334"/>
                <a:gd name="connsiteY0" fmla="*/ 338971 h 475150"/>
                <a:gd name="connsiteX1" fmla="*/ 2384334 w 2384334"/>
                <a:gd name="connsiteY1" fmla="*/ 424243 h 475150"/>
                <a:gd name="connsiteX2" fmla="*/ 1965850 w 2384334"/>
                <a:gd name="connsiteY2" fmla="*/ 475150 h 475150"/>
                <a:gd name="connsiteX3" fmla="*/ 708550 w 2384334"/>
                <a:gd name="connsiteY3" fmla="*/ 475150 h 475150"/>
                <a:gd name="connsiteX4" fmla="*/ 0 w 2384334"/>
                <a:gd name="connsiteY4" fmla="*/ 338971 h 475150"/>
                <a:gd name="connsiteX0" fmla="*/ 0 w 2384334"/>
                <a:gd name="connsiteY0" fmla="*/ 338971 h 787432"/>
                <a:gd name="connsiteX1" fmla="*/ 2384334 w 2384334"/>
                <a:gd name="connsiteY1" fmla="*/ 424243 h 787432"/>
                <a:gd name="connsiteX2" fmla="*/ 1965850 w 2384334"/>
                <a:gd name="connsiteY2" fmla="*/ 475150 h 787432"/>
                <a:gd name="connsiteX3" fmla="*/ 1270599 w 2384334"/>
                <a:gd name="connsiteY3" fmla="*/ 787432 h 787432"/>
                <a:gd name="connsiteX4" fmla="*/ 0 w 2384334"/>
                <a:gd name="connsiteY4" fmla="*/ 338971 h 787432"/>
                <a:gd name="connsiteX0" fmla="*/ 0 w 2384334"/>
                <a:gd name="connsiteY0" fmla="*/ 338971 h 787432"/>
                <a:gd name="connsiteX1" fmla="*/ 2384334 w 2384334"/>
                <a:gd name="connsiteY1" fmla="*/ 424243 h 787432"/>
                <a:gd name="connsiteX2" fmla="*/ 1965850 w 2384334"/>
                <a:gd name="connsiteY2" fmla="*/ 475150 h 787432"/>
                <a:gd name="connsiteX3" fmla="*/ 1270599 w 2384334"/>
                <a:gd name="connsiteY3" fmla="*/ 787432 h 787432"/>
                <a:gd name="connsiteX4" fmla="*/ 0 w 2384334"/>
                <a:gd name="connsiteY4" fmla="*/ 338971 h 787432"/>
                <a:gd name="connsiteX0" fmla="*/ 0 w 2384334"/>
                <a:gd name="connsiteY0" fmla="*/ 338971 h 788086"/>
                <a:gd name="connsiteX1" fmla="*/ 2384334 w 2384334"/>
                <a:gd name="connsiteY1" fmla="*/ 424243 h 788086"/>
                <a:gd name="connsiteX2" fmla="*/ 1965850 w 2384334"/>
                <a:gd name="connsiteY2" fmla="*/ 475150 h 788086"/>
                <a:gd name="connsiteX3" fmla="*/ 1270599 w 2384334"/>
                <a:gd name="connsiteY3" fmla="*/ 787432 h 788086"/>
                <a:gd name="connsiteX4" fmla="*/ 0 w 2384334"/>
                <a:gd name="connsiteY4" fmla="*/ 338971 h 788086"/>
                <a:gd name="connsiteX0" fmla="*/ 0 w 2384334"/>
                <a:gd name="connsiteY0" fmla="*/ 338971 h 794595"/>
                <a:gd name="connsiteX1" fmla="*/ 2384334 w 2384334"/>
                <a:gd name="connsiteY1" fmla="*/ 424243 h 794595"/>
                <a:gd name="connsiteX2" fmla="*/ 1965850 w 2384334"/>
                <a:gd name="connsiteY2" fmla="*/ 475150 h 794595"/>
                <a:gd name="connsiteX3" fmla="*/ 1270599 w 2384334"/>
                <a:gd name="connsiteY3" fmla="*/ 787432 h 794595"/>
                <a:gd name="connsiteX4" fmla="*/ 0 w 2384334"/>
                <a:gd name="connsiteY4" fmla="*/ 338971 h 794595"/>
                <a:gd name="connsiteX0" fmla="*/ 0 w 2384334"/>
                <a:gd name="connsiteY0" fmla="*/ 338971 h 794595"/>
                <a:gd name="connsiteX1" fmla="*/ 2384334 w 2384334"/>
                <a:gd name="connsiteY1" fmla="*/ 424243 h 794595"/>
                <a:gd name="connsiteX2" fmla="*/ 1270599 w 2384334"/>
                <a:gd name="connsiteY2" fmla="*/ 787432 h 794595"/>
                <a:gd name="connsiteX3" fmla="*/ 0 w 2384334"/>
                <a:gd name="connsiteY3" fmla="*/ 338971 h 794595"/>
                <a:gd name="connsiteX0" fmla="*/ 0 w 2384334"/>
                <a:gd name="connsiteY0" fmla="*/ 338971 h 794595"/>
                <a:gd name="connsiteX1" fmla="*/ 2384334 w 2384334"/>
                <a:gd name="connsiteY1" fmla="*/ 424243 h 794595"/>
                <a:gd name="connsiteX2" fmla="*/ 1270599 w 2384334"/>
                <a:gd name="connsiteY2" fmla="*/ 787432 h 794595"/>
                <a:gd name="connsiteX3" fmla="*/ 0 w 2384334"/>
                <a:gd name="connsiteY3" fmla="*/ 338971 h 794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4334" h="794595">
                  <a:moveTo>
                    <a:pt x="0" y="338971"/>
                  </a:moveTo>
                  <a:cubicBezTo>
                    <a:pt x="1014968" y="-326402"/>
                    <a:pt x="1948592" y="145293"/>
                    <a:pt x="2384334" y="424243"/>
                  </a:cubicBezTo>
                  <a:cubicBezTo>
                    <a:pt x="2013089" y="545306"/>
                    <a:pt x="1641420" y="724400"/>
                    <a:pt x="1270599" y="787432"/>
                  </a:cubicBezTo>
                  <a:cubicBezTo>
                    <a:pt x="766395" y="860487"/>
                    <a:pt x="508585" y="350998"/>
                    <a:pt x="0" y="338971"/>
                  </a:cubicBezTo>
                  <a:close/>
                </a:path>
              </a:pathLst>
            </a:custGeom>
            <a:solidFill>
              <a:srgbClr val="406216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009B9F2-7BEF-CE4B-5FFB-546BA7FD755F}"/>
                </a:ext>
              </a:extLst>
            </p:cNvPr>
            <p:cNvSpPr/>
            <p:nvPr/>
          </p:nvSpPr>
          <p:spPr>
            <a:xfrm>
              <a:off x="4984010" y="2282825"/>
              <a:ext cx="293580" cy="139274"/>
            </a:xfrm>
            <a:prstGeom prst="ellipse">
              <a:avLst/>
            </a:prstGeom>
            <a:solidFill>
              <a:srgbClr val="574519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20">
              <a:extLst>
                <a:ext uri="{FF2B5EF4-FFF2-40B4-BE49-F238E27FC236}">
                  <a16:creationId xmlns:a16="http://schemas.microsoft.com/office/drawing/2014/main" id="{144E626B-C9F4-56AE-11F3-19ECFEB2D0F0}"/>
                </a:ext>
              </a:extLst>
            </p:cNvPr>
            <p:cNvSpPr/>
            <p:nvPr/>
          </p:nvSpPr>
          <p:spPr>
            <a:xfrm>
              <a:off x="5070475" y="1490663"/>
              <a:ext cx="206479" cy="860425"/>
            </a:xfrm>
            <a:custGeom>
              <a:avLst/>
              <a:gdLst>
                <a:gd name="connsiteX0" fmla="*/ 0 w 45719"/>
                <a:gd name="connsiteY0" fmla="*/ 0 h 838200"/>
                <a:gd name="connsiteX1" fmla="*/ 45719 w 45719"/>
                <a:gd name="connsiteY1" fmla="*/ 0 h 838200"/>
                <a:gd name="connsiteX2" fmla="*/ 45719 w 45719"/>
                <a:gd name="connsiteY2" fmla="*/ 838200 h 838200"/>
                <a:gd name="connsiteX3" fmla="*/ 0 w 45719"/>
                <a:gd name="connsiteY3" fmla="*/ 838200 h 838200"/>
                <a:gd name="connsiteX4" fmla="*/ 0 w 45719"/>
                <a:gd name="connsiteY4" fmla="*/ 0 h 838200"/>
                <a:gd name="connsiteX0" fmla="*/ 0 w 128269"/>
                <a:gd name="connsiteY0" fmla="*/ 6350 h 844550"/>
                <a:gd name="connsiteX1" fmla="*/ 128269 w 128269"/>
                <a:gd name="connsiteY1" fmla="*/ 0 h 844550"/>
                <a:gd name="connsiteX2" fmla="*/ 45719 w 128269"/>
                <a:gd name="connsiteY2" fmla="*/ 844550 h 844550"/>
                <a:gd name="connsiteX3" fmla="*/ 0 w 128269"/>
                <a:gd name="connsiteY3" fmla="*/ 844550 h 844550"/>
                <a:gd name="connsiteX4" fmla="*/ 0 w 128269"/>
                <a:gd name="connsiteY4" fmla="*/ 6350 h 844550"/>
                <a:gd name="connsiteX0" fmla="*/ 19050 w 128269"/>
                <a:gd name="connsiteY0" fmla="*/ 0 h 860425"/>
                <a:gd name="connsiteX1" fmla="*/ 128269 w 128269"/>
                <a:gd name="connsiteY1" fmla="*/ 15875 h 860425"/>
                <a:gd name="connsiteX2" fmla="*/ 45719 w 128269"/>
                <a:gd name="connsiteY2" fmla="*/ 860425 h 860425"/>
                <a:gd name="connsiteX3" fmla="*/ 0 w 128269"/>
                <a:gd name="connsiteY3" fmla="*/ 860425 h 860425"/>
                <a:gd name="connsiteX4" fmla="*/ 19050 w 128269"/>
                <a:gd name="connsiteY4" fmla="*/ 0 h 860425"/>
                <a:gd name="connsiteX0" fmla="*/ 19050 w 128269"/>
                <a:gd name="connsiteY0" fmla="*/ 0 h 860425"/>
                <a:gd name="connsiteX1" fmla="*/ 128269 w 128269"/>
                <a:gd name="connsiteY1" fmla="*/ 15875 h 860425"/>
                <a:gd name="connsiteX2" fmla="*/ 45719 w 128269"/>
                <a:gd name="connsiteY2" fmla="*/ 860425 h 860425"/>
                <a:gd name="connsiteX3" fmla="*/ 0 w 128269"/>
                <a:gd name="connsiteY3" fmla="*/ 860425 h 860425"/>
                <a:gd name="connsiteX4" fmla="*/ 19050 w 128269"/>
                <a:gd name="connsiteY4" fmla="*/ 0 h 860425"/>
                <a:gd name="connsiteX0" fmla="*/ 19050 w 142515"/>
                <a:gd name="connsiteY0" fmla="*/ 0 h 860425"/>
                <a:gd name="connsiteX1" fmla="*/ 128269 w 142515"/>
                <a:gd name="connsiteY1" fmla="*/ 15875 h 860425"/>
                <a:gd name="connsiteX2" fmla="*/ 45719 w 142515"/>
                <a:gd name="connsiteY2" fmla="*/ 860425 h 860425"/>
                <a:gd name="connsiteX3" fmla="*/ 0 w 142515"/>
                <a:gd name="connsiteY3" fmla="*/ 860425 h 860425"/>
                <a:gd name="connsiteX4" fmla="*/ 19050 w 142515"/>
                <a:gd name="connsiteY4" fmla="*/ 0 h 860425"/>
                <a:gd name="connsiteX0" fmla="*/ 19050 w 149329"/>
                <a:gd name="connsiteY0" fmla="*/ 0 h 860425"/>
                <a:gd name="connsiteX1" fmla="*/ 128269 w 149329"/>
                <a:gd name="connsiteY1" fmla="*/ 15875 h 860425"/>
                <a:gd name="connsiteX2" fmla="*/ 74294 w 149329"/>
                <a:gd name="connsiteY2" fmla="*/ 860425 h 860425"/>
                <a:gd name="connsiteX3" fmla="*/ 0 w 149329"/>
                <a:gd name="connsiteY3" fmla="*/ 860425 h 860425"/>
                <a:gd name="connsiteX4" fmla="*/ 19050 w 149329"/>
                <a:gd name="connsiteY4" fmla="*/ 0 h 860425"/>
                <a:gd name="connsiteX0" fmla="*/ 76200 w 206479"/>
                <a:gd name="connsiteY0" fmla="*/ 0 h 860425"/>
                <a:gd name="connsiteX1" fmla="*/ 185419 w 206479"/>
                <a:gd name="connsiteY1" fmla="*/ 15875 h 860425"/>
                <a:gd name="connsiteX2" fmla="*/ 131444 w 206479"/>
                <a:gd name="connsiteY2" fmla="*/ 860425 h 860425"/>
                <a:gd name="connsiteX3" fmla="*/ 0 w 206479"/>
                <a:gd name="connsiteY3" fmla="*/ 860425 h 860425"/>
                <a:gd name="connsiteX4" fmla="*/ 76200 w 206479"/>
                <a:gd name="connsiteY4" fmla="*/ 0 h 860425"/>
                <a:gd name="connsiteX0" fmla="*/ 76200 w 206479"/>
                <a:gd name="connsiteY0" fmla="*/ 0 h 860425"/>
                <a:gd name="connsiteX1" fmla="*/ 185419 w 206479"/>
                <a:gd name="connsiteY1" fmla="*/ 15875 h 860425"/>
                <a:gd name="connsiteX2" fmla="*/ 131444 w 206479"/>
                <a:gd name="connsiteY2" fmla="*/ 860425 h 860425"/>
                <a:gd name="connsiteX3" fmla="*/ 0 w 206479"/>
                <a:gd name="connsiteY3" fmla="*/ 860425 h 860425"/>
                <a:gd name="connsiteX4" fmla="*/ 76200 w 206479"/>
                <a:gd name="connsiteY4" fmla="*/ 0 h 860425"/>
                <a:gd name="connsiteX0" fmla="*/ 76200 w 206479"/>
                <a:gd name="connsiteY0" fmla="*/ 0 h 860425"/>
                <a:gd name="connsiteX1" fmla="*/ 185419 w 206479"/>
                <a:gd name="connsiteY1" fmla="*/ 15875 h 860425"/>
                <a:gd name="connsiteX2" fmla="*/ 131444 w 206479"/>
                <a:gd name="connsiteY2" fmla="*/ 860425 h 860425"/>
                <a:gd name="connsiteX3" fmla="*/ 0 w 206479"/>
                <a:gd name="connsiteY3" fmla="*/ 860425 h 860425"/>
                <a:gd name="connsiteX4" fmla="*/ 76200 w 206479"/>
                <a:gd name="connsiteY4" fmla="*/ 0 h 860425"/>
                <a:gd name="connsiteX0" fmla="*/ 76200 w 206479"/>
                <a:gd name="connsiteY0" fmla="*/ 0 h 860425"/>
                <a:gd name="connsiteX1" fmla="*/ 185419 w 206479"/>
                <a:gd name="connsiteY1" fmla="*/ 15875 h 860425"/>
                <a:gd name="connsiteX2" fmla="*/ 131444 w 206479"/>
                <a:gd name="connsiteY2" fmla="*/ 860425 h 860425"/>
                <a:gd name="connsiteX3" fmla="*/ 0 w 206479"/>
                <a:gd name="connsiteY3" fmla="*/ 860425 h 860425"/>
                <a:gd name="connsiteX4" fmla="*/ 76200 w 206479"/>
                <a:gd name="connsiteY4" fmla="*/ 0 h 860425"/>
                <a:gd name="connsiteX0" fmla="*/ 76200 w 206479"/>
                <a:gd name="connsiteY0" fmla="*/ 0 h 860425"/>
                <a:gd name="connsiteX1" fmla="*/ 185419 w 206479"/>
                <a:gd name="connsiteY1" fmla="*/ 15875 h 860425"/>
                <a:gd name="connsiteX2" fmla="*/ 131444 w 206479"/>
                <a:gd name="connsiteY2" fmla="*/ 860425 h 860425"/>
                <a:gd name="connsiteX3" fmla="*/ 0 w 206479"/>
                <a:gd name="connsiteY3" fmla="*/ 860425 h 860425"/>
                <a:gd name="connsiteX4" fmla="*/ 76200 w 206479"/>
                <a:gd name="connsiteY4" fmla="*/ 0 h 86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479" h="860425">
                  <a:moveTo>
                    <a:pt x="76200" y="0"/>
                  </a:moveTo>
                  <a:lnTo>
                    <a:pt x="185419" y="15875"/>
                  </a:lnTo>
                  <a:cubicBezTo>
                    <a:pt x="221402" y="183092"/>
                    <a:pt x="216111" y="664633"/>
                    <a:pt x="131444" y="860425"/>
                  </a:cubicBezTo>
                  <a:lnTo>
                    <a:pt x="0" y="860425"/>
                  </a:lnTo>
                  <a:cubicBezTo>
                    <a:pt x="53975" y="599017"/>
                    <a:pt x="136525" y="242358"/>
                    <a:pt x="76200" y="0"/>
                  </a:cubicBezTo>
                  <a:close/>
                </a:path>
              </a:pathLst>
            </a:custGeom>
            <a:solidFill>
              <a:srgbClr val="574519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E6A7748-42E6-3EC2-1DDE-38D5DDDBD710}"/>
                </a:ext>
              </a:extLst>
            </p:cNvPr>
            <p:cNvSpPr/>
            <p:nvPr/>
          </p:nvSpPr>
          <p:spPr>
            <a:xfrm>
              <a:off x="5044252" y="2316269"/>
              <a:ext cx="178250" cy="69637"/>
            </a:xfrm>
            <a:prstGeom prst="ellipse">
              <a:avLst/>
            </a:prstGeom>
            <a:solidFill>
              <a:srgbClr val="574519"/>
            </a:solidFill>
            <a:ln w="38100" cap="flat" cmpd="sng" algn="ctr">
              <a:solidFill>
                <a:srgbClr val="574519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EA51501-9A38-6421-5C9D-D328C5174C21}"/>
              </a:ext>
            </a:extLst>
          </p:cNvPr>
          <p:cNvGrpSpPr/>
          <p:nvPr/>
        </p:nvGrpSpPr>
        <p:grpSpPr>
          <a:xfrm>
            <a:off x="5799068" y="1191464"/>
            <a:ext cx="5118099" cy="5389472"/>
            <a:chOff x="2903287" y="1490663"/>
            <a:chExt cx="4246812" cy="447198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1FECA21-C1A2-2F1D-8AAF-39BE3F098C99}"/>
                </a:ext>
              </a:extLst>
            </p:cNvPr>
            <p:cNvSpPr/>
            <p:nvPr/>
          </p:nvSpPr>
          <p:spPr>
            <a:xfrm>
              <a:off x="3305174" y="2146300"/>
              <a:ext cx="3844925" cy="3816350"/>
            </a:xfrm>
            <a:prstGeom prst="ellipse">
              <a:avLst/>
            </a:prstGeom>
            <a:solidFill>
              <a:srgbClr val="FFAC06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19">
              <a:extLst>
                <a:ext uri="{FF2B5EF4-FFF2-40B4-BE49-F238E27FC236}">
                  <a16:creationId xmlns:a16="http://schemas.microsoft.com/office/drawing/2014/main" id="{89F30BB1-62DD-EA52-25A3-50F48534B934}"/>
                </a:ext>
              </a:extLst>
            </p:cNvPr>
            <p:cNvSpPr/>
            <p:nvPr/>
          </p:nvSpPr>
          <p:spPr>
            <a:xfrm rot="20182989">
              <a:off x="2903287" y="1749783"/>
              <a:ext cx="2384334" cy="794595"/>
            </a:xfrm>
            <a:custGeom>
              <a:avLst/>
              <a:gdLst>
                <a:gd name="connsiteX0" fmla="*/ 0 w 1257300"/>
                <a:gd name="connsiteY0" fmla="*/ 0 h 292100"/>
                <a:gd name="connsiteX1" fmla="*/ 1257300 w 1257300"/>
                <a:gd name="connsiteY1" fmla="*/ 0 h 292100"/>
                <a:gd name="connsiteX2" fmla="*/ 1257300 w 1257300"/>
                <a:gd name="connsiteY2" fmla="*/ 292100 h 292100"/>
                <a:gd name="connsiteX3" fmla="*/ 0 w 1257300"/>
                <a:gd name="connsiteY3" fmla="*/ 292100 h 292100"/>
                <a:gd name="connsiteX4" fmla="*/ 0 w 1257300"/>
                <a:gd name="connsiteY4" fmla="*/ 0 h 292100"/>
                <a:gd name="connsiteX0" fmla="*/ 0 w 1675784"/>
                <a:gd name="connsiteY0" fmla="*/ 0 h 292100"/>
                <a:gd name="connsiteX1" fmla="*/ 1675784 w 1675784"/>
                <a:gd name="connsiteY1" fmla="*/ 241193 h 292100"/>
                <a:gd name="connsiteX2" fmla="*/ 1257300 w 1675784"/>
                <a:gd name="connsiteY2" fmla="*/ 292100 h 292100"/>
                <a:gd name="connsiteX3" fmla="*/ 0 w 1675784"/>
                <a:gd name="connsiteY3" fmla="*/ 292100 h 292100"/>
                <a:gd name="connsiteX4" fmla="*/ 0 w 1675784"/>
                <a:gd name="connsiteY4" fmla="*/ 0 h 292100"/>
                <a:gd name="connsiteX0" fmla="*/ 0 w 2384334"/>
                <a:gd name="connsiteY0" fmla="*/ 0 h 136179"/>
                <a:gd name="connsiteX1" fmla="*/ 2384334 w 2384334"/>
                <a:gd name="connsiteY1" fmla="*/ 85272 h 136179"/>
                <a:gd name="connsiteX2" fmla="*/ 1965850 w 2384334"/>
                <a:gd name="connsiteY2" fmla="*/ 136179 h 136179"/>
                <a:gd name="connsiteX3" fmla="*/ 708550 w 2384334"/>
                <a:gd name="connsiteY3" fmla="*/ 136179 h 136179"/>
                <a:gd name="connsiteX4" fmla="*/ 0 w 2384334"/>
                <a:gd name="connsiteY4" fmla="*/ 0 h 136179"/>
                <a:gd name="connsiteX0" fmla="*/ 0 w 2384334"/>
                <a:gd name="connsiteY0" fmla="*/ 280786 h 416965"/>
                <a:gd name="connsiteX1" fmla="*/ 2384334 w 2384334"/>
                <a:gd name="connsiteY1" fmla="*/ 366058 h 416965"/>
                <a:gd name="connsiteX2" fmla="*/ 1965850 w 2384334"/>
                <a:gd name="connsiteY2" fmla="*/ 416965 h 416965"/>
                <a:gd name="connsiteX3" fmla="*/ 708550 w 2384334"/>
                <a:gd name="connsiteY3" fmla="*/ 416965 h 416965"/>
                <a:gd name="connsiteX4" fmla="*/ 0 w 2384334"/>
                <a:gd name="connsiteY4" fmla="*/ 280786 h 416965"/>
                <a:gd name="connsiteX0" fmla="*/ 0 w 2384334"/>
                <a:gd name="connsiteY0" fmla="*/ 338971 h 475150"/>
                <a:gd name="connsiteX1" fmla="*/ 2384334 w 2384334"/>
                <a:gd name="connsiteY1" fmla="*/ 424243 h 475150"/>
                <a:gd name="connsiteX2" fmla="*/ 1965850 w 2384334"/>
                <a:gd name="connsiteY2" fmla="*/ 475150 h 475150"/>
                <a:gd name="connsiteX3" fmla="*/ 708550 w 2384334"/>
                <a:gd name="connsiteY3" fmla="*/ 475150 h 475150"/>
                <a:gd name="connsiteX4" fmla="*/ 0 w 2384334"/>
                <a:gd name="connsiteY4" fmla="*/ 338971 h 475150"/>
                <a:gd name="connsiteX0" fmla="*/ 0 w 2384334"/>
                <a:gd name="connsiteY0" fmla="*/ 338971 h 787432"/>
                <a:gd name="connsiteX1" fmla="*/ 2384334 w 2384334"/>
                <a:gd name="connsiteY1" fmla="*/ 424243 h 787432"/>
                <a:gd name="connsiteX2" fmla="*/ 1965850 w 2384334"/>
                <a:gd name="connsiteY2" fmla="*/ 475150 h 787432"/>
                <a:gd name="connsiteX3" fmla="*/ 1270599 w 2384334"/>
                <a:gd name="connsiteY3" fmla="*/ 787432 h 787432"/>
                <a:gd name="connsiteX4" fmla="*/ 0 w 2384334"/>
                <a:gd name="connsiteY4" fmla="*/ 338971 h 787432"/>
                <a:gd name="connsiteX0" fmla="*/ 0 w 2384334"/>
                <a:gd name="connsiteY0" fmla="*/ 338971 h 787432"/>
                <a:gd name="connsiteX1" fmla="*/ 2384334 w 2384334"/>
                <a:gd name="connsiteY1" fmla="*/ 424243 h 787432"/>
                <a:gd name="connsiteX2" fmla="*/ 1965850 w 2384334"/>
                <a:gd name="connsiteY2" fmla="*/ 475150 h 787432"/>
                <a:gd name="connsiteX3" fmla="*/ 1270599 w 2384334"/>
                <a:gd name="connsiteY3" fmla="*/ 787432 h 787432"/>
                <a:gd name="connsiteX4" fmla="*/ 0 w 2384334"/>
                <a:gd name="connsiteY4" fmla="*/ 338971 h 787432"/>
                <a:gd name="connsiteX0" fmla="*/ 0 w 2384334"/>
                <a:gd name="connsiteY0" fmla="*/ 338971 h 788086"/>
                <a:gd name="connsiteX1" fmla="*/ 2384334 w 2384334"/>
                <a:gd name="connsiteY1" fmla="*/ 424243 h 788086"/>
                <a:gd name="connsiteX2" fmla="*/ 1965850 w 2384334"/>
                <a:gd name="connsiteY2" fmla="*/ 475150 h 788086"/>
                <a:gd name="connsiteX3" fmla="*/ 1270599 w 2384334"/>
                <a:gd name="connsiteY3" fmla="*/ 787432 h 788086"/>
                <a:gd name="connsiteX4" fmla="*/ 0 w 2384334"/>
                <a:gd name="connsiteY4" fmla="*/ 338971 h 788086"/>
                <a:gd name="connsiteX0" fmla="*/ 0 w 2384334"/>
                <a:gd name="connsiteY0" fmla="*/ 338971 h 794595"/>
                <a:gd name="connsiteX1" fmla="*/ 2384334 w 2384334"/>
                <a:gd name="connsiteY1" fmla="*/ 424243 h 794595"/>
                <a:gd name="connsiteX2" fmla="*/ 1965850 w 2384334"/>
                <a:gd name="connsiteY2" fmla="*/ 475150 h 794595"/>
                <a:gd name="connsiteX3" fmla="*/ 1270599 w 2384334"/>
                <a:gd name="connsiteY3" fmla="*/ 787432 h 794595"/>
                <a:gd name="connsiteX4" fmla="*/ 0 w 2384334"/>
                <a:gd name="connsiteY4" fmla="*/ 338971 h 794595"/>
                <a:gd name="connsiteX0" fmla="*/ 0 w 2384334"/>
                <a:gd name="connsiteY0" fmla="*/ 338971 h 794595"/>
                <a:gd name="connsiteX1" fmla="*/ 2384334 w 2384334"/>
                <a:gd name="connsiteY1" fmla="*/ 424243 h 794595"/>
                <a:gd name="connsiteX2" fmla="*/ 1270599 w 2384334"/>
                <a:gd name="connsiteY2" fmla="*/ 787432 h 794595"/>
                <a:gd name="connsiteX3" fmla="*/ 0 w 2384334"/>
                <a:gd name="connsiteY3" fmla="*/ 338971 h 794595"/>
                <a:gd name="connsiteX0" fmla="*/ 0 w 2384334"/>
                <a:gd name="connsiteY0" fmla="*/ 338971 h 794595"/>
                <a:gd name="connsiteX1" fmla="*/ 2384334 w 2384334"/>
                <a:gd name="connsiteY1" fmla="*/ 424243 h 794595"/>
                <a:gd name="connsiteX2" fmla="*/ 1270599 w 2384334"/>
                <a:gd name="connsiteY2" fmla="*/ 787432 h 794595"/>
                <a:gd name="connsiteX3" fmla="*/ 0 w 2384334"/>
                <a:gd name="connsiteY3" fmla="*/ 338971 h 794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4334" h="794595">
                  <a:moveTo>
                    <a:pt x="0" y="338971"/>
                  </a:moveTo>
                  <a:cubicBezTo>
                    <a:pt x="1014968" y="-326402"/>
                    <a:pt x="1948592" y="145293"/>
                    <a:pt x="2384334" y="424243"/>
                  </a:cubicBezTo>
                  <a:cubicBezTo>
                    <a:pt x="2013089" y="545306"/>
                    <a:pt x="1641420" y="724400"/>
                    <a:pt x="1270599" y="787432"/>
                  </a:cubicBezTo>
                  <a:cubicBezTo>
                    <a:pt x="766395" y="860487"/>
                    <a:pt x="508585" y="350998"/>
                    <a:pt x="0" y="338971"/>
                  </a:cubicBezTo>
                  <a:close/>
                </a:path>
              </a:pathLst>
            </a:custGeom>
            <a:solidFill>
              <a:srgbClr val="406216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BEE1279-625E-5CF1-5385-2D6F7FFB130C}"/>
                </a:ext>
              </a:extLst>
            </p:cNvPr>
            <p:cNvSpPr/>
            <p:nvPr/>
          </p:nvSpPr>
          <p:spPr>
            <a:xfrm>
              <a:off x="4984010" y="2282825"/>
              <a:ext cx="293580" cy="139274"/>
            </a:xfrm>
            <a:prstGeom prst="ellipse">
              <a:avLst/>
            </a:prstGeom>
            <a:solidFill>
              <a:srgbClr val="574519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20">
              <a:extLst>
                <a:ext uri="{FF2B5EF4-FFF2-40B4-BE49-F238E27FC236}">
                  <a16:creationId xmlns:a16="http://schemas.microsoft.com/office/drawing/2014/main" id="{D6D6886F-0217-3DD3-3D6F-98DF25A36DA0}"/>
                </a:ext>
              </a:extLst>
            </p:cNvPr>
            <p:cNvSpPr/>
            <p:nvPr/>
          </p:nvSpPr>
          <p:spPr>
            <a:xfrm>
              <a:off x="5070475" y="1490663"/>
              <a:ext cx="206479" cy="860425"/>
            </a:xfrm>
            <a:custGeom>
              <a:avLst/>
              <a:gdLst>
                <a:gd name="connsiteX0" fmla="*/ 0 w 45719"/>
                <a:gd name="connsiteY0" fmla="*/ 0 h 838200"/>
                <a:gd name="connsiteX1" fmla="*/ 45719 w 45719"/>
                <a:gd name="connsiteY1" fmla="*/ 0 h 838200"/>
                <a:gd name="connsiteX2" fmla="*/ 45719 w 45719"/>
                <a:gd name="connsiteY2" fmla="*/ 838200 h 838200"/>
                <a:gd name="connsiteX3" fmla="*/ 0 w 45719"/>
                <a:gd name="connsiteY3" fmla="*/ 838200 h 838200"/>
                <a:gd name="connsiteX4" fmla="*/ 0 w 45719"/>
                <a:gd name="connsiteY4" fmla="*/ 0 h 838200"/>
                <a:gd name="connsiteX0" fmla="*/ 0 w 128269"/>
                <a:gd name="connsiteY0" fmla="*/ 6350 h 844550"/>
                <a:gd name="connsiteX1" fmla="*/ 128269 w 128269"/>
                <a:gd name="connsiteY1" fmla="*/ 0 h 844550"/>
                <a:gd name="connsiteX2" fmla="*/ 45719 w 128269"/>
                <a:gd name="connsiteY2" fmla="*/ 844550 h 844550"/>
                <a:gd name="connsiteX3" fmla="*/ 0 w 128269"/>
                <a:gd name="connsiteY3" fmla="*/ 844550 h 844550"/>
                <a:gd name="connsiteX4" fmla="*/ 0 w 128269"/>
                <a:gd name="connsiteY4" fmla="*/ 6350 h 844550"/>
                <a:gd name="connsiteX0" fmla="*/ 19050 w 128269"/>
                <a:gd name="connsiteY0" fmla="*/ 0 h 860425"/>
                <a:gd name="connsiteX1" fmla="*/ 128269 w 128269"/>
                <a:gd name="connsiteY1" fmla="*/ 15875 h 860425"/>
                <a:gd name="connsiteX2" fmla="*/ 45719 w 128269"/>
                <a:gd name="connsiteY2" fmla="*/ 860425 h 860425"/>
                <a:gd name="connsiteX3" fmla="*/ 0 w 128269"/>
                <a:gd name="connsiteY3" fmla="*/ 860425 h 860425"/>
                <a:gd name="connsiteX4" fmla="*/ 19050 w 128269"/>
                <a:gd name="connsiteY4" fmla="*/ 0 h 860425"/>
                <a:gd name="connsiteX0" fmla="*/ 19050 w 128269"/>
                <a:gd name="connsiteY0" fmla="*/ 0 h 860425"/>
                <a:gd name="connsiteX1" fmla="*/ 128269 w 128269"/>
                <a:gd name="connsiteY1" fmla="*/ 15875 h 860425"/>
                <a:gd name="connsiteX2" fmla="*/ 45719 w 128269"/>
                <a:gd name="connsiteY2" fmla="*/ 860425 h 860425"/>
                <a:gd name="connsiteX3" fmla="*/ 0 w 128269"/>
                <a:gd name="connsiteY3" fmla="*/ 860425 h 860425"/>
                <a:gd name="connsiteX4" fmla="*/ 19050 w 128269"/>
                <a:gd name="connsiteY4" fmla="*/ 0 h 860425"/>
                <a:gd name="connsiteX0" fmla="*/ 19050 w 142515"/>
                <a:gd name="connsiteY0" fmla="*/ 0 h 860425"/>
                <a:gd name="connsiteX1" fmla="*/ 128269 w 142515"/>
                <a:gd name="connsiteY1" fmla="*/ 15875 h 860425"/>
                <a:gd name="connsiteX2" fmla="*/ 45719 w 142515"/>
                <a:gd name="connsiteY2" fmla="*/ 860425 h 860425"/>
                <a:gd name="connsiteX3" fmla="*/ 0 w 142515"/>
                <a:gd name="connsiteY3" fmla="*/ 860425 h 860425"/>
                <a:gd name="connsiteX4" fmla="*/ 19050 w 142515"/>
                <a:gd name="connsiteY4" fmla="*/ 0 h 860425"/>
                <a:gd name="connsiteX0" fmla="*/ 19050 w 149329"/>
                <a:gd name="connsiteY0" fmla="*/ 0 h 860425"/>
                <a:gd name="connsiteX1" fmla="*/ 128269 w 149329"/>
                <a:gd name="connsiteY1" fmla="*/ 15875 h 860425"/>
                <a:gd name="connsiteX2" fmla="*/ 74294 w 149329"/>
                <a:gd name="connsiteY2" fmla="*/ 860425 h 860425"/>
                <a:gd name="connsiteX3" fmla="*/ 0 w 149329"/>
                <a:gd name="connsiteY3" fmla="*/ 860425 h 860425"/>
                <a:gd name="connsiteX4" fmla="*/ 19050 w 149329"/>
                <a:gd name="connsiteY4" fmla="*/ 0 h 860425"/>
                <a:gd name="connsiteX0" fmla="*/ 76200 w 206479"/>
                <a:gd name="connsiteY0" fmla="*/ 0 h 860425"/>
                <a:gd name="connsiteX1" fmla="*/ 185419 w 206479"/>
                <a:gd name="connsiteY1" fmla="*/ 15875 h 860425"/>
                <a:gd name="connsiteX2" fmla="*/ 131444 w 206479"/>
                <a:gd name="connsiteY2" fmla="*/ 860425 h 860425"/>
                <a:gd name="connsiteX3" fmla="*/ 0 w 206479"/>
                <a:gd name="connsiteY3" fmla="*/ 860425 h 860425"/>
                <a:gd name="connsiteX4" fmla="*/ 76200 w 206479"/>
                <a:gd name="connsiteY4" fmla="*/ 0 h 860425"/>
                <a:gd name="connsiteX0" fmla="*/ 76200 w 206479"/>
                <a:gd name="connsiteY0" fmla="*/ 0 h 860425"/>
                <a:gd name="connsiteX1" fmla="*/ 185419 w 206479"/>
                <a:gd name="connsiteY1" fmla="*/ 15875 h 860425"/>
                <a:gd name="connsiteX2" fmla="*/ 131444 w 206479"/>
                <a:gd name="connsiteY2" fmla="*/ 860425 h 860425"/>
                <a:gd name="connsiteX3" fmla="*/ 0 w 206479"/>
                <a:gd name="connsiteY3" fmla="*/ 860425 h 860425"/>
                <a:gd name="connsiteX4" fmla="*/ 76200 w 206479"/>
                <a:gd name="connsiteY4" fmla="*/ 0 h 860425"/>
                <a:gd name="connsiteX0" fmla="*/ 76200 w 206479"/>
                <a:gd name="connsiteY0" fmla="*/ 0 h 860425"/>
                <a:gd name="connsiteX1" fmla="*/ 185419 w 206479"/>
                <a:gd name="connsiteY1" fmla="*/ 15875 h 860425"/>
                <a:gd name="connsiteX2" fmla="*/ 131444 w 206479"/>
                <a:gd name="connsiteY2" fmla="*/ 860425 h 860425"/>
                <a:gd name="connsiteX3" fmla="*/ 0 w 206479"/>
                <a:gd name="connsiteY3" fmla="*/ 860425 h 860425"/>
                <a:gd name="connsiteX4" fmla="*/ 76200 w 206479"/>
                <a:gd name="connsiteY4" fmla="*/ 0 h 860425"/>
                <a:gd name="connsiteX0" fmla="*/ 76200 w 206479"/>
                <a:gd name="connsiteY0" fmla="*/ 0 h 860425"/>
                <a:gd name="connsiteX1" fmla="*/ 185419 w 206479"/>
                <a:gd name="connsiteY1" fmla="*/ 15875 h 860425"/>
                <a:gd name="connsiteX2" fmla="*/ 131444 w 206479"/>
                <a:gd name="connsiteY2" fmla="*/ 860425 h 860425"/>
                <a:gd name="connsiteX3" fmla="*/ 0 w 206479"/>
                <a:gd name="connsiteY3" fmla="*/ 860425 h 860425"/>
                <a:gd name="connsiteX4" fmla="*/ 76200 w 206479"/>
                <a:gd name="connsiteY4" fmla="*/ 0 h 860425"/>
                <a:gd name="connsiteX0" fmla="*/ 76200 w 206479"/>
                <a:gd name="connsiteY0" fmla="*/ 0 h 860425"/>
                <a:gd name="connsiteX1" fmla="*/ 185419 w 206479"/>
                <a:gd name="connsiteY1" fmla="*/ 15875 h 860425"/>
                <a:gd name="connsiteX2" fmla="*/ 131444 w 206479"/>
                <a:gd name="connsiteY2" fmla="*/ 860425 h 860425"/>
                <a:gd name="connsiteX3" fmla="*/ 0 w 206479"/>
                <a:gd name="connsiteY3" fmla="*/ 860425 h 860425"/>
                <a:gd name="connsiteX4" fmla="*/ 76200 w 206479"/>
                <a:gd name="connsiteY4" fmla="*/ 0 h 86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479" h="860425">
                  <a:moveTo>
                    <a:pt x="76200" y="0"/>
                  </a:moveTo>
                  <a:lnTo>
                    <a:pt x="185419" y="15875"/>
                  </a:lnTo>
                  <a:cubicBezTo>
                    <a:pt x="221402" y="183092"/>
                    <a:pt x="216111" y="664633"/>
                    <a:pt x="131444" y="860425"/>
                  </a:cubicBezTo>
                  <a:lnTo>
                    <a:pt x="0" y="860425"/>
                  </a:lnTo>
                  <a:cubicBezTo>
                    <a:pt x="53975" y="599017"/>
                    <a:pt x="136525" y="242358"/>
                    <a:pt x="76200" y="0"/>
                  </a:cubicBezTo>
                  <a:close/>
                </a:path>
              </a:pathLst>
            </a:custGeom>
            <a:solidFill>
              <a:srgbClr val="574519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AC496F4-B59C-B0B5-C012-F5DD98A18702}"/>
                </a:ext>
              </a:extLst>
            </p:cNvPr>
            <p:cNvSpPr/>
            <p:nvPr/>
          </p:nvSpPr>
          <p:spPr>
            <a:xfrm>
              <a:off x="5044252" y="2316269"/>
              <a:ext cx="178250" cy="69637"/>
            </a:xfrm>
            <a:prstGeom prst="ellipse">
              <a:avLst/>
            </a:prstGeom>
            <a:solidFill>
              <a:srgbClr val="574519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77E66EA-C912-19DA-1557-3AAC325E667D}"/>
              </a:ext>
            </a:extLst>
          </p:cNvPr>
          <p:cNvGrpSpPr/>
          <p:nvPr/>
        </p:nvGrpSpPr>
        <p:grpSpPr>
          <a:xfrm>
            <a:off x="-2001666" y="799068"/>
            <a:ext cx="5118099" cy="5389472"/>
            <a:chOff x="2903287" y="1490663"/>
            <a:chExt cx="4246812" cy="4471987"/>
          </a:xfrm>
          <a:solidFill>
            <a:schemeClr val="bg1"/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2534C85-3384-41AB-3AC2-FA4B740F3E42}"/>
                </a:ext>
              </a:extLst>
            </p:cNvPr>
            <p:cNvSpPr/>
            <p:nvPr/>
          </p:nvSpPr>
          <p:spPr>
            <a:xfrm>
              <a:off x="3305174" y="2146300"/>
              <a:ext cx="3844925" cy="3816350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19">
              <a:extLst>
                <a:ext uri="{FF2B5EF4-FFF2-40B4-BE49-F238E27FC236}">
                  <a16:creationId xmlns:a16="http://schemas.microsoft.com/office/drawing/2014/main" id="{5D5370E9-9D3B-C0A6-62A0-D76A6F0B5D46}"/>
                </a:ext>
              </a:extLst>
            </p:cNvPr>
            <p:cNvSpPr/>
            <p:nvPr/>
          </p:nvSpPr>
          <p:spPr>
            <a:xfrm rot="20182989">
              <a:off x="2903287" y="1749783"/>
              <a:ext cx="2384334" cy="794595"/>
            </a:xfrm>
            <a:custGeom>
              <a:avLst/>
              <a:gdLst>
                <a:gd name="connsiteX0" fmla="*/ 0 w 1257300"/>
                <a:gd name="connsiteY0" fmla="*/ 0 h 292100"/>
                <a:gd name="connsiteX1" fmla="*/ 1257300 w 1257300"/>
                <a:gd name="connsiteY1" fmla="*/ 0 h 292100"/>
                <a:gd name="connsiteX2" fmla="*/ 1257300 w 1257300"/>
                <a:gd name="connsiteY2" fmla="*/ 292100 h 292100"/>
                <a:gd name="connsiteX3" fmla="*/ 0 w 1257300"/>
                <a:gd name="connsiteY3" fmla="*/ 292100 h 292100"/>
                <a:gd name="connsiteX4" fmla="*/ 0 w 1257300"/>
                <a:gd name="connsiteY4" fmla="*/ 0 h 292100"/>
                <a:gd name="connsiteX0" fmla="*/ 0 w 1675784"/>
                <a:gd name="connsiteY0" fmla="*/ 0 h 292100"/>
                <a:gd name="connsiteX1" fmla="*/ 1675784 w 1675784"/>
                <a:gd name="connsiteY1" fmla="*/ 241193 h 292100"/>
                <a:gd name="connsiteX2" fmla="*/ 1257300 w 1675784"/>
                <a:gd name="connsiteY2" fmla="*/ 292100 h 292100"/>
                <a:gd name="connsiteX3" fmla="*/ 0 w 1675784"/>
                <a:gd name="connsiteY3" fmla="*/ 292100 h 292100"/>
                <a:gd name="connsiteX4" fmla="*/ 0 w 1675784"/>
                <a:gd name="connsiteY4" fmla="*/ 0 h 292100"/>
                <a:gd name="connsiteX0" fmla="*/ 0 w 2384334"/>
                <a:gd name="connsiteY0" fmla="*/ 0 h 136179"/>
                <a:gd name="connsiteX1" fmla="*/ 2384334 w 2384334"/>
                <a:gd name="connsiteY1" fmla="*/ 85272 h 136179"/>
                <a:gd name="connsiteX2" fmla="*/ 1965850 w 2384334"/>
                <a:gd name="connsiteY2" fmla="*/ 136179 h 136179"/>
                <a:gd name="connsiteX3" fmla="*/ 708550 w 2384334"/>
                <a:gd name="connsiteY3" fmla="*/ 136179 h 136179"/>
                <a:gd name="connsiteX4" fmla="*/ 0 w 2384334"/>
                <a:gd name="connsiteY4" fmla="*/ 0 h 136179"/>
                <a:gd name="connsiteX0" fmla="*/ 0 w 2384334"/>
                <a:gd name="connsiteY0" fmla="*/ 280786 h 416965"/>
                <a:gd name="connsiteX1" fmla="*/ 2384334 w 2384334"/>
                <a:gd name="connsiteY1" fmla="*/ 366058 h 416965"/>
                <a:gd name="connsiteX2" fmla="*/ 1965850 w 2384334"/>
                <a:gd name="connsiteY2" fmla="*/ 416965 h 416965"/>
                <a:gd name="connsiteX3" fmla="*/ 708550 w 2384334"/>
                <a:gd name="connsiteY3" fmla="*/ 416965 h 416965"/>
                <a:gd name="connsiteX4" fmla="*/ 0 w 2384334"/>
                <a:gd name="connsiteY4" fmla="*/ 280786 h 416965"/>
                <a:gd name="connsiteX0" fmla="*/ 0 w 2384334"/>
                <a:gd name="connsiteY0" fmla="*/ 338971 h 475150"/>
                <a:gd name="connsiteX1" fmla="*/ 2384334 w 2384334"/>
                <a:gd name="connsiteY1" fmla="*/ 424243 h 475150"/>
                <a:gd name="connsiteX2" fmla="*/ 1965850 w 2384334"/>
                <a:gd name="connsiteY2" fmla="*/ 475150 h 475150"/>
                <a:gd name="connsiteX3" fmla="*/ 708550 w 2384334"/>
                <a:gd name="connsiteY3" fmla="*/ 475150 h 475150"/>
                <a:gd name="connsiteX4" fmla="*/ 0 w 2384334"/>
                <a:gd name="connsiteY4" fmla="*/ 338971 h 475150"/>
                <a:gd name="connsiteX0" fmla="*/ 0 w 2384334"/>
                <a:gd name="connsiteY0" fmla="*/ 338971 h 787432"/>
                <a:gd name="connsiteX1" fmla="*/ 2384334 w 2384334"/>
                <a:gd name="connsiteY1" fmla="*/ 424243 h 787432"/>
                <a:gd name="connsiteX2" fmla="*/ 1965850 w 2384334"/>
                <a:gd name="connsiteY2" fmla="*/ 475150 h 787432"/>
                <a:gd name="connsiteX3" fmla="*/ 1270599 w 2384334"/>
                <a:gd name="connsiteY3" fmla="*/ 787432 h 787432"/>
                <a:gd name="connsiteX4" fmla="*/ 0 w 2384334"/>
                <a:gd name="connsiteY4" fmla="*/ 338971 h 787432"/>
                <a:gd name="connsiteX0" fmla="*/ 0 w 2384334"/>
                <a:gd name="connsiteY0" fmla="*/ 338971 h 787432"/>
                <a:gd name="connsiteX1" fmla="*/ 2384334 w 2384334"/>
                <a:gd name="connsiteY1" fmla="*/ 424243 h 787432"/>
                <a:gd name="connsiteX2" fmla="*/ 1965850 w 2384334"/>
                <a:gd name="connsiteY2" fmla="*/ 475150 h 787432"/>
                <a:gd name="connsiteX3" fmla="*/ 1270599 w 2384334"/>
                <a:gd name="connsiteY3" fmla="*/ 787432 h 787432"/>
                <a:gd name="connsiteX4" fmla="*/ 0 w 2384334"/>
                <a:gd name="connsiteY4" fmla="*/ 338971 h 787432"/>
                <a:gd name="connsiteX0" fmla="*/ 0 w 2384334"/>
                <a:gd name="connsiteY0" fmla="*/ 338971 h 788086"/>
                <a:gd name="connsiteX1" fmla="*/ 2384334 w 2384334"/>
                <a:gd name="connsiteY1" fmla="*/ 424243 h 788086"/>
                <a:gd name="connsiteX2" fmla="*/ 1965850 w 2384334"/>
                <a:gd name="connsiteY2" fmla="*/ 475150 h 788086"/>
                <a:gd name="connsiteX3" fmla="*/ 1270599 w 2384334"/>
                <a:gd name="connsiteY3" fmla="*/ 787432 h 788086"/>
                <a:gd name="connsiteX4" fmla="*/ 0 w 2384334"/>
                <a:gd name="connsiteY4" fmla="*/ 338971 h 788086"/>
                <a:gd name="connsiteX0" fmla="*/ 0 w 2384334"/>
                <a:gd name="connsiteY0" fmla="*/ 338971 h 794595"/>
                <a:gd name="connsiteX1" fmla="*/ 2384334 w 2384334"/>
                <a:gd name="connsiteY1" fmla="*/ 424243 h 794595"/>
                <a:gd name="connsiteX2" fmla="*/ 1965850 w 2384334"/>
                <a:gd name="connsiteY2" fmla="*/ 475150 h 794595"/>
                <a:gd name="connsiteX3" fmla="*/ 1270599 w 2384334"/>
                <a:gd name="connsiteY3" fmla="*/ 787432 h 794595"/>
                <a:gd name="connsiteX4" fmla="*/ 0 w 2384334"/>
                <a:gd name="connsiteY4" fmla="*/ 338971 h 794595"/>
                <a:gd name="connsiteX0" fmla="*/ 0 w 2384334"/>
                <a:gd name="connsiteY0" fmla="*/ 338971 h 794595"/>
                <a:gd name="connsiteX1" fmla="*/ 2384334 w 2384334"/>
                <a:gd name="connsiteY1" fmla="*/ 424243 h 794595"/>
                <a:gd name="connsiteX2" fmla="*/ 1270599 w 2384334"/>
                <a:gd name="connsiteY2" fmla="*/ 787432 h 794595"/>
                <a:gd name="connsiteX3" fmla="*/ 0 w 2384334"/>
                <a:gd name="connsiteY3" fmla="*/ 338971 h 794595"/>
                <a:gd name="connsiteX0" fmla="*/ 0 w 2384334"/>
                <a:gd name="connsiteY0" fmla="*/ 338971 h 794595"/>
                <a:gd name="connsiteX1" fmla="*/ 2384334 w 2384334"/>
                <a:gd name="connsiteY1" fmla="*/ 424243 h 794595"/>
                <a:gd name="connsiteX2" fmla="*/ 1270599 w 2384334"/>
                <a:gd name="connsiteY2" fmla="*/ 787432 h 794595"/>
                <a:gd name="connsiteX3" fmla="*/ 0 w 2384334"/>
                <a:gd name="connsiteY3" fmla="*/ 338971 h 794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4334" h="794595">
                  <a:moveTo>
                    <a:pt x="0" y="338971"/>
                  </a:moveTo>
                  <a:cubicBezTo>
                    <a:pt x="1014968" y="-326402"/>
                    <a:pt x="1948592" y="145293"/>
                    <a:pt x="2384334" y="424243"/>
                  </a:cubicBezTo>
                  <a:cubicBezTo>
                    <a:pt x="2013089" y="545306"/>
                    <a:pt x="1641420" y="724400"/>
                    <a:pt x="1270599" y="787432"/>
                  </a:cubicBezTo>
                  <a:cubicBezTo>
                    <a:pt x="766395" y="860487"/>
                    <a:pt x="508585" y="350998"/>
                    <a:pt x="0" y="33897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D2F4F96-B5E9-F58F-ADBD-8611948AAE86}"/>
                </a:ext>
              </a:extLst>
            </p:cNvPr>
            <p:cNvSpPr/>
            <p:nvPr/>
          </p:nvSpPr>
          <p:spPr>
            <a:xfrm>
              <a:off x="4984010" y="2282825"/>
              <a:ext cx="293580" cy="139274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20">
              <a:extLst>
                <a:ext uri="{FF2B5EF4-FFF2-40B4-BE49-F238E27FC236}">
                  <a16:creationId xmlns:a16="http://schemas.microsoft.com/office/drawing/2014/main" id="{88974A41-54F1-A2DC-110E-3B58BEBD0AC5}"/>
                </a:ext>
              </a:extLst>
            </p:cNvPr>
            <p:cNvSpPr/>
            <p:nvPr/>
          </p:nvSpPr>
          <p:spPr>
            <a:xfrm>
              <a:off x="5070475" y="1490663"/>
              <a:ext cx="206479" cy="860425"/>
            </a:xfrm>
            <a:custGeom>
              <a:avLst/>
              <a:gdLst>
                <a:gd name="connsiteX0" fmla="*/ 0 w 45719"/>
                <a:gd name="connsiteY0" fmla="*/ 0 h 838200"/>
                <a:gd name="connsiteX1" fmla="*/ 45719 w 45719"/>
                <a:gd name="connsiteY1" fmla="*/ 0 h 838200"/>
                <a:gd name="connsiteX2" fmla="*/ 45719 w 45719"/>
                <a:gd name="connsiteY2" fmla="*/ 838200 h 838200"/>
                <a:gd name="connsiteX3" fmla="*/ 0 w 45719"/>
                <a:gd name="connsiteY3" fmla="*/ 838200 h 838200"/>
                <a:gd name="connsiteX4" fmla="*/ 0 w 45719"/>
                <a:gd name="connsiteY4" fmla="*/ 0 h 838200"/>
                <a:gd name="connsiteX0" fmla="*/ 0 w 128269"/>
                <a:gd name="connsiteY0" fmla="*/ 6350 h 844550"/>
                <a:gd name="connsiteX1" fmla="*/ 128269 w 128269"/>
                <a:gd name="connsiteY1" fmla="*/ 0 h 844550"/>
                <a:gd name="connsiteX2" fmla="*/ 45719 w 128269"/>
                <a:gd name="connsiteY2" fmla="*/ 844550 h 844550"/>
                <a:gd name="connsiteX3" fmla="*/ 0 w 128269"/>
                <a:gd name="connsiteY3" fmla="*/ 844550 h 844550"/>
                <a:gd name="connsiteX4" fmla="*/ 0 w 128269"/>
                <a:gd name="connsiteY4" fmla="*/ 6350 h 844550"/>
                <a:gd name="connsiteX0" fmla="*/ 19050 w 128269"/>
                <a:gd name="connsiteY0" fmla="*/ 0 h 860425"/>
                <a:gd name="connsiteX1" fmla="*/ 128269 w 128269"/>
                <a:gd name="connsiteY1" fmla="*/ 15875 h 860425"/>
                <a:gd name="connsiteX2" fmla="*/ 45719 w 128269"/>
                <a:gd name="connsiteY2" fmla="*/ 860425 h 860425"/>
                <a:gd name="connsiteX3" fmla="*/ 0 w 128269"/>
                <a:gd name="connsiteY3" fmla="*/ 860425 h 860425"/>
                <a:gd name="connsiteX4" fmla="*/ 19050 w 128269"/>
                <a:gd name="connsiteY4" fmla="*/ 0 h 860425"/>
                <a:gd name="connsiteX0" fmla="*/ 19050 w 128269"/>
                <a:gd name="connsiteY0" fmla="*/ 0 h 860425"/>
                <a:gd name="connsiteX1" fmla="*/ 128269 w 128269"/>
                <a:gd name="connsiteY1" fmla="*/ 15875 h 860425"/>
                <a:gd name="connsiteX2" fmla="*/ 45719 w 128269"/>
                <a:gd name="connsiteY2" fmla="*/ 860425 h 860425"/>
                <a:gd name="connsiteX3" fmla="*/ 0 w 128269"/>
                <a:gd name="connsiteY3" fmla="*/ 860425 h 860425"/>
                <a:gd name="connsiteX4" fmla="*/ 19050 w 128269"/>
                <a:gd name="connsiteY4" fmla="*/ 0 h 860425"/>
                <a:gd name="connsiteX0" fmla="*/ 19050 w 142515"/>
                <a:gd name="connsiteY0" fmla="*/ 0 h 860425"/>
                <a:gd name="connsiteX1" fmla="*/ 128269 w 142515"/>
                <a:gd name="connsiteY1" fmla="*/ 15875 h 860425"/>
                <a:gd name="connsiteX2" fmla="*/ 45719 w 142515"/>
                <a:gd name="connsiteY2" fmla="*/ 860425 h 860425"/>
                <a:gd name="connsiteX3" fmla="*/ 0 w 142515"/>
                <a:gd name="connsiteY3" fmla="*/ 860425 h 860425"/>
                <a:gd name="connsiteX4" fmla="*/ 19050 w 142515"/>
                <a:gd name="connsiteY4" fmla="*/ 0 h 860425"/>
                <a:gd name="connsiteX0" fmla="*/ 19050 w 149329"/>
                <a:gd name="connsiteY0" fmla="*/ 0 h 860425"/>
                <a:gd name="connsiteX1" fmla="*/ 128269 w 149329"/>
                <a:gd name="connsiteY1" fmla="*/ 15875 h 860425"/>
                <a:gd name="connsiteX2" fmla="*/ 74294 w 149329"/>
                <a:gd name="connsiteY2" fmla="*/ 860425 h 860425"/>
                <a:gd name="connsiteX3" fmla="*/ 0 w 149329"/>
                <a:gd name="connsiteY3" fmla="*/ 860425 h 860425"/>
                <a:gd name="connsiteX4" fmla="*/ 19050 w 149329"/>
                <a:gd name="connsiteY4" fmla="*/ 0 h 860425"/>
                <a:gd name="connsiteX0" fmla="*/ 76200 w 206479"/>
                <a:gd name="connsiteY0" fmla="*/ 0 h 860425"/>
                <a:gd name="connsiteX1" fmla="*/ 185419 w 206479"/>
                <a:gd name="connsiteY1" fmla="*/ 15875 h 860425"/>
                <a:gd name="connsiteX2" fmla="*/ 131444 w 206479"/>
                <a:gd name="connsiteY2" fmla="*/ 860425 h 860425"/>
                <a:gd name="connsiteX3" fmla="*/ 0 w 206479"/>
                <a:gd name="connsiteY3" fmla="*/ 860425 h 860425"/>
                <a:gd name="connsiteX4" fmla="*/ 76200 w 206479"/>
                <a:gd name="connsiteY4" fmla="*/ 0 h 860425"/>
                <a:gd name="connsiteX0" fmla="*/ 76200 w 206479"/>
                <a:gd name="connsiteY0" fmla="*/ 0 h 860425"/>
                <a:gd name="connsiteX1" fmla="*/ 185419 w 206479"/>
                <a:gd name="connsiteY1" fmla="*/ 15875 h 860425"/>
                <a:gd name="connsiteX2" fmla="*/ 131444 w 206479"/>
                <a:gd name="connsiteY2" fmla="*/ 860425 h 860425"/>
                <a:gd name="connsiteX3" fmla="*/ 0 w 206479"/>
                <a:gd name="connsiteY3" fmla="*/ 860425 h 860425"/>
                <a:gd name="connsiteX4" fmla="*/ 76200 w 206479"/>
                <a:gd name="connsiteY4" fmla="*/ 0 h 860425"/>
                <a:gd name="connsiteX0" fmla="*/ 76200 w 206479"/>
                <a:gd name="connsiteY0" fmla="*/ 0 h 860425"/>
                <a:gd name="connsiteX1" fmla="*/ 185419 w 206479"/>
                <a:gd name="connsiteY1" fmla="*/ 15875 h 860425"/>
                <a:gd name="connsiteX2" fmla="*/ 131444 w 206479"/>
                <a:gd name="connsiteY2" fmla="*/ 860425 h 860425"/>
                <a:gd name="connsiteX3" fmla="*/ 0 w 206479"/>
                <a:gd name="connsiteY3" fmla="*/ 860425 h 860425"/>
                <a:gd name="connsiteX4" fmla="*/ 76200 w 206479"/>
                <a:gd name="connsiteY4" fmla="*/ 0 h 860425"/>
                <a:gd name="connsiteX0" fmla="*/ 76200 w 206479"/>
                <a:gd name="connsiteY0" fmla="*/ 0 h 860425"/>
                <a:gd name="connsiteX1" fmla="*/ 185419 w 206479"/>
                <a:gd name="connsiteY1" fmla="*/ 15875 h 860425"/>
                <a:gd name="connsiteX2" fmla="*/ 131444 w 206479"/>
                <a:gd name="connsiteY2" fmla="*/ 860425 h 860425"/>
                <a:gd name="connsiteX3" fmla="*/ 0 w 206479"/>
                <a:gd name="connsiteY3" fmla="*/ 860425 h 860425"/>
                <a:gd name="connsiteX4" fmla="*/ 76200 w 206479"/>
                <a:gd name="connsiteY4" fmla="*/ 0 h 860425"/>
                <a:gd name="connsiteX0" fmla="*/ 76200 w 206479"/>
                <a:gd name="connsiteY0" fmla="*/ 0 h 860425"/>
                <a:gd name="connsiteX1" fmla="*/ 185419 w 206479"/>
                <a:gd name="connsiteY1" fmla="*/ 15875 h 860425"/>
                <a:gd name="connsiteX2" fmla="*/ 131444 w 206479"/>
                <a:gd name="connsiteY2" fmla="*/ 860425 h 860425"/>
                <a:gd name="connsiteX3" fmla="*/ 0 w 206479"/>
                <a:gd name="connsiteY3" fmla="*/ 860425 h 860425"/>
                <a:gd name="connsiteX4" fmla="*/ 76200 w 206479"/>
                <a:gd name="connsiteY4" fmla="*/ 0 h 86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479" h="860425">
                  <a:moveTo>
                    <a:pt x="76200" y="0"/>
                  </a:moveTo>
                  <a:lnTo>
                    <a:pt x="185419" y="15875"/>
                  </a:lnTo>
                  <a:cubicBezTo>
                    <a:pt x="221402" y="183092"/>
                    <a:pt x="216111" y="664633"/>
                    <a:pt x="131444" y="860425"/>
                  </a:cubicBezTo>
                  <a:lnTo>
                    <a:pt x="0" y="860425"/>
                  </a:lnTo>
                  <a:cubicBezTo>
                    <a:pt x="53975" y="599017"/>
                    <a:pt x="136525" y="242358"/>
                    <a:pt x="76200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F32CF1F-42BB-1D86-B6C0-ED98402A2EAA}"/>
                </a:ext>
              </a:extLst>
            </p:cNvPr>
            <p:cNvSpPr/>
            <p:nvPr/>
          </p:nvSpPr>
          <p:spPr>
            <a:xfrm>
              <a:off x="5044252" y="2316269"/>
              <a:ext cx="178250" cy="69637"/>
            </a:xfrm>
            <a:prstGeom prst="ellipse">
              <a:avLst/>
            </a:prstGeom>
            <a:grpFill/>
            <a:ln w="381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9544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8FD5257-383D-09BE-01E1-CBC43F54FECF}"/>
              </a:ext>
            </a:extLst>
          </p:cNvPr>
          <p:cNvGrpSpPr/>
          <p:nvPr/>
        </p:nvGrpSpPr>
        <p:grpSpPr>
          <a:xfrm>
            <a:off x="1581920" y="1650945"/>
            <a:ext cx="4768409" cy="5232846"/>
            <a:chOff x="2198008" y="-740521"/>
            <a:chExt cx="5889159" cy="64627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88EB37B4-306D-7E9E-691D-25EAECA85457}"/>
                </a:ext>
              </a:extLst>
            </p:cNvPr>
            <p:cNvSpPr/>
            <p:nvPr/>
          </p:nvSpPr>
          <p:spPr>
            <a:xfrm>
              <a:off x="5240600" y="-740521"/>
              <a:ext cx="2846567" cy="1354669"/>
            </a:xfrm>
            <a:custGeom>
              <a:avLst/>
              <a:gdLst>
                <a:gd name="connsiteX0" fmla="*/ 0 w 1627366"/>
                <a:gd name="connsiteY0" fmla="*/ 0 h 566900"/>
                <a:gd name="connsiteX1" fmla="*/ 1627366 w 1627366"/>
                <a:gd name="connsiteY1" fmla="*/ 0 h 566900"/>
                <a:gd name="connsiteX2" fmla="*/ 1627366 w 1627366"/>
                <a:gd name="connsiteY2" fmla="*/ 566900 h 566900"/>
                <a:gd name="connsiteX3" fmla="*/ 0 w 1627366"/>
                <a:gd name="connsiteY3" fmla="*/ 566900 h 566900"/>
                <a:gd name="connsiteX4" fmla="*/ 0 w 1627366"/>
                <a:gd name="connsiteY4" fmla="*/ 0 h 566900"/>
                <a:gd name="connsiteX0" fmla="*/ 0 w 2324052"/>
                <a:gd name="connsiteY0" fmla="*/ 29029 h 566900"/>
                <a:gd name="connsiteX1" fmla="*/ 2324052 w 2324052"/>
                <a:gd name="connsiteY1" fmla="*/ 0 h 566900"/>
                <a:gd name="connsiteX2" fmla="*/ 2324052 w 2324052"/>
                <a:gd name="connsiteY2" fmla="*/ 566900 h 566900"/>
                <a:gd name="connsiteX3" fmla="*/ 696686 w 2324052"/>
                <a:gd name="connsiteY3" fmla="*/ 566900 h 566900"/>
                <a:gd name="connsiteX4" fmla="*/ 0 w 2324052"/>
                <a:gd name="connsiteY4" fmla="*/ 29029 h 566900"/>
                <a:gd name="connsiteX0" fmla="*/ 0 w 2846567"/>
                <a:gd name="connsiteY0" fmla="*/ 0 h 754743"/>
                <a:gd name="connsiteX1" fmla="*/ 2846567 w 2846567"/>
                <a:gd name="connsiteY1" fmla="*/ 754743 h 754743"/>
                <a:gd name="connsiteX2" fmla="*/ 2324052 w 2846567"/>
                <a:gd name="connsiteY2" fmla="*/ 537871 h 754743"/>
                <a:gd name="connsiteX3" fmla="*/ 696686 w 2846567"/>
                <a:gd name="connsiteY3" fmla="*/ 537871 h 754743"/>
                <a:gd name="connsiteX4" fmla="*/ 0 w 2846567"/>
                <a:gd name="connsiteY4" fmla="*/ 0 h 754743"/>
                <a:gd name="connsiteX0" fmla="*/ 0 w 2846567"/>
                <a:gd name="connsiteY0" fmla="*/ 0 h 754743"/>
                <a:gd name="connsiteX1" fmla="*/ 2846567 w 2846567"/>
                <a:gd name="connsiteY1" fmla="*/ 754743 h 754743"/>
                <a:gd name="connsiteX2" fmla="*/ 696686 w 2846567"/>
                <a:gd name="connsiteY2" fmla="*/ 537871 h 754743"/>
                <a:gd name="connsiteX3" fmla="*/ 0 w 2846567"/>
                <a:gd name="connsiteY3" fmla="*/ 0 h 754743"/>
                <a:gd name="connsiteX0" fmla="*/ 0 w 2846567"/>
                <a:gd name="connsiteY0" fmla="*/ 0 h 754743"/>
                <a:gd name="connsiteX1" fmla="*/ 2846567 w 2846567"/>
                <a:gd name="connsiteY1" fmla="*/ 754743 h 754743"/>
                <a:gd name="connsiteX2" fmla="*/ 0 w 2846567"/>
                <a:gd name="connsiteY2" fmla="*/ 0 h 754743"/>
                <a:gd name="connsiteX0" fmla="*/ 0 w 2846567"/>
                <a:gd name="connsiteY0" fmla="*/ 0 h 808879"/>
                <a:gd name="connsiteX1" fmla="*/ 2846567 w 2846567"/>
                <a:gd name="connsiteY1" fmla="*/ 754743 h 808879"/>
                <a:gd name="connsiteX2" fmla="*/ 0 w 2846567"/>
                <a:gd name="connsiteY2" fmla="*/ 0 h 808879"/>
                <a:gd name="connsiteX0" fmla="*/ 0 w 2846567"/>
                <a:gd name="connsiteY0" fmla="*/ 548065 h 1356944"/>
                <a:gd name="connsiteX1" fmla="*/ 2846567 w 2846567"/>
                <a:gd name="connsiteY1" fmla="*/ 1302808 h 1356944"/>
                <a:gd name="connsiteX2" fmla="*/ 0 w 2846567"/>
                <a:gd name="connsiteY2" fmla="*/ 548065 h 1356944"/>
                <a:gd name="connsiteX0" fmla="*/ 0 w 2846567"/>
                <a:gd name="connsiteY0" fmla="*/ 545790 h 1354669"/>
                <a:gd name="connsiteX1" fmla="*/ 2846567 w 2846567"/>
                <a:gd name="connsiteY1" fmla="*/ 1300533 h 1354669"/>
                <a:gd name="connsiteX2" fmla="*/ 0 w 2846567"/>
                <a:gd name="connsiteY2" fmla="*/ 545790 h 13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46567" h="1354669">
                  <a:moveTo>
                    <a:pt x="0" y="545790"/>
                  </a:moveTo>
                  <a:cubicBezTo>
                    <a:pt x="1819713" y="-944344"/>
                    <a:pt x="2768568" y="1063466"/>
                    <a:pt x="2846567" y="1300533"/>
                  </a:cubicBezTo>
                  <a:cubicBezTo>
                    <a:pt x="1897711" y="1048952"/>
                    <a:pt x="310227" y="1944000"/>
                    <a:pt x="0" y="545790"/>
                  </a:cubicBezTo>
                  <a:close/>
                </a:path>
              </a:pathLst>
            </a:custGeom>
            <a:solidFill>
              <a:srgbClr val="68A6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80D5A73-7A9D-61A0-E604-C52BF843D7D3}"/>
                </a:ext>
              </a:extLst>
            </p:cNvPr>
            <p:cNvSpPr/>
            <p:nvPr/>
          </p:nvSpPr>
          <p:spPr>
            <a:xfrm>
              <a:off x="2198008" y="148479"/>
              <a:ext cx="4738910" cy="5573755"/>
            </a:xfrm>
            <a:custGeom>
              <a:avLst/>
              <a:gdLst>
                <a:gd name="connsiteX0" fmla="*/ 0 w 2307771"/>
                <a:gd name="connsiteY0" fmla="*/ 0 h 2989943"/>
                <a:gd name="connsiteX1" fmla="*/ 2307771 w 2307771"/>
                <a:gd name="connsiteY1" fmla="*/ 0 h 2989943"/>
                <a:gd name="connsiteX2" fmla="*/ 2307771 w 2307771"/>
                <a:gd name="connsiteY2" fmla="*/ 2989943 h 2989943"/>
                <a:gd name="connsiteX3" fmla="*/ 0 w 2307771"/>
                <a:gd name="connsiteY3" fmla="*/ 2989943 h 2989943"/>
                <a:gd name="connsiteX4" fmla="*/ 0 w 2307771"/>
                <a:gd name="connsiteY4" fmla="*/ 0 h 2989943"/>
                <a:gd name="connsiteX0" fmla="*/ 493486 w 2307771"/>
                <a:gd name="connsiteY0" fmla="*/ 0 h 5181600"/>
                <a:gd name="connsiteX1" fmla="*/ 2307771 w 2307771"/>
                <a:gd name="connsiteY1" fmla="*/ 2191657 h 5181600"/>
                <a:gd name="connsiteX2" fmla="*/ 2307771 w 2307771"/>
                <a:gd name="connsiteY2" fmla="*/ 5181600 h 5181600"/>
                <a:gd name="connsiteX3" fmla="*/ 0 w 2307771"/>
                <a:gd name="connsiteY3" fmla="*/ 5181600 h 5181600"/>
                <a:gd name="connsiteX4" fmla="*/ 493486 w 2307771"/>
                <a:gd name="connsiteY4" fmla="*/ 0 h 5181600"/>
                <a:gd name="connsiteX0" fmla="*/ 493486 w 2307771"/>
                <a:gd name="connsiteY0" fmla="*/ 0 h 5181600"/>
                <a:gd name="connsiteX1" fmla="*/ 2307771 w 2307771"/>
                <a:gd name="connsiteY1" fmla="*/ 2191657 h 5181600"/>
                <a:gd name="connsiteX2" fmla="*/ 2307771 w 2307771"/>
                <a:gd name="connsiteY2" fmla="*/ 5181600 h 5181600"/>
                <a:gd name="connsiteX3" fmla="*/ 0 w 2307771"/>
                <a:gd name="connsiteY3" fmla="*/ 5181600 h 5181600"/>
                <a:gd name="connsiteX4" fmla="*/ 493486 w 2307771"/>
                <a:gd name="connsiteY4" fmla="*/ 0 h 5181600"/>
                <a:gd name="connsiteX0" fmla="*/ 1635820 w 3450105"/>
                <a:gd name="connsiteY0" fmla="*/ 0 h 5181600"/>
                <a:gd name="connsiteX1" fmla="*/ 3450105 w 3450105"/>
                <a:gd name="connsiteY1" fmla="*/ 2191657 h 5181600"/>
                <a:gd name="connsiteX2" fmla="*/ 3450105 w 3450105"/>
                <a:gd name="connsiteY2" fmla="*/ 5181600 h 5181600"/>
                <a:gd name="connsiteX3" fmla="*/ 1142334 w 3450105"/>
                <a:gd name="connsiteY3" fmla="*/ 5181600 h 5181600"/>
                <a:gd name="connsiteX4" fmla="*/ 1635820 w 3450105"/>
                <a:gd name="connsiteY4" fmla="*/ 0 h 5181600"/>
                <a:gd name="connsiteX0" fmla="*/ 735174 w 2549459"/>
                <a:gd name="connsiteY0" fmla="*/ 42119 h 5223719"/>
                <a:gd name="connsiteX1" fmla="*/ 2549459 w 2549459"/>
                <a:gd name="connsiteY1" fmla="*/ 2233776 h 5223719"/>
                <a:gd name="connsiteX2" fmla="*/ 2549459 w 2549459"/>
                <a:gd name="connsiteY2" fmla="*/ 5223719 h 5223719"/>
                <a:gd name="connsiteX3" fmla="*/ 241688 w 2549459"/>
                <a:gd name="connsiteY3" fmla="*/ 5223719 h 5223719"/>
                <a:gd name="connsiteX4" fmla="*/ 140088 w 2549459"/>
                <a:gd name="connsiteY4" fmla="*/ 1174233 h 5223719"/>
                <a:gd name="connsiteX5" fmla="*/ 735174 w 2549459"/>
                <a:gd name="connsiteY5" fmla="*/ 42119 h 5223719"/>
                <a:gd name="connsiteX0" fmla="*/ 735174 w 2549459"/>
                <a:gd name="connsiteY0" fmla="*/ 0 h 5181600"/>
                <a:gd name="connsiteX1" fmla="*/ 2549459 w 2549459"/>
                <a:gd name="connsiteY1" fmla="*/ 2191657 h 5181600"/>
                <a:gd name="connsiteX2" fmla="*/ 2549459 w 2549459"/>
                <a:gd name="connsiteY2" fmla="*/ 5181600 h 5181600"/>
                <a:gd name="connsiteX3" fmla="*/ 241688 w 2549459"/>
                <a:gd name="connsiteY3" fmla="*/ 5181600 h 5181600"/>
                <a:gd name="connsiteX4" fmla="*/ 140088 w 2549459"/>
                <a:gd name="connsiteY4" fmla="*/ 1132114 h 5181600"/>
                <a:gd name="connsiteX5" fmla="*/ 735174 w 2549459"/>
                <a:gd name="connsiteY5" fmla="*/ 0 h 5181600"/>
                <a:gd name="connsiteX0" fmla="*/ 735174 w 2549459"/>
                <a:gd name="connsiteY0" fmla="*/ 18556 h 5200156"/>
                <a:gd name="connsiteX1" fmla="*/ 2549459 w 2549459"/>
                <a:gd name="connsiteY1" fmla="*/ 2210213 h 5200156"/>
                <a:gd name="connsiteX2" fmla="*/ 2549459 w 2549459"/>
                <a:gd name="connsiteY2" fmla="*/ 5200156 h 5200156"/>
                <a:gd name="connsiteX3" fmla="*/ 241688 w 2549459"/>
                <a:gd name="connsiteY3" fmla="*/ 5200156 h 5200156"/>
                <a:gd name="connsiteX4" fmla="*/ 140088 w 2549459"/>
                <a:gd name="connsiteY4" fmla="*/ 1150670 h 5200156"/>
                <a:gd name="connsiteX5" fmla="*/ 735174 w 2549459"/>
                <a:gd name="connsiteY5" fmla="*/ 18556 h 5200156"/>
                <a:gd name="connsiteX0" fmla="*/ 735174 w 2549459"/>
                <a:gd name="connsiteY0" fmla="*/ 156128 h 5337728"/>
                <a:gd name="connsiteX1" fmla="*/ 1272202 w 2549459"/>
                <a:gd name="connsiteY1" fmla="*/ 257728 h 5337728"/>
                <a:gd name="connsiteX2" fmla="*/ 2549459 w 2549459"/>
                <a:gd name="connsiteY2" fmla="*/ 2347785 h 5337728"/>
                <a:gd name="connsiteX3" fmla="*/ 2549459 w 2549459"/>
                <a:gd name="connsiteY3" fmla="*/ 5337728 h 5337728"/>
                <a:gd name="connsiteX4" fmla="*/ 241688 w 2549459"/>
                <a:gd name="connsiteY4" fmla="*/ 5337728 h 5337728"/>
                <a:gd name="connsiteX5" fmla="*/ 140088 w 2549459"/>
                <a:gd name="connsiteY5" fmla="*/ 1288242 h 5337728"/>
                <a:gd name="connsiteX6" fmla="*/ 735174 w 2549459"/>
                <a:gd name="connsiteY6" fmla="*/ 156128 h 5337728"/>
                <a:gd name="connsiteX0" fmla="*/ 735174 w 2549459"/>
                <a:gd name="connsiteY0" fmla="*/ 156128 h 5337728"/>
                <a:gd name="connsiteX1" fmla="*/ 1272202 w 2549459"/>
                <a:gd name="connsiteY1" fmla="*/ 257728 h 5337728"/>
                <a:gd name="connsiteX2" fmla="*/ 1852773 w 2549459"/>
                <a:gd name="connsiteY2" fmla="*/ 286756 h 5337728"/>
                <a:gd name="connsiteX3" fmla="*/ 2549459 w 2549459"/>
                <a:gd name="connsiteY3" fmla="*/ 2347785 h 5337728"/>
                <a:gd name="connsiteX4" fmla="*/ 2549459 w 2549459"/>
                <a:gd name="connsiteY4" fmla="*/ 5337728 h 5337728"/>
                <a:gd name="connsiteX5" fmla="*/ 241688 w 2549459"/>
                <a:gd name="connsiteY5" fmla="*/ 5337728 h 5337728"/>
                <a:gd name="connsiteX6" fmla="*/ 140088 w 2549459"/>
                <a:gd name="connsiteY6" fmla="*/ 1288242 h 5337728"/>
                <a:gd name="connsiteX7" fmla="*/ 735174 w 2549459"/>
                <a:gd name="connsiteY7" fmla="*/ 156128 h 5337728"/>
                <a:gd name="connsiteX0" fmla="*/ 735174 w 2549459"/>
                <a:gd name="connsiteY0" fmla="*/ 87087 h 5268687"/>
                <a:gd name="connsiteX1" fmla="*/ 1272202 w 2549459"/>
                <a:gd name="connsiteY1" fmla="*/ 188687 h 5268687"/>
                <a:gd name="connsiteX2" fmla="*/ 1852773 w 2549459"/>
                <a:gd name="connsiteY2" fmla="*/ 217715 h 5268687"/>
                <a:gd name="connsiteX3" fmla="*/ 2549459 w 2549459"/>
                <a:gd name="connsiteY3" fmla="*/ 2278744 h 5268687"/>
                <a:gd name="connsiteX4" fmla="*/ 2549459 w 2549459"/>
                <a:gd name="connsiteY4" fmla="*/ 5268687 h 5268687"/>
                <a:gd name="connsiteX5" fmla="*/ 241688 w 2549459"/>
                <a:gd name="connsiteY5" fmla="*/ 5268687 h 5268687"/>
                <a:gd name="connsiteX6" fmla="*/ 140088 w 2549459"/>
                <a:gd name="connsiteY6" fmla="*/ 1219201 h 5268687"/>
                <a:gd name="connsiteX7" fmla="*/ 735174 w 2549459"/>
                <a:gd name="connsiteY7" fmla="*/ 87087 h 5268687"/>
                <a:gd name="connsiteX0" fmla="*/ 735174 w 2549459"/>
                <a:gd name="connsiteY0" fmla="*/ 62150 h 5243750"/>
                <a:gd name="connsiteX1" fmla="*/ 1272202 w 2549459"/>
                <a:gd name="connsiteY1" fmla="*/ 163750 h 5243750"/>
                <a:gd name="connsiteX2" fmla="*/ 1852773 w 2549459"/>
                <a:gd name="connsiteY2" fmla="*/ 192778 h 5243750"/>
                <a:gd name="connsiteX3" fmla="*/ 2549459 w 2549459"/>
                <a:gd name="connsiteY3" fmla="*/ 2253807 h 5243750"/>
                <a:gd name="connsiteX4" fmla="*/ 2549459 w 2549459"/>
                <a:gd name="connsiteY4" fmla="*/ 5243750 h 5243750"/>
                <a:gd name="connsiteX5" fmla="*/ 241688 w 2549459"/>
                <a:gd name="connsiteY5" fmla="*/ 5243750 h 5243750"/>
                <a:gd name="connsiteX6" fmla="*/ 140088 w 2549459"/>
                <a:gd name="connsiteY6" fmla="*/ 1194264 h 5243750"/>
                <a:gd name="connsiteX7" fmla="*/ 735174 w 2549459"/>
                <a:gd name="connsiteY7" fmla="*/ 62150 h 5243750"/>
                <a:gd name="connsiteX0" fmla="*/ 735174 w 2549459"/>
                <a:gd name="connsiteY0" fmla="*/ 62150 h 5243750"/>
                <a:gd name="connsiteX1" fmla="*/ 1272202 w 2549459"/>
                <a:gd name="connsiteY1" fmla="*/ 163750 h 5243750"/>
                <a:gd name="connsiteX2" fmla="*/ 1852773 w 2549459"/>
                <a:gd name="connsiteY2" fmla="*/ 192778 h 5243750"/>
                <a:gd name="connsiteX3" fmla="*/ 2476887 w 2549459"/>
                <a:gd name="connsiteY3" fmla="*/ 1266836 h 5243750"/>
                <a:gd name="connsiteX4" fmla="*/ 2549459 w 2549459"/>
                <a:gd name="connsiteY4" fmla="*/ 5243750 h 5243750"/>
                <a:gd name="connsiteX5" fmla="*/ 241688 w 2549459"/>
                <a:gd name="connsiteY5" fmla="*/ 5243750 h 5243750"/>
                <a:gd name="connsiteX6" fmla="*/ 140088 w 2549459"/>
                <a:gd name="connsiteY6" fmla="*/ 1194264 h 5243750"/>
                <a:gd name="connsiteX7" fmla="*/ 735174 w 2549459"/>
                <a:gd name="connsiteY7" fmla="*/ 62150 h 5243750"/>
                <a:gd name="connsiteX0" fmla="*/ 735174 w 3688189"/>
                <a:gd name="connsiteY0" fmla="*/ 62150 h 5243750"/>
                <a:gd name="connsiteX1" fmla="*/ 1272202 w 3688189"/>
                <a:gd name="connsiteY1" fmla="*/ 163750 h 5243750"/>
                <a:gd name="connsiteX2" fmla="*/ 1852773 w 3688189"/>
                <a:gd name="connsiteY2" fmla="*/ 192778 h 5243750"/>
                <a:gd name="connsiteX3" fmla="*/ 2476887 w 3688189"/>
                <a:gd name="connsiteY3" fmla="*/ 1266836 h 5243750"/>
                <a:gd name="connsiteX4" fmla="*/ 2549459 w 3688189"/>
                <a:gd name="connsiteY4" fmla="*/ 5243750 h 5243750"/>
                <a:gd name="connsiteX5" fmla="*/ 241688 w 3688189"/>
                <a:gd name="connsiteY5" fmla="*/ 5243750 h 5243750"/>
                <a:gd name="connsiteX6" fmla="*/ 140088 w 3688189"/>
                <a:gd name="connsiteY6" fmla="*/ 1194264 h 5243750"/>
                <a:gd name="connsiteX7" fmla="*/ 735174 w 3688189"/>
                <a:gd name="connsiteY7" fmla="*/ 62150 h 5243750"/>
                <a:gd name="connsiteX0" fmla="*/ 735174 w 3796776"/>
                <a:gd name="connsiteY0" fmla="*/ 62150 h 5298086"/>
                <a:gd name="connsiteX1" fmla="*/ 1272202 w 3796776"/>
                <a:gd name="connsiteY1" fmla="*/ 163750 h 5298086"/>
                <a:gd name="connsiteX2" fmla="*/ 1852773 w 3796776"/>
                <a:gd name="connsiteY2" fmla="*/ 192778 h 5298086"/>
                <a:gd name="connsiteX3" fmla="*/ 2476887 w 3796776"/>
                <a:gd name="connsiteY3" fmla="*/ 1266836 h 5298086"/>
                <a:gd name="connsiteX4" fmla="*/ 2549459 w 3796776"/>
                <a:gd name="connsiteY4" fmla="*/ 5243750 h 5298086"/>
                <a:gd name="connsiteX5" fmla="*/ 241688 w 3796776"/>
                <a:gd name="connsiteY5" fmla="*/ 5243750 h 5298086"/>
                <a:gd name="connsiteX6" fmla="*/ 140088 w 3796776"/>
                <a:gd name="connsiteY6" fmla="*/ 1194264 h 5298086"/>
                <a:gd name="connsiteX7" fmla="*/ 735174 w 3796776"/>
                <a:gd name="connsiteY7" fmla="*/ 62150 h 5298086"/>
                <a:gd name="connsiteX0" fmla="*/ 735174 w 3796776"/>
                <a:gd name="connsiteY0" fmla="*/ 62150 h 5321159"/>
                <a:gd name="connsiteX1" fmla="*/ 1272202 w 3796776"/>
                <a:gd name="connsiteY1" fmla="*/ 163750 h 5321159"/>
                <a:gd name="connsiteX2" fmla="*/ 1852773 w 3796776"/>
                <a:gd name="connsiteY2" fmla="*/ 192778 h 5321159"/>
                <a:gd name="connsiteX3" fmla="*/ 2476887 w 3796776"/>
                <a:gd name="connsiteY3" fmla="*/ 1266836 h 5321159"/>
                <a:gd name="connsiteX4" fmla="*/ 2549459 w 3796776"/>
                <a:gd name="connsiteY4" fmla="*/ 5243750 h 5321159"/>
                <a:gd name="connsiteX5" fmla="*/ 241688 w 3796776"/>
                <a:gd name="connsiteY5" fmla="*/ 5243750 h 5321159"/>
                <a:gd name="connsiteX6" fmla="*/ 140088 w 3796776"/>
                <a:gd name="connsiteY6" fmla="*/ 1194264 h 5321159"/>
                <a:gd name="connsiteX7" fmla="*/ 735174 w 3796776"/>
                <a:gd name="connsiteY7" fmla="*/ 62150 h 5321159"/>
                <a:gd name="connsiteX0" fmla="*/ 638401 w 3700003"/>
                <a:gd name="connsiteY0" fmla="*/ 62150 h 5329474"/>
                <a:gd name="connsiteX1" fmla="*/ 1175429 w 3700003"/>
                <a:gd name="connsiteY1" fmla="*/ 163750 h 5329474"/>
                <a:gd name="connsiteX2" fmla="*/ 1756000 w 3700003"/>
                <a:gd name="connsiteY2" fmla="*/ 192778 h 5329474"/>
                <a:gd name="connsiteX3" fmla="*/ 2380114 w 3700003"/>
                <a:gd name="connsiteY3" fmla="*/ 1266836 h 5329474"/>
                <a:gd name="connsiteX4" fmla="*/ 2452686 w 3700003"/>
                <a:gd name="connsiteY4" fmla="*/ 5243750 h 5329474"/>
                <a:gd name="connsiteX5" fmla="*/ 377144 w 3700003"/>
                <a:gd name="connsiteY5" fmla="*/ 5272779 h 5329474"/>
                <a:gd name="connsiteX6" fmla="*/ 43315 w 3700003"/>
                <a:gd name="connsiteY6" fmla="*/ 1194264 h 5329474"/>
                <a:gd name="connsiteX7" fmla="*/ 638401 w 3700003"/>
                <a:gd name="connsiteY7" fmla="*/ 62150 h 5329474"/>
                <a:gd name="connsiteX0" fmla="*/ 1369803 w 4431405"/>
                <a:gd name="connsiteY0" fmla="*/ 62150 h 5329474"/>
                <a:gd name="connsiteX1" fmla="*/ 1906831 w 4431405"/>
                <a:gd name="connsiteY1" fmla="*/ 163750 h 5329474"/>
                <a:gd name="connsiteX2" fmla="*/ 2487402 w 4431405"/>
                <a:gd name="connsiteY2" fmla="*/ 192778 h 5329474"/>
                <a:gd name="connsiteX3" fmla="*/ 3111516 w 4431405"/>
                <a:gd name="connsiteY3" fmla="*/ 1266836 h 5329474"/>
                <a:gd name="connsiteX4" fmla="*/ 3184088 w 4431405"/>
                <a:gd name="connsiteY4" fmla="*/ 5243750 h 5329474"/>
                <a:gd name="connsiteX5" fmla="*/ 1108546 w 4431405"/>
                <a:gd name="connsiteY5" fmla="*/ 5272779 h 5329474"/>
                <a:gd name="connsiteX6" fmla="*/ 774717 w 4431405"/>
                <a:gd name="connsiteY6" fmla="*/ 1194264 h 5329474"/>
                <a:gd name="connsiteX7" fmla="*/ 1369803 w 4431405"/>
                <a:gd name="connsiteY7" fmla="*/ 62150 h 5329474"/>
                <a:gd name="connsiteX0" fmla="*/ 1765832 w 4827434"/>
                <a:gd name="connsiteY0" fmla="*/ 62150 h 5329474"/>
                <a:gd name="connsiteX1" fmla="*/ 2302860 w 4827434"/>
                <a:gd name="connsiteY1" fmla="*/ 163750 h 5329474"/>
                <a:gd name="connsiteX2" fmla="*/ 2883431 w 4827434"/>
                <a:gd name="connsiteY2" fmla="*/ 192778 h 5329474"/>
                <a:gd name="connsiteX3" fmla="*/ 3507545 w 4827434"/>
                <a:gd name="connsiteY3" fmla="*/ 1266836 h 5329474"/>
                <a:gd name="connsiteX4" fmla="*/ 3580117 w 4827434"/>
                <a:gd name="connsiteY4" fmla="*/ 5243750 h 5329474"/>
                <a:gd name="connsiteX5" fmla="*/ 1504575 w 4827434"/>
                <a:gd name="connsiteY5" fmla="*/ 5272779 h 5329474"/>
                <a:gd name="connsiteX6" fmla="*/ 1170746 w 4827434"/>
                <a:gd name="connsiteY6" fmla="*/ 1194264 h 5329474"/>
                <a:gd name="connsiteX7" fmla="*/ 1765832 w 4827434"/>
                <a:gd name="connsiteY7" fmla="*/ 62150 h 5329474"/>
                <a:gd name="connsiteX0" fmla="*/ 1677308 w 4738910"/>
                <a:gd name="connsiteY0" fmla="*/ 62150 h 5329474"/>
                <a:gd name="connsiteX1" fmla="*/ 2214336 w 4738910"/>
                <a:gd name="connsiteY1" fmla="*/ 163750 h 5329474"/>
                <a:gd name="connsiteX2" fmla="*/ 2794907 w 4738910"/>
                <a:gd name="connsiteY2" fmla="*/ 192778 h 5329474"/>
                <a:gd name="connsiteX3" fmla="*/ 3419021 w 4738910"/>
                <a:gd name="connsiteY3" fmla="*/ 1266836 h 5329474"/>
                <a:gd name="connsiteX4" fmla="*/ 3491593 w 4738910"/>
                <a:gd name="connsiteY4" fmla="*/ 5243750 h 5329474"/>
                <a:gd name="connsiteX5" fmla="*/ 1416051 w 4738910"/>
                <a:gd name="connsiteY5" fmla="*/ 5272779 h 5329474"/>
                <a:gd name="connsiteX6" fmla="*/ 1082222 w 4738910"/>
                <a:gd name="connsiteY6" fmla="*/ 1194264 h 5329474"/>
                <a:gd name="connsiteX7" fmla="*/ 1677308 w 4738910"/>
                <a:gd name="connsiteY7" fmla="*/ 62150 h 5329474"/>
                <a:gd name="connsiteX0" fmla="*/ 1677308 w 4738910"/>
                <a:gd name="connsiteY0" fmla="*/ 62150 h 5603678"/>
                <a:gd name="connsiteX1" fmla="*/ 2214336 w 4738910"/>
                <a:gd name="connsiteY1" fmla="*/ 163750 h 5603678"/>
                <a:gd name="connsiteX2" fmla="*/ 2794907 w 4738910"/>
                <a:gd name="connsiteY2" fmla="*/ 192778 h 5603678"/>
                <a:gd name="connsiteX3" fmla="*/ 3419021 w 4738910"/>
                <a:gd name="connsiteY3" fmla="*/ 1266836 h 5603678"/>
                <a:gd name="connsiteX4" fmla="*/ 3491593 w 4738910"/>
                <a:gd name="connsiteY4" fmla="*/ 5243750 h 5603678"/>
                <a:gd name="connsiteX5" fmla="*/ 2736849 w 4738910"/>
                <a:gd name="connsiteY5" fmla="*/ 5359862 h 5603678"/>
                <a:gd name="connsiteX6" fmla="*/ 1416051 w 4738910"/>
                <a:gd name="connsiteY6" fmla="*/ 5272779 h 5603678"/>
                <a:gd name="connsiteX7" fmla="*/ 1082222 w 4738910"/>
                <a:gd name="connsiteY7" fmla="*/ 1194264 h 5603678"/>
                <a:gd name="connsiteX8" fmla="*/ 1677308 w 4738910"/>
                <a:gd name="connsiteY8" fmla="*/ 62150 h 5603678"/>
                <a:gd name="connsiteX0" fmla="*/ 1677308 w 4738910"/>
                <a:gd name="connsiteY0" fmla="*/ 62150 h 5575806"/>
                <a:gd name="connsiteX1" fmla="*/ 2214336 w 4738910"/>
                <a:gd name="connsiteY1" fmla="*/ 163750 h 5575806"/>
                <a:gd name="connsiteX2" fmla="*/ 2794907 w 4738910"/>
                <a:gd name="connsiteY2" fmla="*/ 192778 h 5575806"/>
                <a:gd name="connsiteX3" fmla="*/ 3419021 w 4738910"/>
                <a:gd name="connsiteY3" fmla="*/ 1266836 h 5575806"/>
                <a:gd name="connsiteX4" fmla="*/ 3491593 w 4738910"/>
                <a:gd name="connsiteY4" fmla="*/ 5243750 h 5575806"/>
                <a:gd name="connsiteX5" fmla="*/ 2736849 w 4738910"/>
                <a:gd name="connsiteY5" fmla="*/ 5359862 h 5575806"/>
                <a:gd name="connsiteX6" fmla="*/ 1416051 w 4738910"/>
                <a:gd name="connsiteY6" fmla="*/ 5272779 h 5575806"/>
                <a:gd name="connsiteX7" fmla="*/ 1082222 w 4738910"/>
                <a:gd name="connsiteY7" fmla="*/ 1194264 h 5575806"/>
                <a:gd name="connsiteX8" fmla="*/ 1677308 w 4738910"/>
                <a:gd name="connsiteY8" fmla="*/ 62150 h 557580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7 w 4738910"/>
                <a:gd name="connsiteY2" fmla="*/ 192778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7 w 4738910"/>
                <a:gd name="connsiteY2" fmla="*/ 192778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7 w 4738910"/>
                <a:gd name="connsiteY2" fmla="*/ 192778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7 w 4738910"/>
                <a:gd name="connsiteY2" fmla="*/ 192778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7 w 4738910"/>
                <a:gd name="connsiteY2" fmla="*/ 192778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3419021 w 4738910"/>
                <a:gd name="connsiteY2" fmla="*/ 1266836 h 5595696"/>
                <a:gd name="connsiteX3" fmla="*/ 3491593 w 4738910"/>
                <a:gd name="connsiteY3" fmla="*/ 5243750 h 5595696"/>
                <a:gd name="connsiteX4" fmla="*/ 2736849 w 4738910"/>
                <a:gd name="connsiteY4" fmla="*/ 5359862 h 5595696"/>
                <a:gd name="connsiteX5" fmla="*/ 1416051 w 4738910"/>
                <a:gd name="connsiteY5" fmla="*/ 5272779 h 5595696"/>
                <a:gd name="connsiteX6" fmla="*/ 1082222 w 4738910"/>
                <a:gd name="connsiteY6" fmla="*/ 1194264 h 5595696"/>
                <a:gd name="connsiteX7" fmla="*/ 1677308 w 4738910"/>
                <a:gd name="connsiteY7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6 w 4738910"/>
                <a:gd name="connsiteY2" fmla="*/ 149233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6 w 4738910"/>
                <a:gd name="connsiteY2" fmla="*/ 149233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6 w 4738910"/>
                <a:gd name="connsiteY2" fmla="*/ 149233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082222 w 4738910"/>
                <a:gd name="connsiteY0" fmla="*/ 1172422 h 5573854"/>
                <a:gd name="connsiteX1" fmla="*/ 2214336 w 4738910"/>
                <a:gd name="connsiteY1" fmla="*/ 141908 h 5573854"/>
                <a:gd name="connsiteX2" fmla="*/ 2794906 w 4738910"/>
                <a:gd name="connsiteY2" fmla="*/ 127391 h 5573854"/>
                <a:gd name="connsiteX3" fmla="*/ 3419021 w 4738910"/>
                <a:gd name="connsiteY3" fmla="*/ 1244994 h 5573854"/>
                <a:gd name="connsiteX4" fmla="*/ 3491593 w 4738910"/>
                <a:gd name="connsiteY4" fmla="*/ 5221908 h 5573854"/>
                <a:gd name="connsiteX5" fmla="*/ 2736849 w 4738910"/>
                <a:gd name="connsiteY5" fmla="*/ 5338020 h 5573854"/>
                <a:gd name="connsiteX6" fmla="*/ 1416051 w 4738910"/>
                <a:gd name="connsiteY6" fmla="*/ 5250937 h 5573854"/>
                <a:gd name="connsiteX7" fmla="*/ 1082222 w 4738910"/>
                <a:gd name="connsiteY7" fmla="*/ 1172422 h 5573854"/>
                <a:gd name="connsiteX0" fmla="*/ 1082222 w 4738910"/>
                <a:gd name="connsiteY0" fmla="*/ 1172323 h 5573755"/>
                <a:gd name="connsiteX1" fmla="*/ 1677306 w 4738910"/>
                <a:gd name="connsiteY1" fmla="*/ 54721 h 5573755"/>
                <a:gd name="connsiteX2" fmla="*/ 2214336 w 4738910"/>
                <a:gd name="connsiteY2" fmla="*/ 141809 h 5573755"/>
                <a:gd name="connsiteX3" fmla="*/ 2794906 w 4738910"/>
                <a:gd name="connsiteY3" fmla="*/ 127292 h 5573755"/>
                <a:gd name="connsiteX4" fmla="*/ 3419021 w 4738910"/>
                <a:gd name="connsiteY4" fmla="*/ 1244895 h 5573755"/>
                <a:gd name="connsiteX5" fmla="*/ 3491593 w 4738910"/>
                <a:gd name="connsiteY5" fmla="*/ 5221809 h 5573755"/>
                <a:gd name="connsiteX6" fmla="*/ 2736849 w 4738910"/>
                <a:gd name="connsiteY6" fmla="*/ 5337921 h 5573755"/>
                <a:gd name="connsiteX7" fmla="*/ 1416051 w 4738910"/>
                <a:gd name="connsiteY7" fmla="*/ 5250838 h 5573755"/>
                <a:gd name="connsiteX8" fmla="*/ 1082222 w 4738910"/>
                <a:gd name="connsiteY8" fmla="*/ 1172323 h 5573755"/>
                <a:gd name="connsiteX0" fmla="*/ 1082222 w 4738910"/>
                <a:gd name="connsiteY0" fmla="*/ 1172323 h 5573755"/>
                <a:gd name="connsiteX1" fmla="*/ 1677306 w 4738910"/>
                <a:gd name="connsiteY1" fmla="*/ 54721 h 5573755"/>
                <a:gd name="connsiteX2" fmla="*/ 2214336 w 4738910"/>
                <a:gd name="connsiteY2" fmla="*/ 141809 h 5573755"/>
                <a:gd name="connsiteX3" fmla="*/ 2794906 w 4738910"/>
                <a:gd name="connsiteY3" fmla="*/ 127292 h 5573755"/>
                <a:gd name="connsiteX4" fmla="*/ 3419021 w 4738910"/>
                <a:gd name="connsiteY4" fmla="*/ 1244895 h 5573755"/>
                <a:gd name="connsiteX5" fmla="*/ 3491593 w 4738910"/>
                <a:gd name="connsiteY5" fmla="*/ 5221809 h 5573755"/>
                <a:gd name="connsiteX6" fmla="*/ 2736849 w 4738910"/>
                <a:gd name="connsiteY6" fmla="*/ 5337921 h 5573755"/>
                <a:gd name="connsiteX7" fmla="*/ 1416051 w 4738910"/>
                <a:gd name="connsiteY7" fmla="*/ 5250838 h 5573755"/>
                <a:gd name="connsiteX8" fmla="*/ 1082222 w 4738910"/>
                <a:gd name="connsiteY8" fmla="*/ 1172323 h 557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38910" h="5573755">
                  <a:moveTo>
                    <a:pt x="1082222" y="1172323"/>
                  </a:moveTo>
                  <a:cubicBezTo>
                    <a:pt x="1333803" y="712703"/>
                    <a:pt x="1488620" y="226473"/>
                    <a:pt x="1677306" y="54721"/>
                  </a:cubicBezTo>
                  <a:cubicBezTo>
                    <a:pt x="1865992" y="-117031"/>
                    <a:pt x="2032908" y="173257"/>
                    <a:pt x="2214336" y="141809"/>
                  </a:cubicBezTo>
                  <a:cubicBezTo>
                    <a:pt x="2395765" y="110361"/>
                    <a:pt x="2594125" y="-56556"/>
                    <a:pt x="2794906" y="127292"/>
                  </a:cubicBezTo>
                  <a:cubicBezTo>
                    <a:pt x="2995687" y="311140"/>
                    <a:pt x="3031974" y="719961"/>
                    <a:pt x="3419021" y="1244895"/>
                  </a:cubicBezTo>
                  <a:cubicBezTo>
                    <a:pt x="6113841" y="3891333"/>
                    <a:pt x="3917345" y="5608856"/>
                    <a:pt x="3491593" y="5221809"/>
                  </a:cubicBezTo>
                  <a:cubicBezTo>
                    <a:pt x="3102127" y="5620951"/>
                    <a:pt x="2981173" y="5391140"/>
                    <a:pt x="2736849" y="5337921"/>
                  </a:cubicBezTo>
                  <a:cubicBezTo>
                    <a:pt x="2623154" y="5473387"/>
                    <a:pt x="2069193" y="5836247"/>
                    <a:pt x="1416051" y="5250838"/>
                  </a:cubicBezTo>
                  <a:cubicBezTo>
                    <a:pt x="-584501" y="5289543"/>
                    <a:pt x="-248254" y="2514895"/>
                    <a:pt x="1082222" y="1172323"/>
                  </a:cubicBezTo>
                  <a:close/>
                </a:path>
              </a:pathLst>
            </a:custGeom>
            <a:gradFill>
              <a:gsLst>
                <a:gs pos="0">
                  <a:sysClr val="window" lastClr="FFFFFF"/>
                </a:gs>
                <a:gs pos="23000">
                  <a:srgbClr val="F3CE0E"/>
                </a:gs>
              </a:gsLst>
              <a:lin ang="102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EEAED45-9F93-A258-BCFB-FFA945937222}"/>
                </a:ext>
              </a:extLst>
            </p:cNvPr>
            <p:cNvSpPr/>
            <p:nvPr/>
          </p:nvSpPr>
          <p:spPr>
            <a:xfrm>
              <a:off x="4499429" y="-242667"/>
              <a:ext cx="2569028" cy="315238"/>
            </a:xfrm>
            <a:custGeom>
              <a:avLst/>
              <a:gdLst>
                <a:gd name="connsiteX0" fmla="*/ 0 w 2569028"/>
                <a:gd name="connsiteY0" fmla="*/ 315238 h 315238"/>
                <a:gd name="connsiteX1" fmla="*/ 508000 w 2569028"/>
                <a:gd name="connsiteY1" fmla="*/ 126553 h 315238"/>
                <a:gd name="connsiteX2" fmla="*/ 943428 w 2569028"/>
                <a:gd name="connsiteY2" fmla="*/ 39467 h 315238"/>
                <a:gd name="connsiteX3" fmla="*/ 1959428 w 2569028"/>
                <a:gd name="connsiteY3" fmla="*/ 10438 h 315238"/>
                <a:gd name="connsiteX4" fmla="*/ 2569028 w 2569028"/>
                <a:gd name="connsiteY4" fmla="*/ 213638 h 315238"/>
                <a:gd name="connsiteX5" fmla="*/ 2569028 w 2569028"/>
                <a:gd name="connsiteY5" fmla="*/ 213638 h 31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9028" h="315238">
                  <a:moveTo>
                    <a:pt x="0" y="315238"/>
                  </a:moveTo>
                  <a:cubicBezTo>
                    <a:pt x="175381" y="243876"/>
                    <a:pt x="350762" y="172515"/>
                    <a:pt x="508000" y="126553"/>
                  </a:cubicBezTo>
                  <a:cubicBezTo>
                    <a:pt x="665238" y="80591"/>
                    <a:pt x="701523" y="58820"/>
                    <a:pt x="943428" y="39467"/>
                  </a:cubicBezTo>
                  <a:cubicBezTo>
                    <a:pt x="1185333" y="20114"/>
                    <a:pt x="1688495" y="-18591"/>
                    <a:pt x="1959428" y="10438"/>
                  </a:cubicBezTo>
                  <a:cubicBezTo>
                    <a:pt x="2230361" y="39466"/>
                    <a:pt x="2569028" y="213638"/>
                    <a:pt x="2569028" y="213638"/>
                  </a:cubicBezTo>
                  <a:lnTo>
                    <a:pt x="2569028" y="213638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Arc 5">
              <a:extLst>
                <a:ext uri="{FF2B5EF4-FFF2-40B4-BE49-F238E27FC236}">
                  <a16:creationId xmlns:a16="http://schemas.microsoft.com/office/drawing/2014/main" id="{0C4E5257-6317-B21D-B079-3CBF67821200}"/>
                </a:ext>
              </a:extLst>
            </p:cNvPr>
            <p:cNvSpPr/>
            <p:nvPr/>
          </p:nvSpPr>
          <p:spPr>
            <a:xfrm rot="8526370">
              <a:off x="3988914" y="-207341"/>
              <a:ext cx="914400" cy="914400"/>
            </a:xfrm>
            <a:prstGeom prst="arc">
              <a:avLst/>
            </a:prstGeom>
            <a:solidFill>
              <a:srgbClr val="F3CE0E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8F5B1B5E-AB5B-8915-5438-72E9680D64B6}"/>
                </a:ext>
              </a:extLst>
            </p:cNvPr>
            <p:cNvSpPr/>
            <p:nvPr/>
          </p:nvSpPr>
          <p:spPr>
            <a:xfrm>
              <a:off x="4277508" y="-550274"/>
              <a:ext cx="443146" cy="1261474"/>
            </a:xfrm>
            <a:custGeom>
              <a:avLst/>
              <a:gdLst>
                <a:gd name="connsiteX0" fmla="*/ 0 w 159657"/>
                <a:gd name="connsiteY0" fmla="*/ 0 h 711200"/>
                <a:gd name="connsiteX1" fmla="*/ 159657 w 159657"/>
                <a:gd name="connsiteY1" fmla="*/ 0 h 711200"/>
                <a:gd name="connsiteX2" fmla="*/ 159657 w 159657"/>
                <a:gd name="connsiteY2" fmla="*/ 711200 h 711200"/>
                <a:gd name="connsiteX3" fmla="*/ 0 w 159657"/>
                <a:gd name="connsiteY3" fmla="*/ 711200 h 711200"/>
                <a:gd name="connsiteX4" fmla="*/ 0 w 159657"/>
                <a:gd name="connsiteY4" fmla="*/ 0 h 711200"/>
                <a:gd name="connsiteX0" fmla="*/ 0 w 420914"/>
                <a:gd name="connsiteY0" fmla="*/ 406400 h 1117600"/>
                <a:gd name="connsiteX1" fmla="*/ 420914 w 420914"/>
                <a:gd name="connsiteY1" fmla="*/ 0 h 1117600"/>
                <a:gd name="connsiteX2" fmla="*/ 159657 w 420914"/>
                <a:gd name="connsiteY2" fmla="*/ 1117600 h 1117600"/>
                <a:gd name="connsiteX3" fmla="*/ 0 w 420914"/>
                <a:gd name="connsiteY3" fmla="*/ 1117600 h 1117600"/>
                <a:gd name="connsiteX4" fmla="*/ 0 w 420914"/>
                <a:gd name="connsiteY4" fmla="*/ 406400 h 1117600"/>
                <a:gd name="connsiteX0" fmla="*/ 0 w 420914"/>
                <a:gd name="connsiteY0" fmla="*/ 1117600 h 1117600"/>
                <a:gd name="connsiteX1" fmla="*/ 420914 w 420914"/>
                <a:gd name="connsiteY1" fmla="*/ 0 h 1117600"/>
                <a:gd name="connsiteX2" fmla="*/ 159657 w 420914"/>
                <a:gd name="connsiteY2" fmla="*/ 1117600 h 1117600"/>
                <a:gd name="connsiteX3" fmla="*/ 0 w 420914"/>
                <a:gd name="connsiteY3" fmla="*/ 1117600 h 1117600"/>
                <a:gd name="connsiteX0" fmla="*/ 22406 w 443320"/>
                <a:gd name="connsiteY0" fmla="*/ 1117600 h 1117600"/>
                <a:gd name="connsiteX1" fmla="*/ 443320 w 443320"/>
                <a:gd name="connsiteY1" fmla="*/ 0 h 1117600"/>
                <a:gd name="connsiteX2" fmla="*/ 182063 w 443320"/>
                <a:gd name="connsiteY2" fmla="*/ 1117600 h 1117600"/>
                <a:gd name="connsiteX3" fmla="*/ 22406 w 443320"/>
                <a:gd name="connsiteY3" fmla="*/ 1117600 h 1117600"/>
                <a:gd name="connsiteX0" fmla="*/ 18723 w 439637"/>
                <a:gd name="connsiteY0" fmla="*/ 1261474 h 1261474"/>
                <a:gd name="connsiteX1" fmla="*/ 439637 w 439637"/>
                <a:gd name="connsiteY1" fmla="*/ 143874 h 1261474"/>
                <a:gd name="connsiteX2" fmla="*/ 178380 w 439637"/>
                <a:gd name="connsiteY2" fmla="*/ 1261474 h 1261474"/>
                <a:gd name="connsiteX3" fmla="*/ 18723 w 439637"/>
                <a:gd name="connsiteY3" fmla="*/ 1261474 h 1261474"/>
                <a:gd name="connsiteX0" fmla="*/ 18723 w 445330"/>
                <a:gd name="connsiteY0" fmla="*/ 1261474 h 1261474"/>
                <a:gd name="connsiteX1" fmla="*/ 439637 w 445330"/>
                <a:gd name="connsiteY1" fmla="*/ 143874 h 1261474"/>
                <a:gd name="connsiteX2" fmla="*/ 178380 w 445330"/>
                <a:gd name="connsiteY2" fmla="*/ 1261474 h 1261474"/>
                <a:gd name="connsiteX3" fmla="*/ 18723 w 445330"/>
                <a:gd name="connsiteY3" fmla="*/ 1261474 h 1261474"/>
                <a:gd name="connsiteX0" fmla="*/ 18723 w 443146"/>
                <a:gd name="connsiteY0" fmla="*/ 1261474 h 1261474"/>
                <a:gd name="connsiteX1" fmla="*/ 439637 w 443146"/>
                <a:gd name="connsiteY1" fmla="*/ 143874 h 1261474"/>
                <a:gd name="connsiteX2" fmla="*/ 178380 w 443146"/>
                <a:gd name="connsiteY2" fmla="*/ 1261474 h 1261474"/>
                <a:gd name="connsiteX3" fmla="*/ 18723 w 443146"/>
                <a:gd name="connsiteY3" fmla="*/ 1261474 h 126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146" h="1261474">
                  <a:moveTo>
                    <a:pt x="18723" y="1261474"/>
                  </a:moveTo>
                  <a:cubicBezTo>
                    <a:pt x="-102229" y="380941"/>
                    <a:pt x="400932" y="-310907"/>
                    <a:pt x="439637" y="143874"/>
                  </a:cubicBezTo>
                  <a:cubicBezTo>
                    <a:pt x="483179" y="313207"/>
                    <a:pt x="105809" y="743798"/>
                    <a:pt x="178380" y="1261474"/>
                  </a:cubicBezTo>
                  <a:lnTo>
                    <a:pt x="18723" y="1261474"/>
                  </a:lnTo>
                  <a:close/>
                </a:path>
              </a:pathLst>
            </a:custGeom>
            <a:solidFill>
              <a:srgbClr val="8D604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665F91-561E-E0DE-5FF0-4188F649C66D}"/>
                </a:ext>
              </a:extLst>
            </p:cNvPr>
            <p:cNvSpPr/>
            <p:nvPr/>
          </p:nvSpPr>
          <p:spPr>
            <a:xfrm rot="4273569">
              <a:off x="4529693" y="-525601"/>
              <a:ext cx="261620" cy="194449"/>
            </a:xfrm>
            <a:prstGeom prst="ellipse">
              <a:avLst/>
            </a:prstGeom>
            <a:solidFill>
              <a:srgbClr val="8D604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B3FCE6E6-2595-7409-89E1-03E761B12FE9}"/>
                </a:ext>
              </a:extLst>
            </p:cNvPr>
            <p:cNvSpPr/>
            <p:nvPr/>
          </p:nvSpPr>
          <p:spPr>
            <a:xfrm rot="19184977">
              <a:off x="3936951" y="707058"/>
              <a:ext cx="914400" cy="914400"/>
            </a:xfrm>
            <a:prstGeom prst="arc">
              <a:avLst/>
            </a:prstGeom>
            <a:solidFill>
              <a:srgbClr val="F3CE0E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F9C09B7-899E-3065-F1B9-20D5DA86EE92}"/>
              </a:ext>
            </a:extLst>
          </p:cNvPr>
          <p:cNvGrpSpPr/>
          <p:nvPr/>
        </p:nvGrpSpPr>
        <p:grpSpPr>
          <a:xfrm>
            <a:off x="4858520" y="1269777"/>
            <a:ext cx="4768409" cy="5232846"/>
            <a:chOff x="2198008" y="-740521"/>
            <a:chExt cx="5889159" cy="6462755"/>
          </a:xfrm>
          <a:solidFill>
            <a:schemeClr val="bg1"/>
          </a:solidFill>
        </p:grpSpPr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488B932F-362C-0BD5-F70F-61D8D51DB318}"/>
                </a:ext>
              </a:extLst>
            </p:cNvPr>
            <p:cNvSpPr/>
            <p:nvPr/>
          </p:nvSpPr>
          <p:spPr>
            <a:xfrm>
              <a:off x="5240600" y="-740521"/>
              <a:ext cx="2846567" cy="1354669"/>
            </a:xfrm>
            <a:custGeom>
              <a:avLst/>
              <a:gdLst>
                <a:gd name="connsiteX0" fmla="*/ 0 w 1627366"/>
                <a:gd name="connsiteY0" fmla="*/ 0 h 566900"/>
                <a:gd name="connsiteX1" fmla="*/ 1627366 w 1627366"/>
                <a:gd name="connsiteY1" fmla="*/ 0 h 566900"/>
                <a:gd name="connsiteX2" fmla="*/ 1627366 w 1627366"/>
                <a:gd name="connsiteY2" fmla="*/ 566900 h 566900"/>
                <a:gd name="connsiteX3" fmla="*/ 0 w 1627366"/>
                <a:gd name="connsiteY3" fmla="*/ 566900 h 566900"/>
                <a:gd name="connsiteX4" fmla="*/ 0 w 1627366"/>
                <a:gd name="connsiteY4" fmla="*/ 0 h 566900"/>
                <a:gd name="connsiteX0" fmla="*/ 0 w 2324052"/>
                <a:gd name="connsiteY0" fmla="*/ 29029 h 566900"/>
                <a:gd name="connsiteX1" fmla="*/ 2324052 w 2324052"/>
                <a:gd name="connsiteY1" fmla="*/ 0 h 566900"/>
                <a:gd name="connsiteX2" fmla="*/ 2324052 w 2324052"/>
                <a:gd name="connsiteY2" fmla="*/ 566900 h 566900"/>
                <a:gd name="connsiteX3" fmla="*/ 696686 w 2324052"/>
                <a:gd name="connsiteY3" fmla="*/ 566900 h 566900"/>
                <a:gd name="connsiteX4" fmla="*/ 0 w 2324052"/>
                <a:gd name="connsiteY4" fmla="*/ 29029 h 566900"/>
                <a:gd name="connsiteX0" fmla="*/ 0 w 2846567"/>
                <a:gd name="connsiteY0" fmla="*/ 0 h 754743"/>
                <a:gd name="connsiteX1" fmla="*/ 2846567 w 2846567"/>
                <a:gd name="connsiteY1" fmla="*/ 754743 h 754743"/>
                <a:gd name="connsiteX2" fmla="*/ 2324052 w 2846567"/>
                <a:gd name="connsiteY2" fmla="*/ 537871 h 754743"/>
                <a:gd name="connsiteX3" fmla="*/ 696686 w 2846567"/>
                <a:gd name="connsiteY3" fmla="*/ 537871 h 754743"/>
                <a:gd name="connsiteX4" fmla="*/ 0 w 2846567"/>
                <a:gd name="connsiteY4" fmla="*/ 0 h 754743"/>
                <a:gd name="connsiteX0" fmla="*/ 0 w 2846567"/>
                <a:gd name="connsiteY0" fmla="*/ 0 h 754743"/>
                <a:gd name="connsiteX1" fmla="*/ 2846567 w 2846567"/>
                <a:gd name="connsiteY1" fmla="*/ 754743 h 754743"/>
                <a:gd name="connsiteX2" fmla="*/ 696686 w 2846567"/>
                <a:gd name="connsiteY2" fmla="*/ 537871 h 754743"/>
                <a:gd name="connsiteX3" fmla="*/ 0 w 2846567"/>
                <a:gd name="connsiteY3" fmla="*/ 0 h 754743"/>
                <a:gd name="connsiteX0" fmla="*/ 0 w 2846567"/>
                <a:gd name="connsiteY0" fmla="*/ 0 h 754743"/>
                <a:gd name="connsiteX1" fmla="*/ 2846567 w 2846567"/>
                <a:gd name="connsiteY1" fmla="*/ 754743 h 754743"/>
                <a:gd name="connsiteX2" fmla="*/ 0 w 2846567"/>
                <a:gd name="connsiteY2" fmla="*/ 0 h 754743"/>
                <a:gd name="connsiteX0" fmla="*/ 0 w 2846567"/>
                <a:gd name="connsiteY0" fmla="*/ 0 h 808879"/>
                <a:gd name="connsiteX1" fmla="*/ 2846567 w 2846567"/>
                <a:gd name="connsiteY1" fmla="*/ 754743 h 808879"/>
                <a:gd name="connsiteX2" fmla="*/ 0 w 2846567"/>
                <a:gd name="connsiteY2" fmla="*/ 0 h 808879"/>
                <a:gd name="connsiteX0" fmla="*/ 0 w 2846567"/>
                <a:gd name="connsiteY0" fmla="*/ 548065 h 1356944"/>
                <a:gd name="connsiteX1" fmla="*/ 2846567 w 2846567"/>
                <a:gd name="connsiteY1" fmla="*/ 1302808 h 1356944"/>
                <a:gd name="connsiteX2" fmla="*/ 0 w 2846567"/>
                <a:gd name="connsiteY2" fmla="*/ 548065 h 1356944"/>
                <a:gd name="connsiteX0" fmla="*/ 0 w 2846567"/>
                <a:gd name="connsiteY0" fmla="*/ 545790 h 1354669"/>
                <a:gd name="connsiteX1" fmla="*/ 2846567 w 2846567"/>
                <a:gd name="connsiteY1" fmla="*/ 1300533 h 1354669"/>
                <a:gd name="connsiteX2" fmla="*/ 0 w 2846567"/>
                <a:gd name="connsiteY2" fmla="*/ 545790 h 13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46567" h="1354669">
                  <a:moveTo>
                    <a:pt x="0" y="545790"/>
                  </a:moveTo>
                  <a:cubicBezTo>
                    <a:pt x="1819713" y="-944344"/>
                    <a:pt x="2768568" y="1063466"/>
                    <a:pt x="2846567" y="1300533"/>
                  </a:cubicBezTo>
                  <a:cubicBezTo>
                    <a:pt x="1897711" y="1048952"/>
                    <a:pt x="310227" y="1944000"/>
                    <a:pt x="0" y="54579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B5E774CA-7FD8-DFB2-C552-D2425FFC1D36}"/>
                </a:ext>
              </a:extLst>
            </p:cNvPr>
            <p:cNvSpPr/>
            <p:nvPr/>
          </p:nvSpPr>
          <p:spPr>
            <a:xfrm>
              <a:off x="2198008" y="148479"/>
              <a:ext cx="4738910" cy="5573755"/>
            </a:xfrm>
            <a:custGeom>
              <a:avLst/>
              <a:gdLst>
                <a:gd name="connsiteX0" fmla="*/ 0 w 2307771"/>
                <a:gd name="connsiteY0" fmla="*/ 0 h 2989943"/>
                <a:gd name="connsiteX1" fmla="*/ 2307771 w 2307771"/>
                <a:gd name="connsiteY1" fmla="*/ 0 h 2989943"/>
                <a:gd name="connsiteX2" fmla="*/ 2307771 w 2307771"/>
                <a:gd name="connsiteY2" fmla="*/ 2989943 h 2989943"/>
                <a:gd name="connsiteX3" fmla="*/ 0 w 2307771"/>
                <a:gd name="connsiteY3" fmla="*/ 2989943 h 2989943"/>
                <a:gd name="connsiteX4" fmla="*/ 0 w 2307771"/>
                <a:gd name="connsiteY4" fmla="*/ 0 h 2989943"/>
                <a:gd name="connsiteX0" fmla="*/ 493486 w 2307771"/>
                <a:gd name="connsiteY0" fmla="*/ 0 h 5181600"/>
                <a:gd name="connsiteX1" fmla="*/ 2307771 w 2307771"/>
                <a:gd name="connsiteY1" fmla="*/ 2191657 h 5181600"/>
                <a:gd name="connsiteX2" fmla="*/ 2307771 w 2307771"/>
                <a:gd name="connsiteY2" fmla="*/ 5181600 h 5181600"/>
                <a:gd name="connsiteX3" fmla="*/ 0 w 2307771"/>
                <a:gd name="connsiteY3" fmla="*/ 5181600 h 5181600"/>
                <a:gd name="connsiteX4" fmla="*/ 493486 w 2307771"/>
                <a:gd name="connsiteY4" fmla="*/ 0 h 5181600"/>
                <a:gd name="connsiteX0" fmla="*/ 493486 w 2307771"/>
                <a:gd name="connsiteY0" fmla="*/ 0 h 5181600"/>
                <a:gd name="connsiteX1" fmla="*/ 2307771 w 2307771"/>
                <a:gd name="connsiteY1" fmla="*/ 2191657 h 5181600"/>
                <a:gd name="connsiteX2" fmla="*/ 2307771 w 2307771"/>
                <a:gd name="connsiteY2" fmla="*/ 5181600 h 5181600"/>
                <a:gd name="connsiteX3" fmla="*/ 0 w 2307771"/>
                <a:gd name="connsiteY3" fmla="*/ 5181600 h 5181600"/>
                <a:gd name="connsiteX4" fmla="*/ 493486 w 2307771"/>
                <a:gd name="connsiteY4" fmla="*/ 0 h 5181600"/>
                <a:gd name="connsiteX0" fmla="*/ 1635820 w 3450105"/>
                <a:gd name="connsiteY0" fmla="*/ 0 h 5181600"/>
                <a:gd name="connsiteX1" fmla="*/ 3450105 w 3450105"/>
                <a:gd name="connsiteY1" fmla="*/ 2191657 h 5181600"/>
                <a:gd name="connsiteX2" fmla="*/ 3450105 w 3450105"/>
                <a:gd name="connsiteY2" fmla="*/ 5181600 h 5181600"/>
                <a:gd name="connsiteX3" fmla="*/ 1142334 w 3450105"/>
                <a:gd name="connsiteY3" fmla="*/ 5181600 h 5181600"/>
                <a:gd name="connsiteX4" fmla="*/ 1635820 w 3450105"/>
                <a:gd name="connsiteY4" fmla="*/ 0 h 5181600"/>
                <a:gd name="connsiteX0" fmla="*/ 735174 w 2549459"/>
                <a:gd name="connsiteY0" fmla="*/ 42119 h 5223719"/>
                <a:gd name="connsiteX1" fmla="*/ 2549459 w 2549459"/>
                <a:gd name="connsiteY1" fmla="*/ 2233776 h 5223719"/>
                <a:gd name="connsiteX2" fmla="*/ 2549459 w 2549459"/>
                <a:gd name="connsiteY2" fmla="*/ 5223719 h 5223719"/>
                <a:gd name="connsiteX3" fmla="*/ 241688 w 2549459"/>
                <a:gd name="connsiteY3" fmla="*/ 5223719 h 5223719"/>
                <a:gd name="connsiteX4" fmla="*/ 140088 w 2549459"/>
                <a:gd name="connsiteY4" fmla="*/ 1174233 h 5223719"/>
                <a:gd name="connsiteX5" fmla="*/ 735174 w 2549459"/>
                <a:gd name="connsiteY5" fmla="*/ 42119 h 5223719"/>
                <a:gd name="connsiteX0" fmla="*/ 735174 w 2549459"/>
                <a:gd name="connsiteY0" fmla="*/ 0 h 5181600"/>
                <a:gd name="connsiteX1" fmla="*/ 2549459 w 2549459"/>
                <a:gd name="connsiteY1" fmla="*/ 2191657 h 5181600"/>
                <a:gd name="connsiteX2" fmla="*/ 2549459 w 2549459"/>
                <a:gd name="connsiteY2" fmla="*/ 5181600 h 5181600"/>
                <a:gd name="connsiteX3" fmla="*/ 241688 w 2549459"/>
                <a:gd name="connsiteY3" fmla="*/ 5181600 h 5181600"/>
                <a:gd name="connsiteX4" fmla="*/ 140088 w 2549459"/>
                <a:gd name="connsiteY4" fmla="*/ 1132114 h 5181600"/>
                <a:gd name="connsiteX5" fmla="*/ 735174 w 2549459"/>
                <a:gd name="connsiteY5" fmla="*/ 0 h 5181600"/>
                <a:gd name="connsiteX0" fmla="*/ 735174 w 2549459"/>
                <a:gd name="connsiteY0" fmla="*/ 18556 h 5200156"/>
                <a:gd name="connsiteX1" fmla="*/ 2549459 w 2549459"/>
                <a:gd name="connsiteY1" fmla="*/ 2210213 h 5200156"/>
                <a:gd name="connsiteX2" fmla="*/ 2549459 w 2549459"/>
                <a:gd name="connsiteY2" fmla="*/ 5200156 h 5200156"/>
                <a:gd name="connsiteX3" fmla="*/ 241688 w 2549459"/>
                <a:gd name="connsiteY3" fmla="*/ 5200156 h 5200156"/>
                <a:gd name="connsiteX4" fmla="*/ 140088 w 2549459"/>
                <a:gd name="connsiteY4" fmla="*/ 1150670 h 5200156"/>
                <a:gd name="connsiteX5" fmla="*/ 735174 w 2549459"/>
                <a:gd name="connsiteY5" fmla="*/ 18556 h 5200156"/>
                <a:gd name="connsiteX0" fmla="*/ 735174 w 2549459"/>
                <a:gd name="connsiteY0" fmla="*/ 156128 h 5337728"/>
                <a:gd name="connsiteX1" fmla="*/ 1272202 w 2549459"/>
                <a:gd name="connsiteY1" fmla="*/ 257728 h 5337728"/>
                <a:gd name="connsiteX2" fmla="*/ 2549459 w 2549459"/>
                <a:gd name="connsiteY2" fmla="*/ 2347785 h 5337728"/>
                <a:gd name="connsiteX3" fmla="*/ 2549459 w 2549459"/>
                <a:gd name="connsiteY3" fmla="*/ 5337728 h 5337728"/>
                <a:gd name="connsiteX4" fmla="*/ 241688 w 2549459"/>
                <a:gd name="connsiteY4" fmla="*/ 5337728 h 5337728"/>
                <a:gd name="connsiteX5" fmla="*/ 140088 w 2549459"/>
                <a:gd name="connsiteY5" fmla="*/ 1288242 h 5337728"/>
                <a:gd name="connsiteX6" fmla="*/ 735174 w 2549459"/>
                <a:gd name="connsiteY6" fmla="*/ 156128 h 5337728"/>
                <a:gd name="connsiteX0" fmla="*/ 735174 w 2549459"/>
                <a:gd name="connsiteY0" fmla="*/ 156128 h 5337728"/>
                <a:gd name="connsiteX1" fmla="*/ 1272202 w 2549459"/>
                <a:gd name="connsiteY1" fmla="*/ 257728 h 5337728"/>
                <a:gd name="connsiteX2" fmla="*/ 1852773 w 2549459"/>
                <a:gd name="connsiteY2" fmla="*/ 286756 h 5337728"/>
                <a:gd name="connsiteX3" fmla="*/ 2549459 w 2549459"/>
                <a:gd name="connsiteY3" fmla="*/ 2347785 h 5337728"/>
                <a:gd name="connsiteX4" fmla="*/ 2549459 w 2549459"/>
                <a:gd name="connsiteY4" fmla="*/ 5337728 h 5337728"/>
                <a:gd name="connsiteX5" fmla="*/ 241688 w 2549459"/>
                <a:gd name="connsiteY5" fmla="*/ 5337728 h 5337728"/>
                <a:gd name="connsiteX6" fmla="*/ 140088 w 2549459"/>
                <a:gd name="connsiteY6" fmla="*/ 1288242 h 5337728"/>
                <a:gd name="connsiteX7" fmla="*/ 735174 w 2549459"/>
                <a:gd name="connsiteY7" fmla="*/ 156128 h 5337728"/>
                <a:gd name="connsiteX0" fmla="*/ 735174 w 2549459"/>
                <a:gd name="connsiteY0" fmla="*/ 87087 h 5268687"/>
                <a:gd name="connsiteX1" fmla="*/ 1272202 w 2549459"/>
                <a:gd name="connsiteY1" fmla="*/ 188687 h 5268687"/>
                <a:gd name="connsiteX2" fmla="*/ 1852773 w 2549459"/>
                <a:gd name="connsiteY2" fmla="*/ 217715 h 5268687"/>
                <a:gd name="connsiteX3" fmla="*/ 2549459 w 2549459"/>
                <a:gd name="connsiteY3" fmla="*/ 2278744 h 5268687"/>
                <a:gd name="connsiteX4" fmla="*/ 2549459 w 2549459"/>
                <a:gd name="connsiteY4" fmla="*/ 5268687 h 5268687"/>
                <a:gd name="connsiteX5" fmla="*/ 241688 w 2549459"/>
                <a:gd name="connsiteY5" fmla="*/ 5268687 h 5268687"/>
                <a:gd name="connsiteX6" fmla="*/ 140088 w 2549459"/>
                <a:gd name="connsiteY6" fmla="*/ 1219201 h 5268687"/>
                <a:gd name="connsiteX7" fmla="*/ 735174 w 2549459"/>
                <a:gd name="connsiteY7" fmla="*/ 87087 h 5268687"/>
                <a:gd name="connsiteX0" fmla="*/ 735174 w 2549459"/>
                <a:gd name="connsiteY0" fmla="*/ 62150 h 5243750"/>
                <a:gd name="connsiteX1" fmla="*/ 1272202 w 2549459"/>
                <a:gd name="connsiteY1" fmla="*/ 163750 h 5243750"/>
                <a:gd name="connsiteX2" fmla="*/ 1852773 w 2549459"/>
                <a:gd name="connsiteY2" fmla="*/ 192778 h 5243750"/>
                <a:gd name="connsiteX3" fmla="*/ 2549459 w 2549459"/>
                <a:gd name="connsiteY3" fmla="*/ 2253807 h 5243750"/>
                <a:gd name="connsiteX4" fmla="*/ 2549459 w 2549459"/>
                <a:gd name="connsiteY4" fmla="*/ 5243750 h 5243750"/>
                <a:gd name="connsiteX5" fmla="*/ 241688 w 2549459"/>
                <a:gd name="connsiteY5" fmla="*/ 5243750 h 5243750"/>
                <a:gd name="connsiteX6" fmla="*/ 140088 w 2549459"/>
                <a:gd name="connsiteY6" fmla="*/ 1194264 h 5243750"/>
                <a:gd name="connsiteX7" fmla="*/ 735174 w 2549459"/>
                <a:gd name="connsiteY7" fmla="*/ 62150 h 5243750"/>
                <a:gd name="connsiteX0" fmla="*/ 735174 w 2549459"/>
                <a:gd name="connsiteY0" fmla="*/ 62150 h 5243750"/>
                <a:gd name="connsiteX1" fmla="*/ 1272202 w 2549459"/>
                <a:gd name="connsiteY1" fmla="*/ 163750 h 5243750"/>
                <a:gd name="connsiteX2" fmla="*/ 1852773 w 2549459"/>
                <a:gd name="connsiteY2" fmla="*/ 192778 h 5243750"/>
                <a:gd name="connsiteX3" fmla="*/ 2476887 w 2549459"/>
                <a:gd name="connsiteY3" fmla="*/ 1266836 h 5243750"/>
                <a:gd name="connsiteX4" fmla="*/ 2549459 w 2549459"/>
                <a:gd name="connsiteY4" fmla="*/ 5243750 h 5243750"/>
                <a:gd name="connsiteX5" fmla="*/ 241688 w 2549459"/>
                <a:gd name="connsiteY5" fmla="*/ 5243750 h 5243750"/>
                <a:gd name="connsiteX6" fmla="*/ 140088 w 2549459"/>
                <a:gd name="connsiteY6" fmla="*/ 1194264 h 5243750"/>
                <a:gd name="connsiteX7" fmla="*/ 735174 w 2549459"/>
                <a:gd name="connsiteY7" fmla="*/ 62150 h 5243750"/>
                <a:gd name="connsiteX0" fmla="*/ 735174 w 3688189"/>
                <a:gd name="connsiteY0" fmla="*/ 62150 h 5243750"/>
                <a:gd name="connsiteX1" fmla="*/ 1272202 w 3688189"/>
                <a:gd name="connsiteY1" fmla="*/ 163750 h 5243750"/>
                <a:gd name="connsiteX2" fmla="*/ 1852773 w 3688189"/>
                <a:gd name="connsiteY2" fmla="*/ 192778 h 5243750"/>
                <a:gd name="connsiteX3" fmla="*/ 2476887 w 3688189"/>
                <a:gd name="connsiteY3" fmla="*/ 1266836 h 5243750"/>
                <a:gd name="connsiteX4" fmla="*/ 2549459 w 3688189"/>
                <a:gd name="connsiteY4" fmla="*/ 5243750 h 5243750"/>
                <a:gd name="connsiteX5" fmla="*/ 241688 w 3688189"/>
                <a:gd name="connsiteY5" fmla="*/ 5243750 h 5243750"/>
                <a:gd name="connsiteX6" fmla="*/ 140088 w 3688189"/>
                <a:gd name="connsiteY6" fmla="*/ 1194264 h 5243750"/>
                <a:gd name="connsiteX7" fmla="*/ 735174 w 3688189"/>
                <a:gd name="connsiteY7" fmla="*/ 62150 h 5243750"/>
                <a:gd name="connsiteX0" fmla="*/ 735174 w 3796776"/>
                <a:gd name="connsiteY0" fmla="*/ 62150 h 5298086"/>
                <a:gd name="connsiteX1" fmla="*/ 1272202 w 3796776"/>
                <a:gd name="connsiteY1" fmla="*/ 163750 h 5298086"/>
                <a:gd name="connsiteX2" fmla="*/ 1852773 w 3796776"/>
                <a:gd name="connsiteY2" fmla="*/ 192778 h 5298086"/>
                <a:gd name="connsiteX3" fmla="*/ 2476887 w 3796776"/>
                <a:gd name="connsiteY3" fmla="*/ 1266836 h 5298086"/>
                <a:gd name="connsiteX4" fmla="*/ 2549459 w 3796776"/>
                <a:gd name="connsiteY4" fmla="*/ 5243750 h 5298086"/>
                <a:gd name="connsiteX5" fmla="*/ 241688 w 3796776"/>
                <a:gd name="connsiteY5" fmla="*/ 5243750 h 5298086"/>
                <a:gd name="connsiteX6" fmla="*/ 140088 w 3796776"/>
                <a:gd name="connsiteY6" fmla="*/ 1194264 h 5298086"/>
                <a:gd name="connsiteX7" fmla="*/ 735174 w 3796776"/>
                <a:gd name="connsiteY7" fmla="*/ 62150 h 5298086"/>
                <a:gd name="connsiteX0" fmla="*/ 735174 w 3796776"/>
                <a:gd name="connsiteY0" fmla="*/ 62150 h 5321159"/>
                <a:gd name="connsiteX1" fmla="*/ 1272202 w 3796776"/>
                <a:gd name="connsiteY1" fmla="*/ 163750 h 5321159"/>
                <a:gd name="connsiteX2" fmla="*/ 1852773 w 3796776"/>
                <a:gd name="connsiteY2" fmla="*/ 192778 h 5321159"/>
                <a:gd name="connsiteX3" fmla="*/ 2476887 w 3796776"/>
                <a:gd name="connsiteY3" fmla="*/ 1266836 h 5321159"/>
                <a:gd name="connsiteX4" fmla="*/ 2549459 w 3796776"/>
                <a:gd name="connsiteY4" fmla="*/ 5243750 h 5321159"/>
                <a:gd name="connsiteX5" fmla="*/ 241688 w 3796776"/>
                <a:gd name="connsiteY5" fmla="*/ 5243750 h 5321159"/>
                <a:gd name="connsiteX6" fmla="*/ 140088 w 3796776"/>
                <a:gd name="connsiteY6" fmla="*/ 1194264 h 5321159"/>
                <a:gd name="connsiteX7" fmla="*/ 735174 w 3796776"/>
                <a:gd name="connsiteY7" fmla="*/ 62150 h 5321159"/>
                <a:gd name="connsiteX0" fmla="*/ 638401 w 3700003"/>
                <a:gd name="connsiteY0" fmla="*/ 62150 h 5329474"/>
                <a:gd name="connsiteX1" fmla="*/ 1175429 w 3700003"/>
                <a:gd name="connsiteY1" fmla="*/ 163750 h 5329474"/>
                <a:gd name="connsiteX2" fmla="*/ 1756000 w 3700003"/>
                <a:gd name="connsiteY2" fmla="*/ 192778 h 5329474"/>
                <a:gd name="connsiteX3" fmla="*/ 2380114 w 3700003"/>
                <a:gd name="connsiteY3" fmla="*/ 1266836 h 5329474"/>
                <a:gd name="connsiteX4" fmla="*/ 2452686 w 3700003"/>
                <a:gd name="connsiteY4" fmla="*/ 5243750 h 5329474"/>
                <a:gd name="connsiteX5" fmla="*/ 377144 w 3700003"/>
                <a:gd name="connsiteY5" fmla="*/ 5272779 h 5329474"/>
                <a:gd name="connsiteX6" fmla="*/ 43315 w 3700003"/>
                <a:gd name="connsiteY6" fmla="*/ 1194264 h 5329474"/>
                <a:gd name="connsiteX7" fmla="*/ 638401 w 3700003"/>
                <a:gd name="connsiteY7" fmla="*/ 62150 h 5329474"/>
                <a:gd name="connsiteX0" fmla="*/ 1369803 w 4431405"/>
                <a:gd name="connsiteY0" fmla="*/ 62150 h 5329474"/>
                <a:gd name="connsiteX1" fmla="*/ 1906831 w 4431405"/>
                <a:gd name="connsiteY1" fmla="*/ 163750 h 5329474"/>
                <a:gd name="connsiteX2" fmla="*/ 2487402 w 4431405"/>
                <a:gd name="connsiteY2" fmla="*/ 192778 h 5329474"/>
                <a:gd name="connsiteX3" fmla="*/ 3111516 w 4431405"/>
                <a:gd name="connsiteY3" fmla="*/ 1266836 h 5329474"/>
                <a:gd name="connsiteX4" fmla="*/ 3184088 w 4431405"/>
                <a:gd name="connsiteY4" fmla="*/ 5243750 h 5329474"/>
                <a:gd name="connsiteX5" fmla="*/ 1108546 w 4431405"/>
                <a:gd name="connsiteY5" fmla="*/ 5272779 h 5329474"/>
                <a:gd name="connsiteX6" fmla="*/ 774717 w 4431405"/>
                <a:gd name="connsiteY6" fmla="*/ 1194264 h 5329474"/>
                <a:gd name="connsiteX7" fmla="*/ 1369803 w 4431405"/>
                <a:gd name="connsiteY7" fmla="*/ 62150 h 5329474"/>
                <a:gd name="connsiteX0" fmla="*/ 1765832 w 4827434"/>
                <a:gd name="connsiteY0" fmla="*/ 62150 h 5329474"/>
                <a:gd name="connsiteX1" fmla="*/ 2302860 w 4827434"/>
                <a:gd name="connsiteY1" fmla="*/ 163750 h 5329474"/>
                <a:gd name="connsiteX2" fmla="*/ 2883431 w 4827434"/>
                <a:gd name="connsiteY2" fmla="*/ 192778 h 5329474"/>
                <a:gd name="connsiteX3" fmla="*/ 3507545 w 4827434"/>
                <a:gd name="connsiteY3" fmla="*/ 1266836 h 5329474"/>
                <a:gd name="connsiteX4" fmla="*/ 3580117 w 4827434"/>
                <a:gd name="connsiteY4" fmla="*/ 5243750 h 5329474"/>
                <a:gd name="connsiteX5" fmla="*/ 1504575 w 4827434"/>
                <a:gd name="connsiteY5" fmla="*/ 5272779 h 5329474"/>
                <a:gd name="connsiteX6" fmla="*/ 1170746 w 4827434"/>
                <a:gd name="connsiteY6" fmla="*/ 1194264 h 5329474"/>
                <a:gd name="connsiteX7" fmla="*/ 1765832 w 4827434"/>
                <a:gd name="connsiteY7" fmla="*/ 62150 h 5329474"/>
                <a:gd name="connsiteX0" fmla="*/ 1677308 w 4738910"/>
                <a:gd name="connsiteY0" fmla="*/ 62150 h 5329474"/>
                <a:gd name="connsiteX1" fmla="*/ 2214336 w 4738910"/>
                <a:gd name="connsiteY1" fmla="*/ 163750 h 5329474"/>
                <a:gd name="connsiteX2" fmla="*/ 2794907 w 4738910"/>
                <a:gd name="connsiteY2" fmla="*/ 192778 h 5329474"/>
                <a:gd name="connsiteX3" fmla="*/ 3419021 w 4738910"/>
                <a:gd name="connsiteY3" fmla="*/ 1266836 h 5329474"/>
                <a:gd name="connsiteX4" fmla="*/ 3491593 w 4738910"/>
                <a:gd name="connsiteY4" fmla="*/ 5243750 h 5329474"/>
                <a:gd name="connsiteX5" fmla="*/ 1416051 w 4738910"/>
                <a:gd name="connsiteY5" fmla="*/ 5272779 h 5329474"/>
                <a:gd name="connsiteX6" fmla="*/ 1082222 w 4738910"/>
                <a:gd name="connsiteY6" fmla="*/ 1194264 h 5329474"/>
                <a:gd name="connsiteX7" fmla="*/ 1677308 w 4738910"/>
                <a:gd name="connsiteY7" fmla="*/ 62150 h 5329474"/>
                <a:gd name="connsiteX0" fmla="*/ 1677308 w 4738910"/>
                <a:gd name="connsiteY0" fmla="*/ 62150 h 5603678"/>
                <a:gd name="connsiteX1" fmla="*/ 2214336 w 4738910"/>
                <a:gd name="connsiteY1" fmla="*/ 163750 h 5603678"/>
                <a:gd name="connsiteX2" fmla="*/ 2794907 w 4738910"/>
                <a:gd name="connsiteY2" fmla="*/ 192778 h 5603678"/>
                <a:gd name="connsiteX3" fmla="*/ 3419021 w 4738910"/>
                <a:gd name="connsiteY3" fmla="*/ 1266836 h 5603678"/>
                <a:gd name="connsiteX4" fmla="*/ 3491593 w 4738910"/>
                <a:gd name="connsiteY4" fmla="*/ 5243750 h 5603678"/>
                <a:gd name="connsiteX5" fmla="*/ 2736849 w 4738910"/>
                <a:gd name="connsiteY5" fmla="*/ 5359862 h 5603678"/>
                <a:gd name="connsiteX6" fmla="*/ 1416051 w 4738910"/>
                <a:gd name="connsiteY6" fmla="*/ 5272779 h 5603678"/>
                <a:gd name="connsiteX7" fmla="*/ 1082222 w 4738910"/>
                <a:gd name="connsiteY7" fmla="*/ 1194264 h 5603678"/>
                <a:gd name="connsiteX8" fmla="*/ 1677308 w 4738910"/>
                <a:gd name="connsiteY8" fmla="*/ 62150 h 5603678"/>
                <a:gd name="connsiteX0" fmla="*/ 1677308 w 4738910"/>
                <a:gd name="connsiteY0" fmla="*/ 62150 h 5575806"/>
                <a:gd name="connsiteX1" fmla="*/ 2214336 w 4738910"/>
                <a:gd name="connsiteY1" fmla="*/ 163750 h 5575806"/>
                <a:gd name="connsiteX2" fmla="*/ 2794907 w 4738910"/>
                <a:gd name="connsiteY2" fmla="*/ 192778 h 5575806"/>
                <a:gd name="connsiteX3" fmla="*/ 3419021 w 4738910"/>
                <a:gd name="connsiteY3" fmla="*/ 1266836 h 5575806"/>
                <a:gd name="connsiteX4" fmla="*/ 3491593 w 4738910"/>
                <a:gd name="connsiteY4" fmla="*/ 5243750 h 5575806"/>
                <a:gd name="connsiteX5" fmla="*/ 2736849 w 4738910"/>
                <a:gd name="connsiteY5" fmla="*/ 5359862 h 5575806"/>
                <a:gd name="connsiteX6" fmla="*/ 1416051 w 4738910"/>
                <a:gd name="connsiteY6" fmla="*/ 5272779 h 5575806"/>
                <a:gd name="connsiteX7" fmla="*/ 1082222 w 4738910"/>
                <a:gd name="connsiteY7" fmla="*/ 1194264 h 5575806"/>
                <a:gd name="connsiteX8" fmla="*/ 1677308 w 4738910"/>
                <a:gd name="connsiteY8" fmla="*/ 62150 h 557580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7 w 4738910"/>
                <a:gd name="connsiteY2" fmla="*/ 192778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7 w 4738910"/>
                <a:gd name="connsiteY2" fmla="*/ 192778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7 w 4738910"/>
                <a:gd name="connsiteY2" fmla="*/ 192778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7 w 4738910"/>
                <a:gd name="connsiteY2" fmla="*/ 192778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7 w 4738910"/>
                <a:gd name="connsiteY2" fmla="*/ 192778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3419021 w 4738910"/>
                <a:gd name="connsiteY2" fmla="*/ 1266836 h 5595696"/>
                <a:gd name="connsiteX3" fmla="*/ 3491593 w 4738910"/>
                <a:gd name="connsiteY3" fmla="*/ 5243750 h 5595696"/>
                <a:gd name="connsiteX4" fmla="*/ 2736849 w 4738910"/>
                <a:gd name="connsiteY4" fmla="*/ 5359862 h 5595696"/>
                <a:gd name="connsiteX5" fmla="*/ 1416051 w 4738910"/>
                <a:gd name="connsiteY5" fmla="*/ 5272779 h 5595696"/>
                <a:gd name="connsiteX6" fmla="*/ 1082222 w 4738910"/>
                <a:gd name="connsiteY6" fmla="*/ 1194264 h 5595696"/>
                <a:gd name="connsiteX7" fmla="*/ 1677308 w 4738910"/>
                <a:gd name="connsiteY7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6 w 4738910"/>
                <a:gd name="connsiteY2" fmla="*/ 149233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6 w 4738910"/>
                <a:gd name="connsiteY2" fmla="*/ 149233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6 w 4738910"/>
                <a:gd name="connsiteY2" fmla="*/ 149233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082222 w 4738910"/>
                <a:gd name="connsiteY0" fmla="*/ 1172422 h 5573854"/>
                <a:gd name="connsiteX1" fmla="*/ 2214336 w 4738910"/>
                <a:gd name="connsiteY1" fmla="*/ 141908 h 5573854"/>
                <a:gd name="connsiteX2" fmla="*/ 2794906 w 4738910"/>
                <a:gd name="connsiteY2" fmla="*/ 127391 h 5573854"/>
                <a:gd name="connsiteX3" fmla="*/ 3419021 w 4738910"/>
                <a:gd name="connsiteY3" fmla="*/ 1244994 h 5573854"/>
                <a:gd name="connsiteX4" fmla="*/ 3491593 w 4738910"/>
                <a:gd name="connsiteY4" fmla="*/ 5221908 h 5573854"/>
                <a:gd name="connsiteX5" fmla="*/ 2736849 w 4738910"/>
                <a:gd name="connsiteY5" fmla="*/ 5338020 h 5573854"/>
                <a:gd name="connsiteX6" fmla="*/ 1416051 w 4738910"/>
                <a:gd name="connsiteY6" fmla="*/ 5250937 h 5573854"/>
                <a:gd name="connsiteX7" fmla="*/ 1082222 w 4738910"/>
                <a:gd name="connsiteY7" fmla="*/ 1172422 h 5573854"/>
                <a:gd name="connsiteX0" fmla="*/ 1082222 w 4738910"/>
                <a:gd name="connsiteY0" fmla="*/ 1172323 h 5573755"/>
                <a:gd name="connsiteX1" fmla="*/ 1677306 w 4738910"/>
                <a:gd name="connsiteY1" fmla="*/ 54721 h 5573755"/>
                <a:gd name="connsiteX2" fmla="*/ 2214336 w 4738910"/>
                <a:gd name="connsiteY2" fmla="*/ 141809 h 5573755"/>
                <a:gd name="connsiteX3" fmla="*/ 2794906 w 4738910"/>
                <a:gd name="connsiteY3" fmla="*/ 127292 h 5573755"/>
                <a:gd name="connsiteX4" fmla="*/ 3419021 w 4738910"/>
                <a:gd name="connsiteY4" fmla="*/ 1244895 h 5573755"/>
                <a:gd name="connsiteX5" fmla="*/ 3491593 w 4738910"/>
                <a:gd name="connsiteY5" fmla="*/ 5221809 h 5573755"/>
                <a:gd name="connsiteX6" fmla="*/ 2736849 w 4738910"/>
                <a:gd name="connsiteY6" fmla="*/ 5337921 h 5573755"/>
                <a:gd name="connsiteX7" fmla="*/ 1416051 w 4738910"/>
                <a:gd name="connsiteY7" fmla="*/ 5250838 h 5573755"/>
                <a:gd name="connsiteX8" fmla="*/ 1082222 w 4738910"/>
                <a:gd name="connsiteY8" fmla="*/ 1172323 h 5573755"/>
                <a:gd name="connsiteX0" fmla="*/ 1082222 w 4738910"/>
                <a:gd name="connsiteY0" fmla="*/ 1172323 h 5573755"/>
                <a:gd name="connsiteX1" fmla="*/ 1677306 w 4738910"/>
                <a:gd name="connsiteY1" fmla="*/ 54721 h 5573755"/>
                <a:gd name="connsiteX2" fmla="*/ 2214336 w 4738910"/>
                <a:gd name="connsiteY2" fmla="*/ 141809 h 5573755"/>
                <a:gd name="connsiteX3" fmla="*/ 2794906 w 4738910"/>
                <a:gd name="connsiteY3" fmla="*/ 127292 h 5573755"/>
                <a:gd name="connsiteX4" fmla="*/ 3419021 w 4738910"/>
                <a:gd name="connsiteY4" fmla="*/ 1244895 h 5573755"/>
                <a:gd name="connsiteX5" fmla="*/ 3491593 w 4738910"/>
                <a:gd name="connsiteY5" fmla="*/ 5221809 h 5573755"/>
                <a:gd name="connsiteX6" fmla="*/ 2736849 w 4738910"/>
                <a:gd name="connsiteY6" fmla="*/ 5337921 h 5573755"/>
                <a:gd name="connsiteX7" fmla="*/ 1416051 w 4738910"/>
                <a:gd name="connsiteY7" fmla="*/ 5250838 h 5573755"/>
                <a:gd name="connsiteX8" fmla="*/ 1082222 w 4738910"/>
                <a:gd name="connsiteY8" fmla="*/ 1172323 h 557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38910" h="5573755">
                  <a:moveTo>
                    <a:pt x="1082222" y="1172323"/>
                  </a:moveTo>
                  <a:cubicBezTo>
                    <a:pt x="1333803" y="712703"/>
                    <a:pt x="1488620" y="226473"/>
                    <a:pt x="1677306" y="54721"/>
                  </a:cubicBezTo>
                  <a:cubicBezTo>
                    <a:pt x="1865992" y="-117031"/>
                    <a:pt x="2032908" y="173257"/>
                    <a:pt x="2214336" y="141809"/>
                  </a:cubicBezTo>
                  <a:cubicBezTo>
                    <a:pt x="2395765" y="110361"/>
                    <a:pt x="2594125" y="-56556"/>
                    <a:pt x="2794906" y="127292"/>
                  </a:cubicBezTo>
                  <a:cubicBezTo>
                    <a:pt x="2995687" y="311140"/>
                    <a:pt x="3031974" y="719961"/>
                    <a:pt x="3419021" y="1244895"/>
                  </a:cubicBezTo>
                  <a:cubicBezTo>
                    <a:pt x="6113841" y="3891333"/>
                    <a:pt x="3917345" y="5608856"/>
                    <a:pt x="3491593" y="5221809"/>
                  </a:cubicBezTo>
                  <a:cubicBezTo>
                    <a:pt x="3102127" y="5620951"/>
                    <a:pt x="2981173" y="5391140"/>
                    <a:pt x="2736849" y="5337921"/>
                  </a:cubicBezTo>
                  <a:cubicBezTo>
                    <a:pt x="2623154" y="5473387"/>
                    <a:pt x="2069193" y="5836247"/>
                    <a:pt x="1416051" y="5250838"/>
                  </a:cubicBezTo>
                  <a:cubicBezTo>
                    <a:pt x="-584501" y="5289543"/>
                    <a:pt x="-248254" y="2514895"/>
                    <a:pt x="1082222" y="117232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82CE450-2845-0B43-EF28-561C2B3B509A}"/>
                </a:ext>
              </a:extLst>
            </p:cNvPr>
            <p:cNvSpPr/>
            <p:nvPr/>
          </p:nvSpPr>
          <p:spPr>
            <a:xfrm>
              <a:off x="4499429" y="-242667"/>
              <a:ext cx="2569028" cy="315238"/>
            </a:xfrm>
            <a:custGeom>
              <a:avLst/>
              <a:gdLst>
                <a:gd name="connsiteX0" fmla="*/ 0 w 2569028"/>
                <a:gd name="connsiteY0" fmla="*/ 315238 h 315238"/>
                <a:gd name="connsiteX1" fmla="*/ 508000 w 2569028"/>
                <a:gd name="connsiteY1" fmla="*/ 126553 h 315238"/>
                <a:gd name="connsiteX2" fmla="*/ 943428 w 2569028"/>
                <a:gd name="connsiteY2" fmla="*/ 39467 h 315238"/>
                <a:gd name="connsiteX3" fmla="*/ 1959428 w 2569028"/>
                <a:gd name="connsiteY3" fmla="*/ 10438 h 315238"/>
                <a:gd name="connsiteX4" fmla="*/ 2569028 w 2569028"/>
                <a:gd name="connsiteY4" fmla="*/ 213638 h 315238"/>
                <a:gd name="connsiteX5" fmla="*/ 2569028 w 2569028"/>
                <a:gd name="connsiteY5" fmla="*/ 213638 h 31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9028" h="315238">
                  <a:moveTo>
                    <a:pt x="0" y="315238"/>
                  </a:moveTo>
                  <a:cubicBezTo>
                    <a:pt x="175381" y="243876"/>
                    <a:pt x="350762" y="172515"/>
                    <a:pt x="508000" y="126553"/>
                  </a:cubicBezTo>
                  <a:cubicBezTo>
                    <a:pt x="665238" y="80591"/>
                    <a:pt x="701523" y="58820"/>
                    <a:pt x="943428" y="39467"/>
                  </a:cubicBezTo>
                  <a:cubicBezTo>
                    <a:pt x="1185333" y="20114"/>
                    <a:pt x="1688495" y="-18591"/>
                    <a:pt x="1959428" y="10438"/>
                  </a:cubicBezTo>
                  <a:cubicBezTo>
                    <a:pt x="2230361" y="39466"/>
                    <a:pt x="2569028" y="213638"/>
                    <a:pt x="2569028" y="213638"/>
                  </a:cubicBezTo>
                  <a:lnTo>
                    <a:pt x="2569028" y="213638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FF06C421-8B96-B0C4-4006-49E18F74EF17}"/>
                </a:ext>
              </a:extLst>
            </p:cNvPr>
            <p:cNvSpPr/>
            <p:nvPr/>
          </p:nvSpPr>
          <p:spPr>
            <a:xfrm rot="8526370">
              <a:off x="3988914" y="-207341"/>
              <a:ext cx="914400" cy="914400"/>
            </a:xfrm>
            <a:prstGeom prst="arc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8603FE40-D18B-4A3A-13C8-25A9CFEE41A2}"/>
                </a:ext>
              </a:extLst>
            </p:cNvPr>
            <p:cNvSpPr/>
            <p:nvPr/>
          </p:nvSpPr>
          <p:spPr>
            <a:xfrm>
              <a:off x="4277508" y="-550274"/>
              <a:ext cx="443146" cy="1261474"/>
            </a:xfrm>
            <a:custGeom>
              <a:avLst/>
              <a:gdLst>
                <a:gd name="connsiteX0" fmla="*/ 0 w 159657"/>
                <a:gd name="connsiteY0" fmla="*/ 0 h 711200"/>
                <a:gd name="connsiteX1" fmla="*/ 159657 w 159657"/>
                <a:gd name="connsiteY1" fmla="*/ 0 h 711200"/>
                <a:gd name="connsiteX2" fmla="*/ 159657 w 159657"/>
                <a:gd name="connsiteY2" fmla="*/ 711200 h 711200"/>
                <a:gd name="connsiteX3" fmla="*/ 0 w 159657"/>
                <a:gd name="connsiteY3" fmla="*/ 711200 h 711200"/>
                <a:gd name="connsiteX4" fmla="*/ 0 w 159657"/>
                <a:gd name="connsiteY4" fmla="*/ 0 h 711200"/>
                <a:gd name="connsiteX0" fmla="*/ 0 w 420914"/>
                <a:gd name="connsiteY0" fmla="*/ 406400 h 1117600"/>
                <a:gd name="connsiteX1" fmla="*/ 420914 w 420914"/>
                <a:gd name="connsiteY1" fmla="*/ 0 h 1117600"/>
                <a:gd name="connsiteX2" fmla="*/ 159657 w 420914"/>
                <a:gd name="connsiteY2" fmla="*/ 1117600 h 1117600"/>
                <a:gd name="connsiteX3" fmla="*/ 0 w 420914"/>
                <a:gd name="connsiteY3" fmla="*/ 1117600 h 1117600"/>
                <a:gd name="connsiteX4" fmla="*/ 0 w 420914"/>
                <a:gd name="connsiteY4" fmla="*/ 406400 h 1117600"/>
                <a:gd name="connsiteX0" fmla="*/ 0 w 420914"/>
                <a:gd name="connsiteY0" fmla="*/ 1117600 h 1117600"/>
                <a:gd name="connsiteX1" fmla="*/ 420914 w 420914"/>
                <a:gd name="connsiteY1" fmla="*/ 0 h 1117600"/>
                <a:gd name="connsiteX2" fmla="*/ 159657 w 420914"/>
                <a:gd name="connsiteY2" fmla="*/ 1117600 h 1117600"/>
                <a:gd name="connsiteX3" fmla="*/ 0 w 420914"/>
                <a:gd name="connsiteY3" fmla="*/ 1117600 h 1117600"/>
                <a:gd name="connsiteX0" fmla="*/ 22406 w 443320"/>
                <a:gd name="connsiteY0" fmla="*/ 1117600 h 1117600"/>
                <a:gd name="connsiteX1" fmla="*/ 443320 w 443320"/>
                <a:gd name="connsiteY1" fmla="*/ 0 h 1117600"/>
                <a:gd name="connsiteX2" fmla="*/ 182063 w 443320"/>
                <a:gd name="connsiteY2" fmla="*/ 1117600 h 1117600"/>
                <a:gd name="connsiteX3" fmla="*/ 22406 w 443320"/>
                <a:gd name="connsiteY3" fmla="*/ 1117600 h 1117600"/>
                <a:gd name="connsiteX0" fmla="*/ 18723 w 439637"/>
                <a:gd name="connsiteY0" fmla="*/ 1261474 h 1261474"/>
                <a:gd name="connsiteX1" fmla="*/ 439637 w 439637"/>
                <a:gd name="connsiteY1" fmla="*/ 143874 h 1261474"/>
                <a:gd name="connsiteX2" fmla="*/ 178380 w 439637"/>
                <a:gd name="connsiteY2" fmla="*/ 1261474 h 1261474"/>
                <a:gd name="connsiteX3" fmla="*/ 18723 w 439637"/>
                <a:gd name="connsiteY3" fmla="*/ 1261474 h 1261474"/>
                <a:gd name="connsiteX0" fmla="*/ 18723 w 445330"/>
                <a:gd name="connsiteY0" fmla="*/ 1261474 h 1261474"/>
                <a:gd name="connsiteX1" fmla="*/ 439637 w 445330"/>
                <a:gd name="connsiteY1" fmla="*/ 143874 h 1261474"/>
                <a:gd name="connsiteX2" fmla="*/ 178380 w 445330"/>
                <a:gd name="connsiteY2" fmla="*/ 1261474 h 1261474"/>
                <a:gd name="connsiteX3" fmla="*/ 18723 w 445330"/>
                <a:gd name="connsiteY3" fmla="*/ 1261474 h 1261474"/>
                <a:gd name="connsiteX0" fmla="*/ 18723 w 443146"/>
                <a:gd name="connsiteY0" fmla="*/ 1261474 h 1261474"/>
                <a:gd name="connsiteX1" fmla="*/ 439637 w 443146"/>
                <a:gd name="connsiteY1" fmla="*/ 143874 h 1261474"/>
                <a:gd name="connsiteX2" fmla="*/ 178380 w 443146"/>
                <a:gd name="connsiteY2" fmla="*/ 1261474 h 1261474"/>
                <a:gd name="connsiteX3" fmla="*/ 18723 w 443146"/>
                <a:gd name="connsiteY3" fmla="*/ 1261474 h 126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146" h="1261474">
                  <a:moveTo>
                    <a:pt x="18723" y="1261474"/>
                  </a:moveTo>
                  <a:cubicBezTo>
                    <a:pt x="-102229" y="380941"/>
                    <a:pt x="400932" y="-310907"/>
                    <a:pt x="439637" y="143874"/>
                  </a:cubicBezTo>
                  <a:cubicBezTo>
                    <a:pt x="483179" y="313207"/>
                    <a:pt x="105809" y="743798"/>
                    <a:pt x="178380" y="1261474"/>
                  </a:cubicBezTo>
                  <a:lnTo>
                    <a:pt x="18723" y="1261474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4360C5A-9594-E607-9BC2-CCCAD9E3070C}"/>
                </a:ext>
              </a:extLst>
            </p:cNvPr>
            <p:cNvSpPr/>
            <p:nvPr/>
          </p:nvSpPr>
          <p:spPr>
            <a:xfrm rot="4273569">
              <a:off x="4529693" y="-525601"/>
              <a:ext cx="261620" cy="194449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6A3E294E-41B9-31A1-FD18-E009F0ADB775}"/>
                </a:ext>
              </a:extLst>
            </p:cNvPr>
            <p:cNvSpPr/>
            <p:nvPr/>
          </p:nvSpPr>
          <p:spPr>
            <a:xfrm rot="19184977">
              <a:off x="3936951" y="707058"/>
              <a:ext cx="914400" cy="914400"/>
            </a:xfrm>
            <a:prstGeom prst="arc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882B9F3-C46F-35F7-071E-8ABC61EF5A06}"/>
              </a:ext>
            </a:extLst>
          </p:cNvPr>
          <p:cNvGrpSpPr/>
          <p:nvPr/>
        </p:nvGrpSpPr>
        <p:grpSpPr>
          <a:xfrm>
            <a:off x="-72517" y="1269777"/>
            <a:ext cx="4768409" cy="5232846"/>
            <a:chOff x="2198008" y="-740521"/>
            <a:chExt cx="5889159" cy="6462755"/>
          </a:xfrm>
        </p:grpSpPr>
        <p:sp>
          <p:nvSpPr>
            <p:cNvPr id="19" name="Rectangle 23">
              <a:extLst>
                <a:ext uri="{FF2B5EF4-FFF2-40B4-BE49-F238E27FC236}">
                  <a16:creationId xmlns:a16="http://schemas.microsoft.com/office/drawing/2014/main" id="{C5A56C18-157C-4FE0-651D-FEFD8580C0DA}"/>
                </a:ext>
              </a:extLst>
            </p:cNvPr>
            <p:cNvSpPr/>
            <p:nvPr/>
          </p:nvSpPr>
          <p:spPr>
            <a:xfrm>
              <a:off x="5240600" y="-740521"/>
              <a:ext cx="2846567" cy="1354669"/>
            </a:xfrm>
            <a:custGeom>
              <a:avLst/>
              <a:gdLst>
                <a:gd name="connsiteX0" fmla="*/ 0 w 1627366"/>
                <a:gd name="connsiteY0" fmla="*/ 0 h 566900"/>
                <a:gd name="connsiteX1" fmla="*/ 1627366 w 1627366"/>
                <a:gd name="connsiteY1" fmla="*/ 0 h 566900"/>
                <a:gd name="connsiteX2" fmla="*/ 1627366 w 1627366"/>
                <a:gd name="connsiteY2" fmla="*/ 566900 h 566900"/>
                <a:gd name="connsiteX3" fmla="*/ 0 w 1627366"/>
                <a:gd name="connsiteY3" fmla="*/ 566900 h 566900"/>
                <a:gd name="connsiteX4" fmla="*/ 0 w 1627366"/>
                <a:gd name="connsiteY4" fmla="*/ 0 h 566900"/>
                <a:gd name="connsiteX0" fmla="*/ 0 w 2324052"/>
                <a:gd name="connsiteY0" fmla="*/ 29029 h 566900"/>
                <a:gd name="connsiteX1" fmla="*/ 2324052 w 2324052"/>
                <a:gd name="connsiteY1" fmla="*/ 0 h 566900"/>
                <a:gd name="connsiteX2" fmla="*/ 2324052 w 2324052"/>
                <a:gd name="connsiteY2" fmla="*/ 566900 h 566900"/>
                <a:gd name="connsiteX3" fmla="*/ 696686 w 2324052"/>
                <a:gd name="connsiteY3" fmla="*/ 566900 h 566900"/>
                <a:gd name="connsiteX4" fmla="*/ 0 w 2324052"/>
                <a:gd name="connsiteY4" fmla="*/ 29029 h 566900"/>
                <a:gd name="connsiteX0" fmla="*/ 0 w 2846567"/>
                <a:gd name="connsiteY0" fmla="*/ 0 h 754743"/>
                <a:gd name="connsiteX1" fmla="*/ 2846567 w 2846567"/>
                <a:gd name="connsiteY1" fmla="*/ 754743 h 754743"/>
                <a:gd name="connsiteX2" fmla="*/ 2324052 w 2846567"/>
                <a:gd name="connsiteY2" fmla="*/ 537871 h 754743"/>
                <a:gd name="connsiteX3" fmla="*/ 696686 w 2846567"/>
                <a:gd name="connsiteY3" fmla="*/ 537871 h 754743"/>
                <a:gd name="connsiteX4" fmla="*/ 0 w 2846567"/>
                <a:gd name="connsiteY4" fmla="*/ 0 h 754743"/>
                <a:gd name="connsiteX0" fmla="*/ 0 w 2846567"/>
                <a:gd name="connsiteY0" fmla="*/ 0 h 754743"/>
                <a:gd name="connsiteX1" fmla="*/ 2846567 w 2846567"/>
                <a:gd name="connsiteY1" fmla="*/ 754743 h 754743"/>
                <a:gd name="connsiteX2" fmla="*/ 696686 w 2846567"/>
                <a:gd name="connsiteY2" fmla="*/ 537871 h 754743"/>
                <a:gd name="connsiteX3" fmla="*/ 0 w 2846567"/>
                <a:gd name="connsiteY3" fmla="*/ 0 h 754743"/>
                <a:gd name="connsiteX0" fmla="*/ 0 w 2846567"/>
                <a:gd name="connsiteY0" fmla="*/ 0 h 754743"/>
                <a:gd name="connsiteX1" fmla="*/ 2846567 w 2846567"/>
                <a:gd name="connsiteY1" fmla="*/ 754743 h 754743"/>
                <a:gd name="connsiteX2" fmla="*/ 0 w 2846567"/>
                <a:gd name="connsiteY2" fmla="*/ 0 h 754743"/>
                <a:gd name="connsiteX0" fmla="*/ 0 w 2846567"/>
                <a:gd name="connsiteY0" fmla="*/ 0 h 808879"/>
                <a:gd name="connsiteX1" fmla="*/ 2846567 w 2846567"/>
                <a:gd name="connsiteY1" fmla="*/ 754743 h 808879"/>
                <a:gd name="connsiteX2" fmla="*/ 0 w 2846567"/>
                <a:gd name="connsiteY2" fmla="*/ 0 h 808879"/>
                <a:gd name="connsiteX0" fmla="*/ 0 w 2846567"/>
                <a:gd name="connsiteY0" fmla="*/ 548065 h 1356944"/>
                <a:gd name="connsiteX1" fmla="*/ 2846567 w 2846567"/>
                <a:gd name="connsiteY1" fmla="*/ 1302808 h 1356944"/>
                <a:gd name="connsiteX2" fmla="*/ 0 w 2846567"/>
                <a:gd name="connsiteY2" fmla="*/ 548065 h 1356944"/>
                <a:gd name="connsiteX0" fmla="*/ 0 w 2846567"/>
                <a:gd name="connsiteY0" fmla="*/ 545790 h 1354669"/>
                <a:gd name="connsiteX1" fmla="*/ 2846567 w 2846567"/>
                <a:gd name="connsiteY1" fmla="*/ 1300533 h 1354669"/>
                <a:gd name="connsiteX2" fmla="*/ 0 w 2846567"/>
                <a:gd name="connsiteY2" fmla="*/ 545790 h 13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46567" h="1354669">
                  <a:moveTo>
                    <a:pt x="0" y="545790"/>
                  </a:moveTo>
                  <a:cubicBezTo>
                    <a:pt x="1819713" y="-944344"/>
                    <a:pt x="2768568" y="1063466"/>
                    <a:pt x="2846567" y="1300533"/>
                  </a:cubicBezTo>
                  <a:cubicBezTo>
                    <a:pt x="1897711" y="1048952"/>
                    <a:pt x="310227" y="1944000"/>
                    <a:pt x="0" y="545790"/>
                  </a:cubicBezTo>
                  <a:close/>
                </a:path>
              </a:pathLst>
            </a:custGeom>
            <a:solidFill>
              <a:srgbClr val="68A6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F52909F5-417E-B22A-1533-9B1F452789DF}"/>
                </a:ext>
              </a:extLst>
            </p:cNvPr>
            <p:cNvSpPr/>
            <p:nvPr/>
          </p:nvSpPr>
          <p:spPr>
            <a:xfrm>
              <a:off x="2198008" y="148479"/>
              <a:ext cx="4738910" cy="5573755"/>
            </a:xfrm>
            <a:custGeom>
              <a:avLst/>
              <a:gdLst>
                <a:gd name="connsiteX0" fmla="*/ 0 w 2307771"/>
                <a:gd name="connsiteY0" fmla="*/ 0 h 2989943"/>
                <a:gd name="connsiteX1" fmla="*/ 2307771 w 2307771"/>
                <a:gd name="connsiteY1" fmla="*/ 0 h 2989943"/>
                <a:gd name="connsiteX2" fmla="*/ 2307771 w 2307771"/>
                <a:gd name="connsiteY2" fmla="*/ 2989943 h 2989943"/>
                <a:gd name="connsiteX3" fmla="*/ 0 w 2307771"/>
                <a:gd name="connsiteY3" fmla="*/ 2989943 h 2989943"/>
                <a:gd name="connsiteX4" fmla="*/ 0 w 2307771"/>
                <a:gd name="connsiteY4" fmla="*/ 0 h 2989943"/>
                <a:gd name="connsiteX0" fmla="*/ 493486 w 2307771"/>
                <a:gd name="connsiteY0" fmla="*/ 0 h 5181600"/>
                <a:gd name="connsiteX1" fmla="*/ 2307771 w 2307771"/>
                <a:gd name="connsiteY1" fmla="*/ 2191657 h 5181600"/>
                <a:gd name="connsiteX2" fmla="*/ 2307771 w 2307771"/>
                <a:gd name="connsiteY2" fmla="*/ 5181600 h 5181600"/>
                <a:gd name="connsiteX3" fmla="*/ 0 w 2307771"/>
                <a:gd name="connsiteY3" fmla="*/ 5181600 h 5181600"/>
                <a:gd name="connsiteX4" fmla="*/ 493486 w 2307771"/>
                <a:gd name="connsiteY4" fmla="*/ 0 h 5181600"/>
                <a:gd name="connsiteX0" fmla="*/ 493486 w 2307771"/>
                <a:gd name="connsiteY0" fmla="*/ 0 h 5181600"/>
                <a:gd name="connsiteX1" fmla="*/ 2307771 w 2307771"/>
                <a:gd name="connsiteY1" fmla="*/ 2191657 h 5181600"/>
                <a:gd name="connsiteX2" fmla="*/ 2307771 w 2307771"/>
                <a:gd name="connsiteY2" fmla="*/ 5181600 h 5181600"/>
                <a:gd name="connsiteX3" fmla="*/ 0 w 2307771"/>
                <a:gd name="connsiteY3" fmla="*/ 5181600 h 5181600"/>
                <a:gd name="connsiteX4" fmla="*/ 493486 w 2307771"/>
                <a:gd name="connsiteY4" fmla="*/ 0 h 5181600"/>
                <a:gd name="connsiteX0" fmla="*/ 1635820 w 3450105"/>
                <a:gd name="connsiteY0" fmla="*/ 0 h 5181600"/>
                <a:gd name="connsiteX1" fmla="*/ 3450105 w 3450105"/>
                <a:gd name="connsiteY1" fmla="*/ 2191657 h 5181600"/>
                <a:gd name="connsiteX2" fmla="*/ 3450105 w 3450105"/>
                <a:gd name="connsiteY2" fmla="*/ 5181600 h 5181600"/>
                <a:gd name="connsiteX3" fmla="*/ 1142334 w 3450105"/>
                <a:gd name="connsiteY3" fmla="*/ 5181600 h 5181600"/>
                <a:gd name="connsiteX4" fmla="*/ 1635820 w 3450105"/>
                <a:gd name="connsiteY4" fmla="*/ 0 h 5181600"/>
                <a:gd name="connsiteX0" fmla="*/ 735174 w 2549459"/>
                <a:gd name="connsiteY0" fmla="*/ 42119 h 5223719"/>
                <a:gd name="connsiteX1" fmla="*/ 2549459 w 2549459"/>
                <a:gd name="connsiteY1" fmla="*/ 2233776 h 5223719"/>
                <a:gd name="connsiteX2" fmla="*/ 2549459 w 2549459"/>
                <a:gd name="connsiteY2" fmla="*/ 5223719 h 5223719"/>
                <a:gd name="connsiteX3" fmla="*/ 241688 w 2549459"/>
                <a:gd name="connsiteY3" fmla="*/ 5223719 h 5223719"/>
                <a:gd name="connsiteX4" fmla="*/ 140088 w 2549459"/>
                <a:gd name="connsiteY4" fmla="*/ 1174233 h 5223719"/>
                <a:gd name="connsiteX5" fmla="*/ 735174 w 2549459"/>
                <a:gd name="connsiteY5" fmla="*/ 42119 h 5223719"/>
                <a:gd name="connsiteX0" fmla="*/ 735174 w 2549459"/>
                <a:gd name="connsiteY0" fmla="*/ 0 h 5181600"/>
                <a:gd name="connsiteX1" fmla="*/ 2549459 w 2549459"/>
                <a:gd name="connsiteY1" fmla="*/ 2191657 h 5181600"/>
                <a:gd name="connsiteX2" fmla="*/ 2549459 w 2549459"/>
                <a:gd name="connsiteY2" fmla="*/ 5181600 h 5181600"/>
                <a:gd name="connsiteX3" fmla="*/ 241688 w 2549459"/>
                <a:gd name="connsiteY3" fmla="*/ 5181600 h 5181600"/>
                <a:gd name="connsiteX4" fmla="*/ 140088 w 2549459"/>
                <a:gd name="connsiteY4" fmla="*/ 1132114 h 5181600"/>
                <a:gd name="connsiteX5" fmla="*/ 735174 w 2549459"/>
                <a:gd name="connsiteY5" fmla="*/ 0 h 5181600"/>
                <a:gd name="connsiteX0" fmla="*/ 735174 w 2549459"/>
                <a:gd name="connsiteY0" fmla="*/ 18556 h 5200156"/>
                <a:gd name="connsiteX1" fmla="*/ 2549459 w 2549459"/>
                <a:gd name="connsiteY1" fmla="*/ 2210213 h 5200156"/>
                <a:gd name="connsiteX2" fmla="*/ 2549459 w 2549459"/>
                <a:gd name="connsiteY2" fmla="*/ 5200156 h 5200156"/>
                <a:gd name="connsiteX3" fmla="*/ 241688 w 2549459"/>
                <a:gd name="connsiteY3" fmla="*/ 5200156 h 5200156"/>
                <a:gd name="connsiteX4" fmla="*/ 140088 w 2549459"/>
                <a:gd name="connsiteY4" fmla="*/ 1150670 h 5200156"/>
                <a:gd name="connsiteX5" fmla="*/ 735174 w 2549459"/>
                <a:gd name="connsiteY5" fmla="*/ 18556 h 5200156"/>
                <a:gd name="connsiteX0" fmla="*/ 735174 w 2549459"/>
                <a:gd name="connsiteY0" fmla="*/ 156128 h 5337728"/>
                <a:gd name="connsiteX1" fmla="*/ 1272202 w 2549459"/>
                <a:gd name="connsiteY1" fmla="*/ 257728 h 5337728"/>
                <a:gd name="connsiteX2" fmla="*/ 2549459 w 2549459"/>
                <a:gd name="connsiteY2" fmla="*/ 2347785 h 5337728"/>
                <a:gd name="connsiteX3" fmla="*/ 2549459 w 2549459"/>
                <a:gd name="connsiteY3" fmla="*/ 5337728 h 5337728"/>
                <a:gd name="connsiteX4" fmla="*/ 241688 w 2549459"/>
                <a:gd name="connsiteY4" fmla="*/ 5337728 h 5337728"/>
                <a:gd name="connsiteX5" fmla="*/ 140088 w 2549459"/>
                <a:gd name="connsiteY5" fmla="*/ 1288242 h 5337728"/>
                <a:gd name="connsiteX6" fmla="*/ 735174 w 2549459"/>
                <a:gd name="connsiteY6" fmla="*/ 156128 h 5337728"/>
                <a:gd name="connsiteX0" fmla="*/ 735174 w 2549459"/>
                <a:gd name="connsiteY0" fmla="*/ 156128 h 5337728"/>
                <a:gd name="connsiteX1" fmla="*/ 1272202 w 2549459"/>
                <a:gd name="connsiteY1" fmla="*/ 257728 h 5337728"/>
                <a:gd name="connsiteX2" fmla="*/ 1852773 w 2549459"/>
                <a:gd name="connsiteY2" fmla="*/ 286756 h 5337728"/>
                <a:gd name="connsiteX3" fmla="*/ 2549459 w 2549459"/>
                <a:gd name="connsiteY3" fmla="*/ 2347785 h 5337728"/>
                <a:gd name="connsiteX4" fmla="*/ 2549459 w 2549459"/>
                <a:gd name="connsiteY4" fmla="*/ 5337728 h 5337728"/>
                <a:gd name="connsiteX5" fmla="*/ 241688 w 2549459"/>
                <a:gd name="connsiteY5" fmla="*/ 5337728 h 5337728"/>
                <a:gd name="connsiteX6" fmla="*/ 140088 w 2549459"/>
                <a:gd name="connsiteY6" fmla="*/ 1288242 h 5337728"/>
                <a:gd name="connsiteX7" fmla="*/ 735174 w 2549459"/>
                <a:gd name="connsiteY7" fmla="*/ 156128 h 5337728"/>
                <a:gd name="connsiteX0" fmla="*/ 735174 w 2549459"/>
                <a:gd name="connsiteY0" fmla="*/ 87087 h 5268687"/>
                <a:gd name="connsiteX1" fmla="*/ 1272202 w 2549459"/>
                <a:gd name="connsiteY1" fmla="*/ 188687 h 5268687"/>
                <a:gd name="connsiteX2" fmla="*/ 1852773 w 2549459"/>
                <a:gd name="connsiteY2" fmla="*/ 217715 h 5268687"/>
                <a:gd name="connsiteX3" fmla="*/ 2549459 w 2549459"/>
                <a:gd name="connsiteY3" fmla="*/ 2278744 h 5268687"/>
                <a:gd name="connsiteX4" fmla="*/ 2549459 w 2549459"/>
                <a:gd name="connsiteY4" fmla="*/ 5268687 h 5268687"/>
                <a:gd name="connsiteX5" fmla="*/ 241688 w 2549459"/>
                <a:gd name="connsiteY5" fmla="*/ 5268687 h 5268687"/>
                <a:gd name="connsiteX6" fmla="*/ 140088 w 2549459"/>
                <a:gd name="connsiteY6" fmla="*/ 1219201 h 5268687"/>
                <a:gd name="connsiteX7" fmla="*/ 735174 w 2549459"/>
                <a:gd name="connsiteY7" fmla="*/ 87087 h 5268687"/>
                <a:gd name="connsiteX0" fmla="*/ 735174 w 2549459"/>
                <a:gd name="connsiteY0" fmla="*/ 62150 h 5243750"/>
                <a:gd name="connsiteX1" fmla="*/ 1272202 w 2549459"/>
                <a:gd name="connsiteY1" fmla="*/ 163750 h 5243750"/>
                <a:gd name="connsiteX2" fmla="*/ 1852773 w 2549459"/>
                <a:gd name="connsiteY2" fmla="*/ 192778 h 5243750"/>
                <a:gd name="connsiteX3" fmla="*/ 2549459 w 2549459"/>
                <a:gd name="connsiteY3" fmla="*/ 2253807 h 5243750"/>
                <a:gd name="connsiteX4" fmla="*/ 2549459 w 2549459"/>
                <a:gd name="connsiteY4" fmla="*/ 5243750 h 5243750"/>
                <a:gd name="connsiteX5" fmla="*/ 241688 w 2549459"/>
                <a:gd name="connsiteY5" fmla="*/ 5243750 h 5243750"/>
                <a:gd name="connsiteX6" fmla="*/ 140088 w 2549459"/>
                <a:gd name="connsiteY6" fmla="*/ 1194264 h 5243750"/>
                <a:gd name="connsiteX7" fmla="*/ 735174 w 2549459"/>
                <a:gd name="connsiteY7" fmla="*/ 62150 h 5243750"/>
                <a:gd name="connsiteX0" fmla="*/ 735174 w 2549459"/>
                <a:gd name="connsiteY0" fmla="*/ 62150 h 5243750"/>
                <a:gd name="connsiteX1" fmla="*/ 1272202 w 2549459"/>
                <a:gd name="connsiteY1" fmla="*/ 163750 h 5243750"/>
                <a:gd name="connsiteX2" fmla="*/ 1852773 w 2549459"/>
                <a:gd name="connsiteY2" fmla="*/ 192778 h 5243750"/>
                <a:gd name="connsiteX3" fmla="*/ 2476887 w 2549459"/>
                <a:gd name="connsiteY3" fmla="*/ 1266836 h 5243750"/>
                <a:gd name="connsiteX4" fmla="*/ 2549459 w 2549459"/>
                <a:gd name="connsiteY4" fmla="*/ 5243750 h 5243750"/>
                <a:gd name="connsiteX5" fmla="*/ 241688 w 2549459"/>
                <a:gd name="connsiteY5" fmla="*/ 5243750 h 5243750"/>
                <a:gd name="connsiteX6" fmla="*/ 140088 w 2549459"/>
                <a:gd name="connsiteY6" fmla="*/ 1194264 h 5243750"/>
                <a:gd name="connsiteX7" fmla="*/ 735174 w 2549459"/>
                <a:gd name="connsiteY7" fmla="*/ 62150 h 5243750"/>
                <a:gd name="connsiteX0" fmla="*/ 735174 w 3688189"/>
                <a:gd name="connsiteY0" fmla="*/ 62150 h 5243750"/>
                <a:gd name="connsiteX1" fmla="*/ 1272202 w 3688189"/>
                <a:gd name="connsiteY1" fmla="*/ 163750 h 5243750"/>
                <a:gd name="connsiteX2" fmla="*/ 1852773 w 3688189"/>
                <a:gd name="connsiteY2" fmla="*/ 192778 h 5243750"/>
                <a:gd name="connsiteX3" fmla="*/ 2476887 w 3688189"/>
                <a:gd name="connsiteY3" fmla="*/ 1266836 h 5243750"/>
                <a:gd name="connsiteX4" fmla="*/ 2549459 w 3688189"/>
                <a:gd name="connsiteY4" fmla="*/ 5243750 h 5243750"/>
                <a:gd name="connsiteX5" fmla="*/ 241688 w 3688189"/>
                <a:gd name="connsiteY5" fmla="*/ 5243750 h 5243750"/>
                <a:gd name="connsiteX6" fmla="*/ 140088 w 3688189"/>
                <a:gd name="connsiteY6" fmla="*/ 1194264 h 5243750"/>
                <a:gd name="connsiteX7" fmla="*/ 735174 w 3688189"/>
                <a:gd name="connsiteY7" fmla="*/ 62150 h 5243750"/>
                <a:gd name="connsiteX0" fmla="*/ 735174 w 3796776"/>
                <a:gd name="connsiteY0" fmla="*/ 62150 h 5298086"/>
                <a:gd name="connsiteX1" fmla="*/ 1272202 w 3796776"/>
                <a:gd name="connsiteY1" fmla="*/ 163750 h 5298086"/>
                <a:gd name="connsiteX2" fmla="*/ 1852773 w 3796776"/>
                <a:gd name="connsiteY2" fmla="*/ 192778 h 5298086"/>
                <a:gd name="connsiteX3" fmla="*/ 2476887 w 3796776"/>
                <a:gd name="connsiteY3" fmla="*/ 1266836 h 5298086"/>
                <a:gd name="connsiteX4" fmla="*/ 2549459 w 3796776"/>
                <a:gd name="connsiteY4" fmla="*/ 5243750 h 5298086"/>
                <a:gd name="connsiteX5" fmla="*/ 241688 w 3796776"/>
                <a:gd name="connsiteY5" fmla="*/ 5243750 h 5298086"/>
                <a:gd name="connsiteX6" fmla="*/ 140088 w 3796776"/>
                <a:gd name="connsiteY6" fmla="*/ 1194264 h 5298086"/>
                <a:gd name="connsiteX7" fmla="*/ 735174 w 3796776"/>
                <a:gd name="connsiteY7" fmla="*/ 62150 h 5298086"/>
                <a:gd name="connsiteX0" fmla="*/ 735174 w 3796776"/>
                <a:gd name="connsiteY0" fmla="*/ 62150 h 5321159"/>
                <a:gd name="connsiteX1" fmla="*/ 1272202 w 3796776"/>
                <a:gd name="connsiteY1" fmla="*/ 163750 h 5321159"/>
                <a:gd name="connsiteX2" fmla="*/ 1852773 w 3796776"/>
                <a:gd name="connsiteY2" fmla="*/ 192778 h 5321159"/>
                <a:gd name="connsiteX3" fmla="*/ 2476887 w 3796776"/>
                <a:gd name="connsiteY3" fmla="*/ 1266836 h 5321159"/>
                <a:gd name="connsiteX4" fmla="*/ 2549459 w 3796776"/>
                <a:gd name="connsiteY4" fmla="*/ 5243750 h 5321159"/>
                <a:gd name="connsiteX5" fmla="*/ 241688 w 3796776"/>
                <a:gd name="connsiteY5" fmla="*/ 5243750 h 5321159"/>
                <a:gd name="connsiteX6" fmla="*/ 140088 w 3796776"/>
                <a:gd name="connsiteY6" fmla="*/ 1194264 h 5321159"/>
                <a:gd name="connsiteX7" fmla="*/ 735174 w 3796776"/>
                <a:gd name="connsiteY7" fmla="*/ 62150 h 5321159"/>
                <a:gd name="connsiteX0" fmla="*/ 638401 w 3700003"/>
                <a:gd name="connsiteY0" fmla="*/ 62150 h 5329474"/>
                <a:gd name="connsiteX1" fmla="*/ 1175429 w 3700003"/>
                <a:gd name="connsiteY1" fmla="*/ 163750 h 5329474"/>
                <a:gd name="connsiteX2" fmla="*/ 1756000 w 3700003"/>
                <a:gd name="connsiteY2" fmla="*/ 192778 h 5329474"/>
                <a:gd name="connsiteX3" fmla="*/ 2380114 w 3700003"/>
                <a:gd name="connsiteY3" fmla="*/ 1266836 h 5329474"/>
                <a:gd name="connsiteX4" fmla="*/ 2452686 w 3700003"/>
                <a:gd name="connsiteY4" fmla="*/ 5243750 h 5329474"/>
                <a:gd name="connsiteX5" fmla="*/ 377144 w 3700003"/>
                <a:gd name="connsiteY5" fmla="*/ 5272779 h 5329474"/>
                <a:gd name="connsiteX6" fmla="*/ 43315 w 3700003"/>
                <a:gd name="connsiteY6" fmla="*/ 1194264 h 5329474"/>
                <a:gd name="connsiteX7" fmla="*/ 638401 w 3700003"/>
                <a:gd name="connsiteY7" fmla="*/ 62150 h 5329474"/>
                <a:gd name="connsiteX0" fmla="*/ 1369803 w 4431405"/>
                <a:gd name="connsiteY0" fmla="*/ 62150 h 5329474"/>
                <a:gd name="connsiteX1" fmla="*/ 1906831 w 4431405"/>
                <a:gd name="connsiteY1" fmla="*/ 163750 h 5329474"/>
                <a:gd name="connsiteX2" fmla="*/ 2487402 w 4431405"/>
                <a:gd name="connsiteY2" fmla="*/ 192778 h 5329474"/>
                <a:gd name="connsiteX3" fmla="*/ 3111516 w 4431405"/>
                <a:gd name="connsiteY3" fmla="*/ 1266836 h 5329474"/>
                <a:gd name="connsiteX4" fmla="*/ 3184088 w 4431405"/>
                <a:gd name="connsiteY4" fmla="*/ 5243750 h 5329474"/>
                <a:gd name="connsiteX5" fmla="*/ 1108546 w 4431405"/>
                <a:gd name="connsiteY5" fmla="*/ 5272779 h 5329474"/>
                <a:gd name="connsiteX6" fmla="*/ 774717 w 4431405"/>
                <a:gd name="connsiteY6" fmla="*/ 1194264 h 5329474"/>
                <a:gd name="connsiteX7" fmla="*/ 1369803 w 4431405"/>
                <a:gd name="connsiteY7" fmla="*/ 62150 h 5329474"/>
                <a:gd name="connsiteX0" fmla="*/ 1765832 w 4827434"/>
                <a:gd name="connsiteY0" fmla="*/ 62150 h 5329474"/>
                <a:gd name="connsiteX1" fmla="*/ 2302860 w 4827434"/>
                <a:gd name="connsiteY1" fmla="*/ 163750 h 5329474"/>
                <a:gd name="connsiteX2" fmla="*/ 2883431 w 4827434"/>
                <a:gd name="connsiteY2" fmla="*/ 192778 h 5329474"/>
                <a:gd name="connsiteX3" fmla="*/ 3507545 w 4827434"/>
                <a:gd name="connsiteY3" fmla="*/ 1266836 h 5329474"/>
                <a:gd name="connsiteX4" fmla="*/ 3580117 w 4827434"/>
                <a:gd name="connsiteY4" fmla="*/ 5243750 h 5329474"/>
                <a:gd name="connsiteX5" fmla="*/ 1504575 w 4827434"/>
                <a:gd name="connsiteY5" fmla="*/ 5272779 h 5329474"/>
                <a:gd name="connsiteX6" fmla="*/ 1170746 w 4827434"/>
                <a:gd name="connsiteY6" fmla="*/ 1194264 h 5329474"/>
                <a:gd name="connsiteX7" fmla="*/ 1765832 w 4827434"/>
                <a:gd name="connsiteY7" fmla="*/ 62150 h 5329474"/>
                <a:gd name="connsiteX0" fmla="*/ 1677308 w 4738910"/>
                <a:gd name="connsiteY0" fmla="*/ 62150 h 5329474"/>
                <a:gd name="connsiteX1" fmla="*/ 2214336 w 4738910"/>
                <a:gd name="connsiteY1" fmla="*/ 163750 h 5329474"/>
                <a:gd name="connsiteX2" fmla="*/ 2794907 w 4738910"/>
                <a:gd name="connsiteY2" fmla="*/ 192778 h 5329474"/>
                <a:gd name="connsiteX3" fmla="*/ 3419021 w 4738910"/>
                <a:gd name="connsiteY3" fmla="*/ 1266836 h 5329474"/>
                <a:gd name="connsiteX4" fmla="*/ 3491593 w 4738910"/>
                <a:gd name="connsiteY4" fmla="*/ 5243750 h 5329474"/>
                <a:gd name="connsiteX5" fmla="*/ 1416051 w 4738910"/>
                <a:gd name="connsiteY5" fmla="*/ 5272779 h 5329474"/>
                <a:gd name="connsiteX6" fmla="*/ 1082222 w 4738910"/>
                <a:gd name="connsiteY6" fmla="*/ 1194264 h 5329474"/>
                <a:gd name="connsiteX7" fmla="*/ 1677308 w 4738910"/>
                <a:gd name="connsiteY7" fmla="*/ 62150 h 5329474"/>
                <a:gd name="connsiteX0" fmla="*/ 1677308 w 4738910"/>
                <a:gd name="connsiteY0" fmla="*/ 62150 h 5603678"/>
                <a:gd name="connsiteX1" fmla="*/ 2214336 w 4738910"/>
                <a:gd name="connsiteY1" fmla="*/ 163750 h 5603678"/>
                <a:gd name="connsiteX2" fmla="*/ 2794907 w 4738910"/>
                <a:gd name="connsiteY2" fmla="*/ 192778 h 5603678"/>
                <a:gd name="connsiteX3" fmla="*/ 3419021 w 4738910"/>
                <a:gd name="connsiteY3" fmla="*/ 1266836 h 5603678"/>
                <a:gd name="connsiteX4" fmla="*/ 3491593 w 4738910"/>
                <a:gd name="connsiteY4" fmla="*/ 5243750 h 5603678"/>
                <a:gd name="connsiteX5" fmla="*/ 2736849 w 4738910"/>
                <a:gd name="connsiteY5" fmla="*/ 5359862 h 5603678"/>
                <a:gd name="connsiteX6" fmla="*/ 1416051 w 4738910"/>
                <a:gd name="connsiteY6" fmla="*/ 5272779 h 5603678"/>
                <a:gd name="connsiteX7" fmla="*/ 1082222 w 4738910"/>
                <a:gd name="connsiteY7" fmla="*/ 1194264 h 5603678"/>
                <a:gd name="connsiteX8" fmla="*/ 1677308 w 4738910"/>
                <a:gd name="connsiteY8" fmla="*/ 62150 h 5603678"/>
                <a:gd name="connsiteX0" fmla="*/ 1677308 w 4738910"/>
                <a:gd name="connsiteY0" fmla="*/ 62150 h 5575806"/>
                <a:gd name="connsiteX1" fmla="*/ 2214336 w 4738910"/>
                <a:gd name="connsiteY1" fmla="*/ 163750 h 5575806"/>
                <a:gd name="connsiteX2" fmla="*/ 2794907 w 4738910"/>
                <a:gd name="connsiteY2" fmla="*/ 192778 h 5575806"/>
                <a:gd name="connsiteX3" fmla="*/ 3419021 w 4738910"/>
                <a:gd name="connsiteY3" fmla="*/ 1266836 h 5575806"/>
                <a:gd name="connsiteX4" fmla="*/ 3491593 w 4738910"/>
                <a:gd name="connsiteY4" fmla="*/ 5243750 h 5575806"/>
                <a:gd name="connsiteX5" fmla="*/ 2736849 w 4738910"/>
                <a:gd name="connsiteY5" fmla="*/ 5359862 h 5575806"/>
                <a:gd name="connsiteX6" fmla="*/ 1416051 w 4738910"/>
                <a:gd name="connsiteY6" fmla="*/ 5272779 h 5575806"/>
                <a:gd name="connsiteX7" fmla="*/ 1082222 w 4738910"/>
                <a:gd name="connsiteY7" fmla="*/ 1194264 h 5575806"/>
                <a:gd name="connsiteX8" fmla="*/ 1677308 w 4738910"/>
                <a:gd name="connsiteY8" fmla="*/ 62150 h 557580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7 w 4738910"/>
                <a:gd name="connsiteY2" fmla="*/ 192778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7 w 4738910"/>
                <a:gd name="connsiteY2" fmla="*/ 192778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7 w 4738910"/>
                <a:gd name="connsiteY2" fmla="*/ 192778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7 w 4738910"/>
                <a:gd name="connsiteY2" fmla="*/ 192778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7 w 4738910"/>
                <a:gd name="connsiteY2" fmla="*/ 192778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3419021 w 4738910"/>
                <a:gd name="connsiteY2" fmla="*/ 1266836 h 5595696"/>
                <a:gd name="connsiteX3" fmla="*/ 3491593 w 4738910"/>
                <a:gd name="connsiteY3" fmla="*/ 5243750 h 5595696"/>
                <a:gd name="connsiteX4" fmla="*/ 2736849 w 4738910"/>
                <a:gd name="connsiteY4" fmla="*/ 5359862 h 5595696"/>
                <a:gd name="connsiteX5" fmla="*/ 1416051 w 4738910"/>
                <a:gd name="connsiteY5" fmla="*/ 5272779 h 5595696"/>
                <a:gd name="connsiteX6" fmla="*/ 1082222 w 4738910"/>
                <a:gd name="connsiteY6" fmla="*/ 1194264 h 5595696"/>
                <a:gd name="connsiteX7" fmla="*/ 1677308 w 4738910"/>
                <a:gd name="connsiteY7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6 w 4738910"/>
                <a:gd name="connsiteY2" fmla="*/ 149233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6 w 4738910"/>
                <a:gd name="connsiteY2" fmla="*/ 149233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677308 w 4738910"/>
                <a:gd name="connsiteY0" fmla="*/ 62150 h 5595696"/>
                <a:gd name="connsiteX1" fmla="*/ 2214336 w 4738910"/>
                <a:gd name="connsiteY1" fmla="*/ 163750 h 5595696"/>
                <a:gd name="connsiteX2" fmla="*/ 2794906 w 4738910"/>
                <a:gd name="connsiteY2" fmla="*/ 149233 h 5595696"/>
                <a:gd name="connsiteX3" fmla="*/ 3419021 w 4738910"/>
                <a:gd name="connsiteY3" fmla="*/ 1266836 h 5595696"/>
                <a:gd name="connsiteX4" fmla="*/ 3491593 w 4738910"/>
                <a:gd name="connsiteY4" fmla="*/ 5243750 h 5595696"/>
                <a:gd name="connsiteX5" fmla="*/ 2736849 w 4738910"/>
                <a:gd name="connsiteY5" fmla="*/ 5359862 h 5595696"/>
                <a:gd name="connsiteX6" fmla="*/ 1416051 w 4738910"/>
                <a:gd name="connsiteY6" fmla="*/ 5272779 h 5595696"/>
                <a:gd name="connsiteX7" fmla="*/ 1082222 w 4738910"/>
                <a:gd name="connsiteY7" fmla="*/ 1194264 h 5595696"/>
                <a:gd name="connsiteX8" fmla="*/ 1677308 w 4738910"/>
                <a:gd name="connsiteY8" fmla="*/ 62150 h 5595696"/>
                <a:gd name="connsiteX0" fmla="*/ 1082222 w 4738910"/>
                <a:gd name="connsiteY0" fmla="*/ 1172422 h 5573854"/>
                <a:gd name="connsiteX1" fmla="*/ 2214336 w 4738910"/>
                <a:gd name="connsiteY1" fmla="*/ 141908 h 5573854"/>
                <a:gd name="connsiteX2" fmla="*/ 2794906 w 4738910"/>
                <a:gd name="connsiteY2" fmla="*/ 127391 h 5573854"/>
                <a:gd name="connsiteX3" fmla="*/ 3419021 w 4738910"/>
                <a:gd name="connsiteY3" fmla="*/ 1244994 h 5573854"/>
                <a:gd name="connsiteX4" fmla="*/ 3491593 w 4738910"/>
                <a:gd name="connsiteY4" fmla="*/ 5221908 h 5573854"/>
                <a:gd name="connsiteX5" fmla="*/ 2736849 w 4738910"/>
                <a:gd name="connsiteY5" fmla="*/ 5338020 h 5573854"/>
                <a:gd name="connsiteX6" fmla="*/ 1416051 w 4738910"/>
                <a:gd name="connsiteY6" fmla="*/ 5250937 h 5573854"/>
                <a:gd name="connsiteX7" fmla="*/ 1082222 w 4738910"/>
                <a:gd name="connsiteY7" fmla="*/ 1172422 h 5573854"/>
                <a:gd name="connsiteX0" fmla="*/ 1082222 w 4738910"/>
                <a:gd name="connsiteY0" fmla="*/ 1172323 h 5573755"/>
                <a:gd name="connsiteX1" fmla="*/ 1677306 w 4738910"/>
                <a:gd name="connsiteY1" fmla="*/ 54721 h 5573755"/>
                <a:gd name="connsiteX2" fmla="*/ 2214336 w 4738910"/>
                <a:gd name="connsiteY2" fmla="*/ 141809 h 5573755"/>
                <a:gd name="connsiteX3" fmla="*/ 2794906 w 4738910"/>
                <a:gd name="connsiteY3" fmla="*/ 127292 h 5573755"/>
                <a:gd name="connsiteX4" fmla="*/ 3419021 w 4738910"/>
                <a:gd name="connsiteY4" fmla="*/ 1244895 h 5573755"/>
                <a:gd name="connsiteX5" fmla="*/ 3491593 w 4738910"/>
                <a:gd name="connsiteY5" fmla="*/ 5221809 h 5573755"/>
                <a:gd name="connsiteX6" fmla="*/ 2736849 w 4738910"/>
                <a:gd name="connsiteY6" fmla="*/ 5337921 h 5573755"/>
                <a:gd name="connsiteX7" fmla="*/ 1416051 w 4738910"/>
                <a:gd name="connsiteY7" fmla="*/ 5250838 h 5573755"/>
                <a:gd name="connsiteX8" fmla="*/ 1082222 w 4738910"/>
                <a:gd name="connsiteY8" fmla="*/ 1172323 h 5573755"/>
                <a:gd name="connsiteX0" fmla="*/ 1082222 w 4738910"/>
                <a:gd name="connsiteY0" fmla="*/ 1172323 h 5573755"/>
                <a:gd name="connsiteX1" fmla="*/ 1677306 w 4738910"/>
                <a:gd name="connsiteY1" fmla="*/ 54721 h 5573755"/>
                <a:gd name="connsiteX2" fmla="*/ 2214336 w 4738910"/>
                <a:gd name="connsiteY2" fmla="*/ 141809 h 5573755"/>
                <a:gd name="connsiteX3" fmla="*/ 2794906 w 4738910"/>
                <a:gd name="connsiteY3" fmla="*/ 127292 h 5573755"/>
                <a:gd name="connsiteX4" fmla="*/ 3419021 w 4738910"/>
                <a:gd name="connsiteY4" fmla="*/ 1244895 h 5573755"/>
                <a:gd name="connsiteX5" fmla="*/ 3491593 w 4738910"/>
                <a:gd name="connsiteY5" fmla="*/ 5221809 h 5573755"/>
                <a:gd name="connsiteX6" fmla="*/ 2736849 w 4738910"/>
                <a:gd name="connsiteY6" fmla="*/ 5337921 h 5573755"/>
                <a:gd name="connsiteX7" fmla="*/ 1416051 w 4738910"/>
                <a:gd name="connsiteY7" fmla="*/ 5250838 h 5573755"/>
                <a:gd name="connsiteX8" fmla="*/ 1082222 w 4738910"/>
                <a:gd name="connsiteY8" fmla="*/ 1172323 h 557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38910" h="5573755">
                  <a:moveTo>
                    <a:pt x="1082222" y="1172323"/>
                  </a:moveTo>
                  <a:cubicBezTo>
                    <a:pt x="1333803" y="712703"/>
                    <a:pt x="1488620" y="226473"/>
                    <a:pt x="1677306" y="54721"/>
                  </a:cubicBezTo>
                  <a:cubicBezTo>
                    <a:pt x="1865992" y="-117031"/>
                    <a:pt x="2032908" y="173257"/>
                    <a:pt x="2214336" y="141809"/>
                  </a:cubicBezTo>
                  <a:cubicBezTo>
                    <a:pt x="2395765" y="110361"/>
                    <a:pt x="2594125" y="-56556"/>
                    <a:pt x="2794906" y="127292"/>
                  </a:cubicBezTo>
                  <a:cubicBezTo>
                    <a:pt x="2995687" y="311140"/>
                    <a:pt x="3031974" y="719961"/>
                    <a:pt x="3419021" y="1244895"/>
                  </a:cubicBezTo>
                  <a:cubicBezTo>
                    <a:pt x="6113841" y="3891333"/>
                    <a:pt x="3917345" y="5608856"/>
                    <a:pt x="3491593" y="5221809"/>
                  </a:cubicBezTo>
                  <a:cubicBezTo>
                    <a:pt x="3102127" y="5620951"/>
                    <a:pt x="2981173" y="5391140"/>
                    <a:pt x="2736849" y="5337921"/>
                  </a:cubicBezTo>
                  <a:cubicBezTo>
                    <a:pt x="2623154" y="5473387"/>
                    <a:pt x="2069193" y="5836247"/>
                    <a:pt x="1416051" y="5250838"/>
                  </a:cubicBezTo>
                  <a:cubicBezTo>
                    <a:pt x="-584501" y="5289543"/>
                    <a:pt x="-248254" y="2514895"/>
                    <a:pt x="1082222" y="1172323"/>
                  </a:cubicBezTo>
                  <a:close/>
                </a:path>
              </a:pathLst>
            </a:custGeom>
            <a:gradFill>
              <a:gsLst>
                <a:gs pos="0">
                  <a:sysClr val="window" lastClr="FFFFFF"/>
                </a:gs>
                <a:gs pos="23000">
                  <a:srgbClr val="F3CE0E"/>
                </a:gs>
              </a:gsLst>
              <a:lin ang="102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0900BE0-CFA4-E080-AC1A-58D7BAEC5AFF}"/>
                </a:ext>
              </a:extLst>
            </p:cNvPr>
            <p:cNvSpPr/>
            <p:nvPr/>
          </p:nvSpPr>
          <p:spPr>
            <a:xfrm>
              <a:off x="4499429" y="-242667"/>
              <a:ext cx="2569028" cy="315238"/>
            </a:xfrm>
            <a:custGeom>
              <a:avLst/>
              <a:gdLst>
                <a:gd name="connsiteX0" fmla="*/ 0 w 2569028"/>
                <a:gd name="connsiteY0" fmla="*/ 315238 h 315238"/>
                <a:gd name="connsiteX1" fmla="*/ 508000 w 2569028"/>
                <a:gd name="connsiteY1" fmla="*/ 126553 h 315238"/>
                <a:gd name="connsiteX2" fmla="*/ 943428 w 2569028"/>
                <a:gd name="connsiteY2" fmla="*/ 39467 h 315238"/>
                <a:gd name="connsiteX3" fmla="*/ 1959428 w 2569028"/>
                <a:gd name="connsiteY3" fmla="*/ 10438 h 315238"/>
                <a:gd name="connsiteX4" fmla="*/ 2569028 w 2569028"/>
                <a:gd name="connsiteY4" fmla="*/ 213638 h 315238"/>
                <a:gd name="connsiteX5" fmla="*/ 2569028 w 2569028"/>
                <a:gd name="connsiteY5" fmla="*/ 213638 h 31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9028" h="315238">
                  <a:moveTo>
                    <a:pt x="0" y="315238"/>
                  </a:moveTo>
                  <a:cubicBezTo>
                    <a:pt x="175381" y="243876"/>
                    <a:pt x="350762" y="172515"/>
                    <a:pt x="508000" y="126553"/>
                  </a:cubicBezTo>
                  <a:cubicBezTo>
                    <a:pt x="665238" y="80591"/>
                    <a:pt x="701523" y="58820"/>
                    <a:pt x="943428" y="39467"/>
                  </a:cubicBezTo>
                  <a:cubicBezTo>
                    <a:pt x="1185333" y="20114"/>
                    <a:pt x="1688495" y="-18591"/>
                    <a:pt x="1959428" y="10438"/>
                  </a:cubicBezTo>
                  <a:cubicBezTo>
                    <a:pt x="2230361" y="39466"/>
                    <a:pt x="2569028" y="213638"/>
                    <a:pt x="2569028" y="213638"/>
                  </a:cubicBezTo>
                  <a:lnTo>
                    <a:pt x="2569028" y="213638"/>
                  </a:lnTo>
                </a:path>
              </a:pathLst>
            </a:cu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32A2F1D8-76E9-38F2-3A5B-89381F213BD6}"/>
                </a:ext>
              </a:extLst>
            </p:cNvPr>
            <p:cNvSpPr/>
            <p:nvPr/>
          </p:nvSpPr>
          <p:spPr>
            <a:xfrm rot="8526370">
              <a:off x="3988914" y="-207341"/>
              <a:ext cx="914400" cy="914400"/>
            </a:xfrm>
            <a:prstGeom prst="arc">
              <a:avLst/>
            </a:prstGeom>
            <a:solidFill>
              <a:srgbClr val="F3CE0E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46B2B144-D332-A330-0B48-5051813EE05A}"/>
                </a:ext>
              </a:extLst>
            </p:cNvPr>
            <p:cNvSpPr/>
            <p:nvPr/>
          </p:nvSpPr>
          <p:spPr>
            <a:xfrm>
              <a:off x="4277508" y="-550274"/>
              <a:ext cx="443146" cy="1261474"/>
            </a:xfrm>
            <a:custGeom>
              <a:avLst/>
              <a:gdLst>
                <a:gd name="connsiteX0" fmla="*/ 0 w 159657"/>
                <a:gd name="connsiteY0" fmla="*/ 0 h 711200"/>
                <a:gd name="connsiteX1" fmla="*/ 159657 w 159657"/>
                <a:gd name="connsiteY1" fmla="*/ 0 h 711200"/>
                <a:gd name="connsiteX2" fmla="*/ 159657 w 159657"/>
                <a:gd name="connsiteY2" fmla="*/ 711200 h 711200"/>
                <a:gd name="connsiteX3" fmla="*/ 0 w 159657"/>
                <a:gd name="connsiteY3" fmla="*/ 711200 h 711200"/>
                <a:gd name="connsiteX4" fmla="*/ 0 w 159657"/>
                <a:gd name="connsiteY4" fmla="*/ 0 h 711200"/>
                <a:gd name="connsiteX0" fmla="*/ 0 w 420914"/>
                <a:gd name="connsiteY0" fmla="*/ 406400 h 1117600"/>
                <a:gd name="connsiteX1" fmla="*/ 420914 w 420914"/>
                <a:gd name="connsiteY1" fmla="*/ 0 h 1117600"/>
                <a:gd name="connsiteX2" fmla="*/ 159657 w 420914"/>
                <a:gd name="connsiteY2" fmla="*/ 1117600 h 1117600"/>
                <a:gd name="connsiteX3" fmla="*/ 0 w 420914"/>
                <a:gd name="connsiteY3" fmla="*/ 1117600 h 1117600"/>
                <a:gd name="connsiteX4" fmla="*/ 0 w 420914"/>
                <a:gd name="connsiteY4" fmla="*/ 406400 h 1117600"/>
                <a:gd name="connsiteX0" fmla="*/ 0 w 420914"/>
                <a:gd name="connsiteY0" fmla="*/ 1117600 h 1117600"/>
                <a:gd name="connsiteX1" fmla="*/ 420914 w 420914"/>
                <a:gd name="connsiteY1" fmla="*/ 0 h 1117600"/>
                <a:gd name="connsiteX2" fmla="*/ 159657 w 420914"/>
                <a:gd name="connsiteY2" fmla="*/ 1117600 h 1117600"/>
                <a:gd name="connsiteX3" fmla="*/ 0 w 420914"/>
                <a:gd name="connsiteY3" fmla="*/ 1117600 h 1117600"/>
                <a:gd name="connsiteX0" fmla="*/ 22406 w 443320"/>
                <a:gd name="connsiteY0" fmla="*/ 1117600 h 1117600"/>
                <a:gd name="connsiteX1" fmla="*/ 443320 w 443320"/>
                <a:gd name="connsiteY1" fmla="*/ 0 h 1117600"/>
                <a:gd name="connsiteX2" fmla="*/ 182063 w 443320"/>
                <a:gd name="connsiteY2" fmla="*/ 1117600 h 1117600"/>
                <a:gd name="connsiteX3" fmla="*/ 22406 w 443320"/>
                <a:gd name="connsiteY3" fmla="*/ 1117600 h 1117600"/>
                <a:gd name="connsiteX0" fmla="*/ 18723 w 439637"/>
                <a:gd name="connsiteY0" fmla="*/ 1261474 h 1261474"/>
                <a:gd name="connsiteX1" fmla="*/ 439637 w 439637"/>
                <a:gd name="connsiteY1" fmla="*/ 143874 h 1261474"/>
                <a:gd name="connsiteX2" fmla="*/ 178380 w 439637"/>
                <a:gd name="connsiteY2" fmla="*/ 1261474 h 1261474"/>
                <a:gd name="connsiteX3" fmla="*/ 18723 w 439637"/>
                <a:gd name="connsiteY3" fmla="*/ 1261474 h 1261474"/>
                <a:gd name="connsiteX0" fmla="*/ 18723 w 445330"/>
                <a:gd name="connsiteY0" fmla="*/ 1261474 h 1261474"/>
                <a:gd name="connsiteX1" fmla="*/ 439637 w 445330"/>
                <a:gd name="connsiteY1" fmla="*/ 143874 h 1261474"/>
                <a:gd name="connsiteX2" fmla="*/ 178380 w 445330"/>
                <a:gd name="connsiteY2" fmla="*/ 1261474 h 1261474"/>
                <a:gd name="connsiteX3" fmla="*/ 18723 w 445330"/>
                <a:gd name="connsiteY3" fmla="*/ 1261474 h 1261474"/>
                <a:gd name="connsiteX0" fmla="*/ 18723 w 443146"/>
                <a:gd name="connsiteY0" fmla="*/ 1261474 h 1261474"/>
                <a:gd name="connsiteX1" fmla="*/ 439637 w 443146"/>
                <a:gd name="connsiteY1" fmla="*/ 143874 h 1261474"/>
                <a:gd name="connsiteX2" fmla="*/ 178380 w 443146"/>
                <a:gd name="connsiteY2" fmla="*/ 1261474 h 1261474"/>
                <a:gd name="connsiteX3" fmla="*/ 18723 w 443146"/>
                <a:gd name="connsiteY3" fmla="*/ 1261474 h 126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146" h="1261474">
                  <a:moveTo>
                    <a:pt x="18723" y="1261474"/>
                  </a:moveTo>
                  <a:cubicBezTo>
                    <a:pt x="-102229" y="380941"/>
                    <a:pt x="400932" y="-310907"/>
                    <a:pt x="439637" y="143874"/>
                  </a:cubicBezTo>
                  <a:cubicBezTo>
                    <a:pt x="483179" y="313207"/>
                    <a:pt x="105809" y="743798"/>
                    <a:pt x="178380" y="1261474"/>
                  </a:cubicBezTo>
                  <a:lnTo>
                    <a:pt x="18723" y="1261474"/>
                  </a:lnTo>
                  <a:close/>
                </a:path>
              </a:pathLst>
            </a:custGeom>
            <a:solidFill>
              <a:srgbClr val="8D604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C0E6945-09BC-06C2-2221-1F8B551F293B}"/>
                </a:ext>
              </a:extLst>
            </p:cNvPr>
            <p:cNvSpPr/>
            <p:nvPr/>
          </p:nvSpPr>
          <p:spPr>
            <a:xfrm rot="4273569">
              <a:off x="4529693" y="-525601"/>
              <a:ext cx="261620" cy="194449"/>
            </a:xfrm>
            <a:prstGeom prst="ellipse">
              <a:avLst/>
            </a:prstGeom>
            <a:solidFill>
              <a:srgbClr val="8D604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FA102758-6C9D-DF83-F421-904CE4C46FCE}"/>
                </a:ext>
              </a:extLst>
            </p:cNvPr>
            <p:cNvSpPr/>
            <p:nvPr/>
          </p:nvSpPr>
          <p:spPr>
            <a:xfrm rot="19184977">
              <a:off x="3936951" y="707058"/>
              <a:ext cx="914400" cy="914400"/>
            </a:xfrm>
            <a:prstGeom prst="arc">
              <a:avLst/>
            </a:prstGeom>
            <a:solidFill>
              <a:srgbClr val="F3CE0E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7926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193314E-0FFA-CABB-12D0-697BFD167B34}"/>
              </a:ext>
            </a:extLst>
          </p:cNvPr>
          <p:cNvGrpSpPr/>
          <p:nvPr/>
        </p:nvGrpSpPr>
        <p:grpSpPr>
          <a:xfrm>
            <a:off x="5385662" y="1131618"/>
            <a:ext cx="4148510" cy="4846452"/>
            <a:chOff x="3677502" y="317123"/>
            <a:chExt cx="5341576" cy="6240249"/>
          </a:xfrm>
        </p:grpSpPr>
        <p:sp>
          <p:nvSpPr>
            <p:cNvPr id="34" name="Oval 4">
              <a:extLst>
                <a:ext uri="{FF2B5EF4-FFF2-40B4-BE49-F238E27FC236}">
                  <a16:creationId xmlns:a16="http://schemas.microsoft.com/office/drawing/2014/main" id="{23A8A9EA-C8B6-1C33-FD91-6C38F0447884}"/>
                </a:ext>
              </a:extLst>
            </p:cNvPr>
            <p:cNvSpPr/>
            <p:nvPr/>
          </p:nvSpPr>
          <p:spPr>
            <a:xfrm flipH="1">
              <a:off x="3677502" y="1370634"/>
              <a:ext cx="4064461" cy="5127903"/>
            </a:xfrm>
            <a:custGeom>
              <a:avLst/>
              <a:gdLst>
                <a:gd name="connsiteX0" fmla="*/ 0 w 3510128"/>
                <a:gd name="connsiteY0" fmla="*/ 2524539 h 5049078"/>
                <a:gd name="connsiteX1" fmla="*/ 1755064 w 3510128"/>
                <a:gd name="connsiteY1" fmla="*/ 0 h 5049078"/>
                <a:gd name="connsiteX2" fmla="*/ 3510128 w 3510128"/>
                <a:gd name="connsiteY2" fmla="*/ 2524539 h 5049078"/>
                <a:gd name="connsiteX3" fmla="*/ 1755064 w 3510128"/>
                <a:gd name="connsiteY3" fmla="*/ 5049078 h 5049078"/>
                <a:gd name="connsiteX4" fmla="*/ 0 w 3510128"/>
                <a:gd name="connsiteY4" fmla="*/ 2524539 h 5049078"/>
                <a:gd name="connsiteX0" fmla="*/ 17370 w 3527498"/>
                <a:gd name="connsiteY0" fmla="*/ 2524539 h 5115339"/>
                <a:gd name="connsiteX1" fmla="*/ 1772434 w 3527498"/>
                <a:gd name="connsiteY1" fmla="*/ 0 h 5115339"/>
                <a:gd name="connsiteX2" fmla="*/ 3527498 w 3527498"/>
                <a:gd name="connsiteY2" fmla="*/ 2524539 h 5115339"/>
                <a:gd name="connsiteX3" fmla="*/ 1189338 w 3527498"/>
                <a:gd name="connsiteY3" fmla="*/ 5115339 h 5115339"/>
                <a:gd name="connsiteX4" fmla="*/ 17370 w 3527498"/>
                <a:gd name="connsiteY4" fmla="*/ 2524539 h 5115339"/>
                <a:gd name="connsiteX0" fmla="*/ 33936 w 3544064"/>
                <a:gd name="connsiteY0" fmla="*/ 2524539 h 5117865"/>
                <a:gd name="connsiteX1" fmla="*/ 1789000 w 3544064"/>
                <a:gd name="connsiteY1" fmla="*/ 0 h 5117865"/>
                <a:gd name="connsiteX2" fmla="*/ 3544064 w 3544064"/>
                <a:gd name="connsiteY2" fmla="*/ 2524539 h 5117865"/>
                <a:gd name="connsiteX3" fmla="*/ 1205904 w 3544064"/>
                <a:gd name="connsiteY3" fmla="*/ 5115339 h 5117865"/>
                <a:gd name="connsiteX4" fmla="*/ 33936 w 3544064"/>
                <a:gd name="connsiteY4" fmla="*/ 2524539 h 5117865"/>
                <a:gd name="connsiteX0" fmla="*/ 6948 w 3517076"/>
                <a:gd name="connsiteY0" fmla="*/ 2524539 h 5255967"/>
                <a:gd name="connsiteX1" fmla="*/ 1762012 w 3517076"/>
                <a:gd name="connsiteY1" fmla="*/ 0 h 5255967"/>
                <a:gd name="connsiteX2" fmla="*/ 3517076 w 3517076"/>
                <a:gd name="connsiteY2" fmla="*/ 2524539 h 5255967"/>
                <a:gd name="connsiteX3" fmla="*/ 1178916 w 3517076"/>
                <a:gd name="connsiteY3" fmla="*/ 5115339 h 5255967"/>
                <a:gd name="connsiteX4" fmla="*/ 6948 w 3517076"/>
                <a:gd name="connsiteY4" fmla="*/ 2524539 h 5255967"/>
                <a:gd name="connsiteX0" fmla="*/ 20750 w 3530878"/>
                <a:gd name="connsiteY0" fmla="*/ 2524539 h 5115634"/>
                <a:gd name="connsiteX1" fmla="*/ 1775814 w 3530878"/>
                <a:gd name="connsiteY1" fmla="*/ 0 h 5115634"/>
                <a:gd name="connsiteX2" fmla="*/ 3530878 w 3530878"/>
                <a:gd name="connsiteY2" fmla="*/ 2524539 h 5115634"/>
                <a:gd name="connsiteX3" fmla="*/ 1192718 w 3530878"/>
                <a:gd name="connsiteY3" fmla="*/ 5115339 h 5115634"/>
                <a:gd name="connsiteX4" fmla="*/ 20750 w 3530878"/>
                <a:gd name="connsiteY4" fmla="*/ 2524539 h 5115634"/>
                <a:gd name="connsiteX0" fmla="*/ 5901 w 4046115"/>
                <a:gd name="connsiteY0" fmla="*/ 2458334 h 5115470"/>
                <a:gd name="connsiteX1" fmla="*/ 2291051 w 4046115"/>
                <a:gd name="connsiteY1" fmla="*/ 56 h 5115470"/>
                <a:gd name="connsiteX2" fmla="*/ 4046115 w 4046115"/>
                <a:gd name="connsiteY2" fmla="*/ 2524595 h 5115470"/>
                <a:gd name="connsiteX3" fmla="*/ 1707955 w 4046115"/>
                <a:gd name="connsiteY3" fmla="*/ 5115395 h 5115470"/>
                <a:gd name="connsiteX4" fmla="*/ 5901 w 4046115"/>
                <a:gd name="connsiteY4" fmla="*/ 2458334 h 5115470"/>
                <a:gd name="connsiteX0" fmla="*/ 3248 w 4043462"/>
                <a:gd name="connsiteY0" fmla="*/ 2458597 h 5115733"/>
                <a:gd name="connsiteX1" fmla="*/ 2288398 w 4043462"/>
                <a:gd name="connsiteY1" fmla="*/ 319 h 5115733"/>
                <a:gd name="connsiteX2" fmla="*/ 4043462 w 4043462"/>
                <a:gd name="connsiteY2" fmla="*/ 2524858 h 5115733"/>
                <a:gd name="connsiteX3" fmla="*/ 1705302 w 4043462"/>
                <a:gd name="connsiteY3" fmla="*/ 5115658 h 5115733"/>
                <a:gd name="connsiteX4" fmla="*/ 3248 w 4043462"/>
                <a:gd name="connsiteY4" fmla="*/ 2458597 h 5115733"/>
                <a:gd name="connsiteX0" fmla="*/ 3248 w 4043462"/>
                <a:gd name="connsiteY0" fmla="*/ 2458597 h 5115783"/>
                <a:gd name="connsiteX1" fmla="*/ 2288398 w 4043462"/>
                <a:gd name="connsiteY1" fmla="*/ 319 h 5115783"/>
                <a:gd name="connsiteX2" fmla="*/ 4043462 w 4043462"/>
                <a:gd name="connsiteY2" fmla="*/ 2524858 h 5115783"/>
                <a:gd name="connsiteX3" fmla="*/ 1705302 w 4043462"/>
                <a:gd name="connsiteY3" fmla="*/ 5115658 h 5115783"/>
                <a:gd name="connsiteX4" fmla="*/ 3248 w 4043462"/>
                <a:gd name="connsiteY4" fmla="*/ 2458597 h 5115783"/>
                <a:gd name="connsiteX0" fmla="*/ 3248 w 4048645"/>
                <a:gd name="connsiteY0" fmla="*/ 2458597 h 5115783"/>
                <a:gd name="connsiteX1" fmla="*/ 2288398 w 4048645"/>
                <a:gd name="connsiteY1" fmla="*/ 319 h 5115783"/>
                <a:gd name="connsiteX2" fmla="*/ 4043462 w 4048645"/>
                <a:gd name="connsiteY2" fmla="*/ 2524858 h 5115783"/>
                <a:gd name="connsiteX3" fmla="*/ 1705302 w 4048645"/>
                <a:gd name="connsiteY3" fmla="*/ 5115658 h 5115783"/>
                <a:gd name="connsiteX4" fmla="*/ 3248 w 4048645"/>
                <a:gd name="connsiteY4" fmla="*/ 2458597 h 5115783"/>
                <a:gd name="connsiteX0" fmla="*/ 3804 w 4049201"/>
                <a:gd name="connsiteY0" fmla="*/ 2458597 h 5116242"/>
                <a:gd name="connsiteX1" fmla="*/ 2288954 w 4049201"/>
                <a:gd name="connsiteY1" fmla="*/ 319 h 5116242"/>
                <a:gd name="connsiteX2" fmla="*/ 4044018 w 4049201"/>
                <a:gd name="connsiteY2" fmla="*/ 2524858 h 5116242"/>
                <a:gd name="connsiteX3" fmla="*/ 1705858 w 4049201"/>
                <a:gd name="connsiteY3" fmla="*/ 5115658 h 5116242"/>
                <a:gd name="connsiteX4" fmla="*/ 3804 w 4049201"/>
                <a:gd name="connsiteY4" fmla="*/ 2458597 h 5116242"/>
                <a:gd name="connsiteX0" fmla="*/ 8659 w 4054056"/>
                <a:gd name="connsiteY0" fmla="*/ 2458794 h 5116439"/>
                <a:gd name="connsiteX1" fmla="*/ 2293809 w 4054056"/>
                <a:gd name="connsiteY1" fmla="*/ 516 h 5116439"/>
                <a:gd name="connsiteX2" fmla="*/ 4048873 w 4054056"/>
                <a:gd name="connsiteY2" fmla="*/ 2525055 h 5116439"/>
                <a:gd name="connsiteX3" fmla="*/ 1710713 w 4054056"/>
                <a:gd name="connsiteY3" fmla="*/ 5115855 h 5116439"/>
                <a:gd name="connsiteX4" fmla="*/ 8659 w 4054056"/>
                <a:gd name="connsiteY4" fmla="*/ 2458794 h 5116439"/>
                <a:gd name="connsiteX0" fmla="*/ 7981 w 4053378"/>
                <a:gd name="connsiteY0" fmla="*/ 2458794 h 5115980"/>
                <a:gd name="connsiteX1" fmla="*/ 2293131 w 4053378"/>
                <a:gd name="connsiteY1" fmla="*/ 516 h 5115980"/>
                <a:gd name="connsiteX2" fmla="*/ 4048195 w 4053378"/>
                <a:gd name="connsiteY2" fmla="*/ 2525055 h 5115980"/>
                <a:gd name="connsiteX3" fmla="*/ 1710035 w 4053378"/>
                <a:gd name="connsiteY3" fmla="*/ 5115855 h 5115980"/>
                <a:gd name="connsiteX4" fmla="*/ 7981 w 4053378"/>
                <a:gd name="connsiteY4" fmla="*/ 2458794 h 5115980"/>
                <a:gd name="connsiteX0" fmla="*/ 19064 w 4064461"/>
                <a:gd name="connsiteY0" fmla="*/ 2458794 h 5127903"/>
                <a:gd name="connsiteX1" fmla="*/ 2304214 w 4064461"/>
                <a:gd name="connsiteY1" fmla="*/ 516 h 5127903"/>
                <a:gd name="connsiteX2" fmla="*/ 4059278 w 4064461"/>
                <a:gd name="connsiteY2" fmla="*/ 2525055 h 5127903"/>
                <a:gd name="connsiteX3" fmla="*/ 1721118 w 4064461"/>
                <a:gd name="connsiteY3" fmla="*/ 5115855 h 5127903"/>
                <a:gd name="connsiteX4" fmla="*/ 19064 w 4064461"/>
                <a:gd name="connsiteY4" fmla="*/ 2458794 h 5127903"/>
                <a:gd name="connsiteX0" fmla="*/ 19064 w 4064461"/>
                <a:gd name="connsiteY0" fmla="*/ 2458794 h 5127903"/>
                <a:gd name="connsiteX1" fmla="*/ 2304214 w 4064461"/>
                <a:gd name="connsiteY1" fmla="*/ 516 h 5127903"/>
                <a:gd name="connsiteX2" fmla="*/ 4059278 w 4064461"/>
                <a:gd name="connsiteY2" fmla="*/ 2525055 h 5127903"/>
                <a:gd name="connsiteX3" fmla="*/ 1721118 w 4064461"/>
                <a:gd name="connsiteY3" fmla="*/ 5115855 h 5127903"/>
                <a:gd name="connsiteX4" fmla="*/ 19064 w 4064461"/>
                <a:gd name="connsiteY4" fmla="*/ 2458794 h 5127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4461" h="5127903">
                  <a:moveTo>
                    <a:pt x="19064" y="2458794"/>
                  </a:moveTo>
                  <a:cubicBezTo>
                    <a:pt x="129500" y="135247"/>
                    <a:pt x="1630845" y="-10527"/>
                    <a:pt x="2304214" y="516"/>
                  </a:cubicBezTo>
                  <a:cubicBezTo>
                    <a:pt x="2977583" y="11559"/>
                    <a:pt x="4152043" y="998269"/>
                    <a:pt x="4059278" y="2525055"/>
                  </a:cubicBezTo>
                  <a:cubicBezTo>
                    <a:pt x="3953261" y="4383144"/>
                    <a:pt x="3189619" y="5020881"/>
                    <a:pt x="1721118" y="5115855"/>
                  </a:cubicBezTo>
                  <a:cubicBezTo>
                    <a:pt x="252617" y="5210829"/>
                    <a:pt x="-91372" y="4782341"/>
                    <a:pt x="19064" y="2458794"/>
                  </a:cubicBezTo>
                  <a:close/>
                </a:path>
              </a:pathLst>
            </a:custGeom>
            <a:solidFill>
              <a:srgbClr val="92106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7">
              <a:extLst>
                <a:ext uri="{FF2B5EF4-FFF2-40B4-BE49-F238E27FC236}">
                  <a16:creationId xmlns:a16="http://schemas.microsoft.com/office/drawing/2014/main" id="{4CE90DC6-DE84-C4EF-4371-8558A3412AEA}"/>
                </a:ext>
              </a:extLst>
            </p:cNvPr>
            <p:cNvSpPr/>
            <p:nvPr/>
          </p:nvSpPr>
          <p:spPr>
            <a:xfrm>
              <a:off x="6090654" y="1038455"/>
              <a:ext cx="319671" cy="323620"/>
            </a:xfrm>
            <a:custGeom>
              <a:avLst/>
              <a:gdLst>
                <a:gd name="connsiteX0" fmla="*/ 0 w 219659"/>
                <a:gd name="connsiteY0" fmla="*/ 0 h 137882"/>
                <a:gd name="connsiteX1" fmla="*/ 219659 w 219659"/>
                <a:gd name="connsiteY1" fmla="*/ 0 h 137882"/>
                <a:gd name="connsiteX2" fmla="*/ 219659 w 219659"/>
                <a:gd name="connsiteY2" fmla="*/ 137882 h 137882"/>
                <a:gd name="connsiteX3" fmla="*/ 0 w 219659"/>
                <a:gd name="connsiteY3" fmla="*/ 137882 h 137882"/>
                <a:gd name="connsiteX4" fmla="*/ 0 w 219659"/>
                <a:gd name="connsiteY4" fmla="*/ 0 h 137882"/>
                <a:gd name="connsiteX0" fmla="*/ 0 w 276809"/>
                <a:gd name="connsiteY0" fmla="*/ 0 h 299807"/>
                <a:gd name="connsiteX1" fmla="*/ 219659 w 276809"/>
                <a:gd name="connsiteY1" fmla="*/ 0 h 299807"/>
                <a:gd name="connsiteX2" fmla="*/ 276809 w 276809"/>
                <a:gd name="connsiteY2" fmla="*/ 299807 h 299807"/>
                <a:gd name="connsiteX3" fmla="*/ 0 w 276809"/>
                <a:gd name="connsiteY3" fmla="*/ 137882 h 299807"/>
                <a:gd name="connsiteX4" fmla="*/ 0 w 276809"/>
                <a:gd name="connsiteY4" fmla="*/ 0 h 299807"/>
                <a:gd name="connsiteX0" fmla="*/ 0 w 310146"/>
                <a:gd name="connsiteY0" fmla="*/ 0 h 299807"/>
                <a:gd name="connsiteX1" fmla="*/ 310146 w 310146"/>
                <a:gd name="connsiteY1" fmla="*/ 219075 h 299807"/>
                <a:gd name="connsiteX2" fmla="*/ 276809 w 310146"/>
                <a:gd name="connsiteY2" fmla="*/ 299807 h 299807"/>
                <a:gd name="connsiteX3" fmla="*/ 0 w 310146"/>
                <a:gd name="connsiteY3" fmla="*/ 137882 h 299807"/>
                <a:gd name="connsiteX4" fmla="*/ 0 w 310146"/>
                <a:gd name="connsiteY4" fmla="*/ 0 h 299807"/>
                <a:gd name="connsiteX0" fmla="*/ 0 w 324434"/>
                <a:gd name="connsiteY0" fmla="*/ 0 h 323620"/>
                <a:gd name="connsiteX1" fmla="*/ 324434 w 324434"/>
                <a:gd name="connsiteY1" fmla="*/ 242888 h 323620"/>
                <a:gd name="connsiteX2" fmla="*/ 291097 w 324434"/>
                <a:gd name="connsiteY2" fmla="*/ 323620 h 323620"/>
                <a:gd name="connsiteX3" fmla="*/ 14288 w 324434"/>
                <a:gd name="connsiteY3" fmla="*/ 161695 h 323620"/>
                <a:gd name="connsiteX4" fmla="*/ 0 w 324434"/>
                <a:gd name="connsiteY4" fmla="*/ 0 h 323620"/>
                <a:gd name="connsiteX0" fmla="*/ 0 w 324434"/>
                <a:gd name="connsiteY0" fmla="*/ 0 h 323620"/>
                <a:gd name="connsiteX1" fmla="*/ 324434 w 324434"/>
                <a:gd name="connsiteY1" fmla="*/ 242888 h 323620"/>
                <a:gd name="connsiteX2" fmla="*/ 291097 w 324434"/>
                <a:gd name="connsiteY2" fmla="*/ 323620 h 323620"/>
                <a:gd name="connsiteX3" fmla="*/ 14288 w 324434"/>
                <a:gd name="connsiteY3" fmla="*/ 161695 h 323620"/>
                <a:gd name="connsiteX4" fmla="*/ 0 w 324434"/>
                <a:gd name="connsiteY4" fmla="*/ 0 h 323620"/>
                <a:gd name="connsiteX0" fmla="*/ 0 w 305384"/>
                <a:gd name="connsiteY0" fmla="*/ 0 h 323620"/>
                <a:gd name="connsiteX1" fmla="*/ 305384 w 305384"/>
                <a:gd name="connsiteY1" fmla="*/ 280988 h 323620"/>
                <a:gd name="connsiteX2" fmla="*/ 291097 w 305384"/>
                <a:gd name="connsiteY2" fmla="*/ 323620 h 323620"/>
                <a:gd name="connsiteX3" fmla="*/ 14288 w 305384"/>
                <a:gd name="connsiteY3" fmla="*/ 161695 h 323620"/>
                <a:gd name="connsiteX4" fmla="*/ 0 w 305384"/>
                <a:gd name="connsiteY4" fmla="*/ 0 h 323620"/>
                <a:gd name="connsiteX0" fmla="*/ 0 w 305384"/>
                <a:gd name="connsiteY0" fmla="*/ 0 h 323620"/>
                <a:gd name="connsiteX1" fmla="*/ 305384 w 305384"/>
                <a:gd name="connsiteY1" fmla="*/ 280988 h 323620"/>
                <a:gd name="connsiteX2" fmla="*/ 291097 w 305384"/>
                <a:gd name="connsiteY2" fmla="*/ 323620 h 323620"/>
                <a:gd name="connsiteX3" fmla="*/ 14288 w 305384"/>
                <a:gd name="connsiteY3" fmla="*/ 161695 h 323620"/>
                <a:gd name="connsiteX4" fmla="*/ 0 w 305384"/>
                <a:gd name="connsiteY4" fmla="*/ 0 h 323620"/>
                <a:gd name="connsiteX0" fmla="*/ 14287 w 319671"/>
                <a:gd name="connsiteY0" fmla="*/ 0 h 323620"/>
                <a:gd name="connsiteX1" fmla="*/ 319671 w 319671"/>
                <a:gd name="connsiteY1" fmla="*/ 280988 h 323620"/>
                <a:gd name="connsiteX2" fmla="*/ 305384 w 319671"/>
                <a:gd name="connsiteY2" fmla="*/ 323620 h 323620"/>
                <a:gd name="connsiteX3" fmla="*/ 0 w 319671"/>
                <a:gd name="connsiteY3" fmla="*/ 61683 h 323620"/>
                <a:gd name="connsiteX4" fmla="*/ 14287 w 319671"/>
                <a:gd name="connsiteY4" fmla="*/ 0 h 323620"/>
                <a:gd name="connsiteX0" fmla="*/ 14287 w 319671"/>
                <a:gd name="connsiteY0" fmla="*/ 0 h 323620"/>
                <a:gd name="connsiteX1" fmla="*/ 319671 w 319671"/>
                <a:gd name="connsiteY1" fmla="*/ 280988 h 323620"/>
                <a:gd name="connsiteX2" fmla="*/ 305384 w 319671"/>
                <a:gd name="connsiteY2" fmla="*/ 323620 h 323620"/>
                <a:gd name="connsiteX3" fmla="*/ 0 w 319671"/>
                <a:gd name="connsiteY3" fmla="*/ 61683 h 323620"/>
                <a:gd name="connsiteX4" fmla="*/ 14287 w 319671"/>
                <a:gd name="connsiteY4" fmla="*/ 0 h 323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671" h="323620">
                  <a:moveTo>
                    <a:pt x="14287" y="0"/>
                  </a:moveTo>
                  <a:cubicBezTo>
                    <a:pt x="141482" y="52388"/>
                    <a:pt x="278201" y="190500"/>
                    <a:pt x="319671" y="280988"/>
                  </a:cubicBezTo>
                  <a:lnTo>
                    <a:pt x="305384" y="323620"/>
                  </a:lnTo>
                  <a:cubicBezTo>
                    <a:pt x="203589" y="236308"/>
                    <a:pt x="211332" y="106132"/>
                    <a:pt x="0" y="61683"/>
                  </a:cubicBezTo>
                  <a:lnTo>
                    <a:pt x="14287" y="0"/>
                  </a:lnTo>
                  <a:close/>
                </a:path>
              </a:pathLst>
            </a:custGeom>
            <a:solidFill>
              <a:srgbClr val="83BD04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E1630FD3-9406-E456-8CE3-307B0F85736D}"/>
                </a:ext>
              </a:extLst>
            </p:cNvPr>
            <p:cNvSpPr/>
            <p:nvPr/>
          </p:nvSpPr>
          <p:spPr>
            <a:xfrm>
              <a:off x="3995823" y="317123"/>
              <a:ext cx="2218421" cy="1457702"/>
            </a:xfrm>
            <a:custGeom>
              <a:avLst/>
              <a:gdLst>
                <a:gd name="connsiteX0" fmla="*/ 0 w 174673"/>
                <a:gd name="connsiteY0" fmla="*/ 0 h 777560"/>
                <a:gd name="connsiteX1" fmla="*/ 174673 w 174673"/>
                <a:gd name="connsiteY1" fmla="*/ 0 h 777560"/>
                <a:gd name="connsiteX2" fmla="*/ 174673 w 174673"/>
                <a:gd name="connsiteY2" fmla="*/ 777560 h 777560"/>
                <a:gd name="connsiteX3" fmla="*/ 0 w 174673"/>
                <a:gd name="connsiteY3" fmla="*/ 777560 h 777560"/>
                <a:gd name="connsiteX4" fmla="*/ 0 w 174673"/>
                <a:gd name="connsiteY4" fmla="*/ 0 h 777560"/>
                <a:gd name="connsiteX0" fmla="*/ 0 w 593773"/>
                <a:gd name="connsiteY0" fmla="*/ 0 h 777560"/>
                <a:gd name="connsiteX1" fmla="*/ 593773 w 593773"/>
                <a:gd name="connsiteY1" fmla="*/ 261937 h 777560"/>
                <a:gd name="connsiteX2" fmla="*/ 174673 w 593773"/>
                <a:gd name="connsiteY2" fmla="*/ 777560 h 777560"/>
                <a:gd name="connsiteX3" fmla="*/ 0 w 593773"/>
                <a:gd name="connsiteY3" fmla="*/ 777560 h 777560"/>
                <a:gd name="connsiteX4" fmla="*/ 0 w 593773"/>
                <a:gd name="connsiteY4" fmla="*/ 0 h 777560"/>
                <a:gd name="connsiteX0" fmla="*/ 0 w 2155873"/>
                <a:gd name="connsiteY0" fmla="*/ 566738 h 566738"/>
                <a:gd name="connsiteX1" fmla="*/ 2155873 w 2155873"/>
                <a:gd name="connsiteY1" fmla="*/ 0 h 566738"/>
                <a:gd name="connsiteX2" fmla="*/ 1736773 w 2155873"/>
                <a:gd name="connsiteY2" fmla="*/ 515623 h 566738"/>
                <a:gd name="connsiteX3" fmla="*/ 1562100 w 2155873"/>
                <a:gd name="connsiteY3" fmla="*/ 515623 h 566738"/>
                <a:gd name="connsiteX4" fmla="*/ 0 w 2155873"/>
                <a:gd name="connsiteY4" fmla="*/ 566738 h 566738"/>
                <a:gd name="connsiteX0" fmla="*/ 0 w 2155873"/>
                <a:gd name="connsiteY0" fmla="*/ 566738 h 566738"/>
                <a:gd name="connsiteX1" fmla="*/ 2155873 w 2155873"/>
                <a:gd name="connsiteY1" fmla="*/ 0 h 566738"/>
                <a:gd name="connsiteX2" fmla="*/ 2060623 w 2155873"/>
                <a:gd name="connsiteY2" fmla="*/ 258448 h 566738"/>
                <a:gd name="connsiteX3" fmla="*/ 1562100 w 2155873"/>
                <a:gd name="connsiteY3" fmla="*/ 515623 h 566738"/>
                <a:gd name="connsiteX4" fmla="*/ 0 w 2155873"/>
                <a:gd name="connsiteY4" fmla="*/ 566738 h 566738"/>
                <a:gd name="connsiteX0" fmla="*/ 0 w 2155873"/>
                <a:gd name="connsiteY0" fmla="*/ 566738 h 566738"/>
                <a:gd name="connsiteX1" fmla="*/ 2155873 w 2155873"/>
                <a:gd name="connsiteY1" fmla="*/ 0 h 566738"/>
                <a:gd name="connsiteX2" fmla="*/ 1562100 w 2155873"/>
                <a:gd name="connsiteY2" fmla="*/ 515623 h 566738"/>
                <a:gd name="connsiteX3" fmla="*/ 0 w 2155873"/>
                <a:gd name="connsiteY3" fmla="*/ 566738 h 566738"/>
                <a:gd name="connsiteX0" fmla="*/ 0 w 2155873"/>
                <a:gd name="connsiteY0" fmla="*/ 642116 h 642116"/>
                <a:gd name="connsiteX1" fmla="*/ 2155873 w 2155873"/>
                <a:gd name="connsiteY1" fmla="*/ 75378 h 642116"/>
                <a:gd name="connsiteX2" fmla="*/ 1562100 w 2155873"/>
                <a:gd name="connsiteY2" fmla="*/ 591001 h 642116"/>
                <a:gd name="connsiteX3" fmla="*/ 0 w 2155873"/>
                <a:gd name="connsiteY3" fmla="*/ 642116 h 642116"/>
                <a:gd name="connsiteX0" fmla="*/ 0 w 2155873"/>
                <a:gd name="connsiteY0" fmla="*/ 642116 h 642116"/>
                <a:gd name="connsiteX1" fmla="*/ 2155873 w 2155873"/>
                <a:gd name="connsiteY1" fmla="*/ 75378 h 642116"/>
                <a:gd name="connsiteX2" fmla="*/ 0 w 2155873"/>
                <a:gd name="connsiteY2" fmla="*/ 642116 h 642116"/>
                <a:gd name="connsiteX0" fmla="*/ 0 w 2155873"/>
                <a:gd name="connsiteY0" fmla="*/ 642116 h 802374"/>
                <a:gd name="connsiteX1" fmla="*/ 2155873 w 2155873"/>
                <a:gd name="connsiteY1" fmla="*/ 75378 h 802374"/>
                <a:gd name="connsiteX2" fmla="*/ 0 w 2155873"/>
                <a:gd name="connsiteY2" fmla="*/ 642116 h 802374"/>
                <a:gd name="connsiteX0" fmla="*/ 0 w 2174555"/>
                <a:gd name="connsiteY0" fmla="*/ 1088469 h 1248727"/>
                <a:gd name="connsiteX1" fmla="*/ 2155873 w 2174555"/>
                <a:gd name="connsiteY1" fmla="*/ 521731 h 1248727"/>
                <a:gd name="connsiteX2" fmla="*/ 0 w 2174555"/>
                <a:gd name="connsiteY2" fmla="*/ 1088469 h 1248727"/>
                <a:gd name="connsiteX0" fmla="*/ 0 w 2169403"/>
                <a:gd name="connsiteY0" fmla="*/ 1268070 h 1428328"/>
                <a:gd name="connsiteX1" fmla="*/ 2155873 w 2169403"/>
                <a:gd name="connsiteY1" fmla="*/ 701332 h 1428328"/>
                <a:gd name="connsiteX2" fmla="*/ 0 w 2169403"/>
                <a:gd name="connsiteY2" fmla="*/ 1268070 h 1428328"/>
                <a:gd name="connsiteX0" fmla="*/ 0 w 2220344"/>
                <a:gd name="connsiteY0" fmla="*/ 1268070 h 1455304"/>
                <a:gd name="connsiteX1" fmla="*/ 2155873 w 2220344"/>
                <a:gd name="connsiteY1" fmla="*/ 701332 h 1455304"/>
                <a:gd name="connsiteX2" fmla="*/ 0 w 2220344"/>
                <a:gd name="connsiteY2" fmla="*/ 1268070 h 1455304"/>
                <a:gd name="connsiteX0" fmla="*/ 0 w 2220344"/>
                <a:gd name="connsiteY0" fmla="*/ 1266175 h 1453409"/>
                <a:gd name="connsiteX1" fmla="*/ 2155873 w 2220344"/>
                <a:gd name="connsiteY1" fmla="*/ 699437 h 1453409"/>
                <a:gd name="connsiteX2" fmla="*/ 0 w 2220344"/>
                <a:gd name="connsiteY2" fmla="*/ 1266175 h 1453409"/>
                <a:gd name="connsiteX0" fmla="*/ 0 w 2218421"/>
                <a:gd name="connsiteY0" fmla="*/ 1266175 h 1462060"/>
                <a:gd name="connsiteX1" fmla="*/ 2155873 w 2218421"/>
                <a:gd name="connsiteY1" fmla="*/ 699437 h 1462060"/>
                <a:gd name="connsiteX2" fmla="*/ 0 w 2218421"/>
                <a:gd name="connsiteY2" fmla="*/ 1266175 h 1462060"/>
                <a:gd name="connsiteX0" fmla="*/ 129534 w 2347955"/>
                <a:gd name="connsiteY0" fmla="*/ 596061 h 791946"/>
                <a:gd name="connsiteX1" fmla="*/ 491657 w 2347955"/>
                <a:gd name="connsiteY1" fmla="*/ 150870 h 791946"/>
                <a:gd name="connsiteX2" fmla="*/ 2285407 w 2347955"/>
                <a:gd name="connsiteY2" fmla="*/ 29323 h 791946"/>
                <a:gd name="connsiteX3" fmla="*/ 129534 w 2347955"/>
                <a:gd name="connsiteY3" fmla="*/ 596061 h 791946"/>
                <a:gd name="connsiteX0" fmla="*/ 0 w 2218421"/>
                <a:gd name="connsiteY0" fmla="*/ 596061 h 791946"/>
                <a:gd name="connsiteX1" fmla="*/ 362123 w 2218421"/>
                <a:gd name="connsiteY1" fmla="*/ 150870 h 791946"/>
                <a:gd name="connsiteX2" fmla="*/ 2155873 w 2218421"/>
                <a:gd name="connsiteY2" fmla="*/ 29323 h 791946"/>
                <a:gd name="connsiteX3" fmla="*/ 0 w 2218421"/>
                <a:gd name="connsiteY3" fmla="*/ 596061 h 791946"/>
                <a:gd name="connsiteX0" fmla="*/ 0 w 2218421"/>
                <a:gd name="connsiteY0" fmla="*/ 596061 h 791946"/>
                <a:gd name="connsiteX1" fmla="*/ 362123 w 2218421"/>
                <a:gd name="connsiteY1" fmla="*/ 150870 h 791946"/>
                <a:gd name="connsiteX2" fmla="*/ 2155873 w 2218421"/>
                <a:gd name="connsiteY2" fmla="*/ 29323 h 791946"/>
                <a:gd name="connsiteX3" fmla="*/ 0 w 2218421"/>
                <a:gd name="connsiteY3" fmla="*/ 596061 h 791946"/>
                <a:gd name="connsiteX0" fmla="*/ 0 w 2218421"/>
                <a:gd name="connsiteY0" fmla="*/ 594214 h 790099"/>
                <a:gd name="connsiteX1" fmla="*/ 393873 w 2218421"/>
                <a:gd name="connsiteY1" fmla="*/ 161723 h 790099"/>
                <a:gd name="connsiteX2" fmla="*/ 2155873 w 2218421"/>
                <a:gd name="connsiteY2" fmla="*/ 27476 h 790099"/>
                <a:gd name="connsiteX3" fmla="*/ 0 w 2218421"/>
                <a:gd name="connsiteY3" fmla="*/ 594214 h 790099"/>
                <a:gd name="connsiteX0" fmla="*/ 0 w 2218421"/>
                <a:gd name="connsiteY0" fmla="*/ 594214 h 790099"/>
                <a:gd name="connsiteX1" fmla="*/ 393873 w 2218421"/>
                <a:gd name="connsiteY1" fmla="*/ 161723 h 790099"/>
                <a:gd name="connsiteX2" fmla="*/ 2155873 w 2218421"/>
                <a:gd name="connsiteY2" fmla="*/ 27476 h 790099"/>
                <a:gd name="connsiteX3" fmla="*/ 0 w 2218421"/>
                <a:gd name="connsiteY3" fmla="*/ 594214 h 790099"/>
                <a:gd name="connsiteX0" fmla="*/ 0 w 2218421"/>
                <a:gd name="connsiteY0" fmla="*/ 954225 h 1150110"/>
                <a:gd name="connsiteX1" fmla="*/ 393873 w 2218421"/>
                <a:gd name="connsiteY1" fmla="*/ 521734 h 1150110"/>
                <a:gd name="connsiteX2" fmla="*/ 2155873 w 2218421"/>
                <a:gd name="connsiteY2" fmla="*/ 387487 h 1150110"/>
                <a:gd name="connsiteX3" fmla="*/ 0 w 2218421"/>
                <a:gd name="connsiteY3" fmla="*/ 954225 h 1150110"/>
                <a:gd name="connsiteX0" fmla="*/ 0 w 2218421"/>
                <a:gd name="connsiteY0" fmla="*/ 1159259 h 1355144"/>
                <a:gd name="connsiteX1" fmla="*/ 393873 w 2218421"/>
                <a:gd name="connsiteY1" fmla="*/ 726768 h 1355144"/>
                <a:gd name="connsiteX2" fmla="*/ 2155873 w 2218421"/>
                <a:gd name="connsiteY2" fmla="*/ 592521 h 1355144"/>
                <a:gd name="connsiteX3" fmla="*/ 0 w 2218421"/>
                <a:gd name="connsiteY3" fmla="*/ 1159259 h 1355144"/>
                <a:gd name="connsiteX0" fmla="*/ 0 w 2218421"/>
                <a:gd name="connsiteY0" fmla="*/ 1268894 h 1464779"/>
                <a:gd name="connsiteX1" fmla="*/ 393873 w 2218421"/>
                <a:gd name="connsiteY1" fmla="*/ 836403 h 1464779"/>
                <a:gd name="connsiteX2" fmla="*/ 2155873 w 2218421"/>
                <a:gd name="connsiteY2" fmla="*/ 702156 h 1464779"/>
                <a:gd name="connsiteX3" fmla="*/ 0 w 2218421"/>
                <a:gd name="connsiteY3" fmla="*/ 1268894 h 1464779"/>
                <a:gd name="connsiteX0" fmla="*/ 0 w 2218421"/>
                <a:gd name="connsiteY0" fmla="*/ 1261817 h 1457702"/>
                <a:gd name="connsiteX1" fmla="*/ 412923 w 2218421"/>
                <a:gd name="connsiteY1" fmla="*/ 842026 h 1457702"/>
                <a:gd name="connsiteX2" fmla="*/ 2155873 w 2218421"/>
                <a:gd name="connsiteY2" fmla="*/ 695079 h 1457702"/>
                <a:gd name="connsiteX3" fmla="*/ 0 w 2218421"/>
                <a:gd name="connsiteY3" fmla="*/ 1261817 h 1457702"/>
                <a:gd name="connsiteX0" fmla="*/ 0 w 2218421"/>
                <a:gd name="connsiteY0" fmla="*/ 1261817 h 1457702"/>
                <a:gd name="connsiteX1" fmla="*/ 412923 w 2218421"/>
                <a:gd name="connsiteY1" fmla="*/ 842026 h 1457702"/>
                <a:gd name="connsiteX2" fmla="*/ 2155873 w 2218421"/>
                <a:gd name="connsiteY2" fmla="*/ 695079 h 1457702"/>
                <a:gd name="connsiteX3" fmla="*/ 0 w 2218421"/>
                <a:gd name="connsiteY3" fmla="*/ 1261817 h 1457702"/>
                <a:gd name="connsiteX0" fmla="*/ 0 w 2218421"/>
                <a:gd name="connsiteY0" fmla="*/ 1261817 h 1457702"/>
                <a:gd name="connsiteX1" fmla="*/ 412923 w 2218421"/>
                <a:gd name="connsiteY1" fmla="*/ 842026 h 1457702"/>
                <a:gd name="connsiteX2" fmla="*/ 2155873 w 2218421"/>
                <a:gd name="connsiteY2" fmla="*/ 695079 h 1457702"/>
                <a:gd name="connsiteX3" fmla="*/ 0 w 2218421"/>
                <a:gd name="connsiteY3" fmla="*/ 1261817 h 145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8421" h="1457702">
                  <a:moveTo>
                    <a:pt x="0" y="1261817"/>
                  </a:moveTo>
                  <a:cubicBezTo>
                    <a:pt x="253216" y="1047953"/>
                    <a:pt x="323237" y="1001086"/>
                    <a:pt x="412923" y="842026"/>
                  </a:cubicBezTo>
                  <a:cubicBezTo>
                    <a:pt x="1019885" y="-477980"/>
                    <a:pt x="2427157" y="-22954"/>
                    <a:pt x="2155873" y="695079"/>
                  </a:cubicBezTo>
                  <a:cubicBezTo>
                    <a:pt x="2304024" y="1150692"/>
                    <a:pt x="2385499" y="1782517"/>
                    <a:pt x="0" y="1261817"/>
                  </a:cubicBezTo>
                  <a:close/>
                </a:path>
              </a:pathLst>
            </a:custGeom>
            <a:solidFill>
              <a:srgbClr val="83BD04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E3B0F2B-550C-A874-2AE5-AE7DFD76AC75}"/>
                </a:ext>
              </a:extLst>
            </p:cNvPr>
            <p:cNvSpPr/>
            <p:nvPr/>
          </p:nvSpPr>
          <p:spPr>
            <a:xfrm>
              <a:off x="4005884" y="981999"/>
              <a:ext cx="2145195" cy="593905"/>
            </a:xfrm>
            <a:custGeom>
              <a:avLst/>
              <a:gdLst>
                <a:gd name="connsiteX0" fmla="*/ 2107095 w 2107095"/>
                <a:gd name="connsiteY0" fmla="*/ 0 h 490330"/>
                <a:gd name="connsiteX1" fmla="*/ 0 w 2107095"/>
                <a:gd name="connsiteY1" fmla="*/ 490330 h 490330"/>
                <a:gd name="connsiteX2" fmla="*/ 0 w 2107095"/>
                <a:gd name="connsiteY2" fmla="*/ 490330 h 490330"/>
                <a:gd name="connsiteX3" fmla="*/ 0 w 2107095"/>
                <a:gd name="connsiteY3" fmla="*/ 490330 h 490330"/>
                <a:gd name="connsiteX0" fmla="*/ 2113445 w 2113445"/>
                <a:gd name="connsiteY0" fmla="*/ 0 h 518905"/>
                <a:gd name="connsiteX1" fmla="*/ 6350 w 2113445"/>
                <a:gd name="connsiteY1" fmla="*/ 490330 h 518905"/>
                <a:gd name="connsiteX2" fmla="*/ 6350 w 2113445"/>
                <a:gd name="connsiteY2" fmla="*/ 490330 h 518905"/>
                <a:gd name="connsiteX3" fmla="*/ 0 w 2113445"/>
                <a:gd name="connsiteY3" fmla="*/ 518905 h 518905"/>
                <a:gd name="connsiteX0" fmla="*/ 2107095 w 2107095"/>
                <a:gd name="connsiteY0" fmla="*/ 0 h 490330"/>
                <a:gd name="connsiteX1" fmla="*/ 0 w 2107095"/>
                <a:gd name="connsiteY1" fmla="*/ 490330 h 490330"/>
                <a:gd name="connsiteX2" fmla="*/ 0 w 2107095"/>
                <a:gd name="connsiteY2" fmla="*/ 490330 h 490330"/>
                <a:gd name="connsiteX0" fmla="*/ 2113445 w 2113445"/>
                <a:gd name="connsiteY0" fmla="*/ 0 h 512555"/>
                <a:gd name="connsiteX1" fmla="*/ 6350 w 2113445"/>
                <a:gd name="connsiteY1" fmla="*/ 490330 h 512555"/>
                <a:gd name="connsiteX2" fmla="*/ 0 w 2113445"/>
                <a:gd name="connsiteY2" fmla="*/ 512555 h 512555"/>
                <a:gd name="connsiteX0" fmla="*/ 2107095 w 2107095"/>
                <a:gd name="connsiteY0" fmla="*/ 0 h 490330"/>
                <a:gd name="connsiteX1" fmla="*/ 0 w 2107095"/>
                <a:gd name="connsiteY1" fmla="*/ 490330 h 490330"/>
                <a:gd name="connsiteX0" fmla="*/ 2116620 w 2116620"/>
                <a:gd name="connsiteY0" fmla="*/ 0 h 522080"/>
                <a:gd name="connsiteX1" fmla="*/ 0 w 2116620"/>
                <a:gd name="connsiteY1" fmla="*/ 522080 h 522080"/>
                <a:gd name="connsiteX0" fmla="*/ 2116620 w 2116620"/>
                <a:gd name="connsiteY0" fmla="*/ 0 h 515730"/>
                <a:gd name="connsiteX1" fmla="*/ 0 w 2116620"/>
                <a:gd name="connsiteY1" fmla="*/ 515730 h 515730"/>
                <a:gd name="connsiteX0" fmla="*/ 2138845 w 2138845"/>
                <a:gd name="connsiteY0" fmla="*/ 0 h 560180"/>
                <a:gd name="connsiteX1" fmla="*/ 0 w 2138845"/>
                <a:gd name="connsiteY1" fmla="*/ 560180 h 560180"/>
                <a:gd name="connsiteX0" fmla="*/ 2138845 w 2138845"/>
                <a:gd name="connsiteY0" fmla="*/ 14224 h 574404"/>
                <a:gd name="connsiteX1" fmla="*/ 0 w 2138845"/>
                <a:gd name="connsiteY1" fmla="*/ 574404 h 574404"/>
                <a:gd name="connsiteX0" fmla="*/ 2138845 w 2138845"/>
                <a:gd name="connsiteY0" fmla="*/ 12317 h 572497"/>
                <a:gd name="connsiteX1" fmla="*/ 0 w 2138845"/>
                <a:gd name="connsiteY1" fmla="*/ 572497 h 572497"/>
                <a:gd name="connsiteX0" fmla="*/ 2145195 w 2145195"/>
                <a:gd name="connsiteY0" fmla="*/ 12378 h 569383"/>
                <a:gd name="connsiteX1" fmla="*/ 0 w 2145195"/>
                <a:gd name="connsiteY1" fmla="*/ 569383 h 569383"/>
                <a:gd name="connsiteX0" fmla="*/ 2145195 w 2145195"/>
                <a:gd name="connsiteY0" fmla="*/ 38689 h 595694"/>
                <a:gd name="connsiteX1" fmla="*/ 0 w 2145195"/>
                <a:gd name="connsiteY1" fmla="*/ 595694 h 595694"/>
                <a:gd name="connsiteX0" fmla="*/ 2145195 w 2145195"/>
                <a:gd name="connsiteY0" fmla="*/ 36900 h 593905"/>
                <a:gd name="connsiteX1" fmla="*/ 0 w 2145195"/>
                <a:gd name="connsiteY1" fmla="*/ 593905 h 593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45195" h="593905">
                  <a:moveTo>
                    <a:pt x="2145195" y="36900"/>
                  </a:moveTo>
                  <a:cubicBezTo>
                    <a:pt x="1187772" y="-166898"/>
                    <a:pt x="620873" y="537353"/>
                    <a:pt x="0" y="593905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5">
              <a:extLst>
                <a:ext uri="{FF2B5EF4-FFF2-40B4-BE49-F238E27FC236}">
                  <a16:creationId xmlns:a16="http://schemas.microsoft.com/office/drawing/2014/main" id="{B1E8AEAD-7027-5D43-ACAC-3B1F8886ECF5}"/>
                </a:ext>
              </a:extLst>
            </p:cNvPr>
            <p:cNvSpPr/>
            <p:nvPr/>
          </p:nvSpPr>
          <p:spPr>
            <a:xfrm rot="1571539">
              <a:off x="6328021" y="945917"/>
              <a:ext cx="326393" cy="705986"/>
            </a:xfrm>
            <a:custGeom>
              <a:avLst/>
              <a:gdLst>
                <a:gd name="connsiteX0" fmla="*/ 0 w 138494"/>
                <a:gd name="connsiteY0" fmla="*/ 0 h 615620"/>
                <a:gd name="connsiteX1" fmla="*/ 138494 w 138494"/>
                <a:gd name="connsiteY1" fmla="*/ 0 h 615620"/>
                <a:gd name="connsiteX2" fmla="*/ 138494 w 138494"/>
                <a:gd name="connsiteY2" fmla="*/ 615620 h 615620"/>
                <a:gd name="connsiteX3" fmla="*/ 0 w 138494"/>
                <a:gd name="connsiteY3" fmla="*/ 615620 h 615620"/>
                <a:gd name="connsiteX4" fmla="*/ 0 w 138494"/>
                <a:gd name="connsiteY4" fmla="*/ 0 h 615620"/>
                <a:gd name="connsiteX0" fmla="*/ 0 w 236507"/>
                <a:gd name="connsiteY0" fmla="*/ 0 h 615620"/>
                <a:gd name="connsiteX1" fmla="*/ 138494 w 236507"/>
                <a:gd name="connsiteY1" fmla="*/ 0 h 615620"/>
                <a:gd name="connsiteX2" fmla="*/ 236507 w 236507"/>
                <a:gd name="connsiteY2" fmla="*/ 609868 h 615620"/>
                <a:gd name="connsiteX3" fmla="*/ 0 w 236507"/>
                <a:gd name="connsiteY3" fmla="*/ 615620 h 615620"/>
                <a:gd name="connsiteX4" fmla="*/ 0 w 236507"/>
                <a:gd name="connsiteY4" fmla="*/ 0 h 615620"/>
                <a:gd name="connsiteX0" fmla="*/ 0 w 236507"/>
                <a:gd name="connsiteY0" fmla="*/ 0 h 709913"/>
                <a:gd name="connsiteX1" fmla="*/ 138494 w 236507"/>
                <a:gd name="connsiteY1" fmla="*/ 0 h 709913"/>
                <a:gd name="connsiteX2" fmla="*/ 236507 w 236507"/>
                <a:gd name="connsiteY2" fmla="*/ 609868 h 709913"/>
                <a:gd name="connsiteX3" fmla="*/ 88843 w 236507"/>
                <a:gd name="connsiteY3" fmla="*/ 709913 h 709913"/>
                <a:gd name="connsiteX4" fmla="*/ 0 w 236507"/>
                <a:gd name="connsiteY4" fmla="*/ 0 h 709913"/>
                <a:gd name="connsiteX0" fmla="*/ 0 w 309017"/>
                <a:gd name="connsiteY0" fmla="*/ 14438 h 709913"/>
                <a:gd name="connsiteX1" fmla="*/ 211004 w 309017"/>
                <a:gd name="connsiteY1" fmla="*/ 0 h 709913"/>
                <a:gd name="connsiteX2" fmla="*/ 309017 w 309017"/>
                <a:gd name="connsiteY2" fmla="*/ 609868 h 709913"/>
                <a:gd name="connsiteX3" fmla="*/ 161353 w 309017"/>
                <a:gd name="connsiteY3" fmla="*/ 709913 h 709913"/>
                <a:gd name="connsiteX4" fmla="*/ 0 w 309017"/>
                <a:gd name="connsiteY4" fmla="*/ 14438 h 709913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705986"/>
                <a:gd name="connsiteX1" fmla="*/ 268176 w 309017"/>
                <a:gd name="connsiteY1" fmla="*/ 37051 h 705986"/>
                <a:gd name="connsiteX2" fmla="*/ 309017 w 309017"/>
                <a:gd name="connsiteY2" fmla="*/ 595430 h 705986"/>
                <a:gd name="connsiteX3" fmla="*/ 139986 w 309017"/>
                <a:gd name="connsiteY3" fmla="*/ 705986 h 705986"/>
                <a:gd name="connsiteX4" fmla="*/ 0 w 309017"/>
                <a:gd name="connsiteY4" fmla="*/ 0 h 705986"/>
                <a:gd name="connsiteX0" fmla="*/ 0 w 309017"/>
                <a:gd name="connsiteY0" fmla="*/ 0 h 705986"/>
                <a:gd name="connsiteX1" fmla="*/ 268176 w 309017"/>
                <a:gd name="connsiteY1" fmla="*/ 37051 h 705986"/>
                <a:gd name="connsiteX2" fmla="*/ 309017 w 309017"/>
                <a:gd name="connsiteY2" fmla="*/ 595430 h 705986"/>
                <a:gd name="connsiteX3" fmla="*/ 139986 w 309017"/>
                <a:gd name="connsiteY3" fmla="*/ 705986 h 705986"/>
                <a:gd name="connsiteX4" fmla="*/ 0 w 309017"/>
                <a:gd name="connsiteY4" fmla="*/ 0 h 705986"/>
                <a:gd name="connsiteX0" fmla="*/ 17376 w 326393"/>
                <a:gd name="connsiteY0" fmla="*/ 0 h 705986"/>
                <a:gd name="connsiteX1" fmla="*/ 285552 w 326393"/>
                <a:gd name="connsiteY1" fmla="*/ 37051 h 705986"/>
                <a:gd name="connsiteX2" fmla="*/ 326393 w 326393"/>
                <a:gd name="connsiteY2" fmla="*/ 595430 h 705986"/>
                <a:gd name="connsiteX3" fmla="*/ 157362 w 326393"/>
                <a:gd name="connsiteY3" fmla="*/ 705986 h 705986"/>
                <a:gd name="connsiteX4" fmla="*/ 17376 w 326393"/>
                <a:gd name="connsiteY4" fmla="*/ 0 h 705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393" h="705986">
                  <a:moveTo>
                    <a:pt x="17376" y="0"/>
                  </a:moveTo>
                  <a:lnTo>
                    <a:pt x="285552" y="37051"/>
                  </a:lnTo>
                  <a:cubicBezTo>
                    <a:pt x="325360" y="125373"/>
                    <a:pt x="142810" y="344301"/>
                    <a:pt x="326393" y="595430"/>
                  </a:cubicBezTo>
                  <a:lnTo>
                    <a:pt x="157362" y="705986"/>
                  </a:lnTo>
                  <a:cubicBezTo>
                    <a:pt x="-29217" y="369641"/>
                    <a:pt x="-10090" y="170949"/>
                    <a:pt x="17376" y="0"/>
                  </a:cubicBezTo>
                  <a:close/>
                </a:path>
              </a:pathLst>
            </a:custGeom>
            <a:solidFill>
              <a:srgbClr val="70AD47">
                <a:lumMod val="75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Oval 4">
              <a:extLst>
                <a:ext uri="{FF2B5EF4-FFF2-40B4-BE49-F238E27FC236}">
                  <a16:creationId xmlns:a16="http://schemas.microsoft.com/office/drawing/2014/main" id="{C7941BD4-4F29-4D25-5973-1963D24956A8}"/>
                </a:ext>
              </a:extLst>
            </p:cNvPr>
            <p:cNvSpPr/>
            <p:nvPr/>
          </p:nvSpPr>
          <p:spPr>
            <a:xfrm>
              <a:off x="4965700" y="1441392"/>
              <a:ext cx="4053378" cy="5115980"/>
            </a:xfrm>
            <a:custGeom>
              <a:avLst/>
              <a:gdLst>
                <a:gd name="connsiteX0" fmla="*/ 0 w 3510128"/>
                <a:gd name="connsiteY0" fmla="*/ 2524539 h 5049078"/>
                <a:gd name="connsiteX1" fmla="*/ 1755064 w 3510128"/>
                <a:gd name="connsiteY1" fmla="*/ 0 h 5049078"/>
                <a:gd name="connsiteX2" fmla="*/ 3510128 w 3510128"/>
                <a:gd name="connsiteY2" fmla="*/ 2524539 h 5049078"/>
                <a:gd name="connsiteX3" fmla="*/ 1755064 w 3510128"/>
                <a:gd name="connsiteY3" fmla="*/ 5049078 h 5049078"/>
                <a:gd name="connsiteX4" fmla="*/ 0 w 3510128"/>
                <a:gd name="connsiteY4" fmla="*/ 2524539 h 5049078"/>
                <a:gd name="connsiteX0" fmla="*/ 17370 w 3527498"/>
                <a:gd name="connsiteY0" fmla="*/ 2524539 h 5115339"/>
                <a:gd name="connsiteX1" fmla="*/ 1772434 w 3527498"/>
                <a:gd name="connsiteY1" fmla="*/ 0 h 5115339"/>
                <a:gd name="connsiteX2" fmla="*/ 3527498 w 3527498"/>
                <a:gd name="connsiteY2" fmla="*/ 2524539 h 5115339"/>
                <a:gd name="connsiteX3" fmla="*/ 1189338 w 3527498"/>
                <a:gd name="connsiteY3" fmla="*/ 5115339 h 5115339"/>
                <a:gd name="connsiteX4" fmla="*/ 17370 w 3527498"/>
                <a:gd name="connsiteY4" fmla="*/ 2524539 h 5115339"/>
                <a:gd name="connsiteX0" fmla="*/ 33936 w 3544064"/>
                <a:gd name="connsiteY0" fmla="*/ 2524539 h 5117865"/>
                <a:gd name="connsiteX1" fmla="*/ 1789000 w 3544064"/>
                <a:gd name="connsiteY1" fmla="*/ 0 h 5117865"/>
                <a:gd name="connsiteX2" fmla="*/ 3544064 w 3544064"/>
                <a:gd name="connsiteY2" fmla="*/ 2524539 h 5117865"/>
                <a:gd name="connsiteX3" fmla="*/ 1205904 w 3544064"/>
                <a:gd name="connsiteY3" fmla="*/ 5115339 h 5117865"/>
                <a:gd name="connsiteX4" fmla="*/ 33936 w 3544064"/>
                <a:gd name="connsiteY4" fmla="*/ 2524539 h 5117865"/>
                <a:gd name="connsiteX0" fmla="*/ 6948 w 3517076"/>
                <a:gd name="connsiteY0" fmla="*/ 2524539 h 5255967"/>
                <a:gd name="connsiteX1" fmla="*/ 1762012 w 3517076"/>
                <a:gd name="connsiteY1" fmla="*/ 0 h 5255967"/>
                <a:gd name="connsiteX2" fmla="*/ 3517076 w 3517076"/>
                <a:gd name="connsiteY2" fmla="*/ 2524539 h 5255967"/>
                <a:gd name="connsiteX3" fmla="*/ 1178916 w 3517076"/>
                <a:gd name="connsiteY3" fmla="*/ 5115339 h 5255967"/>
                <a:gd name="connsiteX4" fmla="*/ 6948 w 3517076"/>
                <a:gd name="connsiteY4" fmla="*/ 2524539 h 5255967"/>
                <a:gd name="connsiteX0" fmla="*/ 20750 w 3530878"/>
                <a:gd name="connsiteY0" fmla="*/ 2524539 h 5115634"/>
                <a:gd name="connsiteX1" fmla="*/ 1775814 w 3530878"/>
                <a:gd name="connsiteY1" fmla="*/ 0 h 5115634"/>
                <a:gd name="connsiteX2" fmla="*/ 3530878 w 3530878"/>
                <a:gd name="connsiteY2" fmla="*/ 2524539 h 5115634"/>
                <a:gd name="connsiteX3" fmla="*/ 1192718 w 3530878"/>
                <a:gd name="connsiteY3" fmla="*/ 5115339 h 5115634"/>
                <a:gd name="connsiteX4" fmla="*/ 20750 w 3530878"/>
                <a:gd name="connsiteY4" fmla="*/ 2524539 h 5115634"/>
                <a:gd name="connsiteX0" fmla="*/ 5901 w 4046115"/>
                <a:gd name="connsiteY0" fmla="*/ 2458334 h 5115470"/>
                <a:gd name="connsiteX1" fmla="*/ 2291051 w 4046115"/>
                <a:gd name="connsiteY1" fmla="*/ 56 h 5115470"/>
                <a:gd name="connsiteX2" fmla="*/ 4046115 w 4046115"/>
                <a:gd name="connsiteY2" fmla="*/ 2524595 h 5115470"/>
                <a:gd name="connsiteX3" fmla="*/ 1707955 w 4046115"/>
                <a:gd name="connsiteY3" fmla="*/ 5115395 h 5115470"/>
                <a:gd name="connsiteX4" fmla="*/ 5901 w 4046115"/>
                <a:gd name="connsiteY4" fmla="*/ 2458334 h 5115470"/>
                <a:gd name="connsiteX0" fmla="*/ 3248 w 4043462"/>
                <a:gd name="connsiteY0" fmla="*/ 2458597 h 5115733"/>
                <a:gd name="connsiteX1" fmla="*/ 2288398 w 4043462"/>
                <a:gd name="connsiteY1" fmla="*/ 319 h 5115733"/>
                <a:gd name="connsiteX2" fmla="*/ 4043462 w 4043462"/>
                <a:gd name="connsiteY2" fmla="*/ 2524858 h 5115733"/>
                <a:gd name="connsiteX3" fmla="*/ 1705302 w 4043462"/>
                <a:gd name="connsiteY3" fmla="*/ 5115658 h 5115733"/>
                <a:gd name="connsiteX4" fmla="*/ 3248 w 4043462"/>
                <a:gd name="connsiteY4" fmla="*/ 2458597 h 5115733"/>
                <a:gd name="connsiteX0" fmla="*/ 3248 w 4043462"/>
                <a:gd name="connsiteY0" fmla="*/ 2458597 h 5115783"/>
                <a:gd name="connsiteX1" fmla="*/ 2288398 w 4043462"/>
                <a:gd name="connsiteY1" fmla="*/ 319 h 5115783"/>
                <a:gd name="connsiteX2" fmla="*/ 4043462 w 4043462"/>
                <a:gd name="connsiteY2" fmla="*/ 2524858 h 5115783"/>
                <a:gd name="connsiteX3" fmla="*/ 1705302 w 4043462"/>
                <a:gd name="connsiteY3" fmla="*/ 5115658 h 5115783"/>
                <a:gd name="connsiteX4" fmla="*/ 3248 w 4043462"/>
                <a:gd name="connsiteY4" fmla="*/ 2458597 h 5115783"/>
                <a:gd name="connsiteX0" fmla="*/ 3248 w 4048645"/>
                <a:gd name="connsiteY0" fmla="*/ 2458597 h 5115783"/>
                <a:gd name="connsiteX1" fmla="*/ 2288398 w 4048645"/>
                <a:gd name="connsiteY1" fmla="*/ 319 h 5115783"/>
                <a:gd name="connsiteX2" fmla="*/ 4043462 w 4048645"/>
                <a:gd name="connsiteY2" fmla="*/ 2524858 h 5115783"/>
                <a:gd name="connsiteX3" fmla="*/ 1705302 w 4048645"/>
                <a:gd name="connsiteY3" fmla="*/ 5115658 h 5115783"/>
                <a:gd name="connsiteX4" fmla="*/ 3248 w 4048645"/>
                <a:gd name="connsiteY4" fmla="*/ 2458597 h 5115783"/>
                <a:gd name="connsiteX0" fmla="*/ 3804 w 4049201"/>
                <a:gd name="connsiteY0" fmla="*/ 2458597 h 5116242"/>
                <a:gd name="connsiteX1" fmla="*/ 2288954 w 4049201"/>
                <a:gd name="connsiteY1" fmla="*/ 319 h 5116242"/>
                <a:gd name="connsiteX2" fmla="*/ 4044018 w 4049201"/>
                <a:gd name="connsiteY2" fmla="*/ 2524858 h 5116242"/>
                <a:gd name="connsiteX3" fmla="*/ 1705858 w 4049201"/>
                <a:gd name="connsiteY3" fmla="*/ 5115658 h 5116242"/>
                <a:gd name="connsiteX4" fmla="*/ 3804 w 4049201"/>
                <a:gd name="connsiteY4" fmla="*/ 2458597 h 5116242"/>
                <a:gd name="connsiteX0" fmla="*/ 8659 w 4054056"/>
                <a:gd name="connsiteY0" fmla="*/ 2458794 h 5116439"/>
                <a:gd name="connsiteX1" fmla="*/ 2293809 w 4054056"/>
                <a:gd name="connsiteY1" fmla="*/ 516 h 5116439"/>
                <a:gd name="connsiteX2" fmla="*/ 4048873 w 4054056"/>
                <a:gd name="connsiteY2" fmla="*/ 2525055 h 5116439"/>
                <a:gd name="connsiteX3" fmla="*/ 1710713 w 4054056"/>
                <a:gd name="connsiteY3" fmla="*/ 5115855 h 5116439"/>
                <a:gd name="connsiteX4" fmla="*/ 8659 w 4054056"/>
                <a:gd name="connsiteY4" fmla="*/ 2458794 h 5116439"/>
                <a:gd name="connsiteX0" fmla="*/ 7981 w 4053378"/>
                <a:gd name="connsiteY0" fmla="*/ 2458794 h 5115980"/>
                <a:gd name="connsiteX1" fmla="*/ 2293131 w 4053378"/>
                <a:gd name="connsiteY1" fmla="*/ 516 h 5115980"/>
                <a:gd name="connsiteX2" fmla="*/ 4048195 w 4053378"/>
                <a:gd name="connsiteY2" fmla="*/ 2525055 h 5115980"/>
                <a:gd name="connsiteX3" fmla="*/ 1710035 w 4053378"/>
                <a:gd name="connsiteY3" fmla="*/ 5115855 h 5115980"/>
                <a:gd name="connsiteX4" fmla="*/ 7981 w 4053378"/>
                <a:gd name="connsiteY4" fmla="*/ 2458794 h 511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3378" h="5115980">
                  <a:moveTo>
                    <a:pt x="7981" y="2458794"/>
                  </a:moveTo>
                  <a:cubicBezTo>
                    <a:pt x="118417" y="135247"/>
                    <a:pt x="1619762" y="-10527"/>
                    <a:pt x="2293131" y="516"/>
                  </a:cubicBezTo>
                  <a:cubicBezTo>
                    <a:pt x="2966500" y="11559"/>
                    <a:pt x="4140960" y="998269"/>
                    <a:pt x="4048195" y="2525055"/>
                  </a:cubicBezTo>
                  <a:cubicBezTo>
                    <a:pt x="3809656" y="4409649"/>
                    <a:pt x="2462918" y="5126899"/>
                    <a:pt x="1710035" y="5115855"/>
                  </a:cubicBezTo>
                  <a:cubicBezTo>
                    <a:pt x="957152" y="5104811"/>
                    <a:pt x="-102455" y="4782341"/>
                    <a:pt x="7981" y="2458794"/>
                  </a:cubicBezTo>
                  <a:close/>
                </a:path>
              </a:pathLst>
            </a:custGeom>
            <a:solidFill>
              <a:srgbClr val="92106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0589FE5-85EF-DC0C-7079-46C2E266290F}"/>
                </a:ext>
              </a:extLst>
            </p:cNvPr>
            <p:cNvSpPr/>
            <p:nvPr/>
          </p:nvSpPr>
          <p:spPr>
            <a:xfrm rot="19112893">
              <a:off x="6529612" y="848940"/>
              <a:ext cx="190500" cy="290289"/>
            </a:xfrm>
            <a:prstGeom prst="ellipse">
              <a:avLst/>
            </a:prstGeom>
            <a:solidFill>
              <a:srgbClr val="70AD47">
                <a:lumMod val="5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8CD5C1E-B4DD-4F11-FB7F-0AA3F53958B3}"/>
              </a:ext>
            </a:extLst>
          </p:cNvPr>
          <p:cNvGrpSpPr/>
          <p:nvPr/>
        </p:nvGrpSpPr>
        <p:grpSpPr>
          <a:xfrm>
            <a:off x="1232762" y="966518"/>
            <a:ext cx="4148510" cy="4846452"/>
            <a:chOff x="3677502" y="317123"/>
            <a:chExt cx="5341576" cy="6240249"/>
          </a:xfrm>
          <a:solidFill>
            <a:schemeClr val="bg1"/>
          </a:solidFill>
        </p:grpSpPr>
        <p:sp>
          <p:nvSpPr>
            <p:cNvPr id="3" name="Oval 4">
              <a:extLst>
                <a:ext uri="{FF2B5EF4-FFF2-40B4-BE49-F238E27FC236}">
                  <a16:creationId xmlns:a16="http://schemas.microsoft.com/office/drawing/2014/main" id="{500FC5E2-C880-2EB5-5958-3B94D5971DCE}"/>
                </a:ext>
              </a:extLst>
            </p:cNvPr>
            <p:cNvSpPr/>
            <p:nvPr/>
          </p:nvSpPr>
          <p:spPr>
            <a:xfrm flipH="1">
              <a:off x="3677502" y="1370634"/>
              <a:ext cx="4064461" cy="5127903"/>
            </a:xfrm>
            <a:custGeom>
              <a:avLst/>
              <a:gdLst>
                <a:gd name="connsiteX0" fmla="*/ 0 w 3510128"/>
                <a:gd name="connsiteY0" fmla="*/ 2524539 h 5049078"/>
                <a:gd name="connsiteX1" fmla="*/ 1755064 w 3510128"/>
                <a:gd name="connsiteY1" fmla="*/ 0 h 5049078"/>
                <a:gd name="connsiteX2" fmla="*/ 3510128 w 3510128"/>
                <a:gd name="connsiteY2" fmla="*/ 2524539 h 5049078"/>
                <a:gd name="connsiteX3" fmla="*/ 1755064 w 3510128"/>
                <a:gd name="connsiteY3" fmla="*/ 5049078 h 5049078"/>
                <a:gd name="connsiteX4" fmla="*/ 0 w 3510128"/>
                <a:gd name="connsiteY4" fmla="*/ 2524539 h 5049078"/>
                <a:gd name="connsiteX0" fmla="*/ 17370 w 3527498"/>
                <a:gd name="connsiteY0" fmla="*/ 2524539 h 5115339"/>
                <a:gd name="connsiteX1" fmla="*/ 1772434 w 3527498"/>
                <a:gd name="connsiteY1" fmla="*/ 0 h 5115339"/>
                <a:gd name="connsiteX2" fmla="*/ 3527498 w 3527498"/>
                <a:gd name="connsiteY2" fmla="*/ 2524539 h 5115339"/>
                <a:gd name="connsiteX3" fmla="*/ 1189338 w 3527498"/>
                <a:gd name="connsiteY3" fmla="*/ 5115339 h 5115339"/>
                <a:gd name="connsiteX4" fmla="*/ 17370 w 3527498"/>
                <a:gd name="connsiteY4" fmla="*/ 2524539 h 5115339"/>
                <a:gd name="connsiteX0" fmla="*/ 33936 w 3544064"/>
                <a:gd name="connsiteY0" fmla="*/ 2524539 h 5117865"/>
                <a:gd name="connsiteX1" fmla="*/ 1789000 w 3544064"/>
                <a:gd name="connsiteY1" fmla="*/ 0 h 5117865"/>
                <a:gd name="connsiteX2" fmla="*/ 3544064 w 3544064"/>
                <a:gd name="connsiteY2" fmla="*/ 2524539 h 5117865"/>
                <a:gd name="connsiteX3" fmla="*/ 1205904 w 3544064"/>
                <a:gd name="connsiteY3" fmla="*/ 5115339 h 5117865"/>
                <a:gd name="connsiteX4" fmla="*/ 33936 w 3544064"/>
                <a:gd name="connsiteY4" fmla="*/ 2524539 h 5117865"/>
                <a:gd name="connsiteX0" fmla="*/ 6948 w 3517076"/>
                <a:gd name="connsiteY0" fmla="*/ 2524539 h 5255967"/>
                <a:gd name="connsiteX1" fmla="*/ 1762012 w 3517076"/>
                <a:gd name="connsiteY1" fmla="*/ 0 h 5255967"/>
                <a:gd name="connsiteX2" fmla="*/ 3517076 w 3517076"/>
                <a:gd name="connsiteY2" fmla="*/ 2524539 h 5255967"/>
                <a:gd name="connsiteX3" fmla="*/ 1178916 w 3517076"/>
                <a:gd name="connsiteY3" fmla="*/ 5115339 h 5255967"/>
                <a:gd name="connsiteX4" fmla="*/ 6948 w 3517076"/>
                <a:gd name="connsiteY4" fmla="*/ 2524539 h 5255967"/>
                <a:gd name="connsiteX0" fmla="*/ 20750 w 3530878"/>
                <a:gd name="connsiteY0" fmla="*/ 2524539 h 5115634"/>
                <a:gd name="connsiteX1" fmla="*/ 1775814 w 3530878"/>
                <a:gd name="connsiteY1" fmla="*/ 0 h 5115634"/>
                <a:gd name="connsiteX2" fmla="*/ 3530878 w 3530878"/>
                <a:gd name="connsiteY2" fmla="*/ 2524539 h 5115634"/>
                <a:gd name="connsiteX3" fmla="*/ 1192718 w 3530878"/>
                <a:gd name="connsiteY3" fmla="*/ 5115339 h 5115634"/>
                <a:gd name="connsiteX4" fmla="*/ 20750 w 3530878"/>
                <a:gd name="connsiteY4" fmla="*/ 2524539 h 5115634"/>
                <a:gd name="connsiteX0" fmla="*/ 5901 w 4046115"/>
                <a:gd name="connsiteY0" fmla="*/ 2458334 h 5115470"/>
                <a:gd name="connsiteX1" fmla="*/ 2291051 w 4046115"/>
                <a:gd name="connsiteY1" fmla="*/ 56 h 5115470"/>
                <a:gd name="connsiteX2" fmla="*/ 4046115 w 4046115"/>
                <a:gd name="connsiteY2" fmla="*/ 2524595 h 5115470"/>
                <a:gd name="connsiteX3" fmla="*/ 1707955 w 4046115"/>
                <a:gd name="connsiteY3" fmla="*/ 5115395 h 5115470"/>
                <a:gd name="connsiteX4" fmla="*/ 5901 w 4046115"/>
                <a:gd name="connsiteY4" fmla="*/ 2458334 h 5115470"/>
                <a:gd name="connsiteX0" fmla="*/ 3248 w 4043462"/>
                <a:gd name="connsiteY0" fmla="*/ 2458597 h 5115733"/>
                <a:gd name="connsiteX1" fmla="*/ 2288398 w 4043462"/>
                <a:gd name="connsiteY1" fmla="*/ 319 h 5115733"/>
                <a:gd name="connsiteX2" fmla="*/ 4043462 w 4043462"/>
                <a:gd name="connsiteY2" fmla="*/ 2524858 h 5115733"/>
                <a:gd name="connsiteX3" fmla="*/ 1705302 w 4043462"/>
                <a:gd name="connsiteY3" fmla="*/ 5115658 h 5115733"/>
                <a:gd name="connsiteX4" fmla="*/ 3248 w 4043462"/>
                <a:gd name="connsiteY4" fmla="*/ 2458597 h 5115733"/>
                <a:gd name="connsiteX0" fmla="*/ 3248 w 4043462"/>
                <a:gd name="connsiteY0" fmla="*/ 2458597 h 5115783"/>
                <a:gd name="connsiteX1" fmla="*/ 2288398 w 4043462"/>
                <a:gd name="connsiteY1" fmla="*/ 319 h 5115783"/>
                <a:gd name="connsiteX2" fmla="*/ 4043462 w 4043462"/>
                <a:gd name="connsiteY2" fmla="*/ 2524858 h 5115783"/>
                <a:gd name="connsiteX3" fmla="*/ 1705302 w 4043462"/>
                <a:gd name="connsiteY3" fmla="*/ 5115658 h 5115783"/>
                <a:gd name="connsiteX4" fmla="*/ 3248 w 4043462"/>
                <a:gd name="connsiteY4" fmla="*/ 2458597 h 5115783"/>
                <a:gd name="connsiteX0" fmla="*/ 3248 w 4048645"/>
                <a:gd name="connsiteY0" fmla="*/ 2458597 h 5115783"/>
                <a:gd name="connsiteX1" fmla="*/ 2288398 w 4048645"/>
                <a:gd name="connsiteY1" fmla="*/ 319 h 5115783"/>
                <a:gd name="connsiteX2" fmla="*/ 4043462 w 4048645"/>
                <a:gd name="connsiteY2" fmla="*/ 2524858 h 5115783"/>
                <a:gd name="connsiteX3" fmla="*/ 1705302 w 4048645"/>
                <a:gd name="connsiteY3" fmla="*/ 5115658 h 5115783"/>
                <a:gd name="connsiteX4" fmla="*/ 3248 w 4048645"/>
                <a:gd name="connsiteY4" fmla="*/ 2458597 h 5115783"/>
                <a:gd name="connsiteX0" fmla="*/ 3804 w 4049201"/>
                <a:gd name="connsiteY0" fmla="*/ 2458597 h 5116242"/>
                <a:gd name="connsiteX1" fmla="*/ 2288954 w 4049201"/>
                <a:gd name="connsiteY1" fmla="*/ 319 h 5116242"/>
                <a:gd name="connsiteX2" fmla="*/ 4044018 w 4049201"/>
                <a:gd name="connsiteY2" fmla="*/ 2524858 h 5116242"/>
                <a:gd name="connsiteX3" fmla="*/ 1705858 w 4049201"/>
                <a:gd name="connsiteY3" fmla="*/ 5115658 h 5116242"/>
                <a:gd name="connsiteX4" fmla="*/ 3804 w 4049201"/>
                <a:gd name="connsiteY4" fmla="*/ 2458597 h 5116242"/>
                <a:gd name="connsiteX0" fmla="*/ 8659 w 4054056"/>
                <a:gd name="connsiteY0" fmla="*/ 2458794 h 5116439"/>
                <a:gd name="connsiteX1" fmla="*/ 2293809 w 4054056"/>
                <a:gd name="connsiteY1" fmla="*/ 516 h 5116439"/>
                <a:gd name="connsiteX2" fmla="*/ 4048873 w 4054056"/>
                <a:gd name="connsiteY2" fmla="*/ 2525055 h 5116439"/>
                <a:gd name="connsiteX3" fmla="*/ 1710713 w 4054056"/>
                <a:gd name="connsiteY3" fmla="*/ 5115855 h 5116439"/>
                <a:gd name="connsiteX4" fmla="*/ 8659 w 4054056"/>
                <a:gd name="connsiteY4" fmla="*/ 2458794 h 5116439"/>
                <a:gd name="connsiteX0" fmla="*/ 7981 w 4053378"/>
                <a:gd name="connsiteY0" fmla="*/ 2458794 h 5115980"/>
                <a:gd name="connsiteX1" fmla="*/ 2293131 w 4053378"/>
                <a:gd name="connsiteY1" fmla="*/ 516 h 5115980"/>
                <a:gd name="connsiteX2" fmla="*/ 4048195 w 4053378"/>
                <a:gd name="connsiteY2" fmla="*/ 2525055 h 5115980"/>
                <a:gd name="connsiteX3" fmla="*/ 1710035 w 4053378"/>
                <a:gd name="connsiteY3" fmla="*/ 5115855 h 5115980"/>
                <a:gd name="connsiteX4" fmla="*/ 7981 w 4053378"/>
                <a:gd name="connsiteY4" fmla="*/ 2458794 h 5115980"/>
                <a:gd name="connsiteX0" fmla="*/ 19064 w 4064461"/>
                <a:gd name="connsiteY0" fmla="*/ 2458794 h 5127903"/>
                <a:gd name="connsiteX1" fmla="*/ 2304214 w 4064461"/>
                <a:gd name="connsiteY1" fmla="*/ 516 h 5127903"/>
                <a:gd name="connsiteX2" fmla="*/ 4059278 w 4064461"/>
                <a:gd name="connsiteY2" fmla="*/ 2525055 h 5127903"/>
                <a:gd name="connsiteX3" fmla="*/ 1721118 w 4064461"/>
                <a:gd name="connsiteY3" fmla="*/ 5115855 h 5127903"/>
                <a:gd name="connsiteX4" fmla="*/ 19064 w 4064461"/>
                <a:gd name="connsiteY4" fmla="*/ 2458794 h 5127903"/>
                <a:gd name="connsiteX0" fmla="*/ 19064 w 4064461"/>
                <a:gd name="connsiteY0" fmla="*/ 2458794 h 5127903"/>
                <a:gd name="connsiteX1" fmla="*/ 2304214 w 4064461"/>
                <a:gd name="connsiteY1" fmla="*/ 516 h 5127903"/>
                <a:gd name="connsiteX2" fmla="*/ 4059278 w 4064461"/>
                <a:gd name="connsiteY2" fmla="*/ 2525055 h 5127903"/>
                <a:gd name="connsiteX3" fmla="*/ 1721118 w 4064461"/>
                <a:gd name="connsiteY3" fmla="*/ 5115855 h 5127903"/>
                <a:gd name="connsiteX4" fmla="*/ 19064 w 4064461"/>
                <a:gd name="connsiteY4" fmla="*/ 2458794 h 5127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4461" h="5127903">
                  <a:moveTo>
                    <a:pt x="19064" y="2458794"/>
                  </a:moveTo>
                  <a:cubicBezTo>
                    <a:pt x="129500" y="135247"/>
                    <a:pt x="1630845" y="-10527"/>
                    <a:pt x="2304214" y="516"/>
                  </a:cubicBezTo>
                  <a:cubicBezTo>
                    <a:pt x="2977583" y="11559"/>
                    <a:pt x="4152043" y="998269"/>
                    <a:pt x="4059278" y="2525055"/>
                  </a:cubicBezTo>
                  <a:cubicBezTo>
                    <a:pt x="3953261" y="4383144"/>
                    <a:pt x="3189619" y="5020881"/>
                    <a:pt x="1721118" y="5115855"/>
                  </a:cubicBezTo>
                  <a:cubicBezTo>
                    <a:pt x="252617" y="5210829"/>
                    <a:pt x="-91372" y="4782341"/>
                    <a:pt x="19064" y="2458794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7">
              <a:extLst>
                <a:ext uri="{FF2B5EF4-FFF2-40B4-BE49-F238E27FC236}">
                  <a16:creationId xmlns:a16="http://schemas.microsoft.com/office/drawing/2014/main" id="{A5FF29BF-C009-DFBA-25B5-A295B237A92C}"/>
                </a:ext>
              </a:extLst>
            </p:cNvPr>
            <p:cNvSpPr/>
            <p:nvPr/>
          </p:nvSpPr>
          <p:spPr>
            <a:xfrm>
              <a:off x="6090654" y="1038455"/>
              <a:ext cx="319671" cy="323620"/>
            </a:xfrm>
            <a:custGeom>
              <a:avLst/>
              <a:gdLst>
                <a:gd name="connsiteX0" fmla="*/ 0 w 219659"/>
                <a:gd name="connsiteY0" fmla="*/ 0 h 137882"/>
                <a:gd name="connsiteX1" fmla="*/ 219659 w 219659"/>
                <a:gd name="connsiteY1" fmla="*/ 0 h 137882"/>
                <a:gd name="connsiteX2" fmla="*/ 219659 w 219659"/>
                <a:gd name="connsiteY2" fmla="*/ 137882 h 137882"/>
                <a:gd name="connsiteX3" fmla="*/ 0 w 219659"/>
                <a:gd name="connsiteY3" fmla="*/ 137882 h 137882"/>
                <a:gd name="connsiteX4" fmla="*/ 0 w 219659"/>
                <a:gd name="connsiteY4" fmla="*/ 0 h 137882"/>
                <a:gd name="connsiteX0" fmla="*/ 0 w 276809"/>
                <a:gd name="connsiteY0" fmla="*/ 0 h 299807"/>
                <a:gd name="connsiteX1" fmla="*/ 219659 w 276809"/>
                <a:gd name="connsiteY1" fmla="*/ 0 h 299807"/>
                <a:gd name="connsiteX2" fmla="*/ 276809 w 276809"/>
                <a:gd name="connsiteY2" fmla="*/ 299807 h 299807"/>
                <a:gd name="connsiteX3" fmla="*/ 0 w 276809"/>
                <a:gd name="connsiteY3" fmla="*/ 137882 h 299807"/>
                <a:gd name="connsiteX4" fmla="*/ 0 w 276809"/>
                <a:gd name="connsiteY4" fmla="*/ 0 h 299807"/>
                <a:gd name="connsiteX0" fmla="*/ 0 w 310146"/>
                <a:gd name="connsiteY0" fmla="*/ 0 h 299807"/>
                <a:gd name="connsiteX1" fmla="*/ 310146 w 310146"/>
                <a:gd name="connsiteY1" fmla="*/ 219075 h 299807"/>
                <a:gd name="connsiteX2" fmla="*/ 276809 w 310146"/>
                <a:gd name="connsiteY2" fmla="*/ 299807 h 299807"/>
                <a:gd name="connsiteX3" fmla="*/ 0 w 310146"/>
                <a:gd name="connsiteY3" fmla="*/ 137882 h 299807"/>
                <a:gd name="connsiteX4" fmla="*/ 0 w 310146"/>
                <a:gd name="connsiteY4" fmla="*/ 0 h 299807"/>
                <a:gd name="connsiteX0" fmla="*/ 0 w 324434"/>
                <a:gd name="connsiteY0" fmla="*/ 0 h 323620"/>
                <a:gd name="connsiteX1" fmla="*/ 324434 w 324434"/>
                <a:gd name="connsiteY1" fmla="*/ 242888 h 323620"/>
                <a:gd name="connsiteX2" fmla="*/ 291097 w 324434"/>
                <a:gd name="connsiteY2" fmla="*/ 323620 h 323620"/>
                <a:gd name="connsiteX3" fmla="*/ 14288 w 324434"/>
                <a:gd name="connsiteY3" fmla="*/ 161695 h 323620"/>
                <a:gd name="connsiteX4" fmla="*/ 0 w 324434"/>
                <a:gd name="connsiteY4" fmla="*/ 0 h 323620"/>
                <a:gd name="connsiteX0" fmla="*/ 0 w 324434"/>
                <a:gd name="connsiteY0" fmla="*/ 0 h 323620"/>
                <a:gd name="connsiteX1" fmla="*/ 324434 w 324434"/>
                <a:gd name="connsiteY1" fmla="*/ 242888 h 323620"/>
                <a:gd name="connsiteX2" fmla="*/ 291097 w 324434"/>
                <a:gd name="connsiteY2" fmla="*/ 323620 h 323620"/>
                <a:gd name="connsiteX3" fmla="*/ 14288 w 324434"/>
                <a:gd name="connsiteY3" fmla="*/ 161695 h 323620"/>
                <a:gd name="connsiteX4" fmla="*/ 0 w 324434"/>
                <a:gd name="connsiteY4" fmla="*/ 0 h 323620"/>
                <a:gd name="connsiteX0" fmla="*/ 0 w 305384"/>
                <a:gd name="connsiteY0" fmla="*/ 0 h 323620"/>
                <a:gd name="connsiteX1" fmla="*/ 305384 w 305384"/>
                <a:gd name="connsiteY1" fmla="*/ 280988 h 323620"/>
                <a:gd name="connsiteX2" fmla="*/ 291097 w 305384"/>
                <a:gd name="connsiteY2" fmla="*/ 323620 h 323620"/>
                <a:gd name="connsiteX3" fmla="*/ 14288 w 305384"/>
                <a:gd name="connsiteY3" fmla="*/ 161695 h 323620"/>
                <a:gd name="connsiteX4" fmla="*/ 0 w 305384"/>
                <a:gd name="connsiteY4" fmla="*/ 0 h 323620"/>
                <a:gd name="connsiteX0" fmla="*/ 0 w 305384"/>
                <a:gd name="connsiteY0" fmla="*/ 0 h 323620"/>
                <a:gd name="connsiteX1" fmla="*/ 305384 w 305384"/>
                <a:gd name="connsiteY1" fmla="*/ 280988 h 323620"/>
                <a:gd name="connsiteX2" fmla="*/ 291097 w 305384"/>
                <a:gd name="connsiteY2" fmla="*/ 323620 h 323620"/>
                <a:gd name="connsiteX3" fmla="*/ 14288 w 305384"/>
                <a:gd name="connsiteY3" fmla="*/ 161695 h 323620"/>
                <a:gd name="connsiteX4" fmla="*/ 0 w 305384"/>
                <a:gd name="connsiteY4" fmla="*/ 0 h 323620"/>
                <a:gd name="connsiteX0" fmla="*/ 14287 w 319671"/>
                <a:gd name="connsiteY0" fmla="*/ 0 h 323620"/>
                <a:gd name="connsiteX1" fmla="*/ 319671 w 319671"/>
                <a:gd name="connsiteY1" fmla="*/ 280988 h 323620"/>
                <a:gd name="connsiteX2" fmla="*/ 305384 w 319671"/>
                <a:gd name="connsiteY2" fmla="*/ 323620 h 323620"/>
                <a:gd name="connsiteX3" fmla="*/ 0 w 319671"/>
                <a:gd name="connsiteY3" fmla="*/ 61683 h 323620"/>
                <a:gd name="connsiteX4" fmla="*/ 14287 w 319671"/>
                <a:gd name="connsiteY4" fmla="*/ 0 h 323620"/>
                <a:gd name="connsiteX0" fmla="*/ 14287 w 319671"/>
                <a:gd name="connsiteY0" fmla="*/ 0 h 323620"/>
                <a:gd name="connsiteX1" fmla="*/ 319671 w 319671"/>
                <a:gd name="connsiteY1" fmla="*/ 280988 h 323620"/>
                <a:gd name="connsiteX2" fmla="*/ 305384 w 319671"/>
                <a:gd name="connsiteY2" fmla="*/ 323620 h 323620"/>
                <a:gd name="connsiteX3" fmla="*/ 0 w 319671"/>
                <a:gd name="connsiteY3" fmla="*/ 61683 h 323620"/>
                <a:gd name="connsiteX4" fmla="*/ 14287 w 319671"/>
                <a:gd name="connsiteY4" fmla="*/ 0 h 323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671" h="323620">
                  <a:moveTo>
                    <a:pt x="14287" y="0"/>
                  </a:moveTo>
                  <a:cubicBezTo>
                    <a:pt x="141482" y="52388"/>
                    <a:pt x="278201" y="190500"/>
                    <a:pt x="319671" y="280988"/>
                  </a:cubicBezTo>
                  <a:lnTo>
                    <a:pt x="305384" y="323620"/>
                  </a:lnTo>
                  <a:cubicBezTo>
                    <a:pt x="203589" y="236308"/>
                    <a:pt x="211332" y="106132"/>
                    <a:pt x="0" y="61683"/>
                  </a:cubicBezTo>
                  <a:lnTo>
                    <a:pt x="14287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237A5E3B-E13B-0DA7-8C34-1DD62DF67DA4}"/>
                </a:ext>
              </a:extLst>
            </p:cNvPr>
            <p:cNvSpPr/>
            <p:nvPr/>
          </p:nvSpPr>
          <p:spPr>
            <a:xfrm>
              <a:off x="3995823" y="317123"/>
              <a:ext cx="2218421" cy="1457702"/>
            </a:xfrm>
            <a:custGeom>
              <a:avLst/>
              <a:gdLst>
                <a:gd name="connsiteX0" fmla="*/ 0 w 174673"/>
                <a:gd name="connsiteY0" fmla="*/ 0 h 777560"/>
                <a:gd name="connsiteX1" fmla="*/ 174673 w 174673"/>
                <a:gd name="connsiteY1" fmla="*/ 0 h 777560"/>
                <a:gd name="connsiteX2" fmla="*/ 174673 w 174673"/>
                <a:gd name="connsiteY2" fmla="*/ 777560 h 777560"/>
                <a:gd name="connsiteX3" fmla="*/ 0 w 174673"/>
                <a:gd name="connsiteY3" fmla="*/ 777560 h 777560"/>
                <a:gd name="connsiteX4" fmla="*/ 0 w 174673"/>
                <a:gd name="connsiteY4" fmla="*/ 0 h 777560"/>
                <a:gd name="connsiteX0" fmla="*/ 0 w 593773"/>
                <a:gd name="connsiteY0" fmla="*/ 0 h 777560"/>
                <a:gd name="connsiteX1" fmla="*/ 593773 w 593773"/>
                <a:gd name="connsiteY1" fmla="*/ 261937 h 777560"/>
                <a:gd name="connsiteX2" fmla="*/ 174673 w 593773"/>
                <a:gd name="connsiteY2" fmla="*/ 777560 h 777560"/>
                <a:gd name="connsiteX3" fmla="*/ 0 w 593773"/>
                <a:gd name="connsiteY3" fmla="*/ 777560 h 777560"/>
                <a:gd name="connsiteX4" fmla="*/ 0 w 593773"/>
                <a:gd name="connsiteY4" fmla="*/ 0 h 777560"/>
                <a:gd name="connsiteX0" fmla="*/ 0 w 2155873"/>
                <a:gd name="connsiteY0" fmla="*/ 566738 h 566738"/>
                <a:gd name="connsiteX1" fmla="*/ 2155873 w 2155873"/>
                <a:gd name="connsiteY1" fmla="*/ 0 h 566738"/>
                <a:gd name="connsiteX2" fmla="*/ 1736773 w 2155873"/>
                <a:gd name="connsiteY2" fmla="*/ 515623 h 566738"/>
                <a:gd name="connsiteX3" fmla="*/ 1562100 w 2155873"/>
                <a:gd name="connsiteY3" fmla="*/ 515623 h 566738"/>
                <a:gd name="connsiteX4" fmla="*/ 0 w 2155873"/>
                <a:gd name="connsiteY4" fmla="*/ 566738 h 566738"/>
                <a:gd name="connsiteX0" fmla="*/ 0 w 2155873"/>
                <a:gd name="connsiteY0" fmla="*/ 566738 h 566738"/>
                <a:gd name="connsiteX1" fmla="*/ 2155873 w 2155873"/>
                <a:gd name="connsiteY1" fmla="*/ 0 h 566738"/>
                <a:gd name="connsiteX2" fmla="*/ 2060623 w 2155873"/>
                <a:gd name="connsiteY2" fmla="*/ 258448 h 566738"/>
                <a:gd name="connsiteX3" fmla="*/ 1562100 w 2155873"/>
                <a:gd name="connsiteY3" fmla="*/ 515623 h 566738"/>
                <a:gd name="connsiteX4" fmla="*/ 0 w 2155873"/>
                <a:gd name="connsiteY4" fmla="*/ 566738 h 566738"/>
                <a:gd name="connsiteX0" fmla="*/ 0 w 2155873"/>
                <a:gd name="connsiteY0" fmla="*/ 566738 h 566738"/>
                <a:gd name="connsiteX1" fmla="*/ 2155873 w 2155873"/>
                <a:gd name="connsiteY1" fmla="*/ 0 h 566738"/>
                <a:gd name="connsiteX2" fmla="*/ 1562100 w 2155873"/>
                <a:gd name="connsiteY2" fmla="*/ 515623 h 566738"/>
                <a:gd name="connsiteX3" fmla="*/ 0 w 2155873"/>
                <a:gd name="connsiteY3" fmla="*/ 566738 h 566738"/>
                <a:gd name="connsiteX0" fmla="*/ 0 w 2155873"/>
                <a:gd name="connsiteY0" fmla="*/ 642116 h 642116"/>
                <a:gd name="connsiteX1" fmla="*/ 2155873 w 2155873"/>
                <a:gd name="connsiteY1" fmla="*/ 75378 h 642116"/>
                <a:gd name="connsiteX2" fmla="*/ 1562100 w 2155873"/>
                <a:gd name="connsiteY2" fmla="*/ 591001 h 642116"/>
                <a:gd name="connsiteX3" fmla="*/ 0 w 2155873"/>
                <a:gd name="connsiteY3" fmla="*/ 642116 h 642116"/>
                <a:gd name="connsiteX0" fmla="*/ 0 w 2155873"/>
                <a:gd name="connsiteY0" fmla="*/ 642116 h 642116"/>
                <a:gd name="connsiteX1" fmla="*/ 2155873 w 2155873"/>
                <a:gd name="connsiteY1" fmla="*/ 75378 h 642116"/>
                <a:gd name="connsiteX2" fmla="*/ 0 w 2155873"/>
                <a:gd name="connsiteY2" fmla="*/ 642116 h 642116"/>
                <a:gd name="connsiteX0" fmla="*/ 0 w 2155873"/>
                <a:gd name="connsiteY0" fmla="*/ 642116 h 802374"/>
                <a:gd name="connsiteX1" fmla="*/ 2155873 w 2155873"/>
                <a:gd name="connsiteY1" fmla="*/ 75378 h 802374"/>
                <a:gd name="connsiteX2" fmla="*/ 0 w 2155873"/>
                <a:gd name="connsiteY2" fmla="*/ 642116 h 802374"/>
                <a:gd name="connsiteX0" fmla="*/ 0 w 2174555"/>
                <a:gd name="connsiteY0" fmla="*/ 1088469 h 1248727"/>
                <a:gd name="connsiteX1" fmla="*/ 2155873 w 2174555"/>
                <a:gd name="connsiteY1" fmla="*/ 521731 h 1248727"/>
                <a:gd name="connsiteX2" fmla="*/ 0 w 2174555"/>
                <a:gd name="connsiteY2" fmla="*/ 1088469 h 1248727"/>
                <a:gd name="connsiteX0" fmla="*/ 0 w 2169403"/>
                <a:gd name="connsiteY0" fmla="*/ 1268070 h 1428328"/>
                <a:gd name="connsiteX1" fmla="*/ 2155873 w 2169403"/>
                <a:gd name="connsiteY1" fmla="*/ 701332 h 1428328"/>
                <a:gd name="connsiteX2" fmla="*/ 0 w 2169403"/>
                <a:gd name="connsiteY2" fmla="*/ 1268070 h 1428328"/>
                <a:gd name="connsiteX0" fmla="*/ 0 w 2220344"/>
                <a:gd name="connsiteY0" fmla="*/ 1268070 h 1455304"/>
                <a:gd name="connsiteX1" fmla="*/ 2155873 w 2220344"/>
                <a:gd name="connsiteY1" fmla="*/ 701332 h 1455304"/>
                <a:gd name="connsiteX2" fmla="*/ 0 w 2220344"/>
                <a:gd name="connsiteY2" fmla="*/ 1268070 h 1455304"/>
                <a:gd name="connsiteX0" fmla="*/ 0 w 2220344"/>
                <a:gd name="connsiteY0" fmla="*/ 1266175 h 1453409"/>
                <a:gd name="connsiteX1" fmla="*/ 2155873 w 2220344"/>
                <a:gd name="connsiteY1" fmla="*/ 699437 h 1453409"/>
                <a:gd name="connsiteX2" fmla="*/ 0 w 2220344"/>
                <a:gd name="connsiteY2" fmla="*/ 1266175 h 1453409"/>
                <a:gd name="connsiteX0" fmla="*/ 0 w 2218421"/>
                <a:gd name="connsiteY0" fmla="*/ 1266175 h 1462060"/>
                <a:gd name="connsiteX1" fmla="*/ 2155873 w 2218421"/>
                <a:gd name="connsiteY1" fmla="*/ 699437 h 1462060"/>
                <a:gd name="connsiteX2" fmla="*/ 0 w 2218421"/>
                <a:gd name="connsiteY2" fmla="*/ 1266175 h 1462060"/>
                <a:gd name="connsiteX0" fmla="*/ 129534 w 2347955"/>
                <a:gd name="connsiteY0" fmla="*/ 596061 h 791946"/>
                <a:gd name="connsiteX1" fmla="*/ 491657 w 2347955"/>
                <a:gd name="connsiteY1" fmla="*/ 150870 h 791946"/>
                <a:gd name="connsiteX2" fmla="*/ 2285407 w 2347955"/>
                <a:gd name="connsiteY2" fmla="*/ 29323 h 791946"/>
                <a:gd name="connsiteX3" fmla="*/ 129534 w 2347955"/>
                <a:gd name="connsiteY3" fmla="*/ 596061 h 791946"/>
                <a:gd name="connsiteX0" fmla="*/ 0 w 2218421"/>
                <a:gd name="connsiteY0" fmla="*/ 596061 h 791946"/>
                <a:gd name="connsiteX1" fmla="*/ 362123 w 2218421"/>
                <a:gd name="connsiteY1" fmla="*/ 150870 h 791946"/>
                <a:gd name="connsiteX2" fmla="*/ 2155873 w 2218421"/>
                <a:gd name="connsiteY2" fmla="*/ 29323 h 791946"/>
                <a:gd name="connsiteX3" fmla="*/ 0 w 2218421"/>
                <a:gd name="connsiteY3" fmla="*/ 596061 h 791946"/>
                <a:gd name="connsiteX0" fmla="*/ 0 w 2218421"/>
                <a:gd name="connsiteY0" fmla="*/ 596061 h 791946"/>
                <a:gd name="connsiteX1" fmla="*/ 362123 w 2218421"/>
                <a:gd name="connsiteY1" fmla="*/ 150870 h 791946"/>
                <a:gd name="connsiteX2" fmla="*/ 2155873 w 2218421"/>
                <a:gd name="connsiteY2" fmla="*/ 29323 h 791946"/>
                <a:gd name="connsiteX3" fmla="*/ 0 w 2218421"/>
                <a:gd name="connsiteY3" fmla="*/ 596061 h 791946"/>
                <a:gd name="connsiteX0" fmla="*/ 0 w 2218421"/>
                <a:gd name="connsiteY0" fmla="*/ 594214 h 790099"/>
                <a:gd name="connsiteX1" fmla="*/ 393873 w 2218421"/>
                <a:gd name="connsiteY1" fmla="*/ 161723 h 790099"/>
                <a:gd name="connsiteX2" fmla="*/ 2155873 w 2218421"/>
                <a:gd name="connsiteY2" fmla="*/ 27476 h 790099"/>
                <a:gd name="connsiteX3" fmla="*/ 0 w 2218421"/>
                <a:gd name="connsiteY3" fmla="*/ 594214 h 790099"/>
                <a:gd name="connsiteX0" fmla="*/ 0 w 2218421"/>
                <a:gd name="connsiteY0" fmla="*/ 594214 h 790099"/>
                <a:gd name="connsiteX1" fmla="*/ 393873 w 2218421"/>
                <a:gd name="connsiteY1" fmla="*/ 161723 h 790099"/>
                <a:gd name="connsiteX2" fmla="*/ 2155873 w 2218421"/>
                <a:gd name="connsiteY2" fmla="*/ 27476 h 790099"/>
                <a:gd name="connsiteX3" fmla="*/ 0 w 2218421"/>
                <a:gd name="connsiteY3" fmla="*/ 594214 h 790099"/>
                <a:gd name="connsiteX0" fmla="*/ 0 w 2218421"/>
                <a:gd name="connsiteY0" fmla="*/ 954225 h 1150110"/>
                <a:gd name="connsiteX1" fmla="*/ 393873 w 2218421"/>
                <a:gd name="connsiteY1" fmla="*/ 521734 h 1150110"/>
                <a:gd name="connsiteX2" fmla="*/ 2155873 w 2218421"/>
                <a:gd name="connsiteY2" fmla="*/ 387487 h 1150110"/>
                <a:gd name="connsiteX3" fmla="*/ 0 w 2218421"/>
                <a:gd name="connsiteY3" fmla="*/ 954225 h 1150110"/>
                <a:gd name="connsiteX0" fmla="*/ 0 w 2218421"/>
                <a:gd name="connsiteY0" fmla="*/ 1159259 h 1355144"/>
                <a:gd name="connsiteX1" fmla="*/ 393873 w 2218421"/>
                <a:gd name="connsiteY1" fmla="*/ 726768 h 1355144"/>
                <a:gd name="connsiteX2" fmla="*/ 2155873 w 2218421"/>
                <a:gd name="connsiteY2" fmla="*/ 592521 h 1355144"/>
                <a:gd name="connsiteX3" fmla="*/ 0 w 2218421"/>
                <a:gd name="connsiteY3" fmla="*/ 1159259 h 1355144"/>
                <a:gd name="connsiteX0" fmla="*/ 0 w 2218421"/>
                <a:gd name="connsiteY0" fmla="*/ 1268894 h 1464779"/>
                <a:gd name="connsiteX1" fmla="*/ 393873 w 2218421"/>
                <a:gd name="connsiteY1" fmla="*/ 836403 h 1464779"/>
                <a:gd name="connsiteX2" fmla="*/ 2155873 w 2218421"/>
                <a:gd name="connsiteY2" fmla="*/ 702156 h 1464779"/>
                <a:gd name="connsiteX3" fmla="*/ 0 w 2218421"/>
                <a:gd name="connsiteY3" fmla="*/ 1268894 h 1464779"/>
                <a:gd name="connsiteX0" fmla="*/ 0 w 2218421"/>
                <a:gd name="connsiteY0" fmla="*/ 1261817 h 1457702"/>
                <a:gd name="connsiteX1" fmla="*/ 412923 w 2218421"/>
                <a:gd name="connsiteY1" fmla="*/ 842026 h 1457702"/>
                <a:gd name="connsiteX2" fmla="*/ 2155873 w 2218421"/>
                <a:gd name="connsiteY2" fmla="*/ 695079 h 1457702"/>
                <a:gd name="connsiteX3" fmla="*/ 0 w 2218421"/>
                <a:gd name="connsiteY3" fmla="*/ 1261817 h 1457702"/>
                <a:gd name="connsiteX0" fmla="*/ 0 w 2218421"/>
                <a:gd name="connsiteY0" fmla="*/ 1261817 h 1457702"/>
                <a:gd name="connsiteX1" fmla="*/ 412923 w 2218421"/>
                <a:gd name="connsiteY1" fmla="*/ 842026 h 1457702"/>
                <a:gd name="connsiteX2" fmla="*/ 2155873 w 2218421"/>
                <a:gd name="connsiteY2" fmla="*/ 695079 h 1457702"/>
                <a:gd name="connsiteX3" fmla="*/ 0 w 2218421"/>
                <a:gd name="connsiteY3" fmla="*/ 1261817 h 1457702"/>
                <a:gd name="connsiteX0" fmla="*/ 0 w 2218421"/>
                <a:gd name="connsiteY0" fmla="*/ 1261817 h 1457702"/>
                <a:gd name="connsiteX1" fmla="*/ 412923 w 2218421"/>
                <a:gd name="connsiteY1" fmla="*/ 842026 h 1457702"/>
                <a:gd name="connsiteX2" fmla="*/ 2155873 w 2218421"/>
                <a:gd name="connsiteY2" fmla="*/ 695079 h 1457702"/>
                <a:gd name="connsiteX3" fmla="*/ 0 w 2218421"/>
                <a:gd name="connsiteY3" fmla="*/ 1261817 h 145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8421" h="1457702">
                  <a:moveTo>
                    <a:pt x="0" y="1261817"/>
                  </a:moveTo>
                  <a:cubicBezTo>
                    <a:pt x="253216" y="1047953"/>
                    <a:pt x="323237" y="1001086"/>
                    <a:pt x="412923" y="842026"/>
                  </a:cubicBezTo>
                  <a:cubicBezTo>
                    <a:pt x="1019885" y="-477980"/>
                    <a:pt x="2427157" y="-22954"/>
                    <a:pt x="2155873" y="695079"/>
                  </a:cubicBezTo>
                  <a:cubicBezTo>
                    <a:pt x="2304024" y="1150692"/>
                    <a:pt x="2385499" y="1782517"/>
                    <a:pt x="0" y="1261817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5D87278-1A2A-9AB5-605E-B40D8AAAD441}"/>
                </a:ext>
              </a:extLst>
            </p:cNvPr>
            <p:cNvSpPr/>
            <p:nvPr/>
          </p:nvSpPr>
          <p:spPr>
            <a:xfrm>
              <a:off x="4005884" y="981999"/>
              <a:ext cx="2145195" cy="593905"/>
            </a:xfrm>
            <a:custGeom>
              <a:avLst/>
              <a:gdLst>
                <a:gd name="connsiteX0" fmla="*/ 2107095 w 2107095"/>
                <a:gd name="connsiteY0" fmla="*/ 0 h 490330"/>
                <a:gd name="connsiteX1" fmla="*/ 0 w 2107095"/>
                <a:gd name="connsiteY1" fmla="*/ 490330 h 490330"/>
                <a:gd name="connsiteX2" fmla="*/ 0 w 2107095"/>
                <a:gd name="connsiteY2" fmla="*/ 490330 h 490330"/>
                <a:gd name="connsiteX3" fmla="*/ 0 w 2107095"/>
                <a:gd name="connsiteY3" fmla="*/ 490330 h 490330"/>
                <a:gd name="connsiteX0" fmla="*/ 2113445 w 2113445"/>
                <a:gd name="connsiteY0" fmla="*/ 0 h 518905"/>
                <a:gd name="connsiteX1" fmla="*/ 6350 w 2113445"/>
                <a:gd name="connsiteY1" fmla="*/ 490330 h 518905"/>
                <a:gd name="connsiteX2" fmla="*/ 6350 w 2113445"/>
                <a:gd name="connsiteY2" fmla="*/ 490330 h 518905"/>
                <a:gd name="connsiteX3" fmla="*/ 0 w 2113445"/>
                <a:gd name="connsiteY3" fmla="*/ 518905 h 518905"/>
                <a:gd name="connsiteX0" fmla="*/ 2107095 w 2107095"/>
                <a:gd name="connsiteY0" fmla="*/ 0 h 490330"/>
                <a:gd name="connsiteX1" fmla="*/ 0 w 2107095"/>
                <a:gd name="connsiteY1" fmla="*/ 490330 h 490330"/>
                <a:gd name="connsiteX2" fmla="*/ 0 w 2107095"/>
                <a:gd name="connsiteY2" fmla="*/ 490330 h 490330"/>
                <a:gd name="connsiteX0" fmla="*/ 2113445 w 2113445"/>
                <a:gd name="connsiteY0" fmla="*/ 0 h 512555"/>
                <a:gd name="connsiteX1" fmla="*/ 6350 w 2113445"/>
                <a:gd name="connsiteY1" fmla="*/ 490330 h 512555"/>
                <a:gd name="connsiteX2" fmla="*/ 0 w 2113445"/>
                <a:gd name="connsiteY2" fmla="*/ 512555 h 512555"/>
                <a:gd name="connsiteX0" fmla="*/ 2107095 w 2107095"/>
                <a:gd name="connsiteY0" fmla="*/ 0 h 490330"/>
                <a:gd name="connsiteX1" fmla="*/ 0 w 2107095"/>
                <a:gd name="connsiteY1" fmla="*/ 490330 h 490330"/>
                <a:gd name="connsiteX0" fmla="*/ 2116620 w 2116620"/>
                <a:gd name="connsiteY0" fmla="*/ 0 h 522080"/>
                <a:gd name="connsiteX1" fmla="*/ 0 w 2116620"/>
                <a:gd name="connsiteY1" fmla="*/ 522080 h 522080"/>
                <a:gd name="connsiteX0" fmla="*/ 2116620 w 2116620"/>
                <a:gd name="connsiteY0" fmla="*/ 0 h 515730"/>
                <a:gd name="connsiteX1" fmla="*/ 0 w 2116620"/>
                <a:gd name="connsiteY1" fmla="*/ 515730 h 515730"/>
                <a:gd name="connsiteX0" fmla="*/ 2138845 w 2138845"/>
                <a:gd name="connsiteY0" fmla="*/ 0 h 560180"/>
                <a:gd name="connsiteX1" fmla="*/ 0 w 2138845"/>
                <a:gd name="connsiteY1" fmla="*/ 560180 h 560180"/>
                <a:gd name="connsiteX0" fmla="*/ 2138845 w 2138845"/>
                <a:gd name="connsiteY0" fmla="*/ 14224 h 574404"/>
                <a:gd name="connsiteX1" fmla="*/ 0 w 2138845"/>
                <a:gd name="connsiteY1" fmla="*/ 574404 h 574404"/>
                <a:gd name="connsiteX0" fmla="*/ 2138845 w 2138845"/>
                <a:gd name="connsiteY0" fmla="*/ 12317 h 572497"/>
                <a:gd name="connsiteX1" fmla="*/ 0 w 2138845"/>
                <a:gd name="connsiteY1" fmla="*/ 572497 h 572497"/>
                <a:gd name="connsiteX0" fmla="*/ 2145195 w 2145195"/>
                <a:gd name="connsiteY0" fmla="*/ 12378 h 569383"/>
                <a:gd name="connsiteX1" fmla="*/ 0 w 2145195"/>
                <a:gd name="connsiteY1" fmla="*/ 569383 h 569383"/>
                <a:gd name="connsiteX0" fmla="*/ 2145195 w 2145195"/>
                <a:gd name="connsiteY0" fmla="*/ 38689 h 595694"/>
                <a:gd name="connsiteX1" fmla="*/ 0 w 2145195"/>
                <a:gd name="connsiteY1" fmla="*/ 595694 h 595694"/>
                <a:gd name="connsiteX0" fmla="*/ 2145195 w 2145195"/>
                <a:gd name="connsiteY0" fmla="*/ 36900 h 593905"/>
                <a:gd name="connsiteX1" fmla="*/ 0 w 2145195"/>
                <a:gd name="connsiteY1" fmla="*/ 593905 h 593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45195" h="593905">
                  <a:moveTo>
                    <a:pt x="2145195" y="36900"/>
                  </a:moveTo>
                  <a:cubicBezTo>
                    <a:pt x="1187772" y="-166898"/>
                    <a:pt x="620873" y="537353"/>
                    <a:pt x="0" y="593905"/>
                  </a:cubicBez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08F3DF8A-53F0-423C-D8FD-C9C2CADE1ECF}"/>
                </a:ext>
              </a:extLst>
            </p:cNvPr>
            <p:cNvSpPr/>
            <p:nvPr/>
          </p:nvSpPr>
          <p:spPr>
            <a:xfrm rot="1571539">
              <a:off x="6328021" y="945917"/>
              <a:ext cx="326393" cy="705986"/>
            </a:xfrm>
            <a:custGeom>
              <a:avLst/>
              <a:gdLst>
                <a:gd name="connsiteX0" fmla="*/ 0 w 138494"/>
                <a:gd name="connsiteY0" fmla="*/ 0 h 615620"/>
                <a:gd name="connsiteX1" fmla="*/ 138494 w 138494"/>
                <a:gd name="connsiteY1" fmla="*/ 0 h 615620"/>
                <a:gd name="connsiteX2" fmla="*/ 138494 w 138494"/>
                <a:gd name="connsiteY2" fmla="*/ 615620 h 615620"/>
                <a:gd name="connsiteX3" fmla="*/ 0 w 138494"/>
                <a:gd name="connsiteY3" fmla="*/ 615620 h 615620"/>
                <a:gd name="connsiteX4" fmla="*/ 0 w 138494"/>
                <a:gd name="connsiteY4" fmla="*/ 0 h 615620"/>
                <a:gd name="connsiteX0" fmla="*/ 0 w 236507"/>
                <a:gd name="connsiteY0" fmla="*/ 0 h 615620"/>
                <a:gd name="connsiteX1" fmla="*/ 138494 w 236507"/>
                <a:gd name="connsiteY1" fmla="*/ 0 h 615620"/>
                <a:gd name="connsiteX2" fmla="*/ 236507 w 236507"/>
                <a:gd name="connsiteY2" fmla="*/ 609868 h 615620"/>
                <a:gd name="connsiteX3" fmla="*/ 0 w 236507"/>
                <a:gd name="connsiteY3" fmla="*/ 615620 h 615620"/>
                <a:gd name="connsiteX4" fmla="*/ 0 w 236507"/>
                <a:gd name="connsiteY4" fmla="*/ 0 h 615620"/>
                <a:gd name="connsiteX0" fmla="*/ 0 w 236507"/>
                <a:gd name="connsiteY0" fmla="*/ 0 h 709913"/>
                <a:gd name="connsiteX1" fmla="*/ 138494 w 236507"/>
                <a:gd name="connsiteY1" fmla="*/ 0 h 709913"/>
                <a:gd name="connsiteX2" fmla="*/ 236507 w 236507"/>
                <a:gd name="connsiteY2" fmla="*/ 609868 h 709913"/>
                <a:gd name="connsiteX3" fmla="*/ 88843 w 236507"/>
                <a:gd name="connsiteY3" fmla="*/ 709913 h 709913"/>
                <a:gd name="connsiteX4" fmla="*/ 0 w 236507"/>
                <a:gd name="connsiteY4" fmla="*/ 0 h 709913"/>
                <a:gd name="connsiteX0" fmla="*/ 0 w 309017"/>
                <a:gd name="connsiteY0" fmla="*/ 14438 h 709913"/>
                <a:gd name="connsiteX1" fmla="*/ 211004 w 309017"/>
                <a:gd name="connsiteY1" fmla="*/ 0 h 709913"/>
                <a:gd name="connsiteX2" fmla="*/ 309017 w 309017"/>
                <a:gd name="connsiteY2" fmla="*/ 609868 h 709913"/>
                <a:gd name="connsiteX3" fmla="*/ 161353 w 309017"/>
                <a:gd name="connsiteY3" fmla="*/ 709913 h 709913"/>
                <a:gd name="connsiteX4" fmla="*/ 0 w 309017"/>
                <a:gd name="connsiteY4" fmla="*/ 14438 h 709913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705986"/>
                <a:gd name="connsiteX1" fmla="*/ 268176 w 309017"/>
                <a:gd name="connsiteY1" fmla="*/ 37051 h 705986"/>
                <a:gd name="connsiteX2" fmla="*/ 309017 w 309017"/>
                <a:gd name="connsiteY2" fmla="*/ 595430 h 705986"/>
                <a:gd name="connsiteX3" fmla="*/ 139986 w 309017"/>
                <a:gd name="connsiteY3" fmla="*/ 705986 h 705986"/>
                <a:gd name="connsiteX4" fmla="*/ 0 w 309017"/>
                <a:gd name="connsiteY4" fmla="*/ 0 h 705986"/>
                <a:gd name="connsiteX0" fmla="*/ 0 w 309017"/>
                <a:gd name="connsiteY0" fmla="*/ 0 h 705986"/>
                <a:gd name="connsiteX1" fmla="*/ 268176 w 309017"/>
                <a:gd name="connsiteY1" fmla="*/ 37051 h 705986"/>
                <a:gd name="connsiteX2" fmla="*/ 309017 w 309017"/>
                <a:gd name="connsiteY2" fmla="*/ 595430 h 705986"/>
                <a:gd name="connsiteX3" fmla="*/ 139986 w 309017"/>
                <a:gd name="connsiteY3" fmla="*/ 705986 h 705986"/>
                <a:gd name="connsiteX4" fmla="*/ 0 w 309017"/>
                <a:gd name="connsiteY4" fmla="*/ 0 h 705986"/>
                <a:gd name="connsiteX0" fmla="*/ 17376 w 326393"/>
                <a:gd name="connsiteY0" fmla="*/ 0 h 705986"/>
                <a:gd name="connsiteX1" fmla="*/ 285552 w 326393"/>
                <a:gd name="connsiteY1" fmla="*/ 37051 h 705986"/>
                <a:gd name="connsiteX2" fmla="*/ 326393 w 326393"/>
                <a:gd name="connsiteY2" fmla="*/ 595430 h 705986"/>
                <a:gd name="connsiteX3" fmla="*/ 157362 w 326393"/>
                <a:gd name="connsiteY3" fmla="*/ 705986 h 705986"/>
                <a:gd name="connsiteX4" fmla="*/ 17376 w 326393"/>
                <a:gd name="connsiteY4" fmla="*/ 0 h 705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393" h="705986">
                  <a:moveTo>
                    <a:pt x="17376" y="0"/>
                  </a:moveTo>
                  <a:lnTo>
                    <a:pt x="285552" y="37051"/>
                  </a:lnTo>
                  <a:cubicBezTo>
                    <a:pt x="325360" y="125373"/>
                    <a:pt x="142810" y="344301"/>
                    <a:pt x="326393" y="595430"/>
                  </a:cubicBezTo>
                  <a:lnTo>
                    <a:pt x="157362" y="705986"/>
                  </a:lnTo>
                  <a:cubicBezTo>
                    <a:pt x="-29217" y="369641"/>
                    <a:pt x="-10090" y="170949"/>
                    <a:pt x="17376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Oval 4">
              <a:extLst>
                <a:ext uri="{FF2B5EF4-FFF2-40B4-BE49-F238E27FC236}">
                  <a16:creationId xmlns:a16="http://schemas.microsoft.com/office/drawing/2014/main" id="{211D6DAA-B17A-DA50-C6BE-111B8CE88489}"/>
                </a:ext>
              </a:extLst>
            </p:cNvPr>
            <p:cNvSpPr/>
            <p:nvPr/>
          </p:nvSpPr>
          <p:spPr>
            <a:xfrm>
              <a:off x="4965700" y="1441392"/>
              <a:ext cx="4053378" cy="5115980"/>
            </a:xfrm>
            <a:custGeom>
              <a:avLst/>
              <a:gdLst>
                <a:gd name="connsiteX0" fmla="*/ 0 w 3510128"/>
                <a:gd name="connsiteY0" fmla="*/ 2524539 h 5049078"/>
                <a:gd name="connsiteX1" fmla="*/ 1755064 w 3510128"/>
                <a:gd name="connsiteY1" fmla="*/ 0 h 5049078"/>
                <a:gd name="connsiteX2" fmla="*/ 3510128 w 3510128"/>
                <a:gd name="connsiteY2" fmla="*/ 2524539 h 5049078"/>
                <a:gd name="connsiteX3" fmla="*/ 1755064 w 3510128"/>
                <a:gd name="connsiteY3" fmla="*/ 5049078 h 5049078"/>
                <a:gd name="connsiteX4" fmla="*/ 0 w 3510128"/>
                <a:gd name="connsiteY4" fmla="*/ 2524539 h 5049078"/>
                <a:gd name="connsiteX0" fmla="*/ 17370 w 3527498"/>
                <a:gd name="connsiteY0" fmla="*/ 2524539 h 5115339"/>
                <a:gd name="connsiteX1" fmla="*/ 1772434 w 3527498"/>
                <a:gd name="connsiteY1" fmla="*/ 0 h 5115339"/>
                <a:gd name="connsiteX2" fmla="*/ 3527498 w 3527498"/>
                <a:gd name="connsiteY2" fmla="*/ 2524539 h 5115339"/>
                <a:gd name="connsiteX3" fmla="*/ 1189338 w 3527498"/>
                <a:gd name="connsiteY3" fmla="*/ 5115339 h 5115339"/>
                <a:gd name="connsiteX4" fmla="*/ 17370 w 3527498"/>
                <a:gd name="connsiteY4" fmla="*/ 2524539 h 5115339"/>
                <a:gd name="connsiteX0" fmla="*/ 33936 w 3544064"/>
                <a:gd name="connsiteY0" fmla="*/ 2524539 h 5117865"/>
                <a:gd name="connsiteX1" fmla="*/ 1789000 w 3544064"/>
                <a:gd name="connsiteY1" fmla="*/ 0 h 5117865"/>
                <a:gd name="connsiteX2" fmla="*/ 3544064 w 3544064"/>
                <a:gd name="connsiteY2" fmla="*/ 2524539 h 5117865"/>
                <a:gd name="connsiteX3" fmla="*/ 1205904 w 3544064"/>
                <a:gd name="connsiteY3" fmla="*/ 5115339 h 5117865"/>
                <a:gd name="connsiteX4" fmla="*/ 33936 w 3544064"/>
                <a:gd name="connsiteY4" fmla="*/ 2524539 h 5117865"/>
                <a:gd name="connsiteX0" fmla="*/ 6948 w 3517076"/>
                <a:gd name="connsiteY0" fmla="*/ 2524539 h 5255967"/>
                <a:gd name="connsiteX1" fmla="*/ 1762012 w 3517076"/>
                <a:gd name="connsiteY1" fmla="*/ 0 h 5255967"/>
                <a:gd name="connsiteX2" fmla="*/ 3517076 w 3517076"/>
                <a:gd name="connsiteY2" fmla="*/ 2524539 h 5255967"/>
                <a:gd name="connsiteX3" fmla="*/ 1178916 w 3517076"/>
                <a:gd name="connsiteY3" fmla="*/ 5115339 h 5255967"/>
                <a:gd name="connsiteX4" fmla="*/ 6948 w 3517076"/>
                <a:gd name="connsiteY4" fmla="*/ 2524539 h 5255967"/>
                <a:gd name="connsiteX0" fmla="*/ 20750 w 3530878"/>
                <a:gd name="connsiteY0" fmla="*/ 2524539 h 5115634"/>
                <a:gd name="connsiteX1" fmla="*/ 1775814 w 3530878"/>
                <a:gd name="connsiteY1" fmla="*/ 0 h 5115634"/>
                <a:gd name="connsiteX2" fmla="*/ 3530878 w 3530878"/>
                <a:gd name="connsiteY2" fmla="*/ 2524539 h 5115634"/>
                <a:gd name="connsiteX3" fmla="*/ 1192718 w 3530878"/>
                <a:gd name="connsiteY3" fmla="*/ 5115339 h 5115634"/>
                <a:gd name="connsiteX4" fmla="*/ 20750 w 3530878"/>
                <a:gd name="connsiteY4" fmla="*/ 2524539 h 5115634"/>
                <a:gd name="connsiteX0" fmla="*/ 5901 w 4046115"/>
                <a:gd name="connsiteY0" fmla="*/ 2458334 h 5115470"/>
                <a:gd name="connsiteX1" fmla="*/ 2291051 w 4046115"/>
                <a:gd name="connsiteY1" fmla="*/ 56 h 5115470"/>
                <a:gd name="connsiteX2" fmla="*/ 4046115 w 4046115"/>
                <a:gd name="connsiteY2" fmla="*/ 2524595 h 5115470"/>
                <a:gd name="connsiteX3" fmla="*/ 1707955 w 4046115"/>
                <a:gd name="connsiteY3" fmla="*/ 5115395 h 5115470"/>
                <a:gd name="connsiteX4" fmla="*/ 5901 w 4046115"/>
                <a:gd name="connsiteY4" fmla="*/ 2458334 h 5115470"/>
                <a:gd name="connsiteX0" fmla="*/ 3248 w 4043462"/>
                <a:gd name="connsiteY0" fmla="*/ 2458597 h 5115733"/>
                <a:gd name="connsiteX1" fmla="*/ 2288398 w 4043462"/>
                <a:gd name="connsiteY1" fmla="*/ 319 h 5115733"/>
                <a:gd name="connsiteX2" fmla="*/ 4043462 w 4043462"/>
                <a:gd name="connsiteY2" fmla="*/ 2524858 h 5115733"/>
                <a:gd name="connsiteX3" fmla="*/ 1705302 w 4043462"/>
                <a:gd name="connsiteY3" fmla="*/ 5115658 h 5115733"/>
                <a:gd name="connsiteX4" fmla="*/ 3248 w 4043462"/>
                <a:gd name="connsiteY4" fmla="*/ 2458597 h 5115733"/>
                <a:gd name="connsiteX0" fmla="*/ 3248 w 4043462"/>
                <a:gd name="connsiteY0" fmla="*/ 2458597 h 5115783"/>
                <a:gd name="connsiteX1" fmla="*/ 2288398 w 4043462"/>
                <a:gd name="connsiteY1" fmla="*/ 319 h 5115783"/>
                <a:gd name="connsiteX2" fmla="*/ 4043462 w 4043462"/>
                <a:gd name="connsiteY2" fmla="*/ 2524858 h 5115783"/>
                <a:gd name="connsiteX3" fmla="*/ 1705302 w 4043462"/>
                <a:gd name="connsiteY3" fmla="*/ 5115658 h 5115783"/>
                <a:gd name="connsiteX4" fmla="*/ 3248 w 4043462"/>
                <a:gd name="connsiteY4" fmla="*/ 2458597 h 5115783"/>
                <a:gd name="connsiteX0" fmla="*/ 3248 w 4048645"/>
                <a:gd name="connsiteY0" fmla="*/ 2458597 h 5115783"/>
                <a:gd name="connsiteX1" fmla="*/ 2288398 w 4048645"/>
                <a:gd name="connsiteY1" fmla="*/ 319 h 5115783"/>
                <a:gd name="connsiteX2" fmla="*/ 4043462 w 4048645"/>
                <a:gd name="connsiteY2" fmla="*/ 2524858 h 5115783"/>
                <a:gd name="connsiteX3" fmla="*/ 1705302 w 4048645"/>
                <a:gd name="connsiteY3" fmla="*/ 5115658 h 5115783"/>
                <a:gd name="connsiteX4" fmla="*/ 3248 w 4048645"/>
                <a:gd name="connsiteY4" fmla="*/ 2458597 h 5115783"/>
                <a:gd name="connsiteX0" fmla="*/ 3804 w 4049201"/>
                <a:gd name="connsiteY0" fmla="*/ 2458597 h 5116242"/>
                <a:gd name="connsiteX1" fmla="*/ 2288954 w 4049201"/>
                <a:gd name="connsiteY1" fmla="*/ 319 h 5116242"/>
                <a:gd name="connsiteX2" fmla="*/ 4044018 w 4049201"/>
                <a:gd name="connsiteY2" fmla="*/ 2524858 h 5116242"/>
                <a:gd name="connsiteX3" fmla="*/ 1705858 w 4049201"/>
                <a:gd name="connsiteY3" fmla="*/ 5115658 h 5116242"/>
                <a:gd name="connsiteX4" fmla="*/ 3804 w 4049201"/>
                <a:gd name="connsiteY4" fmla="*/ 2458597 h 5116242"/>
                <a:gd name="connsiteX0" fmla="*/ 8659 w 4054056"/>
                <a:gd name="connsiteY0" fmla="*/ 2458794 h 5116439"/>
                <a:gd name="connsiteX1" fmla="*/ 2293809 w 4054056"/>
                <a:gd name="connsiteY1" fmla="*/ 516 h 5116439"/>
                <a:gd name="connsiteX2" fmla="*/ 4048873 w 4054056"/>
                <a:gd name="connsiteY2" fmla="*/ 2525055 h 5116439"/>
                <a:gd name="connsiteX3" fmla="*/ 1710713 w 4054056"/>
                <a:gd name="connsiteY3" fmla="*/ 5115855 h 5116439"/>
                <a:gd name="connsiteX4" fmla="*/ 8659 w 4054056"/>
                <a:gd name="connsiteY4" fmla="*/ 2458794 h 5116439"/>
                <a:gd name="connsiteX0" fmla="*/ 7981 w 4053378"/>
                <a:gd name="connsiteY0" fmla="*/ 2458794 h 5115980"/>
                <a:gd name="connsiteX1" fmla="*/ 2293131 w 4053378"/>
                <a:gd name="connsiteY1" fmla="*/ 516 h 5115980"/>
                <a:gd name="connsiteX2" fmla="*/ 4048195 w 4053378"/>
                <a:gd name="connsiteY2" fmla="*/ 2525055 h 5115980"/>
                <a:gd name="connsiteX3" fmla="*/ 1710035 w 4053378"/>
                <a:gd name="connsiteY3" fmla="*/ 5115855 h 5115980"/>
                <a:gd name="connsiteX4" fmla="*/ 7981 w 4053378"/>
                <a:gd name="connsiteY4" fmla="*/ 2458794 h 511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3378" h="5115980">
                  <a:moveTo>
                    <a:pt x="7981" y="2458794"/>
                  </a:moveTo>
                  <a:cubicBezTo>
                    <a:pt x="118417" y="135247"/>
                    <a:pt x="1619762" y="-10527"/>
                    <a:pt x="2293131" y="516"/>
                  </a:cubicBezTo>
                  <a:cubicBezTo>
                    <a:pt x="2966500" y="11559"/>
                    <a:pt x="4140960" y="998269"/>
                    <a:pt x="4048195" y="2525055"/>
                  </a:cubicBezTo>
                  <a:cubicBezTo>
                    <a:pt x="3809656" y="4409649"/>
                    <a:pt x="2462918" y="5126899"/>
                    <a:pt x="1710035" y="5115855"/>
                  </a:cubicBezTo>
                  <a:cubicBezTo>
                    <a:pt x="957152" y="5104811"/>
                    <a:pt x="-102455" y="4782341"/>
                    <a:pt x="7981" y="2458794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3491C72-CADF-0033-DBD4-F4B6CF7CA50F}"/>
                </a:ext>
              </a:extLst>
            </p:cNvPr>
            <p:cNvSpPr/>
            <p:nvPr/>
          </p:nvSpPr>
          <p:spPr>
            <a:xfrm rot="19112893">
              <a:off x="6529612" y="848940"/>
              <a:ext cx="190500" cy="290289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CD0096-9D4B-18CB-19AA-06416D833BE9}"/>
              </a:ext>
            </a:extLst>
          </p:cNvPr>
          <p:cNvGrpSpPr/>
          <p:nvPr/>
        </p:nvGrpSpPr>
        <p:grpSpPr>
          <a:xfrm>
            <a:off x="1447560" y="2559189"/>
            <a:ext cx="4148510" cy="4846452"/>
            <a:chOff x="3677502" y="317123"/>
            <a:chExt cx="5341576" cy="6240249"/>
          </a:xfrm>
        </p:grpSpPr>
        <p:sp>
          <p:nvSpPr>
            <p:cNvPr id="12" name="Oval 4">
              <a:extLst>
                <a:ext uri="{FF2B5EF4-FFF2-40B4-BE49-F238E27FC236}">
                  <a16:creationId xmlns:a16="http://schemas.microsoft.com/office/drawing/2014/main" id="{3196C856-3333-32EC-D0EA-DF4A239C8BB9}"/>
                </a:ext>
              </a:extLst>
            </p:cNvPr>
            <p:cNvSpPr/>
            <p:nvPr/>
          </p:nvSpPr>
          <p:spPr>
            <a:xfrm flipH="1">
              <a:off x="3677502" y="1370634"/>
              <a:ext cx="4064461" cy="5127903"/>
            </a:xfrm>
            <a:custGeom>
              <a:avLst/>
              <a:gdLst>
                <a:gd name="connsiteX0" fmla="*/ 0 w 3510128"/>
                <a:gd name="connsiteY0" fmla="*/ 2524539 h 5049078"/>
                <a:gd name="connsiteX1" fmla="*/ 1755064 w 3510128"/>
                <a:gd name="connsiteY1" fmla="*/ 0 h 5049078"/>
                <a:gd name="connsiteX2" fmla="*/ 3510128 w 3510128"/>
                <a:gd name="connsiteY2" fmla="*/ 2524539 h 5049078"/>
                <a:gd name="connsiteX3" fmla="*/ 1755064 w 3510128"/>
                <a:gd name="connsiteY3" fmla="*/ 5049078 h 5049078"/>
                <a:gd name="connsiteX4" fmla="*/ 0 w 3510128"/>
                <a:gd name="connsiteY4" fmla="*/ 2524539 h 5049078"/>
                <a:gd name="connsiteX0" fmla="*/ 17370 w 3527498"/>
                <a:gd name="connsiteY0" fmla="*/ 2524539 h 5115339"/>
                <a:gd name="connsiteX1" fmla="*/ 1772434 w 3527498"/>
                <a:gd name="connsiteY1" fmla="*/ 0 h 5115339"/>
                <a:gd name="connsiteX2" fmla="*/ 3527498 w 3527498"/>
                <a:gd name="connsiteY2" fmla="*/ 2524539 h 5115339"/>
                <a:gd name="connsiteX3" fmla="*/ 1189338 w 3527498"/>
                <a:gd name="connsiteY3" fmla="*/ 5115339 h 5115339"/>
                <a:gd name="connsiteX4" fmla="*/ 17370 w 3527498"/>
                <a:gd name="connsiteY4" fmla="*/ 2524539 h 5115339"/>
                <a:gd name="connsiteX0" fmla="*/ 33936 w 3544064"/>
                <a:gd name="connsiteY0" fmla="*/ 2524539 h 5117865"/>
                <a:gd name="connsiteX1" fmla="*/ 1789000 w 3544064"/>
                <a:gd name="connsiteY1" fmla="*/ 0 h 5117865"/>
                <a:gd name="connsiteX2" fmla="*/ 3544064 w 3544064"/>
                <a:gd name="connsiteY2" fmla="*/ 2524539 h 5117865"/>
                <a:gd name="connsiteX3" fmla="*/ 1205904 w 3544064"/>
                <a:gd name="connsiteY3" fmla="*/ 5115339 h 5117865"/>
                <a:gd name="connsiteX4" fmla="*/ 33936 w 3544064"/>
                <a:gd name="connsiteY4" fmla="*/ 2524539 h 5117865"/>
                <a:gd name="connsiteX0" fmla="*/ 6948 w 3517076"/>
                <a:gd name="connsiteY0" fmla="*/ 2524539 h 5255967"/>
                <a:gd name="connsiteX1" fmla="*/ 1762012 w 3517076"/>
                <a:gd name="connsiteY1" fmla="*/ 0 h 5255967"/>
                <a:gd name="connsiteX2" fmla="*/ 3517076 w 3517076"/>
                <a:gd name="connsiteY2" fmla="*/ 2524539 h 5255967"/>
                <a:gd name="connsiteX3" fmla="*/ 1178916 w 3517076"/>
                <a:gd name="connsiteY3" fmla="*/ 5115339 h 5255967"/>
                <a:gd name="connsiteX4" fmla="*/ 6948 w 3517076"/>
                <a:gd name="connsiteY4" fmla="*/ 2524539 h 5255967"/>
                <a:gd name="connsiteX0" fmla="*/ 20750 w 3530878"/>
                <a:gd name="connsiteY0" fmla="*/ 2524539 h 5115634"/>
                <a:gd name="connsiteX1" fmla="*/ 1775814 w 3530878"/>
                <a:gd name="connsiteY1" fmla="*/ 0 h 5115634"/>
                <a:gd name="connsiteX2" fmla="*/ 3530878 w 3530878"/>
                <a:gd name="connsiteY2" fmla="*/ 2524539 h 5115634"/>
                <a:gd name="connsiteX3" fmla="*/ 1192718 w 3530878"/>
                <a:gd name="connsiteY3" fmla="*/ 5115339 h 5115634"/>
                <a:gd name="connsiteX4" fmla="*/ 20750 w 3530878"/>
                <a:gd name="connsiteY4" fmla="*/ 2524539 h 5115634"/>
                <a:gd name="connsiteX0" fmla="*/ 5901 w 4046115"/>
                <a:gd name="connsiteY0" fmla="*/ 2458334 h 5115470"/>
                <a:gd name="connsiteX1" fmla="*/ 2291051 w 4046115"/>
                <a:gd name="connsiteY1" fmla="*/ 56 h 5115470"/>
                <a:gd name="connsiteX2" fmla="*/ 4046115 w 4046115"/>
                <a:gd name="connsiteY2" fmla="*/ 2524595 h 5115470"/>
                <a:gd name="connsiteX3" fmla="*/ 1707955 w 4046115"/>
                <a:gd name="connsiteY3" fmla="*/ 5115395 h 5115470"/>
                <a:gd name="connsiteX4" fmla="*/ 5901 w 4046115"/>
                <a:gd name="connsiteY4" fmla="*/ 2458334 h 5115470"/>
                <a:gd name="connsiteX0" fmla="*/ 3248 w 4043462"/>
                <a:gd name="connsiteY0" fmla="*/ 2458597 h 5115733"/>
                <a:gd name="connsiteX1" fmla="*/ 2288398 w 4043462"/>
                <a:gd name="connsiteY1" fmla="*/ 319 h 5115733"/>
                <a:gd name="connsiteX2" fmla="*/ 4043462 w 4043462"/>
                <a:gd name="connsiteY2" fmla="*/ 2524858 h 5115733"/>
                <a:gd name="connsiteX3" fmla="*/ 1705302 w 4043462"/>
                <a:gd name="connsiteY3" fmla="*/ 5115658 h 5115733"/>
                <a:gd name="connsiteX4" fmla="*/ 3248 w 4043462"/>
                <a:gd name="connsiteY4" fmla="*/ 2458597 h 5115733"/>
                <a:gd name="connsiteX0" fmla="*/ 3248 w 4043462"/>
                <a:gd name="connsiteY0" fmla="*/ 2458597 h 5115783"/>
                <a:gd name="connsiteX1" fmla="*/ 2288398 w 4043462"/>
                <a:gd name="connsiteY1" fmla="*/ 319 h 5115783"/>
                <a:gd name="connsiteX2" fmla="*/ 4043462 w 4043462"/>
                <a:gd name="connsiteY2" fmla="*/ 2524858 h 5115783"/>
                <a:gd name="connsiteX3" fmla="*/ 1705302 w 4043462"/>
                <a:gd name="connsiteY3" fmla="*/ 5115658 h 5115783"/>
                <a:gd name="connsiteX4" fmla="*/ 3248 w 4043462"/>
                <a:gd name="connsiteY4" fmla="*/ 2458597 h 5115783"/>
                <a:gd name="connsiteX0" fmla="*/ 3248 w 4048645"/>
                <a:gd name="connsiteY0" fmla="*/ 2458597 h 5115783"/>
                <a:gd name="connsiteX1" fmla="*/ 2288398 w 4048645"/>
                <a:gd name="connsiteY1" fmla="*/ 319 h 5115783"/>
                <a:gd name="connsiteX2" fmla="*/ 4043462 w 4048645"/>
                <a:gd name="connsiteY2" fmla="*/ 2524858 h 5115783"/>
                <a:gd name="connsiteX3" fmla="*/ 1705302 w 4048645"/>
                <a:gd name="connsiteY3" fmla="*/ 5115658 h 5115783"/>
                <a:gd name="connsiteX4" fmla="*/ 3248 w 4048645"/>
                <a:gd name="connsiteY4" fmla="*/ 2458597 h 5115783"/>
                <a:gd name="connsiteX0" fmla="*/ 3804 w 4049201"/>
                <a:gd name="connsiteY0" fmla="*/ 2458597 h 5116242"/>
                <a:gd name="connsiteX1" fmla="*/ 2288954 w 4049201"/>
                <a:gd name="connsiteY1" fmla="*/ 319 h 5116242"/>
                <a:gd name="connsiteX2" fmla="*/ 4044018 w 4049201"/>
                <a:gd name="connsiteY2" fmla="*/ 2524858 h 5116242"/>
                <a:gd name="connsiteX3" fmla="*/ 1705858 w 4049201"/>
                <a:gd name="connsiteY3" fmla="*/ 5115658 h 5116242"/>
                <a:gd name="connsiteX4" fmla="*/ 3804 w 4049201"/>
                <a:gd name="connsiteY4" fmla="*/ 2458597 h 5116242"/>
                <a:gd name="connsiteX0" fmla="*/ 8659 w 4054056"/>
                <a:gd name="connsiteY0" fmla="*/ 2458794 h 5116439"/>
                <a:gd name="connsiteX1" fmla="*/ 2293809 w 4054056"/>
                <a:gd name="connsiteY1" fmla="*/ 516 h 5116439"/>
                <a:gd name="connsiteX2" fmla="*/ 4048873 w 4054056"/>
                <a:gd name="connsiteY2" fmla="*/ 2525055 h 5116439"/>
                <a:gd name="connsiteX3" fmla="*/ 1710713 w 4054056"/>
                <a:gd name="connsiteY3" fmla="*/ 5115855 h 5116439"/>
                <a:gd name="connsiteX4" fmla="*/ 8659 w 4054056"/>
                <a:gd name="connsiteY4" fmla="*/ 2458794 h 5116439"/>
                <a:gd name="connsiteX0" fmla="*/ 7981 w 4053378"/>
                <a:gd name="connsiteY0" fmla="*/ 2458794 h 5115980"/>
                <a:gd name="connsiteX1" fmla="*/ 2293131 w 4053378"/>
                <a:gd name="connsiteY1" fmla="*/ 516 h 5115980"/>
                <a:gd name="connsiteX2" fmla="*/ 4048195 w 4053378"/>
                <a:gd name="connsiteY2" fmla="*/ 2525055 h 5115980"/>
                <a:gd name="connsiteX3" fmla="*/ 1710035 w 4053378"/>
                <a:gd name="connsiteY3" fmla="*/ 5115855 h 5115980"/>
                <a:gd name="connsiteX4" fmla="*/ 7981 w 4053378"/>
                <a:gd name="connsiteY4" fmla="*/ 2458794 h 5115980"/>
                <a:gd name="connsiteX0" fmla="*/ 19064 w 4064461"/>
                <a:gd name="connsiteY0" fmla="*/ 2458794 h 5127903"/>
                <a:gd name="connsiteX1" fmla="*/ 2304214 w 4064461"/>
                <a:gd name="connsiteY1" fmla="*/ 516 h 5127903"/>
                <a:gd name="connsiteX2" fmla="*/ 4059278 w 4064461"/>
                <a:gd name="connsiteY2" fmla="*/ 2525055 h 5127903"/>
                <a:gd name="connsiteX3" fmla="*/ 1721118 w 4064461"/>
                <a:gd name="connsiteY3" fmla="*/ 5115855 h 5127903"/>
                <a:gd name="connsiteX4" fmla="*/ 19064 w 4064461"/>
                <a:gd name="connsiteY4" fmla="*/ 2458794 h 5127903"/>
                <a:gd name="connsiteX0" fmla="*/ 19064 w 4064461"/>
                <a:gd name="connsiteY0" fmla="*/ 2458794 h 5127903"/>
                <a:gd name="connsiteX1" fmla="*/ 2304214 w 4064461"/>
                <a:gd name="connsiteY1" fmla="*/ 516 h 5127903"/>
                <a:gd name="connsiteX2" fmla="*/ 4059278 w 4064461"/>
                <a:gd name="connsiteY2" fmla="*/ 2525055 h 5127903"/>
                <a:gd name="connsiteX3" fmla="*/ 1721118 w 4064461"/>
                <a:gd name="connsiteY3" fmla="*/ 5115855 h 5127903"/>
                <a:gd name="connsiteX4" fmla="*/ 19064 w 4064461"/>
                <a:gd name="connsiteY4" fmla="*/ 2458794 h 5127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4461" h="5127903">
                  <a:moveTo>
                    <a:pt x="19064" y="2458794"/>
                  </a:moveTo>
                  <a:cubicBezTo>
                    <a:pt x="129500" y="135247"/>
                    <a:pt x="1630845" y="-10527"/>
                    <a:pt x="2304214" y="516"/>
                  </a:cubicBezTo>
                  <a:cubicBezTo>
                    <a:pt x="2977583" y="11559"/>
                    <a:pt x="4152043" y="998269"/>
                    <a:pt x="4059278" y="2525055"/>
                  </a:cubicBezTo>
                  <a:cubicBezTo>
                    <a:pt x="3953261" y="4383144"/>
                    <a:pt x="3189619" y="5020881"/>
                    <a:pt x="1721118" y="5115855"/>
                  </a:cubicBezTo>
                  <a:cubicBezTo>
                    <a:pt x="252617" y="5210829"/>
                    <a:pt x="-91372" y="4782341"/>
                    <a:pt x="19064" y="2458794"/>
                  </a:cubicBezTo>
                  <a:close/>
                </a:path>
              </a:pathLst>
            </a:custGeom>
            <a:solidFill>
              <a:srgbClr val="92106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25D1216F-3B76-E7D3-7A92-FFBA05CFC022}"/>
                </a:ext>
              </a:extLst>
            </p:cNvPr>
            <p:cNvSpPr/>
            <p:nvPr/>
          </p:nvSpPr>
          <p:spPr>
            <a:xfrm>
              <a:off x="6090654" y="1038455"/>
              <a:ext cx="319671" cy="323620"/>
            </a:xfrm>
            <a:custGeom>
              <a:avLst/>
              <a:gdLst>
                <a:gd name="connsiteX0" fmla="*/ 0 w 219659"/>
                <a:gd name="connsiteY0" fmla="*/ 0 h 137882"/>
                <a:gd name="connsiteX1" fmla="*/ 219659 w 219659"/>
                <a:gd name="connsiteY1" fmla="*/ 0 h 137882"/>
                <a:gd name="connsiteX2" fmla="*/ 219659 w 219659"/>
                <a:gd name="connsiteY2" fmla="*/ 137882 h 137882"/>
                <a:gd name="connsiteX3" fmla="*/ 0 w 219659"/>
                <a:gd name="connsiteY3" fmla="*/ 137882 h 137882"/>
                <a:gd name="connsiteX4" fmla="*/ 0 w 219659"/>
                <a:gd name="connsiteY4" fmla="*/ 0 h 137882"/>
                <a:gd name="connsiteX0" fmla="*/ 0 w 276809"/>
                <a:gd name="connsiteY0" fmla="*/ 0 h 299807"/>
                <a:gd name="connsiteX1" fmla="*/ 219659 w 276809"/>
                <a:gd name="connsiteY1" fmla="*/ 0 h 299807"/>
                <a:gd name="connsiteX2" fmla="*/ 276809 w 276809"/>
                <a:gd name="connsiteY2" fmla="*/ 299807 h 299807"/>
                <a:gd name="connsiteX3" fmla="*/ 0 w 276809"/>
                <a:gd name="connsiteY3" fmla="*/ 137882 h 299807"/>
                <a:gd name="connsiteX4" fmla="*/ 0 w 276809"/>
                <a:gd name="connsiteY4" fmla="*/ 0 h 299807"/>
                <a:gd name="connsiteX0" fmla="*/ 0 w 310146"/>
                <a:gd name="connsiteY0" fmla="*/ 0 h 299807"/>
                <a:gd name="connsiteX1" fmla="*/ 310146 w 310146"/>
                <a:gd name="connsiteY1" fmla="*/ 219075 h 299807"/>
                <a:gd name="connsiteX2" fmla="*/ 276809 w 310146"/>
                <a:gd name="connsiteY2" fmla="*/ 299807 h 299807"/>
                <a:gd name="connsiteX3" fmla="*/ 0 w 310146"/>
                <a:gd name="connsiteY3" fmla="*/ 137882 h 299807"/>
                <a:gd name="connsiteX4" fmla="*/ 0 w 310146"/>
                <a:gd name="connsiteY4" fmla="*/ 0 h 299807"/>
                <a:gd name="connsiteX0" fmla="*/ 0 w 324434"/>
                <a:gd name="connsiteY0" fmla="*/ 0 h 323620"/>
                <a:gd name="connsiteX1" fmla="*/ 324434 w 324434"/>
                <a:gd name="connsiteY1" fmla="*/ 242888 h 323620"/>
                <a:gd name="connsiteX2" fmla="*/ 291097 w 324434"/>
                <a:gd name="connsiteY2" fmla="*/ 323620 h 323620"/>
                <a:gd name="connsiteX3" fmla="*/ 14288 w 324434"/>
                <a:gd name="connsiteY3" fmla="*/ 161695 h 323620"/>
                <a:gd name="connsiteX4" fmla="*/ 0 w 324434"/>
                <a:gd name="connsiteY4" fmla="*/ 0 h 323620"/>
                <a:gd name="connsiteX0" fmla="*/ 0 w 324434"/>
                <a:gd name="connsiteY0" fmla="*/ 0 h 323620"/>
                <a:gd name="connsiteX1" fmla="*/ 324434 w 324434"/>
                <a:gd name="connsiteY1" fmla="*/ 242888 h 323620"/>
                <a:gd name="connsiteX2" fmla="*/ 291097 w 324434"/>
                <a:gd name="connsiteY2" fmla="*/ 323620 h 323620"/>
                <a:gd name="connsiteX3" fmla="*/ 14288 w 324434"/>
                <a:gd name="connsiteY3" fmla="*/ 161695 h 323620"/>
                <a:gd name="connsiteX4" fmla="*/ 0 w 324434"/>
                <a:gd name="connsiteY4" fmla="*/ 0 h 323620"/>
                <a:gd name="connsiteX0" fmla="*/ 0 w 305384"/>
                <a:gd name="connsiteY0" fmla="*/ 0 h 323620"/>
                <a:gd name="connsiteX1" fmla="*/ 305384 w 305384"/>
                <a:gd name="connsiteY1" fmla="*/ 280988 h 323620"/>
                <a:gd name="connsiteX2" fmla="*/ 291097 w 305384"/>
                <a:gd name="connsiteY2" fmla="*/ 323620 h 323620"/>
                <a:gd name="connsiteX3" fmla="*/ 14288 w 305384"/>
                <a:gd name="connsiteY3" fmla="*/ 161695 h 323620"/>
                <a:gd name="connsiteX4" fmla="*/ 0 w 305384"/>
                <a:gd name="connsiteY4" fmla="*/ 0 h 323620"/>
                <a:gd name="connsiteX0" fmla="*/ 0 w 305384"/>
                <a:gd name="connsiteY0" fmla="*/ 0 h 323620"/>
                <a:gd name="connsiteX1" fmla="*/ 305384 w 305384"/>
                <a:gd name="connsiteY1" fmla="*/ 280988 h 323620"/>
                <a:gd name="connsiteX2" fmla="*/ 291097 w 305384"/>
                <a:gd name="connsiteY2" fmla="*/ 323620 h 323620"/>
                <a:gd name="connsiteX3" fmla="*/ 14288 w 305384"/>
                <a:gd name="connsiteY3" fmla="*/ 161695 h 323620"/>
                <a:gd name="connsiteX4" fmla="*/ 0 w 305384"/>
                <a:gd name="connsiteY4" fmla="*/ 0 h 323620"/>
                <a:gd name="connsiteX0" fmla="*/ 14287 w 319671"/>
                <a:gd name="connsiteY0" fmla="*/ 0 h 323620"/>
                <a:gd name="connsiteX1" fmla="*/ 319671 w 319671"/>
                <a:gd name="connsiteY1" fmla="*/ 280988 h 323620"/>
                <a:gd name="connsiteX2" fmla="*/ 305384 w 319671"/>
                <a:gd name="connsiteY2" fmla="*/ 323620 h 323620"/>
                <a:gd name="connsiteX3" fmla="*/ 0 w 319671"/>
                <a:gd name="connsiteY3" fmla="*/ 61683 h 323620"/>
                <a:gd name="connsiteX4" fmla="*/ 14287 w 319671"/>
                <a:gd name="connsiteY4" fmla="*/ 0 h 323620"/>
                <a:gd name="connsiteX0" fmla="*/ 14287 w 319671"/>
                <a:gd name="connsiteY0" fmla="*/ 0 h 323620"/>
                <a:gd name="connsiteX1" fmla="*/ 319671 w 319671"/>
                <a:gd name="connsiteY1" fmla="*/ 280988 h 323620"/>
                <a:gd name="connsiteX2" fmla="*/ 305384 w 319671"/>
                <a:gd name="connsiteY2" fmla="*/ 323620 h 323620"/>
                <a:gd name="connsiteX3" fmla="*/ 0 w 319671"/>
                <a:gd name="connsiteY3" fmla="*/ 61683 h 323620"/>
                <a:gd name="connsiteX4" fmla="*/ 14287 w 319671"/>
                <a:gd name="connsiteY4" fmla="*/ 0 h 323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671" h="323620">
                  <a:moveTo>
                    <a:pt x="14287" y="0"/>
                  </a:moveTo>
                  <a:cubicBezTo>
                    <a:pt x="141482" y="52388"/>
                    <a:pt x="278201" y="190500"/>
                    <a:pt x="319671" y="280988"/>
                  </a:cubicBezTo>
                  <a:lnTo>
                    <a:pt x="305384" y="323620"/>
                  </a:lnTo>
                  <a:cubicBezTo>
                    <a:pt x="203589" y="236308"/>
                    <a:pt x="211332" y="106132"/>
                    <a:pt x="0" y="61683"/>
                  </a:cubicBezTo>
                  <a:lnTo>
                    <a:pt x="14287" y="0"/>
                  </a:lnTo>
                  <a:close/>
                </a:path>
              </a:pathLst>
            </a:custGeom>
            <a:solidFill>
              <a:srgbClr val="83BD04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8F1E8063-4B0F-27F0-F5D0-53FD7E0D8D3A}"/>
                </a:ext>
              </a:extLst>
            </p:cNvPr>
            <p:cNvSpPr/>
            <p:nvPr/>
          </p:nvSpPr>
          <p:spPr>
            <a:xfrm>
              <a:off x="3995823" y="317123"/>
              <a:ext cx="2218421" cy="1457702"/>
            </a:xfrm>
            <a:custGeom>
              <a:avLst/>
              <a:gdLst>
                <a:gd name="connsiteX0" fmla="*/ 0 w 174673"/>
                <a:gd name="connsiteY0" fmla="*/ 0 h 777560"/>
                <a:gd name="connsiteX1" fmla="*/ 174673 w 174673"/>
                <a:gd name="connsiteY1" fmla="*/ 0 h 777560"/>
                <a:gd name="connsiteX2" fmla="*/ 174673 w 174673"/>
                <a:gd name="connsiteY2" fmla="*/ 777560 h 777560"/>
                <a:gd name="connsiteX3" fmla="*/ 0 w 174673"/>
                <a:gd name="connsiteY3" fmla="*/ 777560 h 777560"/>
                <a:gd name="connsiteX4" fmla="*/ 0 w 174673"/>
                <a:gd name="connsiteY4" fmla="*/ 0 h 777560"/>
                <a:gd name="connsiteX0" fmla="*/ 0 w 593773"/>
                <a:gd name="connsiteY0" fmla="*/ 0 h 777560"/>
                <a:gd name="connsiteX1" fmla="*/ 593773 w 593773"/>
                <a:gd name="connsiteY1" fmla="*/ 261937 h 777560"/>
                <a:gd name="connsiteX2" fmla="*/ 174673 w 593773"/>
                <a:gd name="connsiteY2" fmla="*/ 777560 h 777560"/>
                <a:gd name="connsiteX3" fmla="*/ 0 w 593773"/>
                <a:gd name="connsiteY3" fmla="*/ 777560 h 777560"/>
                <a:gd name="connsiteX4" fmla="*/ 0 w 593773"/>
                <a:gd name="connsiteY4" fmla="*/ 0 h 777560"/>
                <a:gd name="connsiteX0" fmla="*/ 0 w 2155873"/>
                <a:gd name="connsiteY0" fmla="*/ 566738 h 566738"/>
                <a:gd name="connsiteX1" fmla="*/ 2155873 w 2155873"/>
                <a:gd name="connsiteY1" fmla="*/ 0 h 566738"/>
                <a:gd name="connsiteX2" fmla="*/ 1736773 w 2155873"/>
                <a:gd name="connsiteY2" fmla="*/ 515623 h 566738"/>
                <a:gd name="connsiteX3" fmla="*/ 1562100 w 2155873"/>
                <a:gd name="connsiteY3" fmla="*/ 515623 h 566738"/>
                <a:gd name="connsiteX4" fmla="*/ 0 w 2155873"/>
                <a:gd name="connsiteY4" fmla="*/ 566738 h 566738"/>
                <a:gd name="connsiteX0" fmla="*/ 0 w 2155873"/>
                <a:gd name="connsiteY0" fmla="*/ 566738 h 566738"/>
                <a:gd name="connsiteX1" fmla="*/ 2155873 w 2155873"/>
                <a:gd name="connsiteY1" fmla="*/ 0 h 566738"/>
                <a:gd name="connsiteX2" fmla="*/ 2060623 w 2155873"/>
                <a:gd name="connsiteY2" fmla="*/ 258448 h 566738"/>
                <a:gd name="connsiteX3" fmla="*/ 1562100 w 2155873"/>
                <a:gd name="connsiteY3" fmla="*/ 515623 h 566738"/>
                <a:gd name="connsiteX4" fmla="*/ 0 w 2155873"/>
                <a:gd name="connsiteY4" fmla="*/ 566738 h 566738"/>
                <a:gd name="connsiteX0" fmla="*/ 0 w 2155873"/>
                <a:gd name="connsiteY0" fmla="*/ 566738 h 566738"/>
                <a:gd name="connsiteX1" fmla="*/ 2155873 w 2155873"/>
                <a:gd name="connsiteY1" fmla="*/ 0 h 566738"/>
                <a:gd name="connsiteX2" fmla="*/ 1562100 w 2155873"/>
                <a:gd name="connsiteY2" fmla="*/ 515623 h 566738"/>
                <a:gd name="connsiteX3" fmla="*/ 0 w 2155873"/>
                <a:gd name="connsiteY3" fmla="*/ 566738 h 566738"/>
                <a:gd name="connsiteX0" fmla="*/ 0 w 2155873"/>
                <a:gd name="connsiteY0" fmla="*/ 642116 h 642116"/>
                <a:gd name="connsiteX1" fmla="*/ 2155873 w 2155873"/>
                <a:gd name="connsiteY1" fmla="*/ 75378 h 642116"/>
                <a:gd name="connsiteX2" fmla="*/ 1562100 w 2155873"/>
                <a:gd name="connsiteY2" fmla="*/ 591001 h 642116"/>
                <a:gd name="connsiteX3" fmla="*/ 0 w 2155873"/>
                <a:gd name="connsiteY3" fmla="*/ 642116 h 642116"/>
                <a:gd name="connsiteX0" fmla="*/ 0 w 2155873"/>
                <a:gd name="connsiteY0" fmla="*/ 642116 h 642116"/>
                <a:gd name="connsiteX1" fmla="*/ 2155873 w 2155873"/>
                <a:gd name="connsiteY1" fmla="*/ 75378 h 642116"/>
                <a:gd name="connsiteX2" fmla="*/ 0 w 2155873"/>
                <a:gd name="connsiteY2" fmla="*/ 642116 h 642116"/>
                <a:gd name="connsiteX0" fmla="*/ 0 w 2155873"/>
                <a:gd name="connsiteY0" fmla="*/ 642116 h 802374"/>
                <a:gd name="connsiteX1" fmla="*/ 2155873 w 2155873"/>
                <a:gd name="connsiteY1" fmla="*/ 75378 h 802374"/>
                <a:gd name="connsiteX2" fmla="*/ 0 w 2155873"/>
                <a:gd name="connsiteY2" fmla="*/ 642116 h 802374"/>
                <a:gd name="connsiteX0" fmla="*/ 0 w 2174555"/>
                <a:gd name="connsiteY0" fmla="*/ 1088469 h 1248727"/>
                <a:gd name="connsiteX1" fmla="*/ 2155873 w 2174555"/>
                <a:gd name="connsiteY1" fmla="*/ 521731 h 1248727"/>
                <a:gd name="connsiteX2" fmla="*/ 0 w 2174555"/>
                <a:gd name="connsiteY2" fmla="*/ 1088469 h 1248727"/>
                <a:gd name="connsiteX0" fmla="*/ 0 w 2169403"/>
                <a:gd name="connsiteY0" fmla="*/ 1268070 h 1428328"/>
                <a:gd name="connsiteX1" fmla="*/ 2155873 w 2169403"/>
                <a:gd name="connsiteY1" fmla="*/ 701332 h 1428328"/>
                <a:gd name="connsiteX2" fmla="*/ 0 w 2169403"/>
                <a:gd name="connsiteY2" fmla="*/ 1268070 h 1428328"/>
                <a:gd name="connsiteX0" fmla="*/ 0 w 2220344"/>
                <a:gd name="connsiteY0" fmla="*/ 1268070 h 1455304"/>
                <a:gd name="connsiteX1" fmla="*/ 2155873 w 2220344"/>
                <a:gd name="connsiteY1" fmla="*/ 701332 h 1455304"/>
                <a:gd name="connsiteX2" fmla="*/ 0 w 2220344"/>
                <a:gd name="connsiteY2" fmla="*/ 1268070 h 1455304"/>
                <a:gd name="connsiteX0" fmla="*/ 0 w 2220344"/>
                <a:gd name="connsiteY0" fmla="*/ 1266175 h 1453409"/>
                <a:gd name="connsiteX1" fmla="*/ 2155873 w 2220344"/>
                <a:gd name="connsiteY1" fmla="*/ 699437 h 1453409"/>
                <a:gd name="connsiteX2" fmla="*/ 0 w 2220344"/>
                <a:gd name="connsiteY2" fmla="*/ 1266175 h 1453409"/>
                <a:gd name="connsiteX0" fmla="*/ 0 w 2218421"/>
                <a:gd name="connsiteY0" fmla="*/ 1266175 h 1462060"/>
                <a:gd name="connsiteX1" fmla="*/ 2155873 w 2218421"/>
                <a:gd name="connsiteY1" fmla="*/ 699437 h 1462060"/>
                <a:gd name="connsiteX2" fmla="*/ 0 w 2218421"/>
                <a:gd name="connsiteY2" fmla="*/ 1266175 h 1462060"/>
                <a:gd name="connsiteX0" fmla="*/ 129534 w 2347955"/>
                <a:gd name="connsiteY0" fmla="*/ 596061 h 791946"/>
                <a:gd name="connsiteX1" fmla="*/ 491657 w 2347955"/>
                <a:gd name="connsiteY1" fmla="*/ 150870 h 791946"/>
                <a:gd name="connsiteX2" fmla="*/ 2285407 w 2347955"/>
                <a:gd name="connsiteY2" fmla="*/ 29323 h 791946"/>
                <a:gd name="connsiteX3" fmla="*/ 129534 w 2347955"/>
                <a:gd name="connsiteY3" fmla="*/ 596061 h 791946"/>
                <a:gd name="connsiteX0" fmla="*/ 0 w 2218421"/>
                <a:gd name="connsiteY0" fmla="*/ 596061 h 791946"/>
                <a:gd name="connsiteX1" fmla="*/ 362123 w 2218421"/>
                <a:gd name="connsiteY1" fmla="*/ 150870 h 791946"/>
                <a:gd name="connsiteX2" fmla="*/ 2155873 w 2218421"/>
                <a:gd name="connsiteY2" fmla="*/ 29323 h 791946"/>
                <a:gd name="connsiteX3" fmla="*/ 0 w 2218421"/>
                <a:gd name="connsiteY3" fmla="*/ 596061 h 791946"/>
                <a:gd name="connsiteX0" fmla="*/ 0 w 2218421"/>
                <a:gd name="connsiteY0" fmla="*/ 596061 h 791946"/>
                <a:gd name="connsiteX1" fmla="*/ 362123 w 2218421"/>
                <a:gd name="connsiteY1" fmla="*/ 150870 h 791946"/>
                <a:gd name="connsiteX2" fmla="*/ 2155873 w 2218421"/>
                <a:gd name="connsiteY2" fmla="*/ 29323 h 791946"/>
                <a:gd name="connsiteX3" fmla="*/ 0 w 2218421"/>
                <a:gd name="connsiteY3" fmla="*/ 596061 h 791946"/>
                <a:gd name="connsiteX0" fmla="*/ 0 w 2218421"/>
                <a:gd name="connsiteY0" fmla="*/ 594214 h 790099"/>
                <a:gd name="connsiteX1" fmla="*/ 393873 w 2218421"/>
                <a:gd name="connsiteY1" fmla="*/ 161723 h 790099"/>
                <a:gd name="connsiteX2" fmla="*/ 2155873 w 2218421"/>
                <a:gd name="connsiteY2" fmla="*/ 27476 h 790099"/>
                <a:gd name="connsiteX3" fmla="*/ 0 w 2218421"/>
                <a:gd name="connsiteY3" fmla="*/ 594214 h 790099"/>
                <a:gd name="connsiteX0" fmla="*/ 0 w 2218421"/>
                <a:gd name="connsiteY0" fmla="*/ 594214 h 790099"/>
                <a:gd name="connsiteX1" fmla="*/ 393873 w 2218421"/>
                <a:gd name="connsiteY1" fmla="*/ 161723 h 790099"/>
                <a:gd name="connsiteX2" fmla="*/ 2155873 w 2218421"/>
                <a:gd name="connsiteY2" fmla="*/ 27476 h 790099"/>
                <a:gd name="connsiteX3" fmla="*/ 0 w 2218421"/>
                <a:gd name="connsiteY3" fmla="*/ 594214 h 790099"/>
                <a:gd name="connsiteX0" fmla="*/ 0 w 2218421"/>
                <a:gd name="connsiteY0" fmla="*/ 954225 h 1150110"/>
                <a:gd name="connsiteX1" fmla="*/ 393873 w 2218421"/>
                <a:gd name="connsiteY1" fmla="*/ 521734 h 1150110"/>
                <a:gd name="connsiteX2" fmla="*/ 2155873 w 2218421"/>
                <a:gd name="connsiteY2" fmla="*/ 387487 h 1150110"/>
                <a:gd name="connsiteX3" fmla="*/ 0 w 2218421"/>
                <a:gd name="connsiteY3" fmla="*/ 954225 h 1150110"/>
                <a:gd name="connsiteX0" fmla="*/ 0 w 2218421"/>
                <a:gd name="connsiteY0" fmla="*/ 1159259 h 1355144"/>
                <a:gd name="connsiteX1" fmla="*/ 393873 w 2218421"/>
                <a:gd name="connsiteY1" fmla="*/ 726768 h 1355144"/>
                <a:gd name="connsiteX2" fmla="*/ 2155873 w 2218421"/>
                <a:gd name="connsiteY2" fmla="*/ 592521 h 1355144"/>
                <a:gd name="connsiteX3" fmla="*/ 0 w 2218421"/>
                <a:gd name="connsiteY3" fmla="*/ 1159259 h 1355144"/>
                <a:gd name="connsiteX0" fmla="*/ 0 w 2218421"/>
                <a:gd name="connsiteY0" fmla="*/ 1268894 h 1464779"/>
                <a:gd name="connsiteX1" fmla="*/ 393873 w 2218421"/>
                <a:gd name="connsiteY1" fmla="*/ 836403 h 1464779"/>
                <a:gd name="connsiteX2" fmla="*/ 2155873 w 2218421"/>
                <a:gd name="connsiteY2" fmla="*/ 702156 h 1464779"/>
                <a:gd name="connsiteX3" fmla="*/ 0 w 2218421"/>
                <a:gd name="connsiteY3" fmla="*/ 1268894 h 1464779"/>
                <a:gd name="connsiteX0" fmla="*/ 0 w 2218421"/>
                <a:gd name="connsiteY0" fmla="*/ 1261817 h 1457702"/>
                <a:gd name="connsiteX1" fmla="*/ 412923 w 2218421"/>
                <a:gd name="connsiteY1" fmla="*/ 842026 h 1457702"/>
                <a:gd name="connsiteX2" fmla="*/ 2155873 w 2218421"/>
                <a:gd name="connsiteY2" fmla="*/ 695079 h 1457702"/>
                <a:gd name="connsiteX3" fmla="*/ 0 w 2218421"/>
                <a:gd name="connsiteY3" fmla="*/ 1261817 h 1457702"/>
                <a:gd name="connsiteX0" fmla="*/ 0 w 2218421"/>
                <a:gd name="connsiteY0" fmla="*/ 1261817 h 1457702"/>
                <a:gd name="connsiteX1" fmla="*/ 412923 w 2218421"/>
                <a:gd name="connsiteY1" fmla="*/ 842026 h 1457702"/>
                <a:gd name="connsiteX2" fmla="*/ 2155873 w 2218421"/>
                <a:gd name="connsiteY2" fmla="*/ 695079 h 1457702"/>
                <a:gd name="connsiteX3" fmla="*/ 0 w 2218421"/>
                <a:gd name="connsiteY3" fmla="*/ 1261817 h 1457702"/>
                <a:gd name="connsiteX0" fmla="*/ 0 w 2218421"/>
                <a:gd name="connsiteY0" fmla="*/ 1261817 h 1457702"/>
                <a:gd name="connsiteX1" fmla="*/ 412923 w 2218421"/>
                <a:gd name="connsiteY1" fmla="*/ 842026 h 1457702"/>
                <a:gd name="connsiteX2" fmla="*/ 2155873 w 2218421"/>
                <a:gd name="connsiteY2" fmla="*/ 695079 h 1457702"/>
                <a:gd name="connsiteX3" fmla="*/ 0 w 2218421"/>
                <a:gd name="connsiteY3" fmla="*/ 1261817 h 145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8421" h="1457702">
                  <a:moveTo>
                    <a:pt x="0" y="1261817"/>
                  </a:moveTo>
                  <a:cubicBezTo>
                    <a:pt x="253216" y="1047953"/>
                    <a:pt x="323237" y="1001086"/>
                    <a:pt x="412923" y="842026"/>
                  </a:cubicBezTo>
                  <a:cubicBezTo>
                    <a:pt x="1019885" y="-477980"/>
                    <a:pt x="2427157" y="-22954"/>
                    <a:pt x="2155873" y="695079"/>
                  </a:cubicBezTo>
                  <a:cubicBezTo>
                    <a:pt x="2304024" y="1150692"/>
                    <a:pt x="2385499" y="1782517"/>
                    <a:pt x="0" y="1261817"/>
                  </a:cubicBezTo>
                  <a:close/>
                </a:path>
              </a:pathLst>
            </a:custGeom>
            <a:solidFill>
              <a:srgbClr val="83BD04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861676F-AE3C-3F31-94E0-34314DE11B60}"/>
                </a:ext>
              </a:extLst>
            </p:cNvPr>
            <p:cNvSpPr/>
            <p:nvPr/>
          </p:nvSpPr>
          <p:spPr>
            <a:xfrm>
              <a:off x="4005884" y="981999"/>
              <a:ext cx="2145195" cy="593905"/>
            </a:xfrm>
            <a:custGeom>
              <a:avLst/>
              <a:gdLst>
                <a:gd name="connsiteX0" fmla="*/ 2107095 w 2107095"/>
                <a:gd name="connsiteY0" fmla="*/ 0 h 490330"/>
                <a:gd name="connsiteX1" fmla="*/ 0 w 2107095"/>
                <a:gd name="connsiteY1" fmla="*/ 490330 h 490330"/>
                <a:gd name="connsiteX2" fmla="*/ 0 w 2107095"/>
                <a:gd name="connsiteY2" fmla="*/ 490330 h 490330"/>
                <a:gd name="connsiteX3" fmla="*/ 0 w 2107095"/>
                <a:gd name="connsiteY3" fmla="*/ 490330 h 490330"/>
                <a:gd name="connsiteX0" fmla="*/ 2113445 w 2113445"/>
                <a:gd name="connsiteY0" fmla="*/ 0 h 518905"/>
                <a:gd name="connsiteX1" fmla="*/ 6350 w 2113445"/>
                <a:gd name="connsiteY1" fmla="*/ 490330 h 518905"/>
                <a:gd name="connsiteX2" fmla="*/ 6350 w 2113445"/>
                <a:gd name="connsiteY2" fmla="*/ 490330 h 518905"/>
                <a:gd name="connsiteX3" fmla="*/ 0 w 2113445"/>
                <a:gd name="connsiteY3" fmla="*/ 518905 h 518905"/>
                <a:gd name="connsiteX0" fmla="*/ 2107095 w 2107095"/>
                <a:gd name="connsiteY0" fmla="*/ 0 h 490330"/>
                <a:gd name="connsiteX1" fmla="*/ 0 w 2107095"/>
                <a:gd name="connsiteY1" fmla="*/ 490330 h 490330"/>
                <a:gd name="connsiteX2" fmla="*/ 0 w 2107095"/>
                <a:gd name="connsiteY2" fmla="*/ 490330 h 490330"/>
                <a:gd name="connsiteX0" fmla="*/ 2113445 w 2113445"/>
                <a:gd name="connsiteY0" fmla="*/ 0 h 512555"/>
                <a:gd name="connsiteX1" fmla="*/ 6350 w 2113445"/>
                <a:gd name="connsiteY1" fmla="*/ 490330 h 512555"/>
                <a:gd name="connsiteX2" fmla="*/ 0 w 2113445"/>
                <a:gd name="connsiteY2" fmla="*/ 512555 h 512555"/>
                <a:gd name="connsiteX0" fmla="*/ 2107095 w 2107095"/>
                <a:gd name="connsiteY0" fmla="*/ 0 h 490330"/>
                <a:gd name="connsiteX1" fmla="*/ 0 w 2107095"/>
                <a:gd name="connsiteY1" fmla="*/ 490330 h 490330"/>
                <a:gd name="connsiteX0" fmla="*/ 2116620 w 2116620"/>
                <a:gd name="connsiteY0" fmla="*/ 0 h 522080"/>
                <a:gd name="connsiteX1" fmla="*/ 0 w 2116620"/>
                <a:gd name="connsiteY1" fmla="*/ 522080 h 522080"/>
                <a:gd name="connsiteX0" fmla="*/ 2116620 w 2116620"/>
                <a:gd name="connsiteY0" fmla="*/ 0 h 515730"/>
                <a:gd name="connsiteX1" fmla="*/ 0 w 2116620"/>
                <a:gd name="connsiteY1" fmla="*/ 515730 h 515730"/>
                <a:gd name="connsiteX0" fmla="*/ 2138845 w 2138845"/>
                <a:gd name="connsiteY0" fmla="*/ 0 h 560180"/>
                <a:gd name="connsiteX1" fmla="*/ 0 w 2138845"/>
                <a:gd name="connsiteY1" fmla="*/ 560180 h 560180"/>
                <a:gd name="connsiteX0" fmla="*/ 2138845 w 2138845"/>
                <a:gd name="connsiteY0" fmla="*/ 14224 h 574404"/>
                <a:gd name="connsiteX1" fmla="*/ 0 w 2138845"/>
                <a:gd name="connsiteY1" fmla="*/ 574404 h 574404"/>
                <a:gd name="connsiteX0" fmla="*/ 2138845 w 2138845"/>
                <a:gd name="connsiteY0" fmla="*/ 12317 h 572497"/>
                <a:gd name="connsiteX1" fmla="*/ 0 w 2138845"/>
                <a:gd name="connsiteY1" fmla="*/ 572497 h 572497"/>
                <a:gd name="connsiteX0" fmla="*/ 2145195 w 2145195"/>
                <a:gd name="connsiteY0" fmla="*/ 12378 h 569383"/>
                <a:gd name="connsiteX1" fmla="*/ 0 w 2145195"/>
                <a:gd name="connsiteY1" fmla="*/ 569383 h 569383"/>
                <a:gd name="connsiteX0" fmla="*/ 2145195 w 2145195"/>
                <a:gd name="connsiteY0" fmla="*/ 38689 h 595694"/>
                <a:gd name="connsiteX1" fmla="*/ 0 w 2145195"/>
                <a:gd name="connsiteY1" fmla="*/ 595694 h 595694"/>
                <a:gd name="connsiteX0" fmla="*/ 2145195 w 2145195"/>
                <a:gd name="connsiteY0" fmla="*/ 36900 h 593905"/>
                <a:gd name="connsiteX1" fmla="*/ 0 w 2145195"/>
                <a:gd name="connsiteY1" fmla="*/ 593905 h 593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45195" h="593905">
                  <a:moveTo>
                    <a:pt x="2145195" y="36900"/>
                  </a:moveTo>
                  <a:cubicBezTo>
                    <a:pt x="1187772" y="-166898"/>
                    <a:pt x="620873" y="537353"/>
                    <a:pt x="0" y="593905"/>
                  </a:cubicBezTo>
                </a:path>
              </a:pathLst>
            </a:cu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F605EE6D-9B57-4EEB-C284-F8B6D608EC51}"/>
                </a:ext>
              </a:extLst>
            </p:cNvPr>
            <p:cNvSpPr/>
            <p:nvPr/>
          </p:nvSpPr>
          <p:spPr>
            <a:xfrm rot="1571539">
              <a:off x="6328021" y="945917"/>
              <a:ext cx="326393" cy="705986"/>
            </a:xfrm>
            <a:custGeom>
              <a:avLst/>
              <a:gdLst>
                <a:gd name="connsiteX0" fmla="*/ 0 w 138494"/>
                <a:gd name="connsiteY0" fmla="*/ 0 h 615620"/>
                <a:gd name="connsiteX1" fmla="*/ 138494 w 138494"/>
                <a:gd name="connsiteY1" fmla="*/ 0 h 615620"/>
                <a:gd name="connsiteX2" fmla="*/ 138494 w 138494"/>
                <a:gd name="connsiteY2" fmla="*/ 615620 h 615620"/>
                <a:gd name="connsiteX3" fmla="*/ 0 w 138494"/>
                <a:gd name="connsiteY3" fmla="*/ 615620 h 615620"/>
                <a:gd name="connsiteX4" fmla="*/ 0 w 138494"/>
                <a:gd name="connsiteY4" fmla="*/ 0 h 615620"/>
                <a:gd name="connsiteX0" fmla="*/ 0 w 236507"/>
                <a:gd name="connsiteY0" fmla="*/ 0 h 615620"/>
                <a:gd name="connsiteX1" fmla="*/ 138494 w 236507"/>
                <a:gd name="connsiteY1" fmla="*/ 0 h 615620"/>
                <a:gd name="connsiteX2" fmla="*/ 236507 w 236507"/>
                <a:gd name="connsiteY2" fmla="*/ 609868 h 615620"/>
                <a:gd name="connsiteX3" fmla="*/ 0 w 236507"/>
                <a:gd name="connsiteY3" fmla="*/ 615620 h 615620"/>
                <a:gd name="connsiteX4" fmla="*/ 0 w 236507"/>
                <a:gd name="connsiteY4" fmla="*/ 0 h 615620"/>
                <a:gd name="connsiteX0" fmla="*/ 0 w 236507"/>
                <a:gd name="connsiteY0" fmla="*/ 0 h 709913"/>
                <a:gd name="connsiteX1" fmla="*/ 138494 w 236507"/>
                <a:gd name="connsiteY1" fmla="*/ 0 h 709913"/>
                <a:gd name="connsiteX2" fmla="*/ 236507 w 236507"/>
                <a:gd name="connsiteY2" fmla="*/ 609868 h 709913"/>
                <a:gd name="connsiteX3" fmla="*/ 88843 w 236507"/>
                <a:gd name="connsiteY3" fmla="*/ 709913 h 709913"/>
                <a:gd name="connsiteX4" fmla="*/ 0 w 236507"/>
                <a:gd name="connsiteY4" fmla="*/ 0 h 709913"/>
                <a:gd name="connsiteX0" fmla="*/ 0 w 309017"/>
                <a:gd name="connsiteY0" fmla="*/ 14438 h 709913"/>
                <a:gd name="connsiteX1" fmla="*/ 211004 w 309017"/>
                <a:gd name="connsiteY1" fmla="*/ 0 h 709913"/>
                <a:gd name="connsiteX2" fmla="*/ 309017 w 309017"/>
                <a:gd name="connsiteY2" fmla="*/ 609868 h 709913"/>
                <a:gd name="connsiteX3" fmla="*/ 161353 w 309017"/>
                <a:gd name="connsiteY3" fmla="*/ 709913 h 709913"/>
                <a:gd name="connsiteX4" fmla="*/ 0 w 309017"/>
                <a:gd name="connsiteY4" fmla="*/ 14438 h 709913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705986"/>
                <a:gd name="connsiteX1" fmla="*/ 268176 w 309017"/>
                <a:gd name="connsiteY1" fmla="*/ 37051 h 705986"/>
                <a:gd name="connsiteX2" fmla="*/ 309017 w 309017"/>
                <a:gd name="connsiteY2" fmla="*/ 595430 h 705986"/>
                <a:gd name="connsiteX3" fmla="*/ 139986 w 309017"/>
                <a:gd name="connsiteY3" fmla="*/ 705986 h 705986"/>
                <a:gd name="connsiteX4" fmla="*/ 0 w 309017"/>
                <a:gd name="connsiteY4" fmla="*/ 0 h 705986"/>
                <a:gd name="connsiteX0" fmla="*/ 0 w 309017"/>
                <a:gd name="connsiteY0" fmla="*/ 0 h 705986"/>
                <a:gd name="connsiteX1" fmla="*/ 268176 w 309017"/>
                <a:gd name="connsiteY1" fmla="*/ 37051 h 705986"/>
                <a:gd name="connsiteX2" fmla="*/ 309017 w 309017"/>
                <a:gd name="connsiteY2" fmla="*/ 595430 h 705986"/>
                <a:gd name="connsiteX3" fmla="*/ 139986 w 309017"/>
                <a:gd name="connsiteY3" fmla="*/ 705986 h 705986"/>
                <a:gd name="connsiteX4" fmla="*/ 0 w 309017"/>
                <a:gd name="connsiteY4" fmla="*/ 0 h 705986"/>
                <a:gd name="connsiteX0" fmla="*/ 17376 w 326393"/>
                <a:gd name="connsiteY0" fmla="*/ 0 h 705986"/>
                <a:gd name="connsiteX1" fmla="*/ 285552 w 326393"/>
                <a:gd name="connsiteY1" fmla="*/ 37051 h 705986"/>
                <a:gd name="connsiteX2" fmla="*/ 326393 w 326393"/>
                <a:gd name="connsiteY2" fmla="*/ 595430 h 705986"/>
                <a:gd name="connsiteX3" fmla="*/ 157362 w 326393"/>
                <a:gd name="connsiteY3" fmla="*/ 705986 h 705986"/>
                <a:gd name="connsiteX4" fmla="*/ 17376 w 326393"/>
                <a:gd name="connsiteY4" fmla="*/ 0 h 705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393" h="705986">
                  <a:moveTo>
                    <a:pt x="17376" y="0"/>
                  </a:moveTo>
                  <a:lnTo>
                    <a:pt x="285552" y="37051"/>
                  </a:lnTo>
                  <a:cubicBezTo>
                    <a:pt x="325360" y="125373"/>
                    <a:pt x="142810" y="344301"/>
                    <a:pt x="326393" y="595430"/>
                  </a:cubicBezTo>
                  <a:lnTo>
                    <a:pt x="157362" y="705986"/>
                  </a:lnTo>
                  <a:cubicBezTo>
                    <a:pt x="-29217" y="369641"/>
                    <a:pt x="-10090" y="170949"/>
                    <a:pt x="17376" y="0"/>
                  </a:cubicBezTo>
                  <a:close/>
                </a:path>
              </a:pathLst>
            </a:custGeom>
            <a:solidFill>
              <a:srgbClr val="70AD47">
                <a:lumMod val="75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4">
              <a:extLst>
                <a:ext uri="{FF2B5EF4-FFF2-40B4-BE49-F238E27FC236}">
                  <a16:creationId xmlns:a16="http://schemas.microsoft.com/office/drawing/2014/main" id="{58017D0D-22DB-8A93-10E5-8F0E13D96159}"/>
                </a:ext>
              </a:extLst>
            </p:cNvPr>
            <p:cNvSpPr/>
            <p:nvPr/>
          </p:nvSpPr>
          <p:spPr>
            <a:xfrm>
              <a:off x="4965700" y="1441392"/>
              <a:ext cx="4053378" cy="5115980"/>
            </a:xfrm>
            <a:custGeom>
              <a:avLst/>
              <a:gdLst>
                <a:gd name="connsiteX0" fmla="*/ 0 w 3510128"/>
                <a:gd name="connsiteY0" fmla="*/ 2524539 h 5049078"/>
                <a:gd name="connsiteX1" fmla="*/ 1755064 w 3510128"/>
                <a:gd name="connsiteY1" fmla="*/ 0 h 5049078"/>
                <a:gd name="connsiteX2" fmla="*/ 3510128 w 3510128"/>
                <a:gd name="connsiteY2" fmla="*/ 2524539 h 5049078"/>
                <a:gd name="connsiteX3" fmla="*/ 1755064 w 3510128"/>
                <a:gd name="connsiteY3" fmla="*/ 5049078 h 5049078"/>
                <a:gd name="connsiteX4" fmla="*/ 0 w 3510128"/>
                <a:gd name="connsiteY4" fmla="*/ 2524539 h 5049078"/>
                <a:gd name="connsiteX0" fmla="*/ 17370 w 3527498"/>
                <a:gd name="connsiteY0" fmla="*/ 2524539 h 5115339"/>
                <a:gd name="connsiteX1" fmla="*/ 1772434 w 3527498"/>
                <a:gd name="connsiteY1" fmla="*/ 0 h 5115339"/>
                <a:gd name="connsiteX2" fmla="*/ 3527498 w 3527498"/>
                <a:gd name="connsiteY2" fmla="*/ 2524539 h 5115339"/>
                <a:gd name="connsiteX3" fmla="*/ 1189338 w 3527498"/>
                <a:gd name="connsiteY3" fmla="*/ 5115339 h 5115339"/>
                <a:gd name="connsiteX4" fmla="*/ 17370 w 3527498"/>
                <a:gd name="connsiteY4" fmla="*/ 2524539 h 5115339"/>
                <a:gd name="connsiteX0" fmla="*/ 33936 w 3544064"/>
                <a:gd name="connsiteY0" fmla="*/ 2524539 h 5117865"/>
                <a:gd name="connsiteX1" fmla="*/ 1789000 w 3544064"/>
                <a:gd name="connsiteY1" fmla="*/ 0 h 5117865"/>
                <a:gd name="connsiteX2" fmla="*/ 3544064 w 3544064"/>
                <a:gd name="connsiteY2" fmla="*/ 2524539 h 5117865"/>
                <a:gd name="connsiteX3" fmla="*/ 1205904 w 3544064"/>
                <a:gd name="connsiteY3" fmla="*/ 5115339 h 5117865"/>
                <a:gd name="connsiteX4" fmla="*/ 33936 w 3544064"/>
                <a:gd name="connsiteY4" fmla="*/ 2524539 h 5117865"/>
                <a:gd name="connsiteX0" fmla="*/ 6948 w 3517076"/>
                <a:gd name="connsiteY0" fmla="*/ 2524539 h 5255967"/>
                <a:gd name="connsiteX1" fmla="*/ 1762012 w 3517076"/>
                <a:gd name="connsiteY1" fmla="*/ 0 h 5255967"/>
                <a:gd name="connsiteX2" fmla="*/ 3517076 w 3517076"/>
                <a:gd name="connsiteY2" fmla="*/ 2524539 h 5255967"/>
                <a:gd name="connsiteX3" fmla="*/ 1178916 w 3517076"/>
                <a:gd name="connsiteY3" fmla="*/ 5115339 h 5255967"/>
                <a:gd name="connsiteX4" fmla="*/ 6948 w 3517076"/>
                <a:gd name="connsiteY4" fmla="*/ 2524539 h 5255967"/>
                <a:gd name="connsiteX0" fmla="*/ 20750 w 3530878"/>
                <a:gd name="connsiteY0" fmla="*/ 2524539 h 5115634"/>
                <a:gd name="connsiteX1" fmla="*/ 1775814 w 3530878"/>
                <a:gd name="connsiteY1" fmla="*/ 0 h 5115634"/>
                <a:gd name="connsiteX2" fmla="*/ 3530878 w 3530878"/>
                <a:gd name="connsiteY2" fmla="*/ 2524539 h 5115634"/>
                <a:gd name="connsiteX3" fmla="*/ 1192718 w 3530878"/>
                <a:gd name="connsiteY3" fmla="*/ 5115339 h 5115634"/>
                <a:gd name="connsiteX4" fmla="*/ 20750 w 3530878"/>
                <a:gd name="connsiteY4" fmla="*/ 2524539 h 5115634"/>
                <a:gd name="connsiteX0" fmla="*/ 5901 w 4046115"/>
                <a:gd name="connsiteY0" fmla="*/ 2458334 h 5115470"/>
                <a:gd name="connsiteX1" fmla="*/ 2291051 w 4046115"/>
                <a:gd name="connsiteY1" fmla="*/ 56 h 5115470"/>
                <a:gd name="connsiteX2" fmla="*/ 4046115 w 4046115"/>
                <a:gd name="connsiteY2" fmla="*/ 2524595 h 5115470"/>
                <a:gd name="connsiteX3" fmla="*/ 1707955 w 4046115"/>
                <a:gd name="connsiteY3" fmla="*/ 5115395 h 5115470"/>
                <a:gd name="connsiteX4" fmla="*/ 5901 w 4046115"/>
                <a:gd name="connsiteY4" fmla="*/ 2458334 h 5115470"/>
                <a:gd name="connsiteX0" fmla="*/ 3248 w 4043462"/>
                <a:gd name="connsiteY0" fmla="*/ 2458597 h 5115733"/>
                <a:gd name="connsiteX1" fmla="*/ 2288398 w 4043462"/>
                <a:gd name="connsiteY1" fmla="*/ 319 h 5115733"/>
                <a:gd name="connsiteX2" fmla="*/ 4043462 w 4043462"/>
                <a:gd name="connsiteY2" fmla="*/ 2524858 h 5115733"/>
                <a:gd name="connsiteX3" fmla="*/ 1705302 w 4043462"/>
                <a:gd name="connsiteY3" fmla="*/ 5115658 h 5115733"/>
                <a:gd name="connsiteX4" fmla="*/ 3248 w 4043462"/>
                <a:gd name="connsiteY4" fmla="*/ 2458597 h 5115733"/>
                <a:gd name="connsiteX0" fmla="*/ 3248 w 4043462"/>
                <a:gd name="connsiteY0" fmla="*/ 2458597 h 5115783"/>
                <a:gd name="connsiteX1" fmla="*/ 2288398 w 4043462"/>
                <a:gd name="connsiteY1" fmla="*/ 319 h 5115783"/>
                <a:gd name="connsiteX2" fmla="*/ 4043462 w 4043462"/>
                <a:gd name="connsiteY2" fmla="*/ 2524858 h 5115783"/>
                <a:gd name="connsiteX3" fmla="*/ 1705302 w 4043462"/>
                <a:gd name="connsiteY3" fmla="*/ 5115658 h 5115783"/>
                <a:gd name="connsiteX4" fmla="*/ 3248 w 4043462"/>
                <a:gd name="connsiteY4" fmla="*/ 2458597 h 5115783"/>
                <a:gd name="connsiteX0" fmla="*/ 3248 w 4048645"/>
                <a:gd name="connsiteY0" fmla="*/ 2458597 h 5115783"/>
                <a:gd name="connsiteX1" fmla="*/ 2288398 w 4048645"/>
                <a:gd name="connsiteY1" fmla="*/ 319 h 5115783"/>
                <a:gd name="connsiteX2" fmla="*/ 4043462 w 4048645"/>
                <a:gd name="connsiteY2" fmla="*/ 2524858 h 5115783"/>
                <a:gd name="connsiteX3" fmla="*/ 1705302 w 4048645"/>
                <a:gd name="connsiteY3" fmla="*/ 5115658 h 5115783"/>
                <a:gd name="connsiteX4" fmla="*/ 3248 w 4048645"/>
                <a:gd name="connsiteY4" fmla="*/ 2458597 h 5115783"/>
                <a:gd name="connsiteX0" fmla="*/ 3804 w 4049201"/>
                <a:gd name="connsiteY0" fmla="*/ 2458597 h 5116242"/>
                <a:gd name="connsiteX1" fmla="*/ 2288954 w 4049201"/>
                <a:gd name="connsiteY1" fmla="*/ 319 h 5116242"/>
                <a:gd name="connsiteX2" fmla="*/ 4044018 w 4049201"/>
                <a:gd name="connsiteY2" fmla="*/ 2524858 h 5116242"/>
                <a:gd name="connsiteX3" fmla="*/ 1705858 w 4049201"/>
                <a:gd name="connsiteY3" fmla="*/ 5115658 h 5116242"/>
                <a:gd name="connsiteX4" fmla="*/ 3804 w 4049201"/>
                <a:gd name="connsiteY4" fmla="*/ 2458597 h 5116242"/>
                <a:gd name="connsiteX0" fmla="*/ 8659 w 4054056"/>
                <a:gd name="connsiteY0" fmla="*/ 2458794 h 5116439"/>
                <a:gd name="connsiteX1" fmla="*/ 2293809 w 4054056"/>
                <a:gd name="connsiteY1" fmla="*/ 516 h 5116439"/>
                <a:gd name="connsiteX2" fmla="*/ 4048873 w 4054056"/>
                <a:gd name="connsiteY2" fmla="*/ 2525055 h 5116439"/>
                <a:gd name="connsiteX3" fmla="*/ 1710713 w 4054056"/>
                <a:gd name="connsiteY3" fmla="*/ 5115855 h 5116439"/>
                <a:gd name="connsiteX4" fmla="*/ 8659 w 4054056"/>
                <a:gd name="connsiteY4" fmla="*/ 2458794 h 5116439"/>
                <a:gd name="connsiteX0" fmla="*/ 7981 w 4053378"/>
                <a:gd name="connsiteY0" fmla="*/ 2458794 h 5115980"/>
                <a:gd name="connsiteX1" fmla="*/ 2293131 w 4053378"/>
                <a:gd name="connsiteY1" fmla="*/ 516 h 5115980"/>
                <a:gd name="connsiteX2" fmla="*/ 4048195 w 4053378"/>
                <a:gd name="connsiteY2" fmla="*/ 2525055 h 5115980"/>
                <a:gd name="connsiteX3" fmla="*/ 1710035 w 4053378"/>
                <a:gd name="connsiteY3" fmla="*/ 5115855 h 5115980"/>
                <a:gd name="connsiteX4" fmla="*/ 7981 w 4053378"/>
                <a:gd name="connsiteY4" fmla="*/ 2458794 h 511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3378" h="5115980">
                  <a:moveTo>
                    <a:pt x="7981" y="2458794"/>
                  </a:moveTo>
                  <a:cubicBezTo>
                    <a:pt x="118417" y="135247"/>
                    <a:pt x="1619762" y="-10527"/>
                    <a:pt x="2293131" y="516"/>
                  </a:cubicBezTo>
                  <a:cubicBezTo>
                    <a:pt x="2966500" y="11559"/>
                    <a:pt x="4140960" y="998269"/>
                    <a:pt x="4048195" y="2525055"/>
                  </a:cubicBezTo>
                  <a:cubicBezTo>
                    <a:pt x="3809656" y="4409649"/>
                    <a:pt x="2462918" y="5126899"/>
                    <a:pt x="1710035" y="5115855"/>
                  </a:cubicBezTo>
                  <a:cubicBezTo>
                    <a:pt x="957152" y="5104811"/>
                    <a:pt x="-102455" y="4782341"/>
                    <a:pt x="7981" y="2458794"/>
                  </a:cubicBezTo>
                  <a:close/>
                </a:path>
              </a:pathLst>
            </a:custGeom>
            <a:solidFill>
              <a:srgbClr val="92106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7C3DC04-7678-CD71-990F-9650538094A2}"/>
                </a:ext>
              </a:extLst>
            </p:cNvPr>
            <p:cNvSpPr/>
            <p:nvPr/>
          </p:nvSpPr>
          <p:spPr>
            <a:xfrm rot="19112893">
              <a:off x="6529612" y="848940"/>
              <a:ext cx="190500" cy="290289"/>
            </a:xfrm>
            <a:prstGeom prst="ellipse">
              <a:avLst/>
            </a:prstGeom>
            <a:solidFill>
              <a:srgbClr val="70AD47">
                <a:lumMod val="5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2238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1D1540-C20F-7D8A-261A-615E884BC668}"/>
              </a:ext>
            </a:extLst>
          </p:cNvPr>
          <p:cNvGrpSpPr/>
          <p:nvPr/>
        </p:nvGrpSpPr>
        <p:grpSpPr>
          <a:xfrm>
            <a:off x="-2093037" y="730447"/>
            <a:ext cx="4550943" cy="6497769"/>
            <a:chOff x="1656387" y="846914"/>
            <a:chExt cx="3708253" cy="529458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18FCA27-CEA4-BFC6-6BB2-070FBB9FE7F1}"/>
                </a:ext>
              </a:extLst>
            </p:cNvPr>
            <p:cNvSpPr/>
            <p:nvPr/>
          </p:nvSpPr>
          <p:spPr>
            <a:xfrm>
              <a:off x="2426205" y="4962216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AB96B86-C993-86CC-8513-C110B985043C}"/>
                </a:ext>
              </a:extLst>
            </p:cNvPr>
            <p:cNvSpPr/>
            <p:nvPr/>
          </p:nvSpPr>
          <p:spPr>
            <a:xfrm flipH="1">
              <a:off x="3284175" y="5058289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0EC3F20-C3A5-72A9-7A83-4C1E8E430ACB}"/>
                </a:ext>
              </a:extLst>
            </p:cNvPr>
            <p:cNvSpPr/>
            <p:nvPr/>
          </p:nvSpPr>
          <p:spPr>
            <a:xfrm>
              <a:off x="2162957" y="4247747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2A439A9-8D65-E36F-E5E8-06EC62007FDC}"/>
                </a:ext>
              </a:extLst>
            </p:cNvPr>
            <p:cNvSpPr/>
            <p:nvPr/>
          </p:nvSpPr>
          <p:spPr>
            <a:xfrm>
              <a:off x="2981440" y="4417449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F60DE71-076C-D0C6-A720-C1158D438BDB}"/>
                </a:ext>
              </a:extLst>
            </p:cNvPr>
            <p:cNvSpPr/>
            <p:nvPr/>
          </p:nvSpPr>
          <p:spPr>
            <a:xfrm flipH="1">
              <a:off x="3837282" y="4515946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3F6ABA0-F422-0EB5-29C0-8768ED1F302F}"/>
                </a:ext>
              </a:extLst>
            </p:cNvPr>
            <p:cNvSpPr/>
            <p:nvPr/>
          </p:nvSpPr>
          <p:spPr>
            <a:xfrm>
              <a:off x="1885763" y="3345277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477AD77-FC83-34C1-E570-01B6F0BDBD35}"/>
                </a:ext>
              </a:extLst>
            </p:cNvPr>
            <p:cNvSpPr/>
            <p:nvPr/>
          </p:nvSpPr>
          <p:spPr>
            <a:xfrm>
              <a:off x="2726349" y="3658104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69A8A92-1C58-A8A2-67CF-5E6144CDF1C4}"/>
                </a:ext>
              </a:extLst>
            </p:cNvPr>
            <p:cNvSpPr/>
            <p:nvPr/>
          </p:nvSpPr>
          <p:spPr>
            <a:xfrm>
              <a:off x="3675172" y="3839915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7589103-828D-CD5C-66A6-5A0397129FE2}"/>
                </a:ext>
              </a:extLst>
            </p:cNvPr>
            <p:cNvSpPr/>
            <p:nvPr/>
          </p:nvSpPr>
          <p:spPr>
            <a:xfrm flipH="1">
              <a:off x="4533101" y="3937608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AD587DF-850C-9B0F-D708-040FAA6DC007}"/>
                </a:ext>
              </a:extLst>
            </p:cNvPr>
            <p:cNvSpPr/>
            <p:nvPr/>
          </p:nvSpPr>
          <p:spPr>
            <a:xfrm>
              <a:off x="1656387" y="846914"/>
              <a:ext cx="2214866" cy="2119053"/>
            </a:xfrm>
            <a:custGeom>
              <a:avLst/>
              <a:gdLst>
                <a:gd name="connsiteX0" fmla="*/ 0 w 1323569"/>
                <a:gd name="connsiteY0" fmla="*/ 0 h 306128"/>
                <a:gd name="connsiteX1" fmla="*/ 1323569 w 1323569"/>
                <a:gd name="connsiteY1" fmla="*/ 0 h 306128"/>
                <a:gd name="connsiteX2" fmla="*/ 1323569 w 1323569"/>
                <a:gd name="connsiteY2" fmla="*/ 306128 h 306128"/>
                <a:gd name="connsiteX3" fmla="*/ 0 w 1323569"/>
                <a:gd name="connsiteY3" fmla="*/ 306128 h 306128"/>
                <a:gd name="connsiteX4" fmla="*/ 0 w 1323569"/>
                <a:gd name="connsiteY4" fmla="*/ 0 h 306128"/>
                <a:gd name="connsiteX0" fmla="*/ 0 w 1323569"/>
                <a:gd name="connsiteY0" fmla="*/ 0 h 763328"/>
                <a:gd name="connsiteX1" fmla="*/ 1323569 w 1323569"/>
                <a:gd name="connsiteY1" fmla="*/ 0 h 763328"/>
                <a:gd name="connsiteX2" fmla="*/ 1323569 w 1323569"/>
                <a:gd name="connsiteY2" fmla="*/ 306128 h 763328"/>
                <a:gd name="connsiteX3" fmla="*/ 450850 w 1323569"/>
                <a:gd name="connsiteY3" fmla="*/ 763328 h 763328"/>
                <a:gd name="connsiteX4" fmla="*/ 0 w 1323569"/>
                <a:gd name="connsiteY4" fmla="*/ 0 h 763328"/>
                <a:gd name="connsiteX0" fmla="*/ 0 w 2117319"/>
                <a:gd name="connsiteY0" fmla="*/ 0 h 883978"/>
                <a:gd name="connsiteX1" fmla="*/ 2117319 w 2117319"/>
                <a:gd name="connsiteY1" fmla="*/ 120650 h 883978"/>
                <a:gd name="connsiteX2" fmla="*/ 2117319 w 2117319"/>
                <a:gd name="connsiteY2" fmla="*/ 426778 h 883978"/>
                <a:gd name="connsiteX3" fmla="*/ 1244600 w 2117319"/>
                <a:gd name="connsiteY3" fmla="*/ 883978 h 883978"/>
                <a:gd name="connsiteX4" fmla="*/ 0 w 2117319"/>
                <a:gd name="connsiteY4" fmla="*/ 0 h 883978"/>
                <a:gd name="connsiteX0" fmla="*/ 0 w 2117319"/>
                <a:gd name="connsiteY0" fmla="*/ 0 h 490278"/>
                <a:gd name="connsiteX1" fmla="*/ 2117319 w 2117319"/>
                <a:gd name="connsiteY1" fmla="*/ 120650 h 490278"/>
                <a:gd name="connsiteX2" fmla="*/ 2117319 w 2117319"/>
                <a:gd name="connsiteY2" fmla="*/ 426778 h 490278"/>
                <a:gd name="connsiteX3" fmla="*/ 539750 w 2117319"/>
                <a:gd name="connsiteY3" fmla="*/ 490278 h 490278"/>
                <a:gd name="connsiteX4" fmla="*/ 0 w 2117319"/>
                <a:gd name="connsiteY4" fmla="*/ 0 h 490278"/>
                <a:gd name="connsiteX0" fmla="*/ 0 w 2117319"/>
                <a:gd name="connsiteY0" fmla="*/ 118396 h 608674"/>
                <a:gd name="connsiteX1" fmla="*/ 418647 w 2117319"/>
                <a:gd name="connsiteY1" fmla="*/ 921 h 608674"/>
                <a:gd name="connsiteX2" fmla="*/ 2117319 w 2117319"/>
                <a:gd name="connsiteY2" fmla="*/ 239046 h 608674"/>
                <a:gd name="connsiteX3" fmla="*/ 2117319 w 2117319"/>
                <a:gd name="connsiteY3" fmla="*/ 545174 h 608674"/>
                <a:gd name="connsiteX4" fmla="*/ 539750 w 2117319"/>
                <a:gd name="connsiteY4" fmla="*/ 608674 h 608674"/>
                <a:gd name="connsiteX5" fmla="*/ 0 w 2117319"/>
                <a:gd name="connsiteY5" fmla="*/ 118396 h 608674"/>
                <a:gd name="connsiteX0" fmla="*/ 33893 w 2151212"/>
                <a:gd name="connsiteY0" fmla="*/ 708218 h 1198496"/>
                <a:gd name="connsiteX1" fmla="*/ 452540 w 2151212"/>
                <a:gd name="connsiteY1" fmla="*/ 590743 h 1198496"/>
                <a:gd name="connsiteX2" fmla="*/ 8040 w 2151212"/>
                <a:gd name="connsiteY2" fmla="*/ 193 h 1198496"/>
                <a:gd name="connsiteX3" fmla="*/ 2151212 w 2151212"/>
                <a:gd name="connsiteY3" fmla="*/ 828868 h 1198496"/>
                <a:gd name="connsiteX4" fmla="*/ 2151212 w 2151212"/>
                <a:gd name="connsiteY4" fmla="*/ 1134996 h 1198496"/>
                <a:gd name="connsiteX5" fmla="*/ 573643 w 2151212"/>
                <a:gd name="connsiteY5" fmla="*/ 1198496 h 1198496"/>
                <a:gd name="connsiteX6" fmla="*/ 33893 w 2151212"/>
                <a:gd name="connsiteY6" fmla="*/ 708218 h 1198496"/>
                <a:gd name="connsiteX0" fmla="*/ 33893 w 2151212"/>
                <a:gd name="connsiteY0" fmla="*/ 728188 h 1218466"/>
                <a:gd name="connsiteX1" fmla="*/ 452540 w 2151212"/>
                <a:gd name="connsiteY1" fmla="*/ 610713 h 1218466"/>
                <a:gd name="connsiteX2" fmla="*/ 8040 w 2151212"/>
                <a:gd name="connsiteY2" fmla="*/ 20163 h 1218466"/>
                <a:gd name="connsiteX3" fmla="*/ 573190 w 2151212"/>
                <a:gd name="connsiteY3" fmla="*/ 20163 h 1218466"/>
                <a:gd name="connsiteX4" fmla="*/ 2151212 w 2151212"/>
                <a:gd name="connsiteY4" fmla="*/ 848838 h 1218466"/>
                <a:gd name="connsiteX5" fmla="*/ 2151212 w 2151212"/>
                <a:gd name="connsiteY5" fmla="*/ 1154966 h 1218466"/>
                <a:gd name="connsiteX6" fmla="*/ 573643 w 2151212"/>
                <a:gd name="connsiteY6" fmla="*/ 1218466 h 1218466"/>
                <a:gd name="connsiteX7" fmla="*/ 33893 w 2151212"/>
                <a:gd name="connsiteY7" fmla="*/ 728188 h 1218466"/>
                <a:gd name="connsiteX0" fmla="*/ 33893 w 2151212"/>
                <a:gd name="connsiteY0" fmla="*/ 1403688 h 1893966"/>
                <a:gd name="connsiteX1" fmla="*/ 452540 w 2151212"/>
                <a:gd name="connsiteY1" fmla="*/ 1286213 h 1893966"/>
                <a:gd name="connsiteX2" fmla="*/ 8040 w 2151212"/>
                <a:gd name="connsiteY2" fmla="*/ 695663 h 1893966"/>
                <a:gd name="connsiteX3" fmla="*/ 573190 w 2151212"/>
                <a:gd name="connsiteY3" fmla="*/ 695663 h 1893966"/>
                <a:gd name="connsiteX4" fmla="*/ 630340 w 2151212"/>
                <a:gd name="connsiteY4" fmla="*/ 3513 h 1893966"/>
                <a:gd name="connsiteX5" fmla="*/ 2151212 w 2151212"/>
                <a:gd name="connsiteY5" fmla="*/ 1524338 h 1893966"/>
                <a:gd name="connsiteX6" fmla="*/ 2151212 w 2151212"/>
                <a:gd name="connsiteY6" fmla="*/ 1830466 h 1893966"/>
                <a:gd name="connsiteX7" fmla="*/ 573643 w 2151212"/>
                <a:gd name="connsiteY7" fmla="*/ 1893966 h 1893966"/>
                <a:gd name="connsiteX8" fmla="*/ 33893 w 2151212"/>
                <a:gd name="connsiteY8" fmla="*/ 1403688 h 1893966"/>
                <a:gd name="connsiteX0" fmla="*/ 33893 w 2151212"/>
                <a:gd name="connsiteY0" fmla="*/ 1403688 h 1893966"/>
                <a:gd name="connsiteX1" fmla="*/ 452540 w 2151212"/>
                <a:gd name="connsiteY1" fmla="*/ 1286213 h 1893966"/>
                <a:gd name="connsiteX2" fmla="*/ 8040 w 2151212"/>
                <a:gd name="connsiteY2" fmla="*/ 695663 h 1893966"/>
                <a:gd name="connsiteX3" fmla="*/ 573190 w 2151212"/>
                <a:gd name="connsiteY3" fmla="*/ 695663 h 1893966"/>
                <a:gd name="connsiteX4" fmla="*/ 630340 w 2151212"/>
                <a:gd name="connsiteY4" fmla="*/ 3513 h 1893966"/>
                <a:gd name="connsiteX5" fmla="*/ 1233590 w 2151212"/>
                <a:gd name="connsiteY5" fmla="*/ 403563 h 1893966"/>
                <a:gd name="connsiteX6" fmla="*/ 2151212 w 2151212"/>
                <a:gd name="connsiteY6" fmla="*/ 1524338 h 1893966"/>
                <a:gd name="connsiteX7" fmla="*/ 2151212 w 2151212"/>
                <a:gd name="connsiteY7" fmla="*/ 1830466 h 1893966"/>
                <a:gd name="connsiteX8" fmla="*/ 573643 w 2151212"/>
                <a:gd name="connsiteY8" fmla="*/ 1893966 h 1893966"/>
                <a:gd name="connsiteX9" fmla="*/ 33893 w 2151212"/>
                <a:gd name="connsiteY9" fmla="*/ 1403688 h 1893966"/>
                <a:gd name="connsiteX0" fmla="*/ 33893 w 2151212"/>
                <a:gd name="connsiteY0" fmla="*/ 1633031 h 2123309"/>
                <a:gd name="connsiteX1" fmla="*/ 452540 w 2151212"/>
                <a:gd name="connsiteY1" fmla="*/ 1515556 h 2123309"/>
                <a:gd name="connsiteX2" fmla="*/ 8040 w 2151212"/>
                <a:gd name="connsiteY2" fmla="*/ 925006 h 2123309"/>
                <a:gd name="connsiteX3" fmla="*/ 573190 w 2151212"/>
                <a:gd name="connsiteY3" fmla="*/ 925006 h 2123309"/>
                <a:gd name="connsiteX4" fmla="*/ 630340 w 2151212"/>
                <a:gd name="connsiteY4" fmla="*/ 232856 h 2123309"/>
                <a:gd name="connsiteX5" fmla="*/ 1233590 w 2151212"/>
                <a:gd name="connsiteY5" fmla="*/ 632906 h 2123309"/>
                <a:gd name="connsiteX6" fmla="*/ 1601890 w 2151212"/>
                <a:gd name="connsiteY6" fmla="*/ 4256 h 2123309"/>
                <a:gd name="connsiteX7" fmla="*/ 2151212 w 2151212"/>
                <a:gd name="connsiteY7" fmla="*/ 1753681 h 2123309"/>
                <a:gd name="connsiteX8" fmla="*/ 2151212 w 2151212"/>
                <a:gd name="connsiteY8" fmla="*/ 2059809 h 2123309"/>
                <a:gd name="connsiteX9" fmla="*/ 573643 w 2151212"/>
                <a:gd name="connsiteY9" fmla="*/ 2123309 h 2123309"/>
                <a:gd name="connsiteX10" fmla="*/ 33893 w 2151212"/>
                <a:gd name="connsiteY10" fmla="*/ 1633031 h 2123309"/>
                <a:gd name="connsiteX0" fmla="*/ 33893 w 2151212"/>
                <a:gd name="connsiteY0" fmla="*/ 1633031 h 2123309"/>
                <a:gd name="connsiteX1" fmla="*/ 452540 w 2151212"/>
                <a:gd name="connsiteY1" fmla="*/ 1515556 h 2123309"/>
                <a:gd name="connsiteX2" fmla="*/ 8040 w 2151212"/>
                <a:gd name="connsiteY2" fmla="*/ 925006 h 2123309"/>
                <a:gd name="connsiteX3" fmla="*/ 573190 w 2151212"/>
                <a:gd name="connsiteY3" fmla="*/ 925006 h 2123309"/>
                <a:gd name="connsiteX4" fmla="*/ 630340 w 2151212"/>
                <a:gd name="connsiteY4" fmla="*/ 232856 h 2123309"/>
                <a:gd name="connsiteX5" fmla="*/ 1233590 w 2151212"/>
                <a:gd name="connsiteY5" fmla="*/ 632906 h 2123309"/>
                <a:gd name="connsiteX6" fmla="*/ 1601890 w 2151212"/>
                <a:gd name="connsiteY6" fmla="*/ 4256 h 2123309"/>
                <a:gd name="connsiteX7" fmla="*/ 1824140 w 2151212"/>
                <a:gd name="connsiteY7" fmla="*/ 753557 h 2123309"/>
                <a:gd name="connsiteX8" fmla="*/ 2151212 w 2151212"/>
                <a:gd name="connsiteY8" fmla="*/ 1753681 h 2123309"/>
                <a:gd name="connsiteX9" fmla="*/ 2151212 w 2151212"/>
                <a:gd name="connsiteY9" fmla="*/ 2059809 h 2123309"/>
                <a:gd name="connsiteX10" fmla="*/ 573643 w 2151212"/>
                <a:gd name="connsiteY10" fmla="*/ 2123309 h 2123309"/>
                <a:gd name="connsiteX11" fmla="*/ 33893 w 2151212"/>
                <a:gd name="connsiteY11" fmla="*/ 1633031 h 2123309"/>
                <a:gd name="connsiteX0" fmla="*/ 33893 w 2151212"/>
                <a:gd name="connsiteY0" fmla="*/ 1633031 h 2123309"/>
                <a:gd name="connsiteX1" fmla="*/ 452540 w 2151212"/>
                <a:gd name="connsiteY1" fmla="*/ 1515556 h 2123309"/>
                <a:gd name="connsiteX2" fmla="*/ 8040 w 2151212"/>
                <a:gd name="connsiteY2" fmla="*/ 925006 h 2123309"/>
                <a:gd name="connsiteX3" fmla="*/ 573190 w 2151212"/>
                <a:gd name="connsiteY3" fmla="*/ 925006 h 2123309"/>
                <a:gd name="connsiteX4" fmla="*/ 630340 w 2151212"/>
                <a:gd name="connsiteY4" fmla="*/ 232856 h 2123309"/>
                <a:gd name="connsiteX5" fmla="*/ 1233590 w 2151212"/>
                <a:gd name="connsiteY5" fmla="*/ 632906 h 2123309"/>
                <a:gd name="connsiteX6" fmla="*/ 1601890 w 2151212"/>
                <a:gd name="connsiteY6" fmla="*/ 4256 h 2123309"/>
                <a:gd name="connsiteX7" fmla="*/ 1824140 w 2151212"/>
                <a:gd name="connsiteY7" fmla="*/ 753557 h 2123309"/>
                <a:gd name="connsiteX8" fmla="*/ 2113112 w 2151212"/>
                <a:gd name="connsiteY8" fmla="*/ 521781 h 2123309"/>
                <a:gd name="connsiteX9" fmla="*/ 2151212 w 2151212"/>
                <a:gd name="connsiteY9" fmla="*/ 2059809 h 2123309"/>
                <a:gd name="connsiteX10" fmla="*/ 573643 w 2151212"/>
                <a:gd name="connsiteY10" fmla="*/ 2123309 h 2123309"/>
                <a:gd name="connsiteX11" fmla="*/ 33893 w 2151212"/>
                <a:gd name="connsiteY11" fmla="*/ 1633031 h 2123309"/>
                <a:gd name="connsiteX0" fmla="*/ 33893 w 2335362"/>
                <a:gd name="connsiteY0" fmla="*/ 1633031 h 2123309"/>
                <a:gd name="connsiteX1" fmla="*/ 452540 w 2335362"/>
                <a:gd name="connsiteY1" fmla="*/ 1515556 h 2123309"/>
                <a:gd name="connsiteX2" fmla="*/ 8040 w 2335362"/>
                <a:gd name="connsiteY2" fmla="*/ 925006 h 2123309"/>
                <a:gd name="connsiteX3" fmla="*/ 573190 w 2335362"/>
                <a:gd name="connsiteY3" fmla="*/ 925006 h 2123309"/>
                <a:gd name="connsiteX4" fmla="*/ 630340 w 2335362"/>
                <a:gd name="connsiteY4" fmla="*/ 232856 h 2123309"/>
                <a:gd name="connsiteX5" fmla="*/ 1233590 w 2335362"/>
                <a:gd name="connsiteY5" fmla="*/ 632906 h 2123309"/>
                <a:gd name="connsiteX6" fmla="*/ 1601890 w 2335362"/>
                <a:gd name="connsiteY6" fmla="*/ 4256 h 2123309"/>
                <a:gd name="connsiteX7" fmla="*/ 1824140 w 2335362"/>
                <a:gd name="connsiteY7" fmla="*/ 753557 h 2123309"/>
                <a:gd name="connsiteX8" fmla="*/ 2113112 w 2335362"/>
                <a:gd name="connsiteY8" fmla="*/ 521781 h 2123309"/>
                <a:gd name="connsiteX9" fmla="*/ 2335362 w 2335362"/>
                <a:gd name="connsiteY9" fmla="*/ 1856609 h 2123309"/>
                <a:gd name="connsiteX10" fmla="*/ 573643 w 2335362"/>
                <a:gd name="connsiteY10" fmla="*/ 2123309 h 2123309"/>
                <a:gd name="connsiteX11" fmla="*/ 33893 w 2335362"/>
                <a:gd name="connsiteY11" fmla="*/ 1633031 h 2123309"/>
                <a:gd name="connsiteX0" fmla="*/ 33893 w 2335362"/>
                <a:gd name="connsiteY0" fmla="*/ 1633031 h 2123309"/>
                <a:gd name="connsiteX1" fmla="*/ 452540 w 2335362"/>
                <a:gd name="connsiteY1" fmla="*/ 1515556 h 2123309"/>
                <a:gd name="connsiteX2" fmla="*/ 8040 w 2335362"/>
                <a:gd name="connsiteY2" fmla="*/ 925006 h 2123309"/>
                <a:gd name="connsiteX3" fmla="*/ 573190 w 2335362"/>
                <a:gd name="connsiteY3" fmla="*/ 925006 h 2123309"/>
                <a:gd name="connsiteX4" fmla="*/ 630340 w 2335362"/>
                <a:gd name="connsiteY4" fmla="*/ 232856 h 2123309"/>
                <a:gd name="connsiteX5" fmla="*/ 1233590 w 2335362"/>
                <a:gd name="connsiteY5" fmla="*/ 632906 h 2123309"/>
                <a:gd name="connsiteX6" fmla="*/ 1601890 w 2335362"/>
                <a:gd name="connsiteY6" fmla="*/ 4256 h 2123309"/>
                <a:gd name="connsiteX7" fmla="*/ 1824140 w 2335362"/>
                <a:gd name="connsiteY7" fmla="*/ 753557 h 2123309"/>
                <a:gd name="connsiteX8" fmla="*/ 2113112 w 2335362"/>
                <a:gd name="connsiteY8" fmla="*/ 521781 h 2123309"/>
                <a:gd name="connsiteX9" fmla="*/ 2335362 w 2335362"/>
                <a:gd name="connsiteY9" fmla="*/ 1856609 h 2123309"/>
                <a:gd name="connsiteX10" fmla="*/ 573643 w 2335362"/>
                <a:gd name="connsiteY10" fmla="*/ 2123309 h 2123309"/>
                <a:gd name="connsiteX11" fmla="*/ 33893 w 2335362"/>
                <a:gd name="connsiteY11" fmla="*/ 1633031 h 2123309"/>
                <a:gd name="connsiteX0" fmla="*/ 33893 w 2335362"/>
                <a:gd name="connsiteY0" fmla="*/ 1633031 h 2123309"/>
                <a:gd name="connsiteX1" fmla="*/ 452540 w 2335362"/>
                <a:gd name="connsiteY1" fmla="*/ 1515556 h 2123309"/>
                <a:gd name="connsiteX2" fmla="*/ 8040 w 2335362"/>
                <a:gd name="connsiteY2" fmla="*/ 925006 h 2123309"/>
                <a:gd name="connsiteX3" fmla="*/ 573190 w 2335362"/>
                <a:gd name="connsiteY3" fmla="*/ 925006 h 2123309"/>
                <a:gd name="connsiteX4" fmla="*/ 630340 w 2335362"/>
                <a:gd name="connsiteY4" fmla="*/ 232856 h 2123309"/>
                <a:gd name="connsiteX5" fmla="*/ 1233590 w 2335362"/>
                <a:gd name="connsiteY5" fmla="*/ 632906 h 2123309"/>
                <a:gd name="connsiteX6" fmla="*/ 1601890 w 2335362"/>
                <a:gd name="connsiteY6" fmla="*/ 4256 h 2123309"/>
                <a:gd name="connsiteX7" fmla="*/ 1824140 w 2335362"/>
                <a:gd name="connsiteY7" fmla="*/ 753557 h 2123309"/>
                <a:gd name="connsiteX8" fmla="*/ 2113112 w 2335362"/>
                <a:gd name="connsiteY8" fmla="*/ 521781 h 2123309"/>
                <a:gd name="connsiteX9" fmla="*/ 2335362 w 2335362"/>
                <a:gd name="connsiteY9" fmla="*/ 1856609 h 2123309"/>
                <a:gd name="connsiteX10" fmla="*/ 573643 w 2335362"/>
                <a:gd name="connsiteY10" fmla="*/ 2123309 h 2123309"/>
                <a:gd name="connsiteX11" fmla="*/ 33893 w 2335362"/>
                <a:gd name="connsiteY11" fmla="*/ 1633031 h 2123309"/>
                <a:gd name="connsiteX0" fmla="*/ 33893 w 2335362"/>
                <a:gd name="connsiteY0" fmla="*/ 1633031 h 2123309"/>
                <a:gd name="connsiteX1" fmla="*/ 452540 w 2335362"/>
                <a:gd name="connsiteY1" fmla="*/ 1515556 h 2123309"/>
                <a:gd name="connsiteX2" fmla="*/ 8040 w 2335362"/>
                <a:gd name="connsiteY2" fmla="*/ 925006 h 2123309"/>
                <a:gd name="connsiteX3" fmla="*/ 573190 w 2335362"/>
                <a:gd name="connsiteY3" fmla="*/ 925006 h 2123309"/>
                <a:gd name="connsiteX4" fmla="*/ 630340 w 2335362"/>
                <a:gd name="connsiteY4" fmla="*/ 232856 h 2123309"/>
                <a:gd name="connsiteX5" fmla="*/ 1233590 w 2335362"/>
                <a:gd name="connsiteY5" fmla="*/ 632906 h 2123309"/>
                <a:gd name="connsiteX6" fmla="*/ 1601890 w 2335362"/>
                <a:gd name="connsiteY6" fmla="*/ 4256 h 2123309"/>
                <a:gd name="connsiteX7" fmla="*/ 1824140 w 2335362"/>
                <a:gd name="connsiteY7" fmla="*/ 753557 h 2123309"/>
                <a:gd name="connsiteX8" fmla="*/ 2113112 w 2335362"/>
                <a:gd name="connsiteY8" fmla="*/ 521781 h 2123309"/>
                <a:gd name="connsiteX9" fmla="*/ 2335362 w 2335362"/>
                <a:gd name="connsiteY9" fmla="*/ 1856609 h 2123309"/>
                <a:gd name="connsiteX10" fmla="*/ 573643 w 2335362"/>
                <a:gd name="connsiteY10" fmla="*/ 2123309 h 2123309"/>
                <a:gd name="connsiteX11" fmla="*/ 33893 w 2335362"/>
                <a:gd name="connsiteY11" fmla="*/ 1633031 h 2123309"/>
                <a:gd name="connsiteX0" fmla="*/ 27324 w 2328793"/>
                <a:gd name="connsiteY0" fmla="*/ 1633031 h 2123309"/>
                <a:gd name="connsiteX1" fmla="*/ 445971 w 2328793"/>
                <a:gd name="connsiteY1" fmla="*/ 1515556 h 2123309"/>
                <a:gd name="connsiteX2" fmla="*/ 1471 w 2328793"/>
                <a:gd name="connsiteY2" fmla="*/ 925006 h 2123309"/>
                <a:gd name="connsiteX3" fmla="*/ 566621 w 2328793"/>
                <a:gd name="connsiteY3" fmla="*/ 925006 h 2123309"/>
                <a:gd name="connsiteX4" fmla="*/ 623771 w 2328793"/>
                <a:gd name="connsiteY4" fmla="*/ 232856 h 2123309"/>
                <a:gd name="connsiteX5" fmla="*/ 1227021 w 2328793"/>
                <a:gd name="connsiteY5" fmla="*/ 632906 h 2123309"/>
                <a:gd name="connsiteX6" fmla="*/ 1595321 w 2328793"/>
                <a:gd name="connsiteY6" fmla="*/ 4256 h 2123309"/>
                <a:gd name="connsiteX7" fmla="*/ 1817571 w 2328793"/>
                <a:gd name="connsiteY7" fmla="*/ 753557 h 2123309"/>
                <a:gd name="connsiteX8" fmla="*/ 2106543 w 2328793"/>
                <a:gd name="connsiteY8" fmla="*/ 521781 h 2123309"/>
                <a:gd name="connsiteX9" fmla="*/ 2328793 w 2328793"/>
                <a:gd name="connsiteY9" fmla="*/ 1856609 h 2123309"/>
                <a:gd name="connsiteX10" fmla="*/ 567074 w 2328793"/>
                <a:gd name="connsiteY10" fmla="*/ 2123309 h 2123309"/>
                <a:gd name="connsiteX11" fmla="*/ 27324 w 2328793"/>
                <a:gd name="connsiteY11" fmla="*/ 1633031 h 2123309"/>
                <a:gd name="connsiteX0" fmla="*/ 28021 w 2329490"/>
                <a:gd name="connsiteY0" fmla="*/ 1633031 h 2123309"/>
                <a:gd name="connsiteX1" fmla="*/ 446668 w 2329490"/>
                <a:gd name="connsiteY1" fmla="*/ 1515556 h 2123309"/>
                <a:gd name="connsiteX2" fmla="*/ 2168 w 2329490"/>
                <a:gd name="connsiteY2" fmla="*/ 925006 h 2123309"/>
                <a:gd name="connsiteX3" fmla="*/ 567318 w 2329490"/>
                <a:gd name="connsiteY3" fmla="*/ 925006 h 2123309"/>
                <a:gd name="connsiteX4" fmla="*/ 624468 w 2329490"/>
                <a:gd name="connsiteY4" fmla="*/ 232856 h 2123309"/>
                <a:gd name="connsiteX5" fmla="*/ 1227718 w 2329490"/>
                <a:gd name="connsiteY5" fmla="*/ 632906 h 2123309"/>
                <a:gd name="connsiteX6" fmla="*/ 1596018 w 2329490"/>
                <a:gd name="connsiteY6" fmla="*/ 4256 h 2123309"/>
                <a:gd name="connsiteX7" fmla="*/ 1818268 w 2329490"/>
                <a:gd name="connsiteY7" fmla="*/ 753557 h 2123309"/>
                <a:gd name="connsiteX8" fmla="*/ 2107240 w 2329490"/>
                <a:gd name="connsiteY8" fmla="*/ 521781 h 2123309"/>
                <a:gd name="connsiteX9" fmla="*/ 2329490 w 2329490"/>
                <a:gd name="connsiteY9" fmla="*/ 1856609 h 2123309"/>
                <a:gd name="connsiteX10" fmla="*/ 567771 w 2329490"/>
                <a:gd name="connsiteY10" fmla="*/ 2123309 h 2123309"/>
                <a:gd name="connsiteX11" fmla="*/ 28021 w 2329490"/>
                <a:gd name="connsiteY11" fmla="*/ 1633031 h 2123309"/>
                <a:gd name="connsiteX0" fmla="*/ 25853 w 2327322"/>
                <a:gd name="connsiteY0" fmla="*/ 1633031 h 2123309"/>
                <a:gd name="connsiteX1" fmla="*/ 444500 w 2327322"/>
                <a:gd name="connsiteY1" fmla="*/ 1515556 h 2123309"/>
                <a:gd name="connsiteX2" fmla="*/ 0 w 2327322"/>
                <a:gd name="connsiteY2" fmla="*/ 925006 h 2123309"/>
                <a:gd name="connsiteX3" fmla="*/ 565150 w 2327322"/>
                <a:gd name="connsiteY3" fmla="*/ 925006 h 2123309"/>
                <a:gd name="connsiteX4" fmla="*/ 622300 w 2327322"/>
                <a:gd name="connsiteY4" fmla="*/ 232856 h 2123309"/>
                <a:gd name="connsiteX5" fmla="*/ 1225550 w 2327322"/>
                <a:gd name="connsiteY5" fmla="*/ 632906 h 2123309"/>
                <a:gd name="connsiteX6" fmla="*/ 1593850 w 2327322"/>
                <a:gd name="connsiteY6" fmla="*/ 4256 h 2123309"/>
                <a:gd name="connsiteX7" fmla="*/ 1816100 w 2327322"/>
                <a:gd name="connsiteY7" fmla="*/ 753557 h 2123309"/>
                <a:gd name="connsiteX8" fmla="*/ 2105072 w 2327322"/>
                <a:gd name="connsiteY8" fmla="*/ 521781 h 2123309"/>
                <a:gd name="connsiteX9" fmla="*/ 2327322 w 2327322"/>
                <a:gd name="connsiteY9" fmla="*/ 1856609 h 2123309"/>
                <a:gd name="connsiteX10" fmla="*/ 565603 w 2327322"/>
                <a:gd name="connsiteY10" fmla="*/ 2123309 h 2123309"/>
                <a:gd name="connsiteX11" fmla="*/ 25853 w 2327322"/>
                <a:gd name="connsiteY11" fmla="*/ 1633031 h 2123309"/>
                <a:gd name="connsiteX0" fmla="*/ 25853 w 2327322"/>
                <a:gd name="connsiteY0" fmla="*/ 1633031 h 2123309"/>
                <a:gd name="connsiteX1" fmla="*/ 444500 w 2327322"/>
                <a:gd name="connsiteY1" fmla="*/ 1515556 h 2123309"/>
                <a:gd name="connsiteX2" fmla="*/ 0 w 2327322"/>
                <a:gd name="connsiteY2" fmla="*/ 925006 h 2123309"/>
                <a:gd name="connsiteX3" fmla="*/ 565150 w 2327322"/>
                <a:gd name="connsiteY3" fmla="*/ 925006 h 2123309"/>
                <a:gd name="connsiteX4" fmla="*/ 622300 w 2327322"/>
                <a:gd name="connsiteY4" fmla="*/ 232856 h 2123309"/>
                <a:gd name="connsiteX5" fmla="*/ 1225550 w 2327322"/>
                <a:gd name="connsiteY5" fmla="*/ 632906 h 2123309"/>
                <a:gd name="connsiteX6" fmla="*/ 1593850 w 2327322"/>
                <a:gd name="connsiteY6" fmla="*/ 4256 h 2123309"/>
                <a:gd name="connsiteX7" fmla="*/ 1816100 w 2327322"/>
                <a:gd name="connsiteY7" fmla="*/ 753557 h 2123309"/>
                <a:gd name="connsiteX8" fmla="*/ 2105072 w 2327322"/>
                <a:gd name="connsiteY8" fmla="*/ 521781 h 2123309"/>
                <a:gd name="connsiteX9" fmla="*/ 2327322 w 2327322"/>
                <a:gd name="connsiteY9" fmla="*/ 1856609 h 2123309"/>
                <a:gd name="connsiteX10" fmla="*/ 565603 w 2327322"/>
                <a:gd name="connsiteY10" fmla="*/ 2123309 h 2123309"/>
                <a:gd name="connsiteX11" fmla="*/ 25853 w 2327322"/>
                <a:gd name="connsiteY11" fmla="*/ 1633031 h 2123309"/>
                <a:gd name="connsiteX0" fmla="*/ 25853 w 2327322"/>
                <a:gd name="connsiteY0" fmla="*/ 1633031 h 2123309"/>
                <a:gd name="connsiteX1" fmla="*/ 444500 w 2327322"/>
                <a:gd name="connsiteY1" fmla="*/ 1515556 h 2123309"/>
                <a:gd name="connsiteX2" fmla="*/ 0 w 2327322"/>
                <a:gd name="connsiteY2" fmla="*/ 925006 h 2123309"/>
                <a:gd name="connsiteX3" fmla="*/ 565150 w 2327322"/>
                <a:gd name="connsiteY3" fmla="*/ 925006 h 2123309"/>
                <a:gd name="connsiteX4" fmla="*/ 622300 w 2327322"/>
                <a:gd name="connsiteY4" fmla="*/ 232856 h 2123309"/>
                <a:gd name="connsiteX5" fmla="*/ 1225550 w 2327322"/>
                <a:gd name="connsiteY5" fmla="*/ 632906 h 2123309"/>
                <a:gd name="connsiteX6" fmla="*/ 1593850 w 2327322"/>
                <a:gd name="connsiteY6" fmla="*/ 4256 h 2123309"/>
                <a:gd name="connsiteX7" fmla="*/ 1816100 w 2327322"/>
                <a:gd name="connsiteY7" fmla="*/ 753557 h 2123309"/>
                <a:gd name="connsiteX8" fmla="*/ 2105072 w 2327322"/>
                <a:gd name="connsiteY8" fmla="*/ 521781 h 2123309"/>
                <a:gd name="connsiteX9" fmla="*/ 2327322 w 2327322"/>
                <a:gd name="connsiteY9" fmla="*/ 1856609 h 2123309"/>
                <a:gd name="connsiteX10" fmla="*/ 565603 w 2327322"/>
                <a:gd name="connsiteY10" fmla="*/ 2123309 h 2123309"/>
                <a:gd name="connsiteX11" fmla="*/ 25853 w 2327322"/>
                <a:gd name="connsiteY11" fmla="*/ 1633031 h 2123309"/>
                <a:gd name="connsiteX0" fmla="*/ 25853 w 2327322"/>
                <a:gd name="connsiteY0" fmla="*/ 1633031 h 2123309"/>
                <a:gd name="connsiteX1" fmla="*/ 444500 w 2327322"/>
                <a:gd name="connsiteY1" fmla="*/ 1515556 h 2123309"/>
                <a:gd name="connsiteX2" fmla="*/ 0 w 2327322"/>
                <a:gd name="connsiteY2" fmla="*/ 925006 h 2123309"/>
                <a:gd name="connsiteX3" fmla="*/ 565150 w 2327322"/>
                <a:gd name="connsiteY3" fmla="*/ 925006 h 2123309"/>
                <a:gd name="connsiteX4" fmla="*/ 622300 w 2327322"/>
                <a:gd name="connsiteY4" fmla="*/ 232856 h 2123309"/>
                <a:gd name="connsiteX5" fmla="*/ 1200150 w 2327322"/>
                <a:gd name="connsiteY5" fmla="*/ 632906 h 2123309"/>
                <a:gd name="connsiteX6" fmla="*/ 1593850 w 2327322"/>
                <a:gd name="connsiteY6" fmla="*/ 4256 h 2123309"/>
                <a:gd name="connsiteX7" fmla="*/ 1816100 w 2327322"/>
                <a:gd name="connsiteY7" fmla="*/ 753557 h 2123309"/>
                <a:gd name="connsiteX8" fmla="*/ 2105072 w 2327322"/>
                <a:gd name="connsiteY8" fmla="*/ 521781 h 2123309"/>
                <a:gd name="connsiteX9" fmla="*/ 2327322 w 2327322"/>
                <a:gd name="connsiteY9" fmla="*/ 1856609 h 2123309"/>
                <a:gd name="connsiteX10" fmla="*/ 565603 w 2327322"/>
                <a:gd name="connsiteY10" fmla="*/ 2123309 h 2123309"/>
                <a:gd name="connsiteX11" fmla="*/ 25853 w 2327322"/>
                <a:gd name="connsiteY11" fmla="*/ 1633031 h 2123309"/>
                <a:gd name="connsiteX0" fmla="*/ 25853 w 2327322"/>
                <a:gd name="connsiteY0" fmla="*/ 1634204 h 2124482"/>
                <a:gd name="connsiteX1" fmla="*/ 444500 w 2327322"/>
                <a:gd name="connsiteY1" fmla="*/ 1516729 h 2124482"/>
                <a:gd name="connsiteX2" fmla="*/ 0 w 2327322"/>
                <a:gd name="connsiteY2" fmla="*/ 926179 h 2124482"/>
                <a:gd name="connsiteX3" fmla="*/ 565150 w 2327322"/>
                <a:gd name="connsiteY3" fmla="*/ 926179 h 2124482"/>
                <a:gd name="connsiteX4" fmla="*/ 622300 w 2327322"/>
                <a:gd name="connsiteY4" fmla="*/ 234029 h 2124482"/>
                <a:gd name="connsiteX5" fmla="*/ 1200150 w 2327322"/>
                <a:gd name="connsiteY5" fmla="*/ 634079 h 2124482"/>
                <a:gd name="connsiteX6" fmla="*/ 1593850 w 2327322"/>
                <a:gd name="connsiteY6" fmla="*/ 5429 h 2124482"/>
                <a:gd name="connsiteX7" fmla="*/ 1816100 w 2327322"/>
                <a:gd name="connsiteY7" fmla="*/ 754730 h 2124482"/>
                <a:gd name="connsiteX8" fmla="*/ 2105072 w 2327322"/>
                <a:gd name="connsiteY8" fmla="*/ 522954 h 2124482"/>
                <a:gd name="connsiteX9" fmla="*/ 2327322 w 2327322"/>
                <a:gd name="connsiteY9" fmla="*/ 1857782 h 2124482"/>
                <a:gd name="connsiteX10" fmla="*/ 565603 w 2327322"/>
                <a:gd name="connsiteY10" fmla="*/ 2124482 h 2124482"/>
                <a:gd name="connsiteX11" fmla="*/ 25853 w 2327322"/>
                <a:gd name="connsiteY11" fmla="*/ 1634204 h 2124482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206672"/>
                <a:gd name="connsiteY0" fmla="*/ 1628775 h 2119053"/>
                <a:gd name="connsiteX1" fmla="*/ 444500 w 2206672"/>
                <a:gd name="connsiteY1" fmla="*/ 1511300 h 2119053"/>
                <a:gd name="connsiteX2" fmla="*/ 0 w 2206672"/>
                <a:gd name="connsiteY2" fmla="*/ 920750 h 2119053"/>
                <a:gd name="connsiteX3" fmla="*/ 565150 w 2206672"/>
                <a:gd name="connsiteY3" fmla="*/ 920750 h 2119053"/>
                <a:gd name="connsiteX4" fmla="*/ 622300 w 2206672"/>
                <a:gd name="connsiteY4" fmla="*/ 228600 h 2119053"/>
                <a:gd name="connsiteX5" fmla="*/ 1200150 w 2206672"/>
                <a:gd name="connsiteY5" fmla="*/ 628650 h 2119053"/>
                <a:gd name="connsiteX6" fmla="*/ 1593850 w 2206672"/>
                <a:gd name="connsiteY6" fmla="*/ 0 h 2119053"/>
                <a:gd name="connsiteX7" fmla="*/ 1816100 w 2206672"/>
                <a:gd name="connsiteY7" fmla="*/ 749301 h 2119053"/>
                <a:gd name="connsiteX8" fmla="*/ 2105072 w 2206672"/>
                <a:gd name="connsiteY8" fmla="*/ 517525 h 2119053"/>
                <a:gd name="connsiteX9" fmla="*/ 2206672 w 2206672"/>
                <a:gd name="connsiteY9" fmla="*/ 1833303 h 2119053"/>
                <a:gd name="connsiteX10" fmla="*/ 565603 w 2206672"/>
                <a:gd name="connsiteY10" fmla="*/ 2119053 h 2119053"/>
                <a:gd name="connsiteX11" fmla="*/ 25853 w 2206672"/>
                <a:gd name="connsiteY11" fmla="*/ 1628775 h 2119053"/>
                <a:gd name="connsiteX0" fmla="*/ 25853 w 2214866"/>
                <a:gd name="connsiteY0" fmla="*/ 1628775 h 2119053"/>
                <a:gd name="connsiteX1" fmla="*/ 444500 w 2214866"/>
                <a:gd name="connsiteY1" fmla="*/ 1511300 h 2119053"/>
                <a:gd name="connsiteX2" fmla="*/ 0 w 2214866"/>
                <a:gd name="connsiteY2" fmla="*/ 920750 h 2119053"/>
                <a:gd name="connsiteX3" fmla="*/ 565150 w 2214866"/>
                <a:gd name="connsiteY3" fmla="*/ 920750 h 2119053"/>
                <a:gd name="connsiteX4" fmla="*/ 622300 w 2214866"/>
                <a:gd name="connsiteY4" fmla="*/ 228600 h 2119053"/>
                <a:gd name="connsiteX5" fmla="*/ 1200150 w 2214866"/>
                <a:gd name="connsiteY5" fmla="*/ 628650 h 2119053"/>
                <a:gd name="connsiteX6" fmla="*/ 1593850 w 2214866"/>
                <a:gd name="connsiteY6" fmla="*/ 0 h 2119053"/>
                <a:gd name="connsiteX7" fmla="*/ 1816100 w 2214866"/>
                <a:gd name="connsiteY7" fmla="*/ 749301 h 2119053"/>
                <a:gd name="connsiteX8" fmla="*/ 2105072 w 2214866"/>
                <a:gd name="connsiteY8" fmla="*/ 517525 h 2119053"/>
                <a:gd name="connsiteX9" fmla="*/ 2206672 w 2214866"/>
                <a:gd name="connsiteY9" fmla="*/ 1833303 h 2119053"/>
                <a:gd name="connsiteX10" fmla="*/ 565603 w 2214866"/>
                <a:gd name="connsiteY10" fmla="*/ 2119053 h 2119053"/>
                <a:gd name="connsiteX11" fmla="*/ 25853 w 2214866"/>
                <a:gd name="connsiteY11" fmla="*/ 1628775 h 2119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4866" h="2119053">
                  <a:moveTo>
                    <a:pt x="25853" y="1628775"/>
                  </a:moveTo>
                  <a:cubicBezTo>
                    <a:pt x="40519" y="1623483"/>
                    <a:pt x="163134" y="1497542"/>
                    <a:pt x="444500" y="1511300"/>
                  </a:cubicBezTo>
                  <a:cubicBezTo>
                    <a:pt x="338667" y="1479550"/>
                    <a:pt x="29633" y="1054100"/>
                    <a:pt x="0" y="920750"/>
                  </a:cubicBezTo>
                  <a:cubicBezTo>
                    <a:pt x="120650" y="882650"/>
                    <a:pt x="381000" y="850900"/>
                    <a:pt x="565150" y="920750"/>
                  </a:cubicBezTo>
                  <a:cubicBezTo>
                    <a:pt x="497417" y="812800"/>
                    <a:pt x="499533" y="165100"/>
                    <a:pt x="622300" y="228600"/>
                  </a:cubicBezTo>
                  <a:cubicBezTo>
                    <a:pt x="829733" y="438150"/>
                    <a:pt x="992717" y="419100"/>
                    <a:pt x="1200150" y="628650"/>
                  </a:cubicBezTo>
                  <a:cubicBezTo>
                    <a:pt x="1219200" y="518583"/>
                    <a:pt x="1473200" y="122767"/>
                    <a:pt x="1593850" y="0"/>
                  </a:cubicBezTo>
                  <a:cubicBezTo>
                    <a:pt x="1706033" y="298450"/>
                    <a:pt x="1792817" y="457201"/>
                    <a:pt x="1816100" y="749301"/>
                  </a:cubicBezTo>
                  <a:cubicBezTo>
                    <a:pt x="1887024" y="614892"/>
                    <a:pt x="2008748" y="594784"/>
                    <a:pt x="2105072" y="517525"/>
                  </a:cubicBezTo>
                  <a:cubicBezTo>
                    <a:pt x="2229955" y="873568"/>
                    <a:pt x="2221489" y="1248660"/>
                    <a:pt x="2206672" y="1833303"/>
                  </a:cubicBezTo>
                  <a:lnTo>
                    <a:pt x="565603" y="2119053"/>
                  </a:lnTo>
                  <a:cubicBezTo>
                    <a:pt x="385686" y="1955627"/>
                    <a:pt x="161320" y="1868401"/>
                    <a:pt x="25853" y="1628775"/>
                  </a:cubicBezTo>
                  <a:close/>
                </a:path>
              </a:pathLst>
            </a:custGeom>
            <a:solidFill>
              <a:srgbClr val="59A33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F4E9EAF9-08D5-D4C4-A71A-A3CF3E89FF30}"/>
                </a:ext>
              </a:extLst>
            </p:cNvPr>
            <p:cNvSpPr/>
            <p:nvPr/>
          </p:nvSpPr>
          <p:spPr>
            <a:xfrm>
              <a:off x="3844584" y="999492"/>
              <a:ext cx="866892" cy="1397563"/>
            </a:xfrm>
            <a:custGeom>
              <a:avLst/>
              <a:gdLst>
                <a:gd name="connsiteX0" fmla="*/ 0 w 976035"/>
                <a:gd name="connsiteY0" fmla="*/ 0 h 1262142"/>
                <a:gd name="connsiteX1" fmla="*/ 976035 w 976035"/>
                <a:gd name="connsiteY1" fmla="*/ 0 h 1262142"/>
                <a:gd name="connsiteX2" fmla="*/ 976035 w 976035"/>
                <a:gd name="connsiteY2" fmla="*/ 1262142 h 1262142"/>
                <a:gd name="connsiteX3" fmla="*/ 0 w 976035"/>
                <a:gd name="connsiteY3" fmla="*/ 1262142 h 1262142"/>
                <a:gd name="connsiteX4" fmla="*/ 0 w 976035"/>
                <a:gd name="connsiteY4" fmla="*/ 0 h 1262142"/>
                <a:gd name="connsiteX0" fmla="*/ 742122 w 976035"/>
                <a:gd name="connsiteY0" fmla="*/ 0 h 1460925"/>
                <a:gd name="connsiteX1" fmla="*/ 976035 w 976035"/>
                <a:gd name="connsiteY1" fmla="*/ 198783 h 1460925"/>
                <a:gd name="connsiteX2" fmla="*/ 976035 w 976035"/>
                <a:gd name="connsiteY2" fmla="*/ 1460925 h 1460925"/>
                <a:gd name="connsiteX3" fmla="*/ 0 w 976035"/>
                <a:gd name="connsiteY3" fmla="*/ 1460925 h 1460925"/>
                <a:gd name="connsiteX4" fmla="*/ 742122 w 976035"/>
                <a:gd name="connsiteY4" fmla="*/ 0 h 1460925"/>
                <a:gd name="connsiteX0" fmla="*/ 622852 w 856765"/>
                <a:gd name="connsiteY0" fmla="*/ 0 h 1460925"/>
                <a:gd name="connsiteX1" fmla="*/ 856765 w 856765"/>
                <a:gd name="connsiteY1" fmla="*/ 198783 h 1460925"/>
                <a:gd name="connsiteX2" fmla="*/ 856765 w 856765"/>
                <a:gd name="connsiteY2" fmla="*/ 1460925 h 1460925"/>
                <a:gd name="connsiteX3" fmla="*/ 0 w 856765"/>
                <a:gd name="connsiteY3" fmla="*/ 1368160 h 1460925"/>
                <a:gd name="connsiteX4" fmla="*/ 622852 w 856765"/>
                <a:gd name="connsiteY4" fmla="*/ 0 h 1460925"/>
                <a:gd name="connsiteX0" fmla="*/ 623376 w 857289"/>
                <a:gd name="connsiteY0" fmla="*/ 0 h 1460925"/>
                <a:gd name="connsiteX1" fmla="*/ 857289 w 857289"/>
                <a:gd name="connsiteY1" fmla="*/ 198783 h 1460925"/>
                <a:gd name="connsiteX2" fmla="*/ 857289 w 857289"/>
                <a:gd name="connsiteY2" fmla="*/ 1460925 h 1460925"/>
                <a:gd name="connsiteX3" fmla="*/ 524 w 857289"/>
                <a:gd name="connsiteY3" fmla="*/ 1368160 h 1460925"/>
                <a:gd name="connsiteX4" fmla="*/ 623376 w 857289"/>
                <a:gd name="connsiteY4" fmla="*/ 0 h 1460925"/>
                <a:gd name="connsiteX0" fmla="*/ 623698 w 857611"/>
                <a:gd name="connsiteY0" fmla="*/ 0 h 1460925"/>
                <a:gd name="connsiteX1" fmla="*/ 857611 w 857611"/>
                <a:gd name="connsiteY1" fmla="*/ 198783 h 1460925"/>
                <a:gd name="connsiteX2" fmla="*/ 857611 w 857611"/>
                <a:gd name="connsiteY2" fmla="*/ 1460925 h 1460925"/>
                <a:gd name="connsiteX3" fmla="*/ 846 w 857611"/>
                <a:gd name="connsiteY3" fmla="*/ 1368160 h 1460925"/>
                <a:gd name="connsiteX4" fmla="*/ 623698 w 857611"/>
                <a:gd name="connsiteY4" fmla="*/ 0 h 1460925"/>
                <a:gd name="connsiteX0" fmla="*/ 623698 w 857611"/>
                <a:gd name="connsiteY0" fmla="*/ 0 h 1540438"/>
                <a:gd name="connsiteX1" fmla="*/ 857611 w 857611"/>
                <a:gd name="connsiteY1" fmla="*/ 198783 h 1540438"/>
                <a:gd name="connsiteX2" fmla="*/ 327524 w 857611"/>
                <a:gd name="connsiteY2" fmla="*/ 1540438 h 1540438"/>
                <a:gd name="connsiteX3" fmla="*/ 846 w 857611"/>
                <a:gd name="connsiteY3" fmla="*/ 1368160 h 1540438"/>
                <a:gd name="connsiteX4" fmla="*/ 623698 w 857611"/>
                <a:gd name="connsiteY4" fmla="*/ 0 h 1540438"/>
                <a:gd name="connsiteX0" fmla="*/ 623698 w 857611"/>
                <a:gd name="connsiteY0" fmla="*/ 0 h 1540438"/>
                <a:gd name="connsiteX1" fmla="*/ 857611 w 857611"/>
                <a:gd name="connsiteY1" fmla="*/ 251792 h 1540438"/>
                <a:gd name="connsiteX2" fmla="*/ 327524 w 857611"/>
                <a:gd name="connsiteY2" fmla="*/ 1540438 h 1540438"/>
                <a:gd name="connsiteX3" fmla="*/ 846 w 857611"/>
                <a:gd name="connsiteY3" fmla="*/ 1368160 h 1540438"/>
                <a:gd name="connsiteX4" fmla="*/ 623698 w 857611"/>
                <a:gd name="connsiteY4" fmla="*/ 0 h 1540438"/>
                <a:gd name="connsiteX0" fmla="*/ 685459 w 857459"/>
                <a:gd name="connsiteY0" fmla="*/ 0 h 1535676"/>
                <a:gd name="connsiteX1" fmla="*/ 857459 w 857459"/>
                <a:gd name="connsiteY1" fmla="*/ 247030 h 1535676"/>
                <a:gd name="connsiteX2" fmla="*/ 327372 w 857459"/>
                <a:gd name="connsiteY2" fmla="*/ 1535676 h 1535676"/>
                <a:gd name="connsiteX3" fmla="*/ 694 w 857459"/>
                <a:gd name="connsiteY3" fmla="*/ 1363398 h 1535676"/>
                <a:gd name="connsiteX4" fmla="*/ 685459 w 857459"/>
                <a:gd name="connsiteY4" fmla="*/ 0 h 1535676"/>
                <a:gd name="connsiteX0" fmla="*/ 685498 w 857498"/>
                <a:gd name="connsiteY0" fmla="*/ 0 h 1535676"/>
                <a:gd name="connsiteX1" fmla="*/ 857498 w 857498"/>
                <a:gd name="connsiteY1" fmla="*/ 247030 h 1535676"/>
                <a:gd name="connsiteX2" fmla="*/ 327411 w 857498"/>
                <a:gd name="connsiteY2" fmla="*/ 1535676 h 1535676"/>
                <a:gd name="connsiteX3" fmla="*/ 733 w 857498"/>
                <a:gd name="connsiteY3" fmla="*/ 1363398 h 1535676"/>
                <a:gd name="connsiteX4" fmla="*/ 685498 w 857498"/>
                <a:gd name="connsiteY4" fmla="*/ 0 h 1535676"/>
                <a:gd name="connsiteX0" fmla="*/ 685498 w 862260"/>
                <a:gd name="connsiteY0" fmla="*/ 0 h 1535676"/>
                <a:gd name="connsiteX1" fmla="*/ 862260 w 862260"/>
                <a:gd name="connsiteY1" fmla="*/ 275605 h 1535676"/>
                <a:gd name="connsiteX2" fmla="*/ 327411 w 862260"/>
                <a:gd name="connsiteY2" fmla="*/ 1535676 h 1535676"/>
                <a:gd name="connsiteX3" fmla="*/ 733 w 862260"/>
                <a:gd name="connsiteY3" fmla="*/ 1363398 h 1535676"/>
                <a:gd name="connsiteX4" fmla="*/ 685498 w 862260"/>
                <a:gd name="connsiteY4" fmla="*/ 0 h 1535676"/>
                <a:gd name="connsiteX0" fmla="*/ 685498 w 862260"/>
                <a:gd name="connsiteY0" fmla="*/ 0 h 1397563"/>
                <a:gd name="connsiteX1" fmla="*/ 862260 w 862260"/>
                <a:gd name="connsiteY1" fmla="*/ 275605 h 1397563"/>
                <a:gd name="connsiteX2" fmla="*/ 136911 w 862260"/>
                <a:gd name="connsiteY2" fmla="*/ 1397563 h 1397563"/>
                <a:gd name="connsiteX3" fmla="*/ 733 w 862260"/>
                <a:gd name="connsiteY3" fmla="*/ 1363398 h 1397563"/>
                <a:gd name="connsiteX4" fmla="*/ 685498 w 862260"/>
                <a:gd name="connsiteY4" fmla="*/ 0 h 1397563"/>
                <a:gd name="connsiteX0" fmla="*/ 685498 w 857498"/>
                <a:gd name="connsiteY0" fmla="*/ 0 h 1397563"/>
                <a:gd name="connsiteX1" fmla="*/ 857498 w 857498"/>
                <a:gd name="connsiteY1" fmla="*/ 270843 h 1397563"/>
                <a:gd name="connsiteX2" fmla="*/ 136911 w 857498"/>
                <a:gd name="connsiteY2" fmla="*/ 1397563 h 1397563"/>
                <a:gd name="connsiteX3" fmla="*/ 733 w 857498"/>
                <a:gd name="connsiteY3" fmla="*/ 1363398 h 1397563"/>
                <a:gd name="connsiteX4" fmla="*/ 685498 w 857498"/>
                <a:gd name="connsiteY4" fmla="*/ 0 h 1397563"/>
                <a:gd name="connsiteX0" fmla="*/ 685498 w 857498"/>
                <a:gd name="connsiteY0" fmla="*/ 0 h 1397563"/>
                <a:gd name="connsiteX1" fmla="*/ 857498 w 857498"/>
                <a:gd name="connsiteY1" fmla="*/ 270843 h 1397563"/>
                <a:gd name="connsiteX2" fmla="*/ 136911 w 857498"/>
                <a:gd name="connsiteY2" fmla="*/ 1397563 h 1397563"/>
                <a:gd name="connsiteX3" fmla="*/ 733 w 857498"/>
                <a:gd name="connsiteY3" fmla="*/ 1363398 h 1397563"/>
                <a:gd name="connsiteX4" fmla="*/ 685498 w 857498"/>
                <a:gd name="connsiteY4" fmla="*/ 0 h 1397563"/>
                <a:gd name="connsiteX0" fmla="*/ 685498 w 857498"/>
                <a:gd name="connsiteY0" fmla="*/ 0 h 1397563"/>
                <a:gd name="connsiteX1" fmla="*/ 857498 w 857498"/>
                <a:gd name="connsiteY1" fmla="*/ 270843 h 1397563"/>
                <a:gd name="connsiteX2" fmla="*/ 136911 w 857498"/>
                <a:gd name="connsiteY2" fmla="*/ 1397563 h 1397563"/>
                <a:gd name="connsiteX3" fmla="*/ 733 w 857498"/>
                <a:gd name="connsiteY3" fmla="*/ 1363398 h 1397563"/>
                <a:gd name="connsiteX4" fmla="*/ 685498 w 857498"/>
                <a:gd name="connsiteY4" fmla="*/ 0 h 1397563"/>
                <a:gd name="connsiteX0" fmla="*/ 685498 w 867023"/>
                <a:gd name="connsiteY0" fmla="*/ 0 h 1397563"/>
                <a:gd name="connsiteX1" fmla="*/ 867023 w 867023"/>
                <a:gd name="connsiteY1" fmla="*/ 270843 h 1397563"/>
                <a:gd name="connsiteX2" fmla="*/ 136911 w 867023"/>
                <a:gd name="connsiteY2" fmla="*/ 1397563 h 1397563"/>
                <a:gd name="connsiteX3" fmla="*/ 733 w 867023"/>
                <a:gd name="connsiteY3" fmla="*/ 1363398 h 1397563"/>
                <a:gd name="connsiteX4" fmla="*/ 685498 w 867023"/>
                <a:gd name="connsiteY4" fmla="*/ 0 h 1397563"/>
                <a:gd name="connsiteX0" fmla="*/ 685498 w 867023"/>
                <a:gd name="connsiteY0" fmla="*/ 0 h 1397563"/>
                <a:gd name="connsiteX1" fmla="*/ 867023 w 867023"/>
                <a:gd name="connsiteY1" fmla="*/ 270843 h 1397563"/>
                <a:gd name="connsiteX2" fmla="*/ 136911 w 867023"/>
                <a:gd name="connsiteY2" fmla="*/ 1397563 h 1397563"/>
                <a:gd name="connsiteX3" fmla="*/ 733 w 867023"/>
                <a:gd name="connsiteY3" fmla="*/ 1363398 h 1397563"/>
                <a:gd name="connsiteX4" fmla="*/ 685498 w 867023"/>
                <a:gd name="connsiteY4" fmla="*/ 0 h 1397563"/>
                <a:gd name="connsiteX0" fmla="*/ 685498 w 867023"/>
                <a:gd name="connsiteY0" fmla="*/ 0 h 1397563"/>
                <a:gd name="connsiteX1" fmla="*/ 867023 w 867023"/>
                <a:gd name="connsiteY1" fmla="*/ 270843 h 1397563"/>
                <a:gd name="connsiteX2" fmla="*/ 136911 w 867023"/>
                <a:gd name="connsiteY2" fmla="*/ 1397563 h 1397563"/>
                <a:gd name="connsiteX3" fmla="*/ 733 w 867023"/>
                <a:gd name="connsiteY3" fmla="*/ 1363398 h 1397563"/>
                <a:gd name="connsiteX4" fmla="*/ 685498 w 867023"/>
                <a:gd name="connsiteY4" fmla="*/ 0 h 1397563"/>
                <a:gd name="connsiteX0" fmla="*/ 685367 w 866892"/>
                <a:gd name="connsiteY0" fmla="*/ 0 h 1397563"/>
                <a:gd name="connsiteX1" fmla="*/ 866892 w 866892"/>
                <a:gd name="connsiteY1" fmla="*/ 270843 h 1397563"/>
                <a:gd name="connsiteX2" fmla="*/ 136780 w 866892"/>
                <a:gd name="connsiteY2" fmla="*/ 1397563 h 1397563"/>
                <a:gd name="connsiteX3" fmla="*/ 602 w 866892"/>
                <a:gd name="connsiteY3" fmla="*/ 1363398 h 1397563"/>
                <a:gd name="connsiteX4" fmla="*/ 685367 w 866892"/>
                <a:gd name="connsiteY4" fmla="*/ 0 h 139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892" h="1397563">
                  <a:moveTo>
                    <a:pt x="685367" y="0"/>
                  </a:moveTo>
                  <a:lnTo>
                    <a:pt x="866892" y="270843"/>
                  </a:lnTo>
                  <a:cubicBezTo>
                    <a:pt x="493346" y="527353"/>
                    <a:pt x="196001" y="1217252"/>
                    <a:pt x="136780" y="1397563"/>
                  </a:cubicBezTo>
                  <a:lnTo>
                    <a:pt x="602" y="1363398"/>
                  </a:lnTo>
                  <a:cubicBezTo>
                    <a:pt x="-17068" y="814580"/>
                    <a:pt x="357860" y="153738"/>
                    <a:pt x="685367" y="0"/>
                  </a:cubicBezTo>
                  <a:close/>
                </a:path>
              </a:pathLst>
            </a:custGeom>
            <a:solidFill>
              <a:srgbClr val="59A33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091D5D9-417B-5DEF-586D-E270574E23F3}"/>
                </a:ext>
              </a:extLst>
            </p:cNvPr>
            <p:cNvSpPr/>
            <p:nvPr/>
          </p:nvSpPr>
          <p:spPr>
            <a:xfrm>
              <a:off x="1744462" y="2405471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55A2D1-1EC7-F171-8756-5DAE0BC2B101}"/>
                </a:ext>
              </a:extLst>
            </p:cNvPr>
            <p:cNvSpPr/>
            <p:nvPr/>
          </p:nvSpPr>
          <p:spPr>
            <a:xfrm>
              <a:off x="4088095" y="2609074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6409E3D-AE27-FD1C-8902-B52CAFE1FDC6}"/>
                </a:ext>
              </a:extLst>
            </p:cNvPr>
            <p:cNvSpPr/>
            <p:nvPr/>
          </p:nvSpPr>
          <p:spPr>
            <a:xfrm flipH="1">
              <a:off x="4943269" y="2695462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6DCA92E-E251-C04F-3F28-1FF667505909}"/>
                </a:ext>
              </a:extLst>
            </p:cNvPr>
            <p:cNvSpPr/>
            <p:nvPr/>
          </p:nvSpPr>
          <p:spPr>
            <a:xfrm>
              <a:off x="2475990" y="1932604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92AF997-3A8D-455F-AC4B-C38FC562A98B}"/>
                </a:ext>
              </a:extLst>
            </p:cNvPr>
            <p:cNvSpPr/>
            <p:nvPr/>
          </p:nvSpPr>
          <p:spPr>
            <a:xfrm>
              <a:off x="3268857" y="2179923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E1A6E7F-0840-77A0-FD58-0FC293EC382A}"/>
                </a:ext>
              </a:extLst>
            </p:cNvPr>
            <p:cNvSpPr/>
            <p:nvPr/>
          </p:nvSpPr>
          <p:spPr>
            <a:xfrm>
              <a:off x="4185354" y="3215001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72BD612-DAAF-EA96-86FB-6B2779D0285E}"/>
                </a:ext>
              </a:extLst>
            </p:cNvPr>
            <p:cNvSpPr/>
            <p:nvPr/>
          </p:nvSpPr>
          <p:spPr>
            <a:xfrm>
              <a:off x="3443154" y="3017264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585F203-C589-BDE4-5107-71D4DA0CBC96}"/>
                </a:ext>
              </a:extLst>
            </p:cNvPr>
            <p:cNvSpPr/>
            <p:nvPr/>
          </p:nvSpPr>
          <p:spPr>
            <a:xfrm>
              <a:off x="2537329" y="2795354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FDC5667-5BD5-36C9-3E20-F725B087D758}"/>
                </a:ext>
              </a:extLst>
            </p:cNvPr>
            <p:cNvSpPr/>
            <p:nvPr/>
          </p:nvSpPr>
          <p:spPr>
            <a:xfrm flipH="1">
              <a:off x="4306841" y="3111890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9F219ED-C31D-EF39-BBC9-4FF9A96D33D0}"/>
                </a:ext>
              </a:extLst>
            </p:cNvPr>
            <p:cNvSpPr/>
            <p:nvPr/>
          </p:nvSpPr>
          <p:spPr>
            <a:xfrm flipH="1">
              <a:off x="5050956" y="3310883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5071D9B-18EB-64F2-443A-B8EF3858FE62}"/>
              </a:ext>
            </a:extLst>
          </p:cNvPr>
          <p:cNvGrpSpPr/>
          <p:nvPr/>
        </p:nvGrpSpPr>
        <p:grpSpPr>
          <a:xfrm>
            <a:off x="4888235" y="189585"/>
            <a:ext cx="4550943" cy="6497769"/>
            <a:chOff x="1656387" y="846914"/>
            <a:chExt cx="3708253" cy="5294588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B9985AA-B2FF-DD5C-BE08-986CA6E130A3}"/>
                </a:ext>
              </a:extLst>
            </p:cNvPr>
            <p:cNvSpPr/>
            <p:nvPr/>
          </p:nvSpPr>
          <p:spPr>
            <a:xfrm>
              <a:off x="2426205" y="4962216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B1AD29-4092-E078-4EFF-DAAC10E70A0A}"/>
                </a:ext>
              </a:extLst>
            </p:cNvPr>
            <p:cNvSpPr/>
            <p:nvPr/>
          </p:nvSpPr>
          <p:spPr>
            <a:xfrm flipH="1">
              <a:off x="3284175" y="5058289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281044D-2239-9870-8B4C-D2CD6D263F80}"/>
                </a:ext>
              </a:extLst>
            </p:cNvPr>
            <p:cNvSpPr/>
            <p:nvPr/>
          </p:nvSpPr>
          <p:spPr>
            <a:xfrm>
              <a:off x="2162957" y="4247747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E1AF6EC-01AB-6497-370E-FA2816E1C49E}"/>
                </a:ext>
              </a:extLst>
            </p:cNvPr>
            <p:cNvSpPr/>
            <p:nvPr/>
          </p:nvSpPr>
          <p:spPr>
            <a:xfrm>
              <a:off x="2981440" y="4417449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52C0E7C-6E7E-A42B-B622-5FE15BACDD2C}"/>
                </a:ext>
              </a:extLst>
            </p:cNvPr>
            <p:cNvSpPr/>
            <p:nvPr/>
          </p:nvSpPr>
          <p:spPr>
            <a:xfrm flipH="1">
              <a:off x="3837282" y="4515946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F653632-745C-F136-A438-E074A7473D72}"/>
                </a:ext>
              </a:extLst>
            </p:cNvPr>
            <p:cNvSpPr/>
            <p:nvPr/>
          </p:nvSpPr>
          <p:spPr>
            <a:xfrm>
              <a:off x="1885763" y="3345277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024DB7B-6F42-2EFB-FF11-3742C7FB4579}"/>
                </a:ext>
              </a:extLst>
            </p:cNvPr>
            <p:cNvSpPr/>
            <p:nvPr/>
          </p:nvSpPr>
          <p:spPr>
            <a:xfrm>
              <a:off x="2726349" y="3658104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93A8D83-2051-7702-C8E5-00E0C5D7345C}"/>
                </a:ext>
              </a:extLst>
            </p:cNvPr>
            <p:cNvSpPr/>
            <p:nvPr/>
          </p:nvSpPr>
          <p:spPr>
            <a:xfrm>
              <a:off x="3675172" y="3839915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2431814-28B5-44E6-F078-3E95FDBA5243}"/>
                </a:ext>
              </a:extLst>
            </p:cNvPr>
            <p:cNvSpPr/>
            <p:nvPr/>
          </p:nvSpPr>
          <p:spPr>
            <a:xfrm flipH="1">
              <a:off x="4533101" y="3937608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0BE32CA0-F9FE-0F46-C04F-32D81E1FBB3F}"/>
                </a:ext>
              </a:extLst>
            </p:cNvPr>
            <p:cNvSpPr/>
            <p:nvPr/>
          </p:nvSpPr>
          <p:spPr>
            <a:xfrm>
              <a:off x="1656387" y="846914"/>
              <a:ext cx="2214866" cy="2119053"/>
            </a:xfrm>
            <a:custGeom>
              <a:avLst/>
              <a:gdLst>
                <a:gd name="connsiteX0" fmla="*/ 0 w 1323569"/>
                <a:gd name="connsiteY0" fmla="*/ 0 h 306128"/>
                <a:gd name="connsiteX1" fmla="*/ 1323569 w 1323569"/>
                <a:gd name="connsiteY1" fmla="*/ 0 h 306128"/>
                <a:gd name="connsiteX2" fmla="*/ 1323569 w 1323569"/>
                <a:gd name="connsiteY2" fmla="*/ 306128 h 306128"/>
                <a:gd name="connsiteX3" fmla="*/ 0 w 1323569"/>
                <a:gd name="connsiteY3" fmla="*/ 306128 h 306128"/>
                <a:gd name="connsiteX4" fmla="*/ 0 w 1323569"/>
                <a:gd name="connsiteY4" fmla="*/ 0 h 306128"/>
                <a:gd name="connsiteX0" fmla="*/ 0 w 1323569"/>
                <a:gd name="connsiteY0" fmla="*/ 0 h 763328"/>
                <a:gd name="connsiteX1" fmla="*/ 1323569 w 1323569"/>
                <a:gd name="connsiteY1" fmla="*/ 0 h 763328"/>
                <a:gd name="connsiteX2" fmla="*/ 1323569 w 1323569"/>
                <a:gd name="connsiteY2" fmla="*/ 306128 h 763328"/>
                <a:gd name="connsiteX3" fmla="*/ 450850 w 1323569"/>
                <a:gd name="connsiteY3" fmla="*/ 763328 h 763328"/>
                <a:gd name="connsiteX4" fmla="*/ 0 w 1323569"/>
                <a:gd name="connsiteY4" fmla="*/ 0 h 763328"/>
                <a:gd name="connsiteX0" fmla="*/ 0 w 2117319"/>
                <a:gd name="connsiteY0" fmla="*/ 0 h 883978"/>
                <a:gd name="connsiteX1" fmla="*/ 2117319 w 2117319"/>
                <a:gd name="connsiteY1" fmla="*/ 120650 h 883978"/>
                <a:gd name="connsiteX2" fmla="*/ 2117319 w 2117319"/>
                <a:gd name="connsiteY2" fmla="*/ 426778 h 883978"/>
                <a:gd name="connsiteX3" fmla="*/ 1244600 w 2117319"/>
                <a:gd name="connsiteY3" fmla="*/ 883978 h 883978"/>
                <a:gd name="connsiteX4" fmla="*/ 0 w 2117319"/>
                <a:gd name="connsiteY4" fmla="*/ 0 h 883978"/>
                <a:gd name="connsiteX0" fmla="*/ 0 w 2117319"/>
                <a:gd name="connsiteY0" fmla="*/ 0 h 490278"/>
                <a:gd name="connsiteX1" fmla="*/ 2117319 w 2117319"/>
                <a:gd name="connsiteY1" fmla="*/ 120650 h 490278"/>
                <a:gd name="connsiteX2" fmla="*/ 2117319 w 2117319"/>
                <a:gd name="connsiteY2" fmla="*/ 426778 h 490278"/>
                <a:gd name="connsiteX3" fmla="*/ 539750 w 2117319"/>
                <a:gd name="connsiteY3" fmla="*/ 490278 h 490278"/>
                <a:gd name="connsiteX4" fmla="*/ 0 w 2117319"/>
                <a:gd name="connsiteY4" fmla="*/ 0 h 490278"/>
                <a:gd name="connsiteX0" fmla="*/ 0 w 2117319"/>
                <a:gd name="connsiteY0" fmla="*/ 118396 h 608674"/>
                <a:gd name="connsiteX1" fmla="*/ 418647 w 2117319"/>
                <a:gd name="connsiteY1" fmla="*/ 921 h 608674"/>
                <a:gd name="connsiteX2" fmla="*/ 2117319 w 2117319"/>
                <a:gd name="connsiteY2" fmla="*/ 239046 h 608674"/>
                <a:gd name="connsiteX3" fmla="*/ 2117319 w 2117319"/>
                <a:gd name="connsiteY3" fmla="*/ 545174 h 608674"/>
                <a:gd name="connsiteX4" fmla="*/ 539750 w 2117319"/>
                <a:gd name="connsiteY4" fmla="*/ 608674 h 608674"/>
                <a:gd name="connsiteX5" fmla="*/ 0 w 2117319"/>
                <a:gd name="connsiteY5" fmla="*/ 118396 h 608674"/>
                <a:gd name="connsiteX0" fmla="*/ 33893 w 2151212"/>
                <a:gd name="connsiteY0" fmla="*/ 708218 h 1198496"/>
                <a:gd name="connsiteX1" fmla="*/ 452540 w 2151212"/>
                <a:gd name="connsiteY1" fmla="*/ 590743 h 1198496"/>
                <a:gd name="connsiteX2" fmla="*/ 8040 w 2151212"/>
                <a:gd name="connsiteY2" fmla="*/ 193 h 1198496"/>
                <a:gd name="connsiteX3" fmla="*/ 2151212 w 2151212"/>
                <a:gd name="connsiteY3" fmla="*/ 828868 h 1198496"/>
                <a:gd name="connsiteX4" fmla="*/ 2151212 w 2151212"/>
                <a:gd name="connsiteY4" fmla="*/ 1134996 h 1198496"/>
                <a:gd name="connsiteX5" fmla="*/ 573643 w 2151212"/>
                <a:gd name="connsiteY5" fmla="*/ 1198496 h 1198496"/>
                <a:gd name="connsiteX6" fmla="*/ 33893 w 2151212"/>
                <a:gd name="connsiteY6" fmla="*/ 708218 h 1198496"/>
                <a:gd name="connsiteX0" fmla="*/ 33893 w 2151212"/>
                <a:gd name="connsiteY0" fmla="*/ 728188 h 1218466"/>
                <a:gd name="connsiteX1" fmla="*/ 452540 w 2151212"/>
                <a:gd name="connsiteY1" fmla="*/ 610713 h 1218466"/>
                <a:gd name="connsiteX2" fmla="*/ 8040 w 2151212"/>
                <a:gd name="connsiteY2" fmla="*/ 20163 h 1218466"/>
                <a:gd name="connsiteX3" fmla="*/ 573190 w 2151212"/>
                <a:gd name="connsiteY3" fmla="*/ 20163 h 1218466"/>
                <a:gd name="connsiteX4" fmla="*/ 2151212 w 2151212"/>
                <a:gd name="connsiteY4" fmla="*/ 848838 h 1218466"/>
                <a:gd name="connsiteX5" fmla="*/ 2151212 w 2151212"/>
                <a:gd name="connsiteY5" fmla="*/ 1154966 h 1218466"/>
                <a:gd name="connsiteX6" fmla="*/ 573643 w 2151212"/>
                <a:gd name="connsiteY6" fmla="*/ 1218466 h 1218466"/>
                <a:gd name="connsiteX7" fmla="*/ 33893 w 2151212"/>
                <a:gd name="connsiteY7" fmla="*/ 728188 h 1218466"/>
                <a:gd name="connsiteX0" fmla="*/ 33893 w 2151212"/>
                <a:gd name="connsiteY0" fmla="*/ 1403688 h 1893966"/>
                <a:gd name="connsiteX1" fmla="*/ 452540 w 2151212"/>
                <a:gd name="connsiteY1" fmla="*/ 1286213 h 1893966"/>
                <a:gd name="connsiteX2" fmla="*/ 8040 w 2151212"/>
                <a:gd name="connsiteY2" fmla="*/ 695663 h 1893966"/>
                <a:gd name="connsiteX3" fmla="*/ 573190 w 2151212"/>
                <a:gd name="connsiteY3" fmla="*/ 695663 h 1893966"/>
                <a:gd name="connsiteX4" fmla="*/ 630340 w 2151212"/>
                <a:gd name="connsiteY4" fmla="*/ 3513 h 1893966"/>
                <a:gd name="connsiteX5" fmla="*/ 2151212 w 2151212"/>
                <a:gd name="connsiteY5" fmla="*/ 1524338 h 1893966"/>
                <a:gd name="connsiteX6" fmla="*/ 2151212 w 2151212"/>
                <a:gd name="connsiteY6" fmla="*/ 1830466 h 1893966"/>
                <a:gd name="connsiteX7" fmla="*/ 573643 w 2151212"/>
                <a:gd name="connsiteY7" fmla="*/ 1893966 h 1893966"/>
                <a:gd name="connsiteX8" fmla="*/ 33893 w 2151212"/>
                <a:gd name="connsiteY8" fmla="*/ 1403688 h 1893966"/>
                <a:gd name="connsiteX0" fmla="*/ 33893 w 2151212"/>
                <a:gd name="connsiteY0" fmla="*/ 1403688 h 1893966"/>
                <a:gd name="connsiteX1" fmla="*/ 452540 w 2151212"/>
                <a:gd name="connsiteY1" fmla="*/ 1286213 h 1893966"/>
                <a:gd name="connsiteX2" fmla="*/ 8040 w 2151212"/>
                <a:gd name="connsiteY2" fmla="*/ 695663 h 1893966"/>
                <a:gd name="connsiteX3" fmla="*/ 573190 w 2151212"/>
                <a:gd name="connsiteY3" fmla="*/ 695663 h 1893966"/>
                <a:gd name="connsiteX4" fmla="*/ 630340 w 2151212"/>
                <a:gd name="connsiteY4" fmla="*/ 3513 h 1893966"/>
                <a:gd name="connsiteX5" fmla="*/ 1233590 w 2151212"/>
                <a:gd name="connsiteY5" fmla="*/ 403563 h 1893966"/>
                <a:gd name="connsiteX6" fmla="*/ 2151212 w 2151212"/>
                <a:gd name="connsiteY6" fmla="*/ 1524338 h 1893966"/>
                <a:gd name="connsiteX7" fmla="*/ 2151212 w 2151212"/>
                <a:gd name="connsiteY7" fmla="*/ 1830466 h 1893966"/>
                <a:gd name="connsiteX8" fmla="*/ 573643 w 2151212"/>
                <a:gd name="connsiteY8" fmla="*/ 1893966 h 1893966"/>
                <a:gd name="connsiteX9" fmla="*/ 33893 w 2151212"/>
                <a:gd name="connsiteY9" fmla="*/ 1403688 h 1893966"/>
                <a:gd name="connsiteX0" fmla="*/ 33893 w 2151212"/>
                <a:gd name="connsiteY0" fmla="*/ 1633031 h 2123309"/>
                <a:gd name="connsiteX1" fmla="*/ 452540 w 2151212"/>
                <a:gd name="connsiteY1" fmla="*/ 1515556 h 2123309"/>
                <a:gd name="connsiteX2" fmla="*/ 8040 w 2151212"/>
                <a:gd name="connsiteY2" fmla="*/ 925006 h 2123309"/>
                <a:gd name="connsiteX3" fmla="*/ 573190 w 2151212"/>
                <a:gd name="connsiteY3" fmla="*/ 925006 h 2123309"/>
                <a:gd name="connsiteX4" fmla="*/ 630340 w 2151212"/>
                <a:gd name="connsiteY4" fmla="*/ 232856 h 2123309"/>
                <a:gd name="connsiteX5" fmla="*/ 1233590 w 2151212"/>
                <a:gd name="connsiteY5" fmla="*/ 632906 h 2123309"/>
                <a:gd name="connsiteX6" fmla="*/ 1601890 w 2151212"/>
                <a:gd name="connsiteY6" fmla="*/ 4256 h 2123309"/>
                <a:gd name="connsiteX7" fmla="*/ 2151212 w 2151212"/>
                <a:gd name="connsiteY7" fmla="*/ 1753681 h 2123309"/>
                <a:gd name="connsiteX8" fmla="*/ 2151212 w 2151212"/>
                <a:gd name="connsiteY8" fmla="*/ 2059809 h 2123309"/>
                <a:gd name="connsiteX9" fmla="*/ 573643 w 2151212"/>
                <a:gd name="connsiteY9" fmla="*/ 2123309 h 2123309"/>
                <a:gd name="connsiteX10" fmla="*/ 33893 w 2151212"/>
                <a:gd name="connsiteY10" fmla="*/ 1633031 h 2123309"/>
                <a:gd name="connsiteX0" fmla="*/ 33893 w 2151212"/>
                <a:gd name="connsiteY0" fmla="*/ 1633031 h 2123309"/>
                <a:gd name="connsiteX1" fmla="*/ 452540 w 2151212"/>
                <a:gd name="connsiteY1" fmla="*/ 1515556 h 2123309"/>
                <a:gd name="connsiteX2" fmla="*/ 8040 w 2151212"/>
                <a:gd name="connsiteY2" fmla="*/ 925006 h 2123309"/>
                <a:gd name="connsiteX3" fmla="*/ 573190 w 2151212"/>
                <a:gd name="connsiteY3" fmla="*/ 925006 h 2123309"/>
                <a:gd name="connsiteX4" fmla="*/ 630340 w 2151212"/>
                <a:gd name="connsiteY4" fmla="*/ 232856 h 2123309"/>
                <a:gd name="connsiteX5" fmla="*/ 1233590 w 2151212"/>
                <a:gd name="connsiteY5" fmla="*/ 632906 h 2123309"/>
                <a:gd name="connsiteX6" fmla="*/ 1601890 w 2151212"/>
                <a:gd name="connsiteY6" fmla="*/ 4256 h 2123309"/>
                <a:gd name="connsiteX7" fmla="*/ 1824140 w 2151212"/>
                <a:gd name="connsiteY7" fmla="*/ 753557 h 2123309"/>
                <a:gd name="connsiteX8" fmla="*/ 2151212 w 2151212"/>
                <a:gd name="connsiteY8" fmla="*/ 1753681 h 2123309"/>
                <a:gd name="connsiteX9" fmla="*/ 2151212 w 2151212"/>
                <a:gd name="connsiteY9" fmla="*/ 2059809 h 2123309"/>
                <a:gd name="connsiteX10" fmla="*/ 573643 w 2151212"/>
                <a:gd name="connsiteY10" fmla="*/ 2123309 h 2123309"/>
                <a:gd name="connsiteX11" fmla="*/ 33893 w 2151212"/>
                <a:gd name="connsiteY11" fmla="*/ 1633031 h 2123309"/>
                <a:gd name="connsiteX0" fmla="*/ 33893 w 2151212"/>
                <a:gd name="connsiteY0" fmla="*/ 1633031 h 2123309"/>
                <a:gd name="connsiteX1" fmla="*/ 452540 w 2151212"/>
                <a:gd name="connsiteY1" fmla="*/ 1515556 h 2123309"/>
                <a:gd name="connsiteX2" fmla="*/ 8040 w 2151212"/>
                <a:gd name="connsiteY2" fmla="*/ 925006 h 2123309"/>
                <a:gd name="connsiteX3" fmla="*/ 573190 w 2151212"/>
                <a:gd name="connsiteY3" fmla="*/ 925006 h 2123309"/>
                <a:gd name="connsiteX4" fmla="*/ 630340 w 2151212"/>
                <a:gd name="connsiteY4" fmla="*/ 232856 h 2123309"/>
                <a:gd name="connsiteX5" fmla="*/ 1233590 w 2151212"/>
                <a:gd name="connsiteY5" fmla="*/ 632906 h 2123309"/>
                <a:gd name="connsiteX6" fmla="*/ 1601890 w 2151212"/>
                <a:gd name="connsiteY6" fmla="*/ 4256 h 2123309"/>
                <a:gd name="connsiteX7" fmla="*/ 1824140 w 2151212"/>
                <a:gd name="connsiteY7" fmla="*/ 753557 h 2123309"/>
                <a:gd name="connsiteX8" fmla="*/ 2113112 w 2151212"/>
                <a:gd name="connsiteY8" fmla="*/ 521781 h 2123309"/>
                <a:gd name="connsiteX9" fmla="*/ 2151212 w 2151212"/>
                <a:gd name="connsiteY9" fmla="*/ 2059809 h 2123309"/>
                <a:gd name="connsiteX10" fmla="*/ 573643 w 2151212"/>
                <a:gd name="connsiteY10" fmla="*/ 2123309 h 2123309"/>
                <a:gd name="connsiteX11" fmla="*/ 33893 w 2151212"/>
                <a:gd name="connsiteY11" fmla="*/ 1633031 h 2123309"/>
                <a:gd name="connsiteX0" fmla="*/ 33893 w 2335362"/>
                <a:gd name="connsiteY0" fmla="*/ 1633031 h 2123309"/>
                <a:gd name="connsiteX1" fmla="*/ 452540 w 2335362"/>
                <a:gd name="connsiteY1" fmla="*/ 1515556 h 2123309"/>
                <a:gd name="connsiteX2" fmla="*/ 8040 w 2335362"/>
                <a:gd name="connsiteY2" fmla="*/ 925006 h 2123309"/>
                <a:gd name="connsiteX3" fmla="*/ 573190 w 2335362"/>
                <a:gd name="connsiteY3" fmla="*/ 925006 h 2123309"/>
                <a:gd name="connsiteX4" fmla="*/ 630340 w 2335362"/>
                <a:gd name="connsiteY4" fmla="*/ 232856 h 2123309"/>
                <a:gd name="connsiteX5" fmla="*/ 1233590 w 2335362"/>
                <a:gd name="connsiteY5" fmla="*/ 632906 h 2123309"/>
                <a:gd name="connsiteX6" fmla="*/ 1601890 w 2335362"/>
                <a:gd name="connsiteY6" fmla="*/ 4256 h 2123309"/>
                <a:gd name="connsiteX7" fmla="*/ 1824140 w 2335362"/>
                <a:gd name="connsiteY7" fmla="*/ 753557 h 2123309"/>
                <a:gd name="connsiteX8" fmla="*/ 2113112 w 2335362"/>
                <a:gd name="connsiteY8" fmla="*/ 521781 h 2123309"/>
                <a:gd name="connsiteX9" fmla="*/ 2335362 w 2335362"/>
                <a:gd name="connsiteY9" fmla="*/ 1856609 h 2123309"/>
                <a:gd name="connsiteX10" fmla="*/ 573643 w 2335362"/>
                <a:gd name="connsiteY10" fmla="*/ 2123309 h 2123309"/>
                <a:gd name="connsiteX11" fmla="*/ 33893 w 2335362"/>
                <a:gd name="connsiteY11" fmla="*/ 1633031 h 2123309"/>
                <a:gd name="connsiteX0" fmla="*/ 33893 w 2335362"/>
                <a:gd name="connsiteY0" fmla="*/ 1633031 h 2123309"/>
                <a:gd name="connsiteX1" fmla="*/ 452540 w 2335362"/>
                <a:gd name="connsiteY1" fmla="*/ 1515556 h 2123309"/>
                <a:gd name="connsiteX2" fmla="*/ 8040 w 2335362"/>
                <a:gd name="connsiteY2" fmla="*/ 925006 h 2123309"/>
                <a:gd name="connsiteX3" fmla="*/ 573190 w 2335362"/>
                <a:gd name="connsiteY3" fmla="*/ 925006 h 2123309"/>
                <a:gd name="connsiteX4" fmla="*/ 630340 w 2335362"/>
                <a:gd name="connsiteY4" fmla="*/ 232856 h 2123309"/>
                <a:gd name="connsiteX5" fmla="*/ 1233590 w 2335362"/>
                <a:gd name="connsiteY5" fmla="*/ 632906 h 2123309"/>
                <a:gd name="connsiteX6" fmla="*/ 1601890 w 2335362"/>
                <a:gd name="connsiteY6" fmla="*/ 4256 h 2123309"/>
                <a:gd name="connsiteX7" fmla="*/ 1824140 w 2335362"/>
                <a:gd name="connsiteY7" fmla="*/ 753557 h 2123309"/>
                <a:gd name="connsiteX8" fmla="*/ 2113112 w 2335362"/>
                <a:gd name="connsiteY8" fmla="*/ 521781 h 2123309"/>
                <a:gd name="connsiteX9" fmla="*/ 2335362 w 2335362"/>
                <a:gd name="connsiteY9" fmla="*/ 1856609 h 2123309"/>
                <a:gd name="connsiteX10" fmla="*/ 573643 w 2335362"/>
                <a:gd name="connsiteY10" fmla="*/ 2123309 h 2123309"/>
                <a:gd name="connsiteX11" fmla="*/ 33893 w 2335362"/>
                <a:gd name="connsiteY11" fmla="*/ 1633031 h 2123309"/>
                <a:gd name="connsiteX0" fmla="*/ 33893 w 2335362"/>
                <a:gd name="connsiteY0" fmla="*/ 1633031 h 2123309"/>
                <a:gd name="connsiteX1" fmla="*/ 452540 w 2335362"/>
                <a:gd name="connsiteY1" fmla="*/ 1515556 h 2123309"/>
                <a:gd name="connsiteX2" fmla="*/ 8040 w 2335362"/>
                <a:gd name="connsiteY2" fmla="*/ 925006 h 2123309"/>
                <a:gd name="connsiteX3" fmla="*/ 573190 w 2335362"/>
                <a:gd name="connsiteY3" fmla="*/ 925006 h 2123309"/>
                <a:gd name="connsiteX4" fmla="*/ 630340 w 2335362"/>
                <a:gd name="connsiteY4" fmla="*/ 232856 h 2123309"/>
                <a:gd name="connsiteX5" fmla="*/ 1233590 w 2335362"/>
                <a:gd name="connsiteY5" fmla="*/ 632906 h 2123309"/>
                <a:gd name="connsiteX6" fmla="*/ 1601890 w 2335362"/>
                <a:gd name="connsiteY6" fmla="*/ 4256 h 2123309"/>
                <a:gd name="connsiteX7" fmla="*/ 1824140 w 2335362"/>
                <a:gd name="connsiteY7" fmla="*/ 753557 h 2123309"/>
                <a:gd name="connsiteX8" fmla="*/ 2113112 w 2335362"/>
                <a:gd name="connsiteY8" fmla="*/ 521781 h 2123309"/>
                <a:gd name="connsiteX9" fmla="*/ 2335362 w 2335362"/>
                <a:gd name="connsiteY9" fmla="*/ 1856609 h 2123309"/>
                <a:gd name="connsiteX10" fmla="*/ 573643 w 2335362"/>
                <a:gd name="connsiteY10" fmla="*/ 2123309 h 2123309"/>
                <a:gd name="connsiteX11" fmla="*/ 33893 w 2335362"/>
                <a:gd name="connsiteY11" fmla="*/ 1633031 h 2123309"/>
                <a:gd name="connsiteX0" fmla="*/ 33893 w 2335362"/>
                <a:gd name="connsiteY0" fmla="*/ 1633031 h 2123309"/>
                <a:gd name="connsiteX1" fmla="*/ 452540 w 2335362"/>
                <a:gd name="connsiteY1" fmla="*/ 1515556 h 2123309"/>
                <a:gd name="connsiteX2" fmla="*/ 8040 w 2335362"/>
                <a:gd name="connsiteY2" fmla="*/ 925006 h 2123309"/>
                <a:gd name="connsiteX3" fmla="*/ 573190 w 2335362"/>
                <a:gd name="connsiteY3" fmla="*/ 925006 h 2123309"/>
                <a:gd name="connsiteX4" fmla="*/ 630340 w 2335362"/>
                <a:gd name="connsiteY4" fmla="*/ 232856 h 2123309"/>
                <a:gd name="connsiteX5" fmla="*/ 1233590 w 2335362"/>
                <a:gd name="connsiteY5" fmla="*/ 632906 h 2123309"/>
                <a:gd name="connsiteX6" fmla="*/ 1601890 w 2335362"/>
                <a:gd name="connsiteY6" fmla="*/ 4256 h 2123309"/>
                <a:gd name="connsiteX7" fmla="*/ 1824140 w 2335362"/>
                <a:gd name="connsiteY7" fmla="*/ 753557 h 2123309"/>
                <a:gd name="connsiteX8" fmla="*/ 2113112 w 2335362"/>
                <a:gd name="connsiteY8" fmla="*/ 521781 h 2123309"/>
                <a:gd name="connsiteX9" fmla="*/ 2335362 w 2335362"/>
                <a:gd name="connsiteY9" fmla="*/ 1856609 h 2123309"/>
                <a:gd name="connsiteX10" fmla="*/ 573643 w 2335362"/>
                <a:gd name="connsiteY10" fmla="*/ 2123309 h 2123309"/>
                <a:gd name="connsiteX11" fmla="*/ 33893 w 2335362"/>
                <a:gd name="connsiteY11" fmla="*/ 1633031 h 2123309"/>
                <a:gd name="connsiteX0" fmla="*/ 27324 w 2328793"/>
                <a:gd name="connsiteY0" fmla="*/ 1633031 h 2123309"/>
                <a:gd name="connsiteX1" fmla="*/ 445971 w 2328793"/>
                <a:gd name="connsiteY1" fmla="*/ 1515556 h 2123309"/>
                <a:gd name="connsiteX2" fmla="*/ 1471 w 2328793"/>
                <a:gd name="connsiteY2" fmla="*/ 925006 h 2123309"/>
                <a:gd name="connsiteX3" fmla="*/ 566621 w 2328793"/>
                <a:gd name="connsiteY3" fmla="*/ 925006 h 2123309"/>
                <a:gd name="connsiteX4" fmla="*/ 623771 w 2328793"/>
                <a:gd name="connsiteY4" fmla="*/ 232856 h 2123309"/>
                <a:gd name="connsiteX5" fmla="*/ 1227021 w 2328793"/>
                <a:gd name="connsiteY5" fmla="*/ 632906 h 2123309"/>
                <a:gd name="connsiteX6" fmla="*/ 1595321 w 2328793"/>
                <a:gd name="connsiteY6" fmla="*/ 4256 h 2123309"/>
                <a:gd name="connsiteX7" fmla="*/ 1817571 w 2328793"/>
                <a:gd name="connsiteY7" fmla="*/ 753557 h 2123309"/>
                <a:gd name="connsiteX8" fmla="*/ 2106543 w 2328793"/>
                <a:gd name="connsiteY8" fmla="*/ 521781 h 2123309"/>
                <a:gd name="connsiteX9" fmla="*/ 2328793 w 2328793"/>
                <a:gd name="connsiteY9" fmla="*/ 1856609 h 2123309"/>
                <a:gd name="connsiteX10" fmla="*/ 567074 w 2328793"/>
                <a:gd name="connsiteY10" fmla="*/ 2123309 h 2123309"/>
                <a:gd name="connsiteX11" fmla="*/ 27324 w 2328793"/>
                <a:gd name="connsiteY11" fmla="*/ 1633031 h 2123309"/>
                <a:gd name="connsiteX0" fmla="*/ 28021 w 2329490"/>
                <a:gd name="connsiteY0" fmla="*/ 1633031 h 2123309"/>
                <a:gd name="connsiteX1" fmla="*/ 446668 w 2329490"/>
                <a:gd name="connsiteY1" fmla="*/ 1515556 h 2123309"/>
                <a:gd name="connsiteX2" fmla="*/ 2168 w 2329490"/>
                <a:gd name="connsiteY2" fmla="*/ 925006 h 2123309"/>
                <a:gd name="connsiteX3" fmla="*/ 567318 w 2329490"/>
                <a:gd name="connsiteY3" fmla="*/ 925006 h 2123309"/>
                <a:gd name="connsiteX4" fmla="*/ 624468 w 2329490"/>
                <a:gd name="connsiteY4" fmla="*/ 232856 h 2123309"/>
                <a:gd name="connsiteX5" fmla="*/ 1227718 w 2329490"/>
                <a:gd name="connsiteY5" fmla="*/ 632906 h 2123309"/>
                <a:gd name="connsiteX6" fmla="*/ 1596018 w 2329490"/>
                <a:gd name="connsiteY6" fmla="*/ 4256 h 2123309"/>
                <a:gd name="connsiteX7" fmla="*/ 1818268 w 2329490"/>
                <a:gd name="connsiteY7" fmla="*/ 753557 h 2123309"/>
                <a:gd name="connsiteX8" fmla="*/ 2107240 w 2329490"/>
                <a:gd name="connsiteY8" fmla="*/ 521781 h 2123309"/>
                <a:gd name="connsiteX9" fmla="*/ 2329490 w 2329490"/>
                <a:gd name="connsiteY9" fmla="*/ 1856609 h 2123309"/>
                <a:gd name="connsiteX10" fmla="*/ 567771 w 2329490"/>
                <a:gd name="connsiteY10" fmla="*/ 2123309 h 2123309"/>
                <a:gd name="connsiteX11" fmla="*/ 28021 w 2329490"/>
                <a:gd name="connsiteY11" fmla="*/ 1633031 h 2123309"/>
                <a:gd name="connsiteX0" fmla="*/ 25853 w 2327322"/>
                <a:gd name="connsiteY0" fmla="*/ 1633031 h 2123309"/>
                <a:gd name="connsiteX1" fmla="*/ 444500 w 2327322"/>
                <a:gd name="connsiteY1" fmla="*/ 1515556 h 2123309"/>
                <a:gd name="connsiteX2" fmla="*/ 0 w 2327322"/>
                <a:gd name="connsiteY2" fmla="*/ 925006 h 2123309"/>
                <a:gd name="connsiteX3" fmla="*/ 565150 w 2327322"/>
                <a:gd name="connsiteY3" fmla="*/ 925006 h 2123309"/>
                <a:gd name="connsiteX4" fmla="*/ 622300 w 2327322"/>
                <a:gd name="connsiteY4" fmla="*/ 232856 h 2123309"/>
                <a:gd name="connsiteX5" fmla="*/ 1225550 w 2327322"/>
                <a:gd name="connsiteY5" fmla="*/ 632906 h 2123309"/>
                <a:gd name="connsiteX6" fmla="*/ 1593850 w 2327322"/>
                <a:gd name="connsiteY6" fmla="*/ 4256 h 2123309"/>
                <a:gd name="connsiteX7" fmla="*/ 1816100 w 2327322"/>
                <a:gd name="connsiteY7" fmla="*/ 753557 h 2123309"/>
                <a:gd name="connsiteX8" fmla="*/ 2105072 w 2327322"/>
                <a:gd name="connsiteY8" fmla="*/ 521781 h 2123309"/>
                <a:gd name="connsiteX9" fmla="*/ 2327322 w 2327322"/>
                <a:gd name="connsiteY9" fmla="*/ 1856609 h 2123309"/>
                <a:gd name="connsiteX10" fmla="*/ 565603 w 2327322"/>
                <a:gd name="connsiteY10" fmla="*/ 2123309 h 2123309"/>
                <a:gd name="connsiteX11" fmla="*/ 25853 w 2327322"/>
                <a:gd name="connsiteY11" fmla="*/ 1633031 h 2123309"/>
                <a:gd name="connsiteX0" fmla="*/ 25853 w 2327322"/>
                <a:gd name="connsiteY0" fmla="*/ 1633031 h 2123309"/>
                <a:gd name="connsiteX1" fmla="*/ 444500 w 2327322"/>
                <a:gd name="connsiteY1" fmla="*/ 1515556 h 2123309"/>
                <a:gd name="connsiteX2" fmla="*/ 0 w 2327322"/>
                <a:gd name="connsiteY2" fmla="*/ 925006 h 2123309"/>
                <a:gd name="connsiteX3" fmla="*/ 565150 w 2327322"/>
                <a:gd name="connsiteY3" fmla="*/ 925006 h 2123309"/>
                <a:gd name="connsiteX4" fmla="*/ 622300 w 2327322"/>
                <a:gd name="connsiteY4" fmla="*/ 232856 h 2123309"/>
                <a:gd name="connsiteX5" fmla="*/ 1225550 w 2327322"/>
                <a:gd name="connsiteY5" fmla="*/ 632906 h 2123309"/>
                <a:gd name="connsiteX6" fmla="*/ 1593850 w 2327322"/>
                <a:gd name="connsiteY6" fmla="*/ 4256 h 2123309"/>
                <a:gd name="connsiteX7" fmla="*/ 1816100 w 2327322"/>
                <a:gd name="connsiteY7" fmla="*/ 753557 h 2123309"/>
                <a:gd name="connsiteX8" fmla="*/ 2105072 w 2327322"/>
                <a:gd name="connsiteY8" fmla="*/ 521781 h 2123309"/>
                <a:gd name="connsiteX9" fmla="*/ 2327322 w 2327322"/>
                <a:gd name="connsiteY9" fmla="*/ 1856609 h 2123309"/>
                <a:gd name="connsiteX10" fmla="*/ 565603 w 2327322"/>
                <a:gd name="connsiteY10" fmla="*/ 2123309 h 2123309"/>
                <a:gd name="connsiteX11" fmla="*/ 25853 w 2327322"/>
                <a:gd name="connsiteY11" fmla="*/ 1633031 h 2123309"/>
                <a:gd name="connsiteX0" fmla="*/ 25853 w 2327322"/>
                <a:gd name="connsiteY0" fmla="*/ 1633031 h 2123309"/>
                <a:gd name="connsiteX1" fmla="*/ 444500 w 2327322"/>
                <a:gd name="connsiteY1" fmla="*/ 1515556 h 2123309"/>
                <a:gd name="connsiteX2" fmla="*/ 0 w 2327322"/>
                <a:gd name="connsiteY2" fmla="*/ 925006 h 2123309"/>
                <a:gd name="connsiteX3" fmla="*/ 565150 w 2327322"/>
                <a:gd name="connsiteY3" fmla="*/ 925006 h 2123309"/>
                <a:gd name="connsiteX4" fmla="*/ 622300 w 2327322"/>
                <a:gd name="connsiteY4" fmla="*/ 232856 h 2123309"/>
                <a:gd name="connsiteX5" fmla="*/ 1225550 w 2327322"/>
                <a:gd name="connsiteY5" fmla="*/ 632906 h 2123309"/>
                <a:gd name="connsiteX6" fmla="*/ 1593850 w 2327322"/>
                <a:gd name="connsiteY6" fmla="*/ 4256 h 2123309"/>
                <a:gd name="connsiteX7" fmla="*/ 1816100 w 2327322"/>
                <a:gd name="connsiteY7" fmla="*/ 753557 h 2123309"/>
                <a:gd name="connsiteX8" fmla="*/ 2105072 w 2327322"/>
                <a:gd name="connsiteY8" fmla="*/ 521781 h 2123309"/>
                <a:gd name="connsiteX9" fmla="*/ 2327322 w 2327322"/>
                <a:gd name="connsiteY9" fmla="*/ 1856609 h 2123309"/>
                <a:gd name="connsiteX10" fmla="*/ 565603 w 2327322"/>
                <a:gd name="connsiteY10" fmla="*/ 2123309 h 2123309"/>
                <a:gd name="connsiteX11" fmla="*/ 25853 w 2327322"/>
                <a:gd name="connsiteY11" fmla="*/ 1633031 h 2123309"/>
                <a:gd name="connsiteX0" fmla="*/ 25853 w 2327322"/>
                <a:gd name="connsiteY0" fmla="*/ 1633031 h 2123309"/>
                <a:gd name="connsiteX1" fmla="*/ 444500 w 2327322"/>
                <a:gd name="connsiteY1" fmla="*/ 1515556 h 2123309"/>
                <a:gd name="connsiteX2" fmla="*/ 0 w 2327322"/>
                <a:gd name="connsiteY2" fmla="*/ 925006 h 2123309"/>
                <a:gd name="connsiteX3" fmla="*/ 565150 w 2327322"/>
                <a:gd name="connsiteY3" fmla="*/ 925006 h 2123309"/>
                <a:gd name="connsiteX4" fmla="*/ 622300 w 2327322"/>
                <a:gd name="connsiteY4" fmla="*/ 232856 h 2123309"/>
                <a:gd name="connsiteX5" fmla="*/ 1200150 w 2327322"/>
                <a:gd name="connsiteY5" fmla="*/ 632906 h 2123309"/>
                <a:gd name="connsiteX6" fmla="*/ 1593850 w 2327322"/>
                <a:gd name="connsiteY6" fmla="*/ 4256 h 2123309"/>
                <a:gd name="connsiteX7" fmla="*/ 1816100 w 2327322"/>
                <a:gd name="connsiteY7" fmla="*/ 753557 h 2123309"/>
                <a:gd name="connsiteX8" fmla="*/ 2105072 w 2327322"/>
                <a:gd name="connsiteY8" fmla="*/ 521781 h 2123309"/>
                <a:gd name="connsiteX9" fmla="*/ 2327322 w 2327322"/>
                <a:gd name="connsiteY9" fmla="*/ 1856609 h 2123309"/>
                <a:gd name="connsiteX10" fmla="*/ 565603 w 2327322"/>
                <a:gd name="connsiteY10" fmla="*/ 2123309 h 2123309"/>
                <a:gd name="connsiteX11" fmla="*/ 25853 w 2327322"/>
                <a:gd name="connsiteY11" fmla="*/ 1633031 h 2123309"/>
                <a:gd name="connsiteX0" fmla="*/ 25853 w 2327322"/>
                <a:gd name="connsiteY0" fmla="*/ 1634204 h 2124482"/>
                <a:gd name="connsiteX1" fmla="*/ 444500 w 2327322"/>
                <a:gd name="connsiteY1" fmla="*/ 1516729 h 2124482"/>
                <a:gd name="connsiteX2" fmla="*/ 0 w 2327322"/>
                <a:gd name="connsiteY2" fmla="*/ 926179 h 2124482"/>
                <a:gd name="connsiteX3" fmla="*/ 565150 w 2327322"/>
                <a:gd name="connsiteY3" fmla="*/ 926179 h 2124482"/>
                <a:gd name="connsiteX4" fmla="*/ 622300 w 2327322"/>
                <a:gd name="connsiteY4" fmla="*/ 234029 h 2124482"/>
                <a:gd name="connsiteX5" fmla="*/ 1200150 w 2327322"/>
                <a:gd name="connsiteY5" fmla="*/ 634079 h 2124482"/>
                <a:gd name="connsiteX6" fmla="*/ 1593850 w 2327322"/>
                <a:gd name="connsiteY6" fmla="*/ 5429 h 2124482"/>
                <a:gd name="connsiteX7" fmla="*/ 1816100 w 2327322"/>
                <a:gd name="connsiteY7" fmla="*/ 754730 h 2124482"/>
                <a:gd name="connsiteX8" fmla="*/ 2105072 w 2327322"/>
                <a:gd name="connsiteY8" fmla="*/ 522954 h 2124482"/>
                <a:gd name="connsiteX9" fmla="*/ 2327322 w 2327322"/>
                <a:gd name="connsiteY9" fmla="*/ 1857782 h 2124482"/>
                <a:gd name="connsiteX10" fmla="*/ 565603 w 2327322"/>
                <a:gd name="connsiteY10" fmla="*/ 2124482 h 2124482"/>
                <a:gd name="connsiteX11" fmla="*/ 25853 w 2327322"/>
                <a:gd name="connsiteY11" fmla="*/ 1634204 h 2124482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206672"/>
                <a:gd name="connsiteY0" fmla="*/ 1628775 h 2119053"/>
                <a:gd name="connsiteX1" fmla="*/ 444500 w 2206672"/>
                <a:gd name="connsiteY1" fmla="*/ 1511300 h 2119053"/>
                <a:gd name="connsiteX2" fmla="*/ 0 w 2206672"/>
                <a:gd name="connsiteY2" fmla="*/ 920750 h 2119053"/>
                <a:gd name="connsiteX3" fmla="*/ 565150 w 2206672"/>
                <a:gd name="connsiteY3" fmla="*/ 920750 h 2119053"/>
                <a:gd name="connsiteX4" fmla="*/ 622300 w 2206672"/>
                <a:gd name="connsiteY4" fmla="*/ 228600 h 2119053"/>
                <a:gd name="connsiteX5" fmla="*/ 1200150 w 2206672"/>
                <a:gd name="connsiteY5" fmla="*/ 628650 h 2119053"/>
                <a:gd name="connsiteX6" fmla="*/ 1593850 w 2206672"/>
                <a:gd name="connsiteY6" fmla="*/ 0 h 2119053"/>
                <a:gd name="connsiteX7" fmla="*/ 1816100 w 2206672"/>
                <a:gd name="connsiteY7" fmla="*/ 749301 h 2119053"/>
                <a:gd name="connsiteX8" fmla="*/ 2105072 w 2206672"/>
                <a:gd name="connsiteY8" fmla="*/ 517525 h 2119053"/>
                <a:gd name="connsiteX9" fmla="*/ 2206672 w 2206672"/>
                <a:gd name="connsiteY9" fmla="*/ 1833303 h 2119053"/>
                <a:gd name="connsiteX10" fmla="*/ 565603 w 2206672"/>
                <a:gd name="connsiteY10" fmla="*/ 2119053 h 2119053"/>
                <a:gd name="connsiteX11" fmla="*/ 25853 w 2206672"/>
                <a:gd name="connsiteY11" fmla="*/ 1628775 h 2119053"/>
                <a:gd name="connsiteX0" fmla="*/ 25853 w 2214866"/>
                <a:gd name="connsiteY0" fmla="*/ 1628775 h 2119053"/>
                <a:gd name="connsiteX1" fmla="*/ 444500 w 2214866"/>
                <a:gd name="connsiteY1" fmla="*/ 1511300 h 2119053"/>
                <a:gd name="connsiteX2" fmla="*/ 0 w 2214866"/>
                <a:gd name="connsiteY2" fmla="*/ 920750 h 2119053"/>
                <a:gd name="connsiteX3" fmla="*/ 565150 w 2214866"/>
                <a:gd name="connsiteY3" fmla="*/ 920750 h 2119053"/>
                <a:gd name="connsiteX4" fmla="*/ 622300 w 2214866"/>
                <a:gd name="connsiteY4" fmla="*/ 228600 h 2119053"/>
                <a:gd name="connsiteX5" fmla="*/ 1200150 w 2214866"/>
                <a:gd name="connsiteY5" fmla="*/ 628650 h 2119053"/>
                <a:gd name="connsiteX6" fmla="*/ 1593850 w 2214866"/>
                <a:gd name="connsiteY6" fmla="*/ 0 h 2119053"/>
                <a:gd name="connsiteX7" fmla="*/ 1816100 w 2214866"/>
                <a:gd name="connsiteY7" fmla="*/ 749301 h 2119053"/>
                <a:gd name="connsiteX8" fmla="*/ 2105072 w 2214866"/>
                <a:gd name="connsiteY8" fmla="*/ 517525 h 2119053"/>
                <a:gd name="connsiteX9" fmla="*/ 2206672 w 2214866"/>
                <a:gd name="connsiteY9" fmla="*/ 1833303 h 2119053"/>
                <a:gd name="connsiteX10" fmla="*/ 565603 w 2214866"/>
                <a:gd name="connsiteY10" fmla="*/ 2119053 h 2119053"/>
                <a:gd name="connsiteX11" fmla="*/ 25853 w 2214866"/>
                <a:gd name="connsiteY11" fmla="*/ 1628775 h 2119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4866" h="2119053">
                  <a:moveTo>
                    <a:pt x="25853" y="1628775"/>
                  </a:moveTo>
                  <a:cubicBezTo>
                    <a:pt x="40519" y="1623483"/>
                    <a:pt x="163134" y="1497542"/>
                    <a:pt x="444500" y="1511300"/>
                  </a:cubicBezTo>
                  <a:cubicBezTo>
                    <a:pt x="338667" y="1479550"/>
                    <a:pt x="29633" y="1054100"/>
                    <a:pt x="0" y="920750"/>
                  </a:cubicBezTo>
                  <a:cubicBezTo>
                    <a:pt x="120650" y="882650"/>
                    <a:pt x="381000" y="850900"/>
                    <a:pt x="565150" y="920750"/>
                  </a:cubicBezTo>
                  <a:cubicBezTo>
                    <a:pt x="497417" y="812800"/>
                    <a:pt x="499533" y="165100"/>
                    <a:pt x="622300" y="228600"/>
                  </a:cubicBezTo>
                  <a:cubicBezTo>
                    <a:pt x="829733" y="438150"/>
                    <a:pt x="992717" y="419100"/>
                    <a:pt x="1200150" y="628650"/>
                  </a:cubicBezTo>
                  <a:cubicBezTo>
                    <a:pt x="1219200" y="518583"/>
                    <a:pt x="1473200" y="122767"/>
                    <a:pt x="1593850" y="0"/>
                  </a:cubicBezTo>
                  <a:cubicBezTo>
                    <a:pt x="1706033" y="298450"/>
                    <a:pt x="1792817" y="457201"/>
                    <a:pt x="1816100" y="749301"/>
                  </a:cubicBezTo>
                  <a:cubicBezTo>
                    <a:pt x="1887024" y="614892"/>
                    <a:pt x="2008748" y="594784"/>
                    <a:pt x="2105072" y="517525"/>
                  </a:cubicBezTo>
                  <a:cubicBezTo>
                    <a:pt x="2229955" y="873568"/>
                    <a:pt x="2221489" y="1248660"/>
                    <a:pt x="2206672" y="1833303"/>
                  </a:cubicBezTo>
                  <a:lnTo>
                    <a:pt x="565603" y="2119053"/>
                  </a:lnTo>
                  <a:cubicBezTo>
                    <a:pt x="385686" y="1955627"/>
                    <a:pt x="161320" y="1868401"/>
                    <a:pt x="25853" y="1628775"/>
                  </a:cubicBezTo>
                  <a:close/>
                </a:path>
              </a:pathLst>
            </a:custGeom>
            <a:solidFill>
              <a:srgbClr val="59A33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10">
              <a:extLst>
                <a:ext uri="{FF2B5EF4-FFF2-40B4-BE49-F238E27FC236}">
                  <a16:creationId xmlns:a16="http://schemas.microsoft.com/office/drawing/2014/main" id="{54310DBB-FB60-3F28-B16A-92276BB743D9}"/>
                </a:ext>
              </a:extLst>
            </p:cNvPr>
            <p:cNvSpPr/>
            <p:nvPr/>
          </p:nvSpPr>
          <p:spPr>
            <a:xfrm>
              <a:off x="3844584" y="999492"/>
              <a:ext cx="866892" cy="1397563"/>
            </a:xfrm>
            <a:custGeom>
              <a:avLst/>
              <a:gdLst>
                <a:gd name="connsiteX0" fmla="*/ 0 w 976035"/>
                <a:gd name="connsiteY0" fmla="*/ 0 h 1262142"/>
                <a:gd name="connsiteX1" fmla="*/ 976035 w 976035"/>
                <a:gd name="connsiteY1" fmla="*/ 0 h 1262142"/>
                <a:gd name="connsiteX2" fmla="*/ 976035 w 976035"/>
                <a:gd name="connsiteY2" fmla="*/ 1262142 h 1262142"/>
                <a:gd name="connsiteX3" fmla="*/ 0 w 976035"/>
                <a:gd name="connsiteY3" fmla="*/ 1262142 h 1262142"/>
                <a:gd name="connsiteX4" fmla="*/ 0 w 976035"/>
                <a:gd name="connsiteY4" fmla="*/ 0 h 1262142"/>
                <a:gd name="connsiteX0" fmla="*/ 742122 w 976035"/>
                <a:gd name="connsiteY0" fmla="*/ 0 h 1460925"/>
                <a:gd name="connsiteX1" fmla="*/ 976035 w 976035"/>
                <a:gd name="connsiteY1" fmla="*/ 198783 h 1460925"/>
                <a:gd name="connsiteX2" fmla="*/ 976035 w 976035"/>
                <a:gd name="connsiteY2" fmla="*/ 1460925 h 1460925"/>
                <a:gd name="connsiteX3" fmla="*/ 0 w 976035"/>
                <a:gd name="connsiteY3" fmla="*/ 1460925 h 1460925"/>
                <a:gd name="connsiteX4" fmla="*/ 742122 w 976035"/>
                <a:gd name="connsiteY4" fmla="*/ 0 h 1460925"/>
                <a:gd name="connsiteX0" fmla="*/ 622852 w 856765"/>
                <a:gd name="connsiteY0" fmla="*/ 0 h 1460925"/>
                <a:gd name="connsiteX1" fmla="*/ 856765 w 856765"/>
                <a:gd name="connsiteY1" fmla="*/ 198783 h 1460925"/>
                <a:gd name="connsiteX2" fmla="*/ 856765 w 856765"/>
                <a:gd name="connsiteY2" fmla="*/ 1460925 h 1460925"/>
                <a:gd name="connsiteX3" fmla="*/ 0 w 856765"/>
                <a:gd name="connsiteY3" fmla="*/ 1368160 h 1460925"/>
                <a:gd name="connsiteX4" fmla="*/ 622852 w 856765"/>
                <a:gd name="connsiteY4" fmla="*/ 0 h 1460925"/>
                <a:gd name="connsiteX0" fmla="*/ 623376 w 857289"/>
                <a:gd name="connsiteY0" fmla="*/ 0 h 1460925"/>
                <a:gd name="connsiteX1" fmla="*/ 857289 w 857289"/>
                <a:gd name="connsiteY1" fmla="*/ 198783 h 1460925"/>
                <a:gd name="connsiteX2" fmla="*/ 857289 w 857289"/>
                <a:gd name="connsiteY2" fmla="*/ 1460925 h 1460925"/>
                <a:gd name="connsiteX3" fmla="*/ 524 w 857289"/>
                <a:gd name="connsiteY3" fmla="*/ 1368160 h 1460925"/>
                <a:gd name="connsiteX4" fmla="*/ 623376 w 857289"/>
                <a:gd name="connsiteY4" fmla="*/ 0 h 1460925"/>
                <a:gd name="connsiteX0" fmla="*/ 623698 w 857611"/>
                <a:gd name="connsiteY0" fmla="*/ 0 h 1460925"/>
                <a:gd name="connsiteX1" fmla="*/ 857611 w 857611"/>
                <a:gd name="connsiteY1" fmla="*/ 198783 h 1460925"/>
                <a:gd name="connsiteX2" fmla="*/ 857611 w 857611"/>
                <a:gd name="connsiteY2" fmla="*/ 1460925 h 1460925"/>
                <a:gd name="connsiteX3" fmla="*/ 846 w 857611"/>
                <a:gd name="connsiteY3" fmla="*/ 1368160 h 1460925"/>
                <a:gd name="connsiteX4" fmla="*/ 623698 w 857611"/>
                <a:gd name="connsiteY4" fmla="*/ 0 h 1460925"/>
                <a:gd name="connsiteX0" fmla="*/ 623698 w 857611"/>
                <a:gd name="connsiteY0" fmla="*/ 0 h 1540438"/>
                <a:gd name="connsiteX1" fmla="*/ 857611 w 857611"/>
                <a:gd name="connsiteY1" fmla="*/ 198783 h 1540438"/>
                <a:gd name="connsiteX2" fmla="*/ 327524 w 857611"/>
                <a:gd name="connsiteY2" fmla="*/ 1540438 h 1540438"/>
                <a:gd name="connsiteX3" fmla="*/ 846 w 857611"/>
                <a:gd name="connsiteY3" fmla="*/ 1368160 h 1540438"/>
                <a:gd name="connsiteX4" fmla="*/ 623698 w 857611"/>
                <a:gd name="connsiteY4" fmla="*/ 0 h 1540438"/>
                <a:gd name="connsiteX0" fmla="*/ 623698 w 857611"/>
                <a:gd name="connsiteY0" fmla="*/ 0 h 1540438"/>
                <a:gd name="connsiteX1" fmla="*/ 857611 w 857611"/>
                <a:gd name="connsiteY1" fmla="*/ 251792 h 1540438"/>
                <a:gd name="connsiteX2" fmla="*/ 327524 w 857611"/>
                <a:gd name="connsiteY2" fmla="*/ 1540438 h 1540438"/>
                <a:gd name="connsiteX3" fmla="*/ 846 w 857611"/>
                <a:gd name="connsiteY3" fmla="*/ 1368160 h 1540438"/>
                <a:gd name="connsiteX4" fmla="*/ 623698 w 857611"/>
                <a:gd name="connsiteY4" fmla="*/ 0 h 1540438"/>
                <a:gd name="connsiteX0" fmla="*/ 685459 w 857459"/>
                <a:gd name="connsiteY0" fmla="*/ 0 h 1535676"/>
                <a:gd name="connsiteX1" fmla="*/ 857459 w 857459"/>
                <a:gd name="connsiteY1" fmla="*/ 247030 h 1535676"/>
                <a:gd name="connsiteX2" fmla="*/ 327372 w 857459"/>
                <a:gd name="connsiteY2" fmla="*/ 1535676 h 1535676"/>
                <a:gd name="connsiteX3" fmla="*/ 694 w 857459"/>
                <a:gd name="connsiteY3" fmla="*/ 1363398 h 1535676"/>
                <a:gd name="connsiteX4" fmla="*/ 685459 w 857459"/>
                <a:gd name="connsiteY4" fmla="*/ 0 h 1535676"/>
                <a:gd name="connsiteX0" fmla="*/ 685498 w 857498"/>
                <a:gd name="connsiteY0" fmla="*/ 0 h 1535676"/>
                <a:gd name="connsiteX1" fmla="*/ 857498 w 857498"/>
                <a:gd name="connsiteY1" fmla="*/ 247030 h 1535676"/>
                <a:gd name="connsiteX2" fmla="*/ 327411 w 857498"/>
                <a:gd name="connsiteY2" fmla="*/ 1535676 h 1535676"/>
                <a:gd name="connsiteX3" fmla="*/ 733 w 857498"/>
                <a:gd name="connsiteY3" fmla="*/ 1363398 h 1535676"/>
                <a:gd name="connsiteX4" fmla="*/ 685498 w 857498"/>
                <a:gd name="connsiteY4" fmla="*/ 0 h 1535676"/>
                <a:gd name="connsiteX0" fmla="*/ 685498 w 862260"/>
                <a:gd name="connsiteY0" fmla="*/ 0 h 1535676"/>
                <a:gd name="connsiteX1" fmla="*/ 862260 w 862260"/>
                <a:gd name="connsiteY1" fmla="*/ 275605 h 1535676"/>
                <a:gd name="connsiteX2" fmla="*/ 327411 w 862260"/>
                <a:gd name="connsiteY2" fmla="*/ 1535676 h 1535676"/>
                <a:gd name="connsiteX3" fmla="*/ 733 w 862260"/>
                <a:gd name="connsiteY3" fmla="*/ 1363398 h 1535676"/>
                <a:gd name="connsiteX4" fmla="*/ 685498 w 862260"/>
                <a:gd name="connsiteY4" fmla="*/ 0 h 1535676"/>
                <a:gd name="connsiteX0" fmla="*/ 685498 w 862260"/>
                <a:gd name="connsiteY0" fmla="*/ 0 h 1397563"/>
                <a:gd name="connsiteX1" fmla="*/ 862260 w 862260"/>
                <a:gd name="connsiteY1" fmla="*/ 275605 h 1397563"/>
                <a:gd name="connsiteX2" fmla="*/ 136911 w 862260"/>
                <a:gd name="connsiteY2" fmla="*/ 1397563 h 1397563"/>
                <a:gd name="connsiteX3" fmla="*/ 733 w 862260"/>
                <a:gd name="connsiteY3" fmla="*/ 1363398 h 1397563"/>
                <a:gd name="connsiteX4" fmla="*/ 685498 w 862260"/>
                <a:gd name="connsiteY4" fmla="*/ 0 h 1397563"/>
                <a:gd name="connsiteX0" fmla="*/ 685498 w 857498"/>
                <a:gd name="connsiteY0" fmla="*/ 0 h 1397563"/>
                <a:gd name="connsiteX1" fmla="*/ 857498 w 857498"/>
                <a:gd name="connsiteY1" fmla="*/ 270843 h 1397563"/>
                <a:gd name="connsiteX2" fmla="*/ 136911 w 857498"/>
                <a:gd name="connsiteY2" fmla="*/ 1397563 h 1397563"/>
                <a:gd name="connsiteX3" fmla="*/ 733 w 857498"/>
                <a:gd name="connsiteY3" fmla="*/ 1363398 h 1397563"/>
                <a:gd name="connsiteX4" fmla="*/ 685498 w 857498"/>
                <a:gd name="connsiteY4" fmla="*/ 0 h 1397563"/>
                <a:gd name="connsiteX0" fmla="*/ 685498 w 857498"/>
                <a:gd name="connsiteY0" fmla="*/ 0 h 1397563"/>
                <a:gd name="connsiteX1" fmla="*/ 857498 w 857498"/>
                <a:gd name="connsiteY1" fmla="*/ 270843 h 1397563"/>
                <a:gd name="connsiteX2" fmla="*/ 136911 w 857498"/>
                <a:gd name="connsiteY2" fmla="*/ 1397563 h 1397563"/>
                <a:gd name="connsiteX3" fmla="*/ 733 w 857498"/>
                <a:gd name="connsiteY3" fmla="*/ 1363398 h 1397563"/>
                <a:gd name="connsiteX4" fmla="*/ 685498 w 857498"/>
                <a:gd name="connsiteY4" fmla="*/ 0 h 1397563"/>
                <a:gd name="connsiteX0" fmla="*/ 685498 w 857498"/>
                <a:gd name="connsiteY0" fmla="*/ 0 h 1397563"/>
                <a:gd name="connsiteX1" fmla="*/ 857498 w 857498"/>
                <a:gd name="connsiteY1" fmla="*/ 270843 h 1397563"/>
                <a:gd name="connsiteX2" fmla="*/ 136911 w 857498"/>
                <a:gd name="connsiteY2" fmla="*/ 1397563 h 1397563"/>
                <a:gd name="connsiteX3" fmla="*/ 733 w 857498"/>
                <a:gd name="connsiteY3" fmla="*/ 1363398 h 1397563"/>
                <a:gd name="connsiteX4" fmla="*/ 685498 w 857498"/>
                <a:gd name="connsiteY4" fmla="*/ 0 h 1397563"/>
                <a:gd name="connsiteX0" fmla="*/ 685498 w 867023"/>
                <a:gd name="connsiteY0" fmla="*/ 0 h 1397563"/>
                <a:gd name="connsiteX1" fmla="*/ 867023 w 867023"/>
                <a:gd name="connsiteY1" fmla="*/ 270843 h 1397563"/>
                <a:gd name="connsiteX2" fmla="*/ 136911 w 867023"/>
                <a:gd name="connsiteY2" fmla="*/ 1397563 h 1397563"/>
                <a:gd name="connsiteX3" fmla="*/ 733 w 867023"/>
                <a:gd name="connsiteY3" fmla="*/ 1363398 h 1397563"/>
                <a:gd name="connsiteX4" fmla="*/ 685498 w 867023"/>
                <a:gd name="connsiteY4" fmla="*/ 0 h 1397563"/>
                <a:gd name="connsiteX0" fmla="*/ 685498 w 867023"/>
                <a:gd name="connsiteY0" fmla="*/ 0 h 1397563"/>
                <a:gd name="connsiteX1" fmla="*/ 867023 w 867023"/>
                <a:gd name="connsiteY1" fmla="*/ 270843 h 1397563"/>
                <a:gd name="connsiteX2" fmla="*/ 136911 w 867023"/>
                <a:gd name="connsiteY2" fmla="*/ 1397563 h 1397563"/>
                <a:gd name="connsiteX3" fmla="*/ 733 w 867023"/>
                <a:gd name="connsiteY3" fmla="*/ 1363398 h 1397563"/>
                <a:gd name="connsiteX4" fmla="*/ 685498 w 867023"/>
                <a:gd name="connsiteY4" fmla="*/ 0 h 1397563"/>
                <a:gd name="connsiteX0" fmla="*/ 685498 w 867023"/>
                <a:gd name="connsiteY0" fmla="*/ 0 h 1397563"/>
                <a:gd name="connsiteX1" fmla="*/ 867023 w 867023"/>
                <a:gd name="connsiteY1" fmla="*/ 270843 h 1397563"/>
                <a:gd name="connsiteX2" fmla="*/ 136911 w 867023"/>
                <a:gd name="connsiteY2" fmla="*/ 1397563 h 1397563"/>
                <a:gd name="connsiteX3" fmla="*/ 733 w 867023"/>
                <a:gd name="connsiteY3" fmla="*/ 1363398 h 1397563"/>
                <a:gd name="connsiteX4" fmla="*/ 685498 w 867023"/>
                <a:gd name="connsiteY4" fmla="*/ 0 h 1397563"/>
                <a:gd name="connsiteX0" fmla="*/ 685367 w 866892"/>
                <a:gd name="connsiteY0" fmla="*/ 0 h 1397563"/>
                <a:gd name="connsiteX1" fmla="*/ 866892 w 866892"/>
                <a:gd name="connsiteY1" fmla="*/ 270843 h 1397563"/>
                <a:gd name="connsiteX2" fmla="*/ 136780 w 866892"/>
                <a:gd name="connsiteY2" fmla="*/ 1397563 h 1397563"/>
                <a:gd name="connsiteX3" fmla="*/ 602 w 866892"/>
                <a:gd name="connsiteY3" fmla="*/ 1363398 h 1397563"/>
                <a:gd name="connsiteX4" fmla="*/ 685367 w 866892"/>
                <a:gd name="connsiteY4" fmla="*/ 0 h 139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892" h="1397563">
                  <a:moveTo>
                    <a:pt x="685367" y="0"/>
                  </a:moveTo>
                  <a:lnTo>
                    <a:pt x="866892" y="270843"/>
                  </a:lnTo>
                  <a:cubicBezTo>
                    <a:pt x="493346" y="527353"/>
                    <a:pt x="196001" y="1217252"/>
                    <a:pt x="136780" y="1397563"/>
                  </a:cubicBezTo>
                  <a:lnTo>
                    <a:pt x="602" y="1363398"/>
                  </a:lnTo>
                  <a:cubicBezTo>
                    <a:pt x="-17068" y="814580"/>
                    <a:pt x="357860" y="153738"/>
                    <a:pt x="685367" y="0"/>
                  </a:cubicBezTo>
                  <a:close/>
                </a:path>
              </a:pathLst>
            </a:custGeom>
            <a:solidFill>
              <a:srgbClr val="59A33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E16B013-7603-6EC2-FEA1-37ABEE8AD659}"/>
                </a:ext>
              </a:extLst>
            </p:cNvPr>
            <p:cNvSpPr/>
            <p:nvPr/>
          </p:nvSpPr>
          <p:spPr>
            <a:xfrm>
              <a:off x="1744462" y="2405471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24BA5D1-3F45-AFA3-619C-6DA93A80578E}"/>
                </a:ext>
              </a:extLst>
            </p:cNvPr>
            <p:cNvSpPr/>
            <p:nvPr/>
          </p:nvSpPr>
          <p:spPr>
            <a:xfrm>
              <a:off x="4088095" y="2609074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A5DBD30-097F-BF29-6E67-FF6FFD512968}"/>
                </a:ext>
              </a:extLst>
            </p:cNvPr>
            <p:cNvSpPr/>
            <p:nvPr/>
          </p:nvSpPr>
          <p:spPr>
            <a:xfrm flipH="1">
              <a:off x="4943269" y="2695462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F7C9AF4-5DC3-195B-B299-8CD2E7DC9673}"/>
                </a:ext>
              </a:extLst>
            </p:cNvPr>
            <p:cNvSpPr/>
            <p:nvPr/>
          </p:nvSpPr>
          <p:spPr>
            <a:xfrm>
              <a:off x="2475990" y="1932604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0F05A0A-C634-70DA-8641-DC0EF7F21D4C}"/>
                </a:ext>
              </a:extLst>
            </p:cNvPr>
            <p:cNvSpPr/>
            <p:nvPr/>
          </p:nvSpPr>
          <p:spPr>
            <a:xfrm>
              <a:off x="3268857" y="2179923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3D28E46-4ECC-EF04-ADAD-5B6BB49F7394}"/>
                </a:ext>
              </a:extLst>
            </p:cNvPr>
            <p:cNvSpPr/>
            <p:nvPr/>
          </p:nvSpPr>
          <p:spPr>
            <a:xfrm>
              <a:off x="4185354" y="3215001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CDA1663-9EEA-C0FF-20C7-0B99C9CF67D6}"/>
                </a:ext>
              </a:extLst>
            </p:cNvPr>
            <p:cNvSpPr/>
            <p:nvPr/>
          </p:nvSpPr>
          <p:spPr>
            <a:xfrm>
              <a:off x="3443154" y="3017264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04F0311-CCB7-BE64-BA5F-D7FB80AB151B}"/>
                </a:ext>
              </a:extLst>
            </p:cNvPr>
            <p:cNvSpPr/>
            <p:nvPr/>
          </p:nvSpPr>
          <p:spPr>
            <a:xfrm>
              <a:off x="2537329" y="2795354"/>
              <a:ext cx="1179286" cy="1179286"/>
            </a:xfrm>
            <a:prstGeom prst="ellipse">
              <a:avLst/>
            </a:prstGeom>
            <a:solidFill>
              <a:srgbClr val="7E2B83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B09BD50-EFF4-24FF-AE67-A9B1F5D68755}"/>
                </a:ext>
              </a:extLst>
            </p:cNvPr>
            <p:cNvSpPr/>
            <p:nvPr/>
          </p:nvSpPr>
          <p:spPr>
            <a:xfrm flipH="1">
              <a:off x="4306841" y="3111890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CDA6714-1C7A-4683-7DEF-7778768F70B5}"/>
                </a:ext>
              </a:extLst>
            </p:cNvPr>
            <p:cNvSpPr/>
            <p:nvPr/>
          </p:nvSpPr>
          <p:spPr>
            <a:xfrm flipH="1">
              <a:off x="5050956" y="3310883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D1C7780-9925-6D19-AA17-A1F9BCECF7EF}"/>
              </a:ext>
            </a:extLst>
          </p:cNvPr>
          <p:cNvGrpSpPr/>
          <p:nvPr/>
        </p:nvGrpSpPr>
        <p:grpSpPr>
          <a:xfrm>
            <a:off x="-480871" y="779194"/>
            <a:ext cx="4550943" cy="6497769"/>
            <a:chOff x="1656387" y="846914"/>
            <a:chExt cx="3708253" cy="5294588"/>
          </a:xfrm>
          <a:solidFill>
            <a:schemeClr val="bg1"/>
          </a:solidFill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479FD29-F65F-AADE-3875-72A4C6020626}"/>
                </a:ext>
              </a:extLst>
            </p:cNvPr>
            <p:cNvSpPr/>
            <p:nvPr/>
          </p:nvSpPr>
          <p:spPr>
            <a:xfrm>
              <a:off x="2426205" y="4962216"/>
              <a:ext cx="1179286" cy="117928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ADA75C3-AF4B-BA66-87F6-EFF0CB40C3C7}"/>
                </a:ext>
              </a:extLst>
            </p:cNvPr>
            <p:cNvSpPr/>
            <p:nvPr/>
          </p:nvSpPr>
          <p:spPr>
            <a:xfrm flipH="1">
              <a:off x="3284175" y="5058289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75D9B5F-F541-C5C3-FA00-FCA2742B56F4}"/>
                </a:ext>
              </a:extLst>
            </p:cNvPr>
            <p:cNvSpPr/>
            <p:nvPr/>
          </p:nvSpPr>
          <p:spPr>
            <a:xfrm>
              <a:off x="2162957" y="4247747"/>
              <a:ext cx="1179286" cy="117928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38EF5CB-4625-3091-5352-DEFB5584C2EA}"/>
                </a:ext>
              </a:extLst>
            </p:cNvPr>
            <p:cNvSpPr/>
            <p:nvPr/>
          </p:nvSpPr>
          <p:spPr>
            <a:xfrm>
              <a:off x="2981440" y="4417449"/>
              <a:ext cx="1179286" cy="117928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78E542C-9B8C-1D1C-BA79-FDAEDEA6CE9B}"/>
                </a:ext>
              </a:extLst>
            </p:cNvPr>
            <p:cNvSpPr/>
            <p:nvPr/>
          </p:nvSpPr>
          <p:spPr>
            <a:xfrm flipH="1">
              <a:off x="3837282" y="4515946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3AB745A-1FD8-038D-77FE-95E3A02BDB91}"/>
                </a:ext>
              </a:extLst>
            </p:cNvPr>
            <p:cNvSpPr/>
            <p:nvPr/>
          </p:nvSpPr>
          <p:spPr>
            <a:xfrm>
              <a:off x="1885763" y="3345277"/>
              <a:ext cx="1179286" cy="117928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1AC9A43-F269-6E93-9E99-6FB22A21F17E}"/>
                </a:ext>
              </a:extLst>
            </p:cNvPr>
            <p:cNvSpPr/>
            <p:nvPr/>
          </p:nvSpPr>
          <p:spPr>
            <a:xfrm>
              <a:off x="2726349" y="3658104"/>
              <a:ext cx="1179286" cy="117928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492059B-454E-0634-D685-7BF5139A6F63}"/>
                </a:ext>
              </a:extLst>
            </p:cNvPr>
            <p:cNvSpPr/>
            <p:nvPr/>
          </p:nvSpPr>
          <p:spPr>
            <a:xfrm>
              <a:off x="3675172" y="3839915"/>
              <a:ext cx="1179286" cy="117928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B7398CF-14D0-FFDA-7F03-966595AB9F5B}"/>
                </a:ext>
              </a:extLst>
            </p:cNvPr>
            <p:cNvSpPr/>
            <p:nvPr/>
          </p:nvSpPr>
          <p:spPr>
            <a:xfrm flipH="1">
              <a:off x="4533101" y="3937608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11">
              <a:extLst>
                <a:ext uri="{FF2B5EF4-FFF2-40B4-BE49-F238E27FC236}">
                  <a16:creationId xmlns:a16="http://schemas.microsoft.com/office/drawing/2014/main" id="{ED4702CC-53E5-773E-AC35-09F795C3BEDE}"/>
                </a:ext>
              </a:extLst>
            </p:cNvPr>
            <p:cNvSpPr/>
            <p:nvPr/>
          </p:nvSpPr>
          <p:spPr>
            <a:xfrm>
              <a:off x="1656387" y="846914"/>
              <a:ext cx="2214866" cy="2119053"/>
            </a:xfrm>
            <a:custGeom>
              <a:avLst/>
              <a:gdLst>
                <a:gd name="connsiteX0" fmla="*/ 0 w 1323569"/>
                <a:gd name="connsiteY0" fmla="*/ 0 h 306128"/>
                <a:gd name="connsiteX1" fmla="*/ 1323569 w 1323569"/>
                <a:gd name="connsiteY1" fmla="*/ 0 h 306128"/>
                <a:gd name="connsiteX2" fmla="*/ 1323569 w 1323569"/>
                <a:gd name="connsiteY2" fmla="*/ 306128 h 306128"/>
                <a:gd name="connsiteX3" fmla="*/ 0 w 1323569"/>
                <a:gd name="connsiteY3" fmla="*/ 306128 h 306128"/>
                <a:gd name="connsiteX4" fmla="*/ 0 w 1323569"/>
                <a:gd name="connsiteY4" fmla="*/ 0 h 306128"/>
                <a:gd name="connsiteX0" fmla="*/ 0 w 1323569"/>
                <a:gd name="connsiteY0" fmla="*/ 0 h 763328"/>
                <a:gd name="connsiteX1" fmla="*/ 1323569 w 1323569"/>
                <a:gd name="connsiteY1" fmla="*/ 0 h 763328"/>
                <a:gd name="connsiteX2" fmla="*/ 1323569 w 1323569"/>
                <a:gd name="connsiteY2" fmla="*/ 306128 h 763328"/>
                <a:gd name="connsiteX3" fmla="*/ 450850 w 1323569"/>
                <a:gd name="connsiteY3" fmla="*/ 763328 h 763328"/>
                <a:gd name="connsiteX4" fmla="*/ 0 w 1323569"/>
                <a:gd name="connsiteY4" fmla="*/ 0 h 763328"/>
                <a:gd name="connsiteX0" fmla="*/ 0 w 2117319"/>
                <a:gd name="connsiteY0" fmla="*/ 0 h 883978"/>
                <a:gd name="connsiteX1" fmla="*/ 2117319 w 2117319"/>
                <a:gd name="connsiteY1" fmla="*/ 120650 h 883978"/>
                <a:gd name="connsiteX2" fmla="*/ 2117319 w 2117319"/>
                <a:gd name="connsiteY2" fmla="*/ 426778 h 883978"/>
                <a:gd name="connsiteX3" fmla="*/ 1244600 w 2117319"/>
                <a:gd name="connsiteY3" fmla="*/ 883978 h 883978"/>
                <a:gd name="connsiteX4" fmla="*/ 0 w 2117319"/>
                <a:gd name="connsiteY4" fmla="*/ 0 h 883978"/>
                <a:gd name="connsiteX0" fmla="*/ 0 w 2117319"/>
                <a:gd name="connsiteY0" fmla="*/ 0 h 490278"/>
                <a:gd name="connsiteX1" fmla="*/ 2117319 w 2117319"/>
                <a:gd name="connsiteY1" fmla="*/ 120650 h 490278"/>
                <a:gd name="connsiteX2" fmla="*/ 2117319 w 2117319"/>
                <a:gd name="connsiteY2" fmla="*/ 426778 h 490278"/>
                <a:gd name="connsiteX3" fmla="*/ 539750 w 2117319"/>
                <a:gd name="connsiteY3" fmla="*/ 490278 h 490278"/>
                <a:gd name="connsiteX4" fmla="*/ 0 w 2117319"/>
                <a:gd name="connsiteY4" fmla="*/ 0 h 490278"/>
                <a:gd name="connsiteX0" fmla="*/ 0 w 2117319"/>
                <a:gd name="connsiteY0" fmla="*/ 118396 h 608674"/>
                <a:gd name="connsiteX1" fmla="*/ 418647 w 2117319"/>
                <a:gd name="connsiteY1" fmla="*/ 921 h 608674"/>
                <a:gd name="connsiteX2" fmla="*/ 2117319 w 2117319"/>
                <a:gd name="connsiteY2" fmla="*/ 239046 h 608674"/>
                <a:gd name="connsiteX3" fmla="*/ 2117319 w 2117319"/>
                <a:gd name="connsiteY3" fmla="*/ 545174 h 608674"/>
                <a:gd name="connsiteX4" fmla="*/ 539750 w 2117319"/>
                <a:gd name="connsiteY4" fmla="*/ 608674 h 608674"/>
                <a:gd name="connsiteX5" fmla="*/ 0 w 2117319"/>
                <a:gd name="connsiteY5" fmla="*/ 118396 h 608674"/>
                <a:gd name="connsiteX0" fmla="*/ 33893 w 2151212"/>
                <a:gd name="connsiteY0" fmla="*/ 708218 h 1198496"/>
                <a:gd name="connsiteX1" fmla="*/ 452540 w 2151212"/>
                <a:gd name="connsiteY1" fmla="*/ 590743 h 1198496"/>
                <a:gd name="connsiteX2" fmla="*/ 8040 w 2151212"/>
                <a:gd name="connsiteY2" fmla="*/ 193 h 1198496"/>
                <a:gd name="connsiteX3" fmla="*/ 2151212 w 2151212"/>
                <a:gd name="connsiteY3" fmla="*/ 828868 h 1198496"/>
                <a:gd name="connsiteX4" fmla="*/ 2151212 w 2151212"/>
                <a:gd name="connsiteY4" fmla="*/ 1134996 h 1198496"/>
                <a:gd name="connsiteX5" fmla="*/ 573643 w 2151212"/>
                <a:gd name="connsiteY5" fmla="*/ 1198496 h 1198496"/>
                <a:gd name="connsiteX6" fmla="*/ 33893 w 2151212"/>
                <a:gd name="connsiteY6" fmla="*/ 708218 h 1198496"/>
                <a:gd name="connsiteX0" fmla="*/ 33893 w 2151212"/>
                <a:gd name="connsiteY0" fmla="*/ 728188 h 1218466"/>
                <a:gd name="connsiteX1" fmla="*/ 452540 w 2151212"/>
                <a:gd name="connsiteY1" fmla="*/ 610713 h 1218466"/>
                <a:gd name="connsiteX2" fmla="*/ 8040 w 2151212"/>
                <a:gd name="connsiteY2" fmla="*/ 20163 h 1218466"/>
                <a:gd name="connsiteX3" fmla="*/ 573190 w 2151212"/>
                <a:gd name="connsiteY3" fmla="*/ 20163 h 1218466"/>
                <a:gd name="connsiteX4" fmla="*/ 2151212 w 2151212"/>
                <a:gd name="connsiteY4" fmla="*/ 848838 h 1218466"/>
                <a:gd name="connsiteX5" fmla="*/ 2151212 w 2151212"/>
                <a:gd name="connsiteY5" fmla="*/ 1154966 h 1218466"/>
                <a:gd name="connsiteX6" fmla="*/ 573643 w 2151212"/>
                <a:gd name="connsiteY6" fmla="*/ 1218466 h 1218466"/>
                <a:gd name="connsiteX7" fmla="*/ 33893 w 2151212"/>
                <a:gd name="connsiteY7" fmla="*/ 728188 h 1218466"/>
                <a:gd name="connsiteX0" fmla="*/ 33893 w 2151212"/>
                <a:gd name="connsiteY0" fmla="*/ 1403688 h 1893966"/>
                <a:gd name="connsiteX1" fmla="*/ 452540 w 2151212"/>
                <a:gd name="connsiteY1" fmla="*/ 1286213 h 1893966"/>
                <a:gd name="connsiteX2" fmla="*/ 8040 w 2151212"/>
                <a:gd name="connsiteY2" fmla="*/ 695663 h 1893966"/>
                <a:gd name="connsiteX3" fmla="*/ 573190 w 2151212"/>
                <a:gd name="connsiteY3" fmla="*/ 695663 h 1893966"/>
                <a:gd name="connsiteX4" fmla="*/ 630340 w 2151212"/>
                <a:gd name="connsiteY4" fmla="*/ 3513 h 1893966"/>
                <a:gd name="connsiteX5" fmla="*/ 2151212 w 2151212"/>
                <a:gd name="connsiteY5" fmla="*/ 1524338 h 1893966"/>
                <a:gd name="connsiteX6" fmla="*/ 2151212 w 2151212"/>
                <a:gd name="connsiteY6" fmla="*/ 1830466 h 1893966"/>
                <a:gd name="connsiteX7" fmla="*/ 573643 w 2151212"/>
                <a:gd name="connsiteY7" fmla="*/ 1893966 h 1893966"/>
                <a:gd name="connsiteX8" fmla="*/ 33893 w 2151212"/>
                <a:gd name="connsiteY8" fmla="*/ 1403688 h 1893966"/>
                <a:gd name="connsiteX0" fmla="*/ 33893 w 2151212"/>
                <a:gd name="connsiteY0" fmla="*/ 1403688 h 1893966"/>
                <a:gd name="connsiteX1" fmla="*/ 452540 w 2151212"/>
                <a:gd name="connsiteY1" fmla="*/ 1286213 h 1893966"/>
                <a:gd name="connsiteX2" fmla="*/ 8040 w 2151212"/>
                <a:gd name="connsiteY2" fmla="*/ 695663 h 1893966"/>
                <a:gd name="connsiteX3" fmla="*/ 573190 w 2151212"/>
                <a:gd name="connsiteY3" fmla="*/ 695663 h 1893966"/>
                <a:gd name="connsiteX4" fmla="*/ 630340 w 2151212"/>
                <a:gd name="connsiteY4" fmla="*/ 3513 h 1893966"/>
                <a:gd name="connsiteX5" fmla="*/ 1233590 w 2151212"/>
                <a:gd name="connsiteY5" fmla="*/ 403563 h 1893966"/>
                <a:gd name="connsiteX6" fmla="*/ 2151212 w 2151212"/>
                <a:gd name="connsiteY6" fmla="*/ 1524338 h 1893966"/>
                <a:gd name="connsiteX7" fmla="*/ 2151212 w 2151212"/>
                <a:gd name="connsiteY7" fmla="*/ 1830466 h 1893966"/>
                <a:gd name="connsiteX8" fmla="*/ 573643 w 2151212"/>
                <a:gd name="connsiteY8" fmla="*/ 1893966 h 1893966"/>
                <a:gd name="connsiteX9" fmla="*/ 33893 w 2151212"/>
                <a:gd name="connsiteY9" fmla="*/ 1403688 h 1893966"/>
                <a:gd name="connsiteX0" fmla="*/ 33893 w 2151212"/>
                <a:gd name="connsiteY0" fmla="*/ 1633031 h 2123309"/>
                <a:gd name="connsiteX1" fmla="*/ 452540 w 2151212"/>
                <a:gd name="connsiteY1" fmla="*/ 1515556 h 2123309"/>
                <a:gd name="connsiteX2" fmla="*/ 8040 w 2151212"/>
                <a:gd name="connsiteY2" fmla="*/ 925006 h 2123309"/>
                <a:gd name="connsiteX3" fmla="*/ 573190 w 2151212"/>
                <a:gd name="connsiteY3" fmla="*/ 925006 h 2123309"/>
                <a:gd name="connsiteX4" fmla="*/ 630340 w 2151212"/>
                <a:gd name="connsiteY4" fmla="*/ 232856 h 2123309"/>
                <a:gd name="connsiteX5" fmla="*/ 1233590 w 2151212"/>
                <a:gd name="connsiteY5" fmla="*/ 632906 h 2123309"/>
                <a:gd name="connsiteX6" fmla="*/ 1601890 w 2151212"/>
                <a:gd name="connsiteY6" fmla="*/ 4256 h 2123309"/>
                <a:gd name="connsiteX7" fmla="*/ 2151212 w 2151212"/>
                <a:gd name="connsiteY7" fmla="*/ 1753681 h 2123309"/>
                <a:gd name="connsiteX8" fmla="*/ 2151212 w 2151212"/>
                <a:gd name="connsiteY8" fmla="*/ 2059809 h 2123309"/>
                <a:gd name="connsiteX9" fmla="*/ 573643 w 2151212"/>
                <a:gd name="connsiteY9" fmla="*/ 2123309 h 2123309"/>
                <a:gd name="connsiteX10" fmla="*/ 33893 w 2151212"/>
                <a:gd name="connsiteY10" fmla="*/ 1633031 h 2123309"/>
                <a:gd name="connsiteX0" fmla="*/ 33893 w 2151212"/>
                <a:gd name="connsiteY0" fmla="*/ 1633031 h 2123309"/>
                <a:gd name="connsiteX1" fmla="*/ 452540 w 2151212"/>
                <a:gd name="connsiteY1" fmla="*/ 1515556 h 2123309"/>
                <a:gd name="connsiteX2" fmla="*/ 8040 w 2151212"/>
                <a:gd name="connsiteY2" fmla="*/ 925006 h 2123309"/>
                <a:gd name="connsiteX3" fmla="*/ 573190 w 2151212"/>
                <a:gd name="connsiteY3" fmla="*/ 925006 h 2123309"/>
                <a:gd name="connsiteX4" fmla="*/ 630340 w 2151212"/>
                <a:gd name="connsiteY4" fmla="*/ 232856 h 2123309"/>
                <a:gd name="connsiteX5" fmla="*/ 1233590 w 2151212"/>
                <a:gd name="connsiteY5" fmla="*/ 632906 h 2123309"/>
                <a:gd name="connsiteX6" fmla="*/ 1601890 w 2151212"/>
                <a:gd name="connsiteY6" fmla="*/ 4256 h 2123309"/>
                <a:gd name="connsiteX7" fmla="*/ 1824140 w 2151212"/>
                <a:gd name="connsiteY7" fmla="*/ 753557 h 2123309"/>
                <a:gd name="connsiteX8" fmla="*/ 2151212 w 2151212"/>
                <a:gd name="connsiteY8" fmla="*/ 1753681 h 2123309"/>
                <a:gd name="connsiteX9" fmla="*/ 2151212 w 2151212"/>
                <a:gd name="connsiteY9" fmla="*/ 2059809 h 2123309"/>
                <a:gd name="connsiteX10" fmla="*/ 573643 w 2151212"/>
                <a:gd name="connsiteY10" fmla="*/ 2123309 h 2123309"/>
                <a:gd name="connsiteX11" fmla="*/ 33893 w 2151212"/>
                <a:gd name="connsiteY11" fmla="*/ 1633031 h 2123309"/>
                <a:gd name="connsiteX0" fmla="*/ 33893 w 2151212"/>
                <a:gd name="connsiteY0" fmla="*/ 1633031 h 2123309"/>
                <a:gd name="connsiteX1" fmla="*/ 452540 w 2151212"/>
                <a:gd name="connsiteY1" fmla="*/ 1515556 h 2123309"/>
                <a:gd name="connsiteX2" fmla="*/ 8040 w 2151212"/>
                <a:gd name="connsiteY2" fmla="*/ 925006 h 2123309"/>
                <a:gd name="connsiteX3" fmla="*/ 573190 w 2151212"/>
                <a:gd name="connsiteY3" fmla="*/ 925006 h 2123309"/>
                <a:gd name="connsiteX4" fmla="*/ 630340 w 2151212"/>
                <a:gd name="connsiteY4" fmla="*/ 232856 h 2123309"/>
                <a:gd name="connsiteX5" fmla="*/ 1233590 w 2151212"/>
                <a:gd name="connsiteY5" fmla="*/ 632906 h 2123309"/>
                <a:gd name="connsiteX6" fmla="*/ 1601890 w 2151212"/>
                <a:gd name="connsiteY6" fmla="*/ 4256 h 2123309"/>
                <a:gd name="connsiteX7" fmla="*/ 1824140 w 2151212"/>
                <a:gd name="connsiteY7" fmla="*/ 753557 h 2123309"/>
                <a:gd name="connsiteX8" fmla="*/ 2113112 w 2151212"/>
                <a:gd name="connsiteY8" fmla="*/ 521781 h 2123309"/>
                <a:gd name="connsiteX9" fmla="*/ 2151212 w 2151212"/>
                <a:gd name="connsiteY9" fmla="*/ 2059809 h 2123309"/>
                <a:gd name="connsiteX10" fmla="*/ 573643 w 2151212"/>
                <a:gd name="connsiteY10" fmla="*/ 2123309 h 2123309"/>
                <a:gd name="connsiteX11" fmla="*/ 33893 w 2151212"/>
                <a:gd name="connsiteY11" fmla="*/ 1633031 h 2123309"/>
                <a:gd name="connsiteX0" fmla="*/ 33893 w 2335362"/>
                <a:gd name="connsiteY0" fmla="*/ 1633031 h 2123309"/>
                <a:gd name="connsiteX1" fmla="*/ 452540 w 2335362"/>
                <a:gd name="connsiteY1" fmla="*/ 1515556 h 2123309"/>
                <a:gd name="connsiteX2" fmla="*/ 8040 w 2335362"/>
                <a:gd name="connsiteY2" fmla="*/ 925006 h 2123309"/>
                <a:gd name="connsiteX3" fmla="*/ 573190 w 2335362"/>
                <a:gd name="connsiteY3" fmla="*/ 925006 h 2123309"/>
                <a:gd name="connsiteX4" fmla="*/ 630340 w 2335362"/>
                <a:gd name="connsiteY4" fmla="*/ 232856 h 2123309"/>
                <a:gd name="connsiteX5" fmla="*/ 1233590 w 2335362"/>
                <a:gd name="connsiteY5" fmla="*/ 632906 h 2123309"/>
                <a:gd name="connsiteX6" fmla="*/ 1601890 w 2335362"/>
                <a:gd name="connsiteY6" fmla="*/ 4256 h 2123309"/>
                <a:gd name="connsiteX7" fmla="*/ 1824140 w 2335362"/>
                <a:gd name="connsiteY7" fmla="*/ 753557 h 2123309"/>
                <a:gd name="connsiteX8" fmla="*/ 2113112 w 2335362"/>
                <a:gd name="connsiteY8" fmla="*/ 521781 h 2123309"/>
                <a:gd name="connsiteX9" fmla="*/ 2335362 w 2335362"/>
                <a:gd name="connsiteY9" fmla="*/ 1856609 h 2123309"/>
                <a:gd name="connsiteX10" fmla="*/ 573643 w 2335362"/>
                <a:gd name="connsiteY10" fmla="*/ 2123309 h 2123309"/>
                <a:gd name="connsiteX11" fmla="*/ 33893 w 2335362"/>
                <a:gd name="connsiteY11" fmla="*/ 1633031 h 2123309"/>
                <a:gd name="connsiteX0" fmla="*/ 33893 w 2335362"/>
                <a:gd name="connsiteY0" fmla="*/ 1633031 h 2123309"/>
                <a:gd name="connsiteX1" fmla="*/ 452540 w 2335362"/>
                <a:gd name="connsiteY1" fmla="*/ 1515556 h 2123309"/>
                <a:gd name="connsiteX2" fmla="*/ 8040 w 2335362"/>
                <a:gd name="connsiteY2" fmla="*/ 925006 h 2123309"/>
                <a:gd name="connsiteX3" fmla="*/ 573190 w 2335362"/>
                <a:gd name="connsiteY3" fmla="*/ 925006 h 2123309"/>
                <a:gd name="connsiteX4" fmla="*/ 630340 w 2335362"/>
                <a:gd name="connsiteY4" fmla="*/ 232856 h 2123309"/>
                <a:gd name="connsiteX5" fmla="*/ 1233590 w 2335362"/>
                <a:gd name="connsiteY5" fmla="*/ 632906 h 2123309"/>
                <a:gd name="connsiteX6" fmla="*/ 1601890 w 2335362"/>
                <a:gd name="connsiteY6" fmla="*/ 4256 h 2123309"/>
                <a:gd name="connsiteX7" fmla="*/ 1824140 w 2335362"/>
                <a:gd name="connsiteY7" fmla="*/ 753557 h 2123309"/>
                <a:gd name="connsiteX8" fmla="*/ 2113112 w 2335362"/>
                <a:gd name="connsiteY8" fmla="*/ 521781 h 2123309"/>
                <a:gd name="connsiteX9" fmla="*/ 2335362 w 2335362"/>
                <a:gd name="connsiteY9" fmla="*/ 1856609 h 2123309"/>
                <a:gd name="connsiteX10" fmla="*/ 573643 w 2335362"/>
                <a:gd name="connsiteY10" fmla="*/ 2123309 h 2123309"/>
                <a:gd name="connsiteX11" fmla="*/ 33893 w 2335362"/>
                <a:gd name="connsiteY11" fmla="*/ 1633031 h 2123309"/>
                <a:gd name="connsiteX0" fmla="*/ 33893 w 2335362"/>
                <a:gd name="connsiteY0" fmla="*/ 1633031 h 2123309"/>
                <a:gd name="connsiteX1" fmla="*/ 452540 w 2335362"/>
                <a:gd name="connsiteY1" fmla="*/ 1515556 h 2123309"/>
                <a:gd name="connsiteX2" fmla="*/ 8040 w 2335362"/>
                <a:gd name="connsiteY2" fmla="*/ 925006 h 2123309"/>
                <a:gd name="connsiteX3" fmla="*/ 573190 w 2335362"/>
                <a:gd name="connsiteY3" fmla="*/ 925006 h 2123309"/>
                <a:gd name="connsiteX4" fmla="*/ 630340 w 2335362"/>
                <a:gd name="connsiteY4" fmla="*/ 232856 h 2123309"/>
                <a:gd name="connsiteX5" fmla="*/ 1233590 w 2335362"/>
                <a:gd name="connsiteY5" fmla="*/ 632906 h 2123309"/>
                <a:gd name="connsiteX6" fmla="*/ 1601890 w 2335362"/>
                <a:gd name="connsiteY6" fmla="*/ 4256 h 2123309"/>
                <a:gd name="connsiteX7" fmla="*/ 1824140 w 2335362"/>
                <a:gd name="connsiteY7" fmla="*/ 753557 h 2123309"/>
                <a:gd name="connsiteX8" fmla="*/ 2113112 w 2335362"/>
                <a:gd name="connsiteY8" fmla="*/ 521781 h 2123309"/>
                <a:gd name="connsiteX9" fmla="*/ 2335362 w 2335362"/>
                <a:gd name="connsiteY9" fmla="*/ 1856609 h 2123309"/>
                <a:gd name="connsiteX10" fmla="*/ 573643 w 2335362"/>
                <a:gd name="connsiteY10" fmla="*/ 2123309 h 2123309"/>
                <a:gd name="connsiteX11" fmla="*/ 33893 w 2335362"/>
                <a:gd name="connsiteY11" fmla="*/ 1633031 h 2123309"/>
                <a:gd name="connsiteX0" fmla="*/ 33893 w 2335362"/>
                <a:gd name="connsiteY0" fmla="*/ 1633031 h 2123309"/>
                <a:gd name="connsiteX1" fmla="*/ 452540 w 2335362"/>
                <a:gd name="connsiteY1" fmla="*/ 1515556 h 2123309"/>
                <a:gd name="connsiteX2" fmla="*/ 8040 w 2335362"/>
                <a:gd name="connsiteY2" fmla="*/ 925006 h 2123309"/>
                <a:gd name="connsiteX3" fmla="*/ 573190 w 2335362"/>
                <a:gd name="connsiteY3" fmla="*/ 925006 h 2123309"/>
                <a:gd name="connsiteX4" fmla="*/ 630340 w 2335362"/>
                <a:gd name="connsiteY4" fmla="*/ 232856 h 2123309"/>
                <a:gd name="connsiteX5" fmla="*/ 1233590 w 2335362"/>
                <a:gd name="connsiteY5" fmla="*/ 632906 h 2123309"/>
                <a:gd name="connsiteX6" fmla="*/ 1601890 w 2335362"/>
                <a:gd name="connsiteY6" fmla="*/ 4256 h 2123309"/>
                <a:gd name="connsiteX7" fmla="*/ 1824140 w 2335362"/>
                <a:gd name="connsiteY7" fmla="*/ 753557 h 2123309"/>
                <a:gd name="connsiteX8" fmla="*/ 2113112 w 2335362"/>
                <a:gd name="connsiteY8" fmla="*/ 521781 h 2123309"/>
                <a:gd name="connsiteX9" fmla="*/ 2335362 w 2335362"/>
                <a:gd name="connsiteY9" fmla="*/ 1856609 h 2123309"/>
                <a:gd name="connsiteX10" fmla="*/ 573643 w 2335362"/>
                <a:gd name="connsiteY10" fmla="*/ 2123309 h 2123309"/>
                <a:gd name="connsiteX11" fmla="*/ 33893 w 2335362"/>
                <a:gd name="connsiteY11" fmla="*/ 1633031 h 2123309"/>
                <a:gd name="connsiteX0" fmla="*/ 27324 w 2328793"/>
                <a:gd name="connsiteY0" fmla="*/ 1633031 h 2123309"/>
                <a:gd name="connsiteX1" fmla="*/ 445971 w 2328793"/>
                <a:gd name="connsiteY1" fmla="*/ 1515556 h 2123309"/>
                <a:gd name="connsiteX2" fmla="*/ 1471 w 2328793"/>
                <a:gd name="connsiteY2" fmla="*/ 925006 h 2123309"/>
                <a:gd name="connsiteX3" fmla="*/ 566621 w 2328793"/>
                <a:gd name="connsiteY3" fmla="*/ 925006 h 2123309"/>
                <a:gd name="connsiteX4" fmla="*/ 623771 w 2328793"/>
                <a:gd name="connsiteY4" fmla="*/ 232856 h 2123309"/>
                <a:gd name="connsiteX5" fmla="*/ 1227021 w 2328793"/>
                <a:gd name="connsiteY5" fmla="*/ 632906 h 2123309"/>
                <a:gd name="connsiteX6" fmla="*/ 1595321 w 2328793"/>
                <a:gd name="connsiteY6" fmla="*/ 4256 h 2123309"/>
                <a:gd name="connsiteX7" fmla="*/ 1817571 w 2328793"/>
                <a:gd name="connsiteY7" fmla="*/ 753557 h 2123309"/>
                <a:gd name="connsiteX8" fmla="*/ 2106543 w 2328793"/>
                <a:gd name="connsiteY8" fmla="*/ 521781 h 2123309"/>
                <a:gd name="connsiteX9" fmla="*/ 2328793 w 2328793"/>
                <a:gd name="connsiteY9" fmla="*/ 1856609 h 2123309"/>
                <a:gd name="connsiteX10" fmla="*/ 567074 w 2328793"/>
                <a:gd name="connsiteY10" fmla="*/ 2123309 h 2123309"/>
                <a:gd name="connsiteX11" fmla="*/ 27324 w 2328793"/>
                <a:gd name="connsiteY11" fmla="*/ 1633031 h 2123309"/>
                <a:gd name="connsiteX0" fmla="*/ 28021 w 2329490"/>
                <a:gd name="connsiteY0" fmla="*/ 1633031 h 2123309"/>
                <a:gd name="connsiteX1" fmla="*/ 446668 w 2329490"/>
                <a:gd name="connsiteY1" fmla="*/ 1515556 h 2123309"/>
                <a:gd name="connsiteX2" fmla="*/ 2168 w 2329490"/>
                <a:gd name="connsiteY2" fmla="*/ 925006 h 2123309"/>
                <a:gd name="connsiteX3" fmla="*/ 567318 w 2329490"/>
                <a:gd name="connsiteY3" fmla="*/ 925006 h 2123309"/>
                <a:gd name="connsiteX4" fmla="*/ 624468 w 2329490"/>
                <a:gd name="connsiteY4" fmla="*/ 232856 h 2123309"/>
                <a:gd name="connsiteX5" fmla="*/ 1227718 w 2329490"/>
                <a:gd name="connsiteY5" fmla="*/ 632906 h 2123309"/>
                <a:gd name="connsiteX6" fmla="*/ 1596018 w 2329490"/>
                <a:gd name="connsiteY6" fmla="*/ 4256 h 2123309"/>
                <a:gd name="connsiteX7" fmla="*/ 1818268 w 2329490"/>
                <a:gd name="connsiteY7" fmla="*/ 753557 h 2123309"/>
                <a:gd name="connsiteX8" fmla="*/ 2107240 w 2329490"/>
                <a:gd name="connsiteY8" fmla="*/ 521781 h 2123309"/>
                <a:gd name="connsiteX9" fmla="*/ 2329490 w 2329490"/>
                <a:gd name="connsiteY9" fmla="*/ 1856609 h 2123309"/>
                <a:gd name="connsiteX10" fmla="*/ 567771 w 2329490"/>
                <a:gd name="connsiteY10" fmla="*/ 2123309 h 2123309"/>
                <a:gd name="connsiteX11" fmla="*/ 28021 w 2329490"/>
                <a:gd name="connsiteY11" fmla="*/ 1633031 h 2123309"/>
                <a:gd name="connsiteX0" fmla="*/ 25853 w 2327322"/>
                <a:gd name="connsiteY0" fmla="*/ 1633031 h 2123309"/>
                <a:gd name="connsiteX1" fmla="*/ 444500 w 2327322"/>
                <a:gd name="connsiteY1" fmla="*/ 1515556 h 2123309"/>
                <a:gd name="connsiteX2" fmla="*/ 0 w 2327322"/>
                <a:gd name="connsiteY2" fmla="*/ 925006 h 2123309"/>
                <a:gd name="connsiteX3" fmla="*/ 565150 w 2327322"/>
                <a:gd name="connsiteY3" fmla="*/ 925006 h 2123309"/>
                <a:gd name="connsiteX4" fmla="*/ 622300 w 2327322"/>
                <a:gd name="connsiteY4" fmla="*/ 232856 h 2123309"/>
                <a:gd name="connsiteX5" fmla="*/ 1225550 w 2327322"/>
                <a:gd name="connsiteY5" fmla="*/ 632906 h 2123309"/>
                <a:gd name="connsiteX6" fmla="*/ 1593850 w 2327322"/>
                <a:gd name="connsiteY6" fmla="*/ 4256 h 2123309"/>
                <a:gd name="connsiteX7" fmla="*/ 1816100 w 2327322"/>
                <a:gd name="connsiteY7" fmla="*/ 753557 h 2123309"/>
                <a:gd name="connsiteX8" fmla="*/ 2105072 w 2327322"/>
                <a:gd name="connsiteY8" fmla="*/ 521781 h 2123309"/>
                <a:gd name="connsiteX9" fmla="*/ 2327322 w 2327322"/>
                <a:gd name="connsiteY9" fmla="*/ 1856609 h 2123309"/>
                <a:gd name="connsiteX10" fmla="*/ 565603 w 2327322"/>
                <a:gd name="connsiteY10" fmla="*/ 2123309 h 2123309"/>
                <a:gd name="connsiteX11" fmla="*/ 25853 w 2327322"/>
                <a:gd name="connsiteY11" fmla="*/ 1633031 h 2123309"/>
                <a:gd name="connsiteX0" fmla="*/ 25853 w 2327322"/>
                <a:gd name="connsiteY0" fmla="*/ 1633031 h 2123309"/>
                <a:gd name="connsiteX1" fmla="*/ 444500 w 2327322"/>
                <a:gd name="connsiteY1" fmla="*/ 1515556 h 2123309"/>
                <a:gd name="connsiteX2" fmla="*/ 0 w 2327322"/>
                <a:gd name="connsiteY2" fmla="*/ 925006 h 2123309"/>
                <a:gd name="connsiteX3" fmla="*/ 565150 w 2327322"/>
                <a:gd name="connsiteY3" fmla="*/ 925006 h 2123309"/>
                <a:gd name="connsiteX4" fmla="*/ 622300 w 2327322"/>
                <a:gd name="connsiteY4" fmla="*/ 232856 h 2123309"/>
                <a:gd name="connsiteX5" fmla="*/ 1225550 w 2327322"/>
                <a:gd name="connsiteY5" fmla="*/ 632906 h 2123309"/>
                <a:gd name="connsiteX6" fmla="*/ 1593850 w 2327322"/>
                <a:gd name="connsiteY6" fmla="*/ 4256 h 2123309"/>
                <a:gd name="connsiteX7" fmla="*/ 1816100 w 2327322"/>
                <a:gd name="connsiteY7" fmla="*/ 753557 h 2123309"/>
                <a:gd name="connsiteX8" fmla="*/ 2105072 w 2327322"/>
                <a:gd name="connsiteY8" fmla="*/ 521781 h 2123309"/>
                <a:gd name="connsiteX9" fmla="*/ 2327322 w 2327322"/>
                <a:gd name="connsiteY9" fmla="*/ 1856609 h 2123309"/>
                <a:gd name="connsiteX10" fmla="*/ 565603 w 2327322"/>
                <a:gd name="connsiteY10" fmla="*/ 2123309 h 2123309"/>
                <a:gd name="connsiteX11" fmla="*/ 25853 w 2327322"/>
                <a:gd name="connsiteY11" fmla="*/ 1633031 h 2123309"/>
                <a:gd name="connsiteX0" fmla="*/ 25853 w 2327322"/>
                <a:gd name="connsiteY0" fmla="*/ 1633031 h 2123309"/>
                <a:gd name="connsiteX1" fmla="*/ 444500 w 2327322"/>
                <a:gd name="connsiteY1" fmla="*/ 1515556 h 2123309"/>
                <a:gd name="connsiteX2" fmla="*/ 0 w 2327322"/>
                <a:gd name="connsiteY2" fmla="*/ 925006 h 2123309"/>
                <a:gd name="connsiteX3" fmla="*/ 565150 w 2327322"/>
                <a:gd name="connsiteY3" fmla="*/ 925006 h 2123309"/>
                <a:gd name="connsiteX4" fmla="*/ 622300 w 2327322"/>
                <a:gd name="connsiteY4" fmla="*/ 232856 h 2123309"/>
                <a:gd name="connsiteX5" fmla="*/ 1225550 w 2327322"/>
                <a:gd name="connsiteY5" fmla="*/ 632906 h 2123309"/>
                <a:gd name="connsiteX6" fmla="*/ 1593850 w 2327322"/>
                <a:gd name="connsiteY6" fmla="*/ 4256 h 2123309"/>
                <a:gd name="connsiteX7" fmla="*/ 1816100 w 2327322"/>
                <a:gd name="connsiteY7" fmla="*/ 753557 h 2123309"/>
                <a:gd name="connsiteX8" fmla="*/ 2105072 w 2327322"/>
                <a:gd name="connsiteY8" fmla="*/ 521781 h 2123309"/>
                <a:gd name="connsiteX9" fmla="*/ 2327322 w 2327322"/>
                <a:gd name="connsiteY9" fmla="*/ 1856609 h 2123309"/>
                <a:gd name="connsiteX10" fmla="*/ 565603 w 2327322"/>
                <a:gd name="connsiteY10" fmla="*/ 2123309 h 2123309"/>
                <a:gd name="connsiteX11" fmla="*/ 25853 w 2327322"/>
                <a:gd name="connsiteY11" fmla="*/ 1633031 h 2123309"/>
                <a:gd name="connsiteX0" fmla="*/ 25853 w 2327322"/>
                <a:gd name="connsiteY0" fmla="*/ 1633031 h 2123309"/>
                <a:gd name="connsiteX1" fmla="*/ 444500 w 2327322"/>
                <a:gd name="connsiteY1" fmla="*/ 1515556 h 2123309"/>
                <a:gd name="connsiteX2" fmla="*/ 0 w 2327322"/>
                <a:gd name="connsiteY2" fmla="*/ 925006 h 2123309"/>
                <a:gd name="connsiteX3" fmla="*/ 565150 w 2327322"/>
                <a:gd name="connsiteY3" fmla="*/ 925006 h 2123309"/>
                <a:gd name="connsiteX4" fmla="*/ 622300 w 2327322"/>
                <a:gd name="connsiteY4" fmla="*/ 232856 h 2123309"/>
                <a:gd name="connsiteX5" fmla="*/ 1200150 w 2327322"/>
                <a:gd name="connsiteY5" fmla="*/ 632906 h 2123309"/>
                <a:gd name="connsiteX6" fmla="*/ 1593850 w 2327322"/>
                <a:gd name="connsiteY6" fmla="*/ 4256 h 2123309"/>
                <a:gd name="connsiteX7" fmla="*/ 1816100 w 2327322"/>
                <a:gd name="connsiteY7" fmla="*/ 753557 h 2123309"/>
                <a:gd name="connsiteX8" fmla="*/ 2105072 w 2327322"/>
                <a:gd name="connsiteY8" fmla="*/ 521781 h 2123309"/>
                <a:gd name="connsiteX9" fmla="*/ 2327322 w 2327322"/>
                <a:gd name="connsiteY9" fmla="*/ 1856609 h 2123309"/>
                <a:gd name="connsiteX10" fmla="*/ 565603 w 2327322"/>
                <a:gd name="connsiteY10" fmla="*/ 2123309 h 2123309"/>
                <a:gd name="connsiteX11" fmla="*/ 25853 w 2327322"/>
                <a:gd name="connsiteY11" fmla="*/ 1633031 h 2123309"/>
                <a:gd name="connsiteX0" fmla="*/ 25853 w 2327322"/>
                <a:gd name="connsiteY0" fmla="*/ 1634204 h 2124482"/>
                <a:gd name="connsiteX1" fmla="*/ 444500 w 2327322"/>
                <a:gd name="connsiteY1" fmla="*/ 1516729 h 2124482"/>
                <a:gd name="connsiteX2" fmla="*/ 0 w 2327322"/>
                <a:gd name="connsiteY2" fmla="*/ 926179 h 2124482"/>
                <a:gd name="connsiteX3" fmla="*/ 565150 w 2327322"/>
                <a:gd name="connsiteY3" fmla="*/ 926179 h 2124482"/>
                <a:gd name="connsiteX4" fmla="*/ 622300 w 2327322"/>
                <a:gd name="connsiteY4" fmla="*/ 234029 h 2124482"/>
                <a:gd name="connsiteX5" fmla="*/ 1200150 w 2327322"/>
                <a:gd name="connsiteY5" fmla="*/ 634079 h 2124482"/>
                <a:gd name="connsiteX6" fmla="*/ 1593850 w 2327322"/>
                <a:gd name="connsiteY6" fmla="*/ 5429 h 2124482"/>
                <a:gd name="connsiteX7" fmla="*/ 1816100 w 2327322"/>
                <a:gd name="connsiteY7" fmla="*/ 754730 h 2124482"/>
                <a:gd name="connsiteX8" fmla="*/ 2105072 w 2327322"/>
                <a:gd name="connsiteY8" fmla="*/ 522954 h 2124482"/>
                <a:gd name="connsiteX9" fmla="*/ 2327322 w 2327322"/>
                <a:gd name="connsiteY9" fmla="*/ 1857782 h 2124482"/>
                <a:gd name="connsiteX10" fmla="*/ 565603 w 2327322"/>
                <a:gd name="connsiteY10" fmla="*/ 2124482 h 2124482"/>
                <a:gd name="connsiteX11" fmla="*/ 25853 w 2327322"/>
                <a:gd name="connsiteY11" fmla="*/ 1634204 h 2124482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327322"/>
                <a:gd name="connsiteY0" fmla="*/ 1628775 h 2119053"/>
                <a:gd name="connsiteX1" fmla="*/ 444500 w 2327322"/>
                <a:gd name="connsiteY1" fmla="*/ 1511300 h 2119053"/>
                <a:gd name="connsiteX2" fmla="*/ 0 w 2327322"/>
                <a:gd name="connsiteY2" fmla="*/ 920750 h 2119053"/>
                <a:gd name="connsiteX3" fmla="*/ 565150 w 2327322"/>
                <a:gd name="connsiteY3" fmla="*/ 920750 h 2119053"/>
                <a:gd name="connsiteX4" fmla="*/ 622300 w 2327322"/>
                <a:gd name="connsiteY4" fmla="*/ 228600 h 2119053"/>
                <a:gd name="connsiteX5" fmla="*/ 1200150 w 2327322"/>
                <a:gd name="connsiteY5" fmla="*/ 628650 h 2119053"/>
                <a:gd name="connsiteX6" fmla="*/ 1593850 w 2327322"/>
                <a:gd name="connsiteY6" fmla="*/ 0 h 2119053"/>
                <a:gd name="connsiteX7" fmla="*/ 1816100 w 2327322"/>
                <a:gd name="connsiteY7" fmla="*/ 749301 h 2119053"/>
                <a:gd name="connsiteX8" fmla="*/ 2105072 w 2327322"/>
                <a:gd name="connsiteY8" fmla="*/ 517525 h 2119053"/>
                <a:gd name="connsiteX9" fmla="*/ 2327322 w 2327322"/>
                <a:gd name="connsiteY9" fmla="*/ 1852353 h 2119053"/>
                <a:gd name="connsiteX10" fmla="*/ 565603 w 2327322"/>
                <a:gd name="connsiteY10" fmla="*/ 2119053 h 2119053"/>
                <a:gd name="connsiteX11" fmla="*/ 25853 w 2327322"/>
                <a:gd name="connsiteY11" fmla="*/ 1628775 h 2119053"/>
                <a:gd name="connsiteX0" fmla="*/ 25853 w 2206672"/>
                <a:gd name="connsiteY0" fmla="*/ 1628775 h 2119053"/>
                <a:gd name="connsiteX1" fmla="*/ 444500 w 2206672"/>
                <a:gd name="connsiteY1" fmla="*/ 1511300 h 2119053"/>
                <a:gd name="connsiteX2" fmla="*/ 0 w 2206672"/>
                <a:gd name="connsiteY2" fmla="*/ 920750 h 2119053"/>
                <a:gd name="connsiteX3" fmla="*/ 565150 w 2206672"/>
                <a:gd name="connsiteY3" fmla="*/ 920750 h 2119053"/>
                <a:gd name="connsiteX4" fmla="*/ 622300 w 2206672"/>
                <a:gd name="connsiteY4" fmla="*/ 228600 h 2119053"/>
                <a:gd name="connsiteX5" fmla="*/ 1200150 w 2206672"/>
                <a:gd name="connsiteY5" fmla="*/ 628650 h 2119053"/>
                <a:gd name="connsiteX6" fmla="*/ 1593850 w 2206672"/>
                <a:gd name="connsiteY6" fmla="*/ 0 h 2119053"/>
                <a:gd name="connsiteX7" fmla="*/ 1816100 w 2206672"/>
                <a:gd name="connsiteY7" fmla="*/ 749301 h 2119053"/>
                <a:gd name="connsiteX8" fmla="*/ 2105072 w 2206672"/>
                <a:gd name="connsiteY8" fmla="*/ 517525 h 2119053"/>
                <a:gd name="connsiteX9" fmla="*/ 2206672 w 2206672"/>
                <a:gd name="connsiteY9" fmla="*/ 1833303 h 2119053"/>
                <a:gd name="connsiteX10" fmla="*/ 565603 w 2206672"/>
                <a:gd name="connsiteY10" fmla="*/ 2119053 h 2119053"/>
                <a:gd name="connsiteX11" fmla="*/ 25853 w 2206672"/>
                <a:gd name="connsiteY11" fmla="*/ 1628775 h 2119053"/>
                <a:gd name="connsiteX0" fmla="*/ 25853 w 2214866"/>
                <a:gd name="connsiteY0" fmla="*/ 1628775 h 2119053"/>
                <a:gd name="connsiteX1" fmla="*/ 444500 w 2214866"/>
                <a:gd name="connsiteY1" fmla="*/ 1511300 h 2119053"/>
                <a:gd name="connsiteX2" fmla="*/ 0 w 2214866"/>
                <a:gd name="connsiteY2" fmla="*/ 920750 h 2119053"/>
                <a:gd name="connsiteX3" fmla="*/ 565150 w 2214866"/>
                <a:gd name="connsiteY3" fmla="*/ 920750 h 2119053"/>
                <a:gd name="connsiteX4" fmla="*/ 622300 w 2214866"/>
                <a:gd name="connsiteY4" fmla="*/ 228600 h 2119053"/>
                <a:gd name="connsiteX5" fmla="*/ 1200150 w 2214866"/>
                <a:gd name="connsiteY5" fmla="*/ 628650 h 2119053"/>
                <a:gd name="connsiteX6" fmla="*/ 1593850 w 2214866"/>
                <a:gd name="connsiteY6" fmla="*/ 0 h 2119053"/>
                <a:gd name="connsiteX7" fmla="*/ 1816100 w 2214866"/>
                <a:gd name="connsiteY7" fmla="*/ 749301 h 2119053"/>
                <a:gd name="connsiteX8" fmla="*/ 2105072 w 2214866"/>
                <a:gd name="connsiteY8" fmla="*/ 517525 h 2119053"/>
                <a:gd name="connsiteX9" fmla="*/ 2206672 w 2214866"/>
                <a:gd name="connsiteY9" fmla="*/ 1833303 h 2119053"/>
                <a:gd name="connsiteX10" fmla="*/ 565603 w 2214866"/>
                <a:gd name="connsiteY10" fmla="*/ 2119053 h 2119053"/>
                <a:gd name="connsiteX11" fmla="*/ 25853 w 2214866"/>
                <a:gd name="connsiteY11" fmla="*/ 1628775 h 2119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4866" h="2119053">
                  <a:moveTo>
                    <a:pt x="25853" y="1628775"/>
                  </a:moveTo>
                  <a:cubicBezTo>
                    <a:pt x="40519" y="1623483"/>
                    <a:pt x="163134" y="1497542"/>
                    <a:pt x="444500" y="1511300"/>
                  </a:cubicBezTo>
                  <a:cubicBezTo>
                    <a:pt x="338667" y="1479550"/>
                    <a:pt x="29633" y="1054100"/>
                    <a:pt x="0" y="920750"/>
                  </a:cubicBezTo>
                  <a:cubicBezTo>
                    <a:pt x="120650" y="882650"/>
                    <a:pt x="381000" y="850900"/>
                    <a:pt x="565150" y="920750"/>
                  </a:cubicBezTo>
                  <a:cubicBezTo>
                    <a:pt x="497417" y="812800"/>
                    <a:pt x="499533" y="165100"/>
                    <a:pt x="622300" y="228600"/>
                  </a:cubicBezTo>
                  <a:cubicBezTo>
                    <a:pt x="829733" y="438150"/>
                    <a:pt x="992717" y="419100"/>
                    <a:pt x="1200150" y="628650"/>
                  </a:cubicBezTo>
                  <a:cubicBezTo>
                    <a:pt x="1219200" y="518583"/>
                    <a:pt x="1473200" y="122767"/>
                    <a:pt x="1593850" y="0"/>
                  </a:cubicBezTo>
                  <a:cubicBezTo>
                    <a:pt x="1706033" y="298450"/>
                    <a:pt x="1792817" y="457201"/>
                    <a:pt x="1816100" y="749301"/>
                  </a:cubicBezTo>
                  <a:cubicBezTo>
                    <a:pt x="1887024" y="614892"/>
                    <a:pt x="2008748" y="594784"/>
                    <a:pt x="2105072" y="517525"/>
                  </a:cubicBezTo>
                  <a:cubicBezTo>
                    <a:pt x="2229955" y="873568"/>
                    <a:pt x="2221489" y="1248660"/>
                    <a:pt x="2206672" y="1833303"/>
                  </a:cubicBezTo>
                  <a:lnTo>
                    <a:pt x="565603" y="2119053"/>
                  </a:lnTo>
                  <a:cubicBezTo>
                    <a:pt x="385686" y="1955627"/>
                    <a:pt x="161320" y="1868401"/>
                    <a:pt x="25853" y="1628775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10">
              <a:extLst>
                <a:ext uri="{FF2B5EF4-FFF2-40B4-BE49-F238E27FC236}">
                  <a16:creationId xmlns:a16="http://schemas.microsoft.com/office/drawing/2014/main" id="{59BD0AC1-AA08-5867-D238-38AC32F36BEF}"/>
                </a:ext>
              </a:extLst>
            </p:cNvPr>
            <p:cNvSpPr/>
            <p:nvPr/>
          </p:nvSpPr>
          <p:spPr>
            <a:xfrm>
              <a:off x="3844584" y="999492"/>
              <a:ext cx="866892" cy="1397563"/>
            </a:xfrm>
            <a:custGeom>
              <a:avLst/>
              <a:gdLst>
                <a:gd name="connsiteX0" fmla="*/ 0 w 976035"/>
                <a:gd name="connsiteY0" fmla="*/ 0 h 1262142"/>
                <a:gd name="connsiteX1" fmla="*/ 976035 w 976035"/>
                <a:gd name="connsiteY1" fmla="*/ 0 h 1262142"/>
                <a:gd name="connsiteX2" fmla="*/ 976035 w 976035"/>
                <a:gd name="connsiteY2" fmla="*/ 1262142 h 1262142"/>
                <a:gd name="connsiteX3" fmla="*/ 0 w 976035"/>
                <a:gd name="connsiteY3" fmla="*/ 1262142 h 1262142"/>
                <a:gd name="connsiteX4" fmla="*/ 0 w 976035"/>
                <a:gd name="connsiteY4" fmla="*/ 0 h 1262142"/>
                <a:gd name="connsiteX0" fmla="*/ 742122 w 976035"/>
                <a:gd name="connsiteY0" fmla="*/ 0 h 1460925"/>
                <a:gd name="connsiteX1" fmla="*/ 976035 w 976035"/>
                <a:gd name="connsiteY1" fmla="*/ 198783 h 1460925"/>
                <a:gd name="connsiteX2" fmla="*/ 976035 w 976035"/>
                <a:gd name="connsiteY2" fmla="*/ 1460925 h 1460925"/>
                <a:gd name="connsiteX3" fmla="*/ 0 w 976035"/>
                <a:gd name="connsiteY3" fmla="*/ 1460925 h 1460925"/>
                <a:gd name="connsiteX4" fmla="*/ 742122 w 976035"/>
                <a:gd name="connsiteY4" fmla="*/ 0 h 1460925"/>
                <a:gd name="connsiteX0" fmla="*/ 622852 w 856765"/>
                <a:gd name="connsiteY0" fmla="*/ 0 h 1460925"/>
                <a:gd name="connsiteX1" fmla="*/ 856765 w 856765"/>
                <a:gd name="connsiteY1" fmla="*/ 198783 h 1460925"/>
                <a:gd name="connsiteX2" fmla="*/ 856765 w 856765"/>
                <a:gd name="connsiteY2" fmla="*/ 1460925 h 1460925"/>
                <a:gd name="connsiteX3" fmla="*/ 0 w 856765"/>
                <a:gd name="connsiteY3" fmla="*/ 1368160 h 1460925"/>
                <a:gd name="connsiteX4" fmla="*/ 622852 w 856765"/>
                <a:gd name="connsiteY4" fmla="*/ 0 h 1460925"/>
                <a:gd name="connsiteX0" fmla="*/ 623376 w 857289"/>
                <a:gd name="connsiteY0" fmla="*/ 0 h 1460925"/>
                <a:gd name="connsiteX1" fmla="*/ 857289 w 857289"/>
                <a:gd name="connsiteY1" fmla="*/ 198783 h 1460925"/>
                <a:gd name="connsiteX2" fmla="*/ 857289 w 857289"/>
                <a:gd name="connsiteY2" fmla="*/ 1460925 h 1460925"/>
                <a:gd name="connsiteX3" fmla="*/ 524 w 857289"/>
                <a:gd name="connsiteY3" fmla="*/ 1368160 h 1460925"/>
                <a:gd name="connsiteX4" fmla="*/ 623376 w 857289"/>
                <a:gd name="connsiteY4" fmla="*/ 0 h 1460925"/>
                <a:gd name="connsiteX0" fmla="*/ 623698 w 857611"/>
                <a:gd name="connsiteY0" fmla="*/ 0 h 1460925"/>
                <a:gd name="connsiteX1" fmla="*/ 857611 w 857611"/>
                <a:gd name="connsiteY1" fmla="*/ 198783 h 1460925"/>
                <a:gd name="connsiteX2" fmla="*/ 857611 w 857611"/>
                <a:gd name="connsiteY2" fmla="*/ 1460925 h 1460925"/>
                <a:gd name="connsiteX3" fmla="*/ 846 w 857611"/>
                <a:gd name="connsiteY3" fmla="*/ 1368160 h 1460925"/>
                <a:gd name="connsiteX4" fmla="*/ 623698 w 857611"/>
                <a:gd name="connsiteY4" fmla="*/ 0 h 1460925"/>
                <a:gd name="connsiteX0" fmla="*/ 623698 w 857611"/>
                <a:gd name="connsiteY0" fmla="*/ 0 h 1540438"/>
                <a:gd name="connsiteX1" fmla="*/ 857611 w 857611"/>
                <a:gd name="connsiteY1" fmla="*/ 198783 h 1540438"/>
                <a:gd name="connsiteX2" fmla="*/ 327524 w 857611"/>
                <a:gd name="connsiteY2" fmla="*/ 1540438 h 1540438"/>
                <a:gd name="connsiteX3" fmla="*/ 846 w 857611"/>
                <a:gd name="connsiteY3" fmla="*/ 1368160 h 1540438"/>
                <a:gd name="connsiteX4" fmla="*/ 623698 w 857611"/>
                <a:gd name="connsiteY4" fmla="*/ 0 h 1540438"/>
                <a:gd name="connsiteX0" fmla="*/ 623698 w 857611"/>
                <a:gd name="connsiteY0" fmla="*/ 0 h 1540438"/>
                <a:gd name="connsiteX1" fmla="*/ 857611 w 857611"/>
                <a:gd name="connsiteY1" fmla="*/ 251792 h 1540438"/>
                <a:gd name="connsiteX2" fmla="*/ 327524 w 857611"/>
                <a:gd name="connsiteY2" fmla="*/ 1540438 h 1540438"/>
                <a:gd name="connsiteX3" fmla="*/ 846 w 857611"/>
                <a:gd name="connsiteY3" fmla="*/ 1368160 h 1540438"/>
                <a:gd name="connsiteX4" fmla="*/ 623698 w 857611"/>
                <a:gd name="connsiteY4" fmla="*/ 0 h 1540438"/>
                <a:gd name="connsiteX0" fmla="*/ 685459 w 857459"/>
                <a:gd name="connsiteY0" fmla="*/ 0 h 1535676"/>
                <a:gd name="connsiteX1" fmla="*/ 857459 w 857459"/>
                <a:gd name="connsiteY1" fmla="*/ 247030 h 1535676"/>
                <a:gd name="connsiteX2" fmla="*/ 327372 w 857459"/>
                <a:gd name="connsiteY2" fmla="*/ 1535676 h 1535676"/>
                <a:gd name="connsiteX3" fmla="*/ 694 w 857459"/>
                <a:gd name="connsiteY3" fmla="*/ 1363398 h 1535676"/>
                <a:gd name="connsiteX4" fmla="*/ 685459 w 857459"/>
                <a:gd name="connsiteY4" fmla="*/ 0 h 1535676"/>
                <a:gd name="connsiteX0" fmla="*/ 685498 w 857498"/>
                <a:gd name="connsiteY0" fmla="*/ 0 h 1535676"/>
                <a:gd name="connsiteX1" fmla="*/ 857498 w 857498"/>
                <a:gd name="connsiteY1" fmla="*/ 247030 h 1535676"/>
                <a:gd name="connsiteX2" fmla="*/ 327411 w 857498"/>
                <a:gd name="connsiteY2" fmla="*/ 1535676 h 1535676"/>
                <a:gd name="connsiteX3" fmla="*/ 733 w 857498"/>
                <a:gd name="connsiteY3" fmla="*/ 1363398 h 1535676"/>
                <a:gd name="connsiteX4" fmla="*/ 685498 w 857498"/>
                <a:gd name="connsiteY4" fmla="*/ 0 h 1535676"/>
                <a:gd name="connsiteX0" fmla="*/ 685498 w 862260"/>
                <a:gd name="connsiteY0" fmla="*/ 0 h 1535676"/>
                <a:gd name="connsiteX1" fmla="*/ 862260 w 862260"/>
                <a:gd name="connsiteY1" fmla="*/ 275605 h 1535676"/>
                <a:gd name="connsiteX2" fmla="*/ 327411 w 862260"/>
                <a:gd name="connsiteY2" fmla="*/ 1535676 h 1535676"/>
                <a:gd name="connsiteX3" fmla="*/ 733 w 862260"/>
                <a:gd name="connsiteY3" fmla="*/ 1363398 h 1535676"/>
                <a:gd name="connsiteX4" fmla="*/ 685498 w 862260"/>
                <a:gd name="connsiteY4" fmla="*/ 0 h 1535676"/>
                <a:gd name="connsiteX0" fmla="*/ 685498 w 862260"/>
                <a:gd name="connsiteY0" fmla="*/ 0 h 1397563"/>
                <a:gd name="connsiteX1" fmla="*/ 862260 w 862260"/>
                <a:gd name="connsiteY1" fmla="*/ 275605 h 1397563"/>
                <a:gd name="connsiteX2" fmla="*/ 136911 w 862260"/>
                <a:gd name="connsiteY2" fmla="*/ 1397563 h 1397563"/>
                <a:gd name="connsiteX3" fmla="*/ 733 w 862260"/>
                <a:gd name="connsiteY3" fmla="*/ 1363398 h 1397563"/>
                <a:gd name="connsiteX4" fmla="*/ 685498 w 862260"/>
                <a:gd name="connsiteY4" fmla="*/ 0 h 1397563"/>
                <a:gd name="connsiteX0" fmla="*/ 685498 w 857498"/>
                <a:gd name="connsiteY0" fmla="*/ 0 h 1397563"/>
                <a:gd name="connsiteX1" fmla="*/ 857498 w 857498"/>
                <a:gd name="connsiteY1" fmla="*/ 270843 h 1397563"/>
                <a:gd name="connsiteX2" fmla="*/ 136911 w 857498"/>
                <a:gd name="connsiteY2" fmla="*/ 1397563 h 1397563"/>
                <a:gd name="connsiteX3" fmla="*/ 733 w 857498"/>
                <a:gd name="connsiteY3" fmla="*/ 1363398 h 1397563"/>
                <a:gd name="connsiteX4" fmla="*/ 685498 w 857498"/>
                <a:gd name="connsiteY4" fmla="*/ 0 h 1397563"/>
                <a:gd name="connsiteX0" fmla="*/ 685498 w 857498"/>
                <a:gd name="connsiteY0" fmla="*/ 0 h 1397563"/>
                <a:gd name="connsiteX1" fmla="*/ 857498 w 857498"/>
                <a:gd name="connsiteY1" fmla="*/ 270843 h 1397563"/>
                <a:gd name="connsiteX2" fmla="*/ 136911 w 857498"/>
                <a:gd name="connsiteY2" fmla="*/ 1397563 h 1397563"/>
                <a:gd name="connsiteX3" fmla="*/ 733 w 857498"/>
                <a:gd name="connsiteY3" fmla="*/ 1363398 h 1397563"/>
                <a:gd name="connsiteX4" fmla="*/ 685498 w 857498"/>
                <a:gd name="connsiteY4" fmla="*/ 0 h 1397563"/>
                <a:gd name="connsiteX0" fmla="*/ 685498 w 857498"/>
                <a:gd name="connsiteY0" fmla="*/ 0 h 1397563"/>
                <a:gd name="connsiteX1" fmla="*/ 857498 w 857498"/>
                <a:gd name="connsiteY1" fmla="*/ 270843 h 1397563"/>
                <a:gd name="connsiteX2" fmla="*/ 136911 w 857498"/>
                <a:gd name="connsiteY2" fmla="*/ 1397563 h 1397563"/>
                <a:gd name="connsiteX3" fmla="*/ 733 w 857498"/>
                <a:gd name="connsiteY3" fmla="*/ 1363398 h 1397563"/>
                <a:gd name="connsiteX4" fmla="*/ 685498 w 857498"/>
                <a:gd name="connsiteY4" fmla="*/ 0 h 1397563"/>
                <a:gd name="connsiteX0" fmla="*/ 685498 w 867023"/>
                <a:gd name="connsiteY0" fmla="*/ 0 h 1397563"/>
                <a:gd name="connsiteX1" fmla="*/ 867023 w 867023"/>
                <a:gd name="connsiteY1" fmla="*/ 270843 h 1397563"/>
                <a:gd name="connsiteX2" fmla="*/ 136911 w 867023"/>
                <a:gd name="connsiteY2" fmla="*/ 1397563 h 1397563"/>
                <a:gd name="connsiteX3" fmla="*/ 733 w 867023"/>
                <a:gd name="connsiteY3" fmla="*/ 1363398 h 1397563"/>
                <a:gd name="connsiteX4" fmla="*/ 685498 w 867023"/>
                <a:gd name="connsiteY4" fmla="*/ 0 h 1397563"/>
                <a:gd name="connsiteX0" fmla="*/ 685498 w 867023"/>
                <a:gd name="connsiteY0" fmla="*/ 0 h 1397563"/>
                <a:gd name="connsiteX1" fmla="*/ 867023 w 867023"/>
                <a:gd name="connsiteY1" fmla="*/ 270843 h 1397563"/>
                <a:gd name="connsiteX2" fmla="*/ 136911 w 867023"/>
                <a:gd name="connsiteY2" fmla="*/ 1397563 h 1397563"/>
                <a:gd name="connsiteX3" fmla="*/ 733 w 867023"/>
                <a:gd name="connsiteY3" fmla="*/ 1363398 h 1397563"/>
                <a:gd name="connsiteX4" fmla="*/ 685498 w 867023"/>
                <a:gd name="connsiteY4" fmla="*/ 0 h 1397563"/>
                <a:gd name="connsiteX0" fmla="*/ 685498 w 867023"/>
                <a:gd name="connsiteY0" fmla="*/ 0 h 1397563"/>
                <a:gd name="connsiteX1" fmla="*/ 867023 w 867023"/>
                <a:gd name="connsiteY1" fmla="*/ 270843 h 1397563"/>
                <a:gd name="connsiteX2" fmla="*/ 136911 w 867023"/>
                <a:gd name="connsiteY2" fmla="*/ 1397563 h 1397563"/>
                <a:gd name="connsiteX3" fmla="*/ 733 w 867023"/>
                <a:gd name="connsiteY3" fmla="*/ 1363398 h 1397563"/>
                <a:gd name="connsiteX4" fmla="*/ 685498 w 867023"/>
                <a:gd name="connsiteY4" fmla="*/ 0 h 1397563"/>
                <a:gd name="connsiteX0" fmla="*/ 685367 w 866892"/>
                <a:gd name="connsiteY0" fmla="*/ 0 h 1397563"/>
                <a:gd name="connsiteX1" fmla="*/ 866892 w 866892"/>
                <a:gd name="connsiteY1" fmla="*/ 270843 h 1397563"/>
                <a:gd name="connsiteX2" fmla="*/ 136780 w 866892"/>
                <a:gd name="connsiteY2" fmla="*/ 1397563 h 1397563"/>
                <a:gd name="connsiteX3" fmla="*/ 602 w 866892"/>
                <a:gd name="connsiteY3" fmla="*/ 1363398 h 1397563"/>
                <a:gd name="connsiteX4" fmla="*/ 685367 w 866892"/>
                <a:gd name="connsiteY4" fmla="*/ 0 h 139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892" h="1397563">
                  <a:moveTo>
                    <a:pt x="685367" y="0"/>
                  </a:moveTo>
                  <a:lnTo>
                    <a:pt x="866892" y="270843"/>
                  </a:lnTo>
                  <a:cubicBezTo>
                    <a:pt x="493346" y="527353"/>
                    <a:pt x="196001" y="1217252"/>
                    <a:pt x="136780" y="1397563"/>
                  </a:cubicBezTo>
                  <a:lnTo>
                    <a:pt x="602" y="1363398"/>
                  </a:lnTo>
                  <a:cubicBezTo>
                    <a:pt x="-17068" y="814580"/>
                    <a:pt x="357860" y="153738"/>
                    <a:pt x="685367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DDAADB7-781B-4179-B319-6A96DCE26AED}"/>
                </a:ext>
              </a:extLst>
            </p:cNvPr>
            <p:cNvSpPr/>
            <p:nvPr/>
          </p:nvSpPr>
          <p:spPr>
            <a:xfrm>
              <a:off x="1744462" y="2405471"/>
              <a:ext cx="1179286" cy="117928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1CD8DB0-2C7F-277E-7AB9-1E57E709253D}"/>
                </a:ext>
              </a:extLst>
            </p:cNvPr>
            <p:cNvSpPr/>
            <p:nvPr/>
          </p:nvSpPr>
          <p:spPr>
            <a:xfrm>
              <a:off x="4088095" y="2609074"/>
              <a:ext cx="1179286" cy="117928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E78E9AF-BE2A-F92F-A5A4-273A552794AF}"/>
                </a:ext>
              </a:extLst>
            </p:cNvPr>
            <p:cNvSpPr/>
            <p:nvPr/>
          </p:nvSpPr>
          <p:spPr>
            <a:xfrm flipH="1">
              <a:off x="4943269" y="2695462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69C54A8-D486-064E-AEF2-D74B6CC53921}"/>
                </a:ext>
              </a:extLst>
            </p:cNvPr>
            <p:cNvSpPr/>
            <p:nvPr/>
          </p:nvSpPr>
          <p:spPr>
            <a:xfrm>
              <a:off x="2475990" y="1932604"/>
              <a:ext cx="1179286" cy="117928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E6F798A-F5A8-2019-E35A-0F225C85968D}"/>
                </a:ext>
              </a:extLst>
            </p:cNvPr>
            <p:cNvSpPr/>
            <p:nvPr/>
          </p:nvSpPr>
          <p:spPr>
            <a:xfrm>
              <a:off x="3268857" y="2179923"/>
              <a:ext cx="1179286" cy="117928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55A5458-722A-99B0-F3F2-E0CCE9E1F713}"/>
                </a:ext>
              </a:extLst>
            </p:cNvPr>
            <p:cNvSpPr/>
            <p:nvPr/>
          </p:nvSpPr>
          <p:spPr>
            <a:xfrm>
              <a:off x="4185354" y="3215001"/>
              <a:ext cx="1179286" cy="117928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880D9B0-DABA-C733-EFCF-AB4CD97033B4}"/>
                </a:ext>
              </a:extLst>
            </p:cNvPr>
            <p:cNvSpPr/>
            <p:nvPr/>
          </p:nvSpPr>
          <p:spPr>
            <a:xfrm>
              <a:off x="3443154" y="3017264"/>
              <a:ext cx="1179286" cy="117928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678A51C-8C37-C6D7-E287-A55AB92DB9D2}"/>
                </a:ext>
              </a:extLst>
            </p:cNvPr>
            <p:cNvSpPr/>
            <p:nvPr/>
          </p:nvSpPr>
          <p:spPr>
            <a:xfrm>
              <a:off x="2537329" y="2795354"/>
              <a:ext cx="1179286" cy="117928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D699F8C-DAC2-24D1-718F-0CD21DDAD836}"/>
                </a:ext>
              </a:extLst>
            </p:cNvPr>
            <p:cNvSpPr/>
            <p:nvPr/>
          </p:nvSpPr>
          <p:spPr>
            <a:xfrm flipH="1">
              <a:off x="4306841" y="3111890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7F4A2D7-DFD9-F055-6A90-426D9CBE1A2A}"/>
                </a:ext>
              </a:extLst>
            </p:cNvPr>
            <p:cNvSpPr/>
            <p:nvPr/>
          </p:nvSpPr>
          <p:spPr>
            <a:xfrm flipH="1">
              <a:off x="5050956" y="3310883"/>
              <a:ext cx="313159" cy="1006509"/>
            </a:xfrm>
            <a:custGeom>
              <a:avLst/>
              <a:gdLst>
                <a:gd name="connsiteX0" fmla="*/ 291268 w 313159"/>
                <a:gd name="connsiteY0" fmla="*/ 0 h 1023743"/>
                <a:gd name="connsiteX1" fmla="*/ 223170 w 313159"/>
                <a:gd name="connsiteY1" fmla="*/ 68506 h 1023743"/>
                <a:gd name="connsiteX2" fmla="*/ 75431 w 313159"/>
                <a:gd name="connsiteY2" fmla="*/ 500860 h 1023743"/>
                <a:gd name="connsiteX3" fmla="*/ 223170 w 313159"/>
                <a:gd name="connsiteY3" fmla="*/ 933214 h 1023743"/>
                <a:gd name="connsiteX4" fmla="*/ 313159 w 313159"/>
                <a:gd name="connsiteY4" fmla="*/ 1023743 h 1023743"/>
                <a:gd name="connsiteX5" fmla="*/ 259968 w 313159"/>
                <a:gd name="connsiteY5" fmla="*/ 994871 h 1023743"/>
                <a:gd name="connsiteX6" fmla="*/ 0 w 313159"/>
                <a:gd name="connsiteY6" fmla="*/ 505930 h 1023743"/>
                <a:gd name="connsiteX7" fmla="*/ 259968 w 313159"/>
                <a:gd name="connsiteY7" fmla="*/ 16989 h 1023743"/>
                <a:gd name="connsiteX8" fmla="*/ 291268 w 313159"/>
                <a:gd name="connsiteY8" fmla="*/ 0 h 102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159" h="1023743">
                  <a:moveTo>
                    <a:pt x="291268" y="0"/>
                  </a:moveTo>
                  <a:lnTo>
                    <a:pt x="223170" y="68506"/>
                  </a:lnTo>
                  <a:cubicBezTo>
                    <a:pt x="128683" y="188687"/>
                    <a:pt x="75431" y="341281"/>
                    <a:pt x="75431" y="500860"/>
                  </a:cubicBezTo>
                  <a:cubicBezTo>
                    <a:pt x="75431" y="660438"/>
                    <a:pt x="128683" y="813033"/>
                    <a:pt x="223170" y="933214"/>
                  </a:cubicBezTo>
                  <a:lnTo>
                    <a:pt x="313159" y="1023743"/>
                  </a:lnTo>
                  <a:lnTo>
                    <a:pt x="259968" y="994871"/>
                  </a:lnTo>
                  <a:cubicBezTo>
                    <a:pt x="103122" y="888908"/>
                    <a:pt x="0" y="709462"/>
                    <a:pt x="0" y="505930"/>
                  </a:cubicBezTo>
                  <a:cubicBezTo>
                    <a:pt x="0" y="302398"/>
                    <a:pt x="103122" y="122952"/>
                    <a:pt x="259968" y="16989"/>
                  </a:cubicBezTo>
                  <a:lnTo>
                    <a:pt x="291268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3248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27BABE9-4A2D-2E7B-3EA1-B0E305F886C8}"/>
              </a:ext>
            </a:extLst>
          </p:cNvPr>
          <p:cNvGrpSpPr/>
          <p:nvPr/>
        </p:nvGrpSpPr>
        <p:grpSpPr>
          <a:xfrm>
            <a:off x="3821250" y="464051"/>
            <a:ext cx="3281678" cy="6456840"/>
            <a:chOff x="4270356" y="919859"/>
            <a:chExt cx="2907849" cy="5721316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E511C9DF-A21A-EAAD-42A3-5882A6B98BCF}"/>
                </a:ext>
              </a:extLst>
            </p:cNvPr>
            <p:cNvSpPr/>
            <p:nvPr/>
          </p:nvSpPr>
          <p:spPr>
            <a:xfrm>
              <a:off x="4270356" y="919859"/>
              <a:ext cx="2907849" cy="3989395"/>
            </a:xfrm>
            <a:custGeom>
              <a:avLst/>
              <a:gdLst>
                <a:gd name="connsiteX0" fmla="*/ 0 w 1537252"/>
                <a:gd name="connsiteY0" fmla="*/ 0 h 1749287"/>
                <a:gd name="connsiteX1" fmla="*/ 1537252 w 1537252"/>
                <a:gd name="connsiteY1" fmla="*/ 0 h 1749287"/>
                <a:gd name="connsiteX2" fmla="*/ 1537252 w 1537252"/>
                <a:gd name="connsiteY2" fmla="*/ 1749287 h 1749287"/>
                <a:gd name="connsiteX3" fmla="*/ 0 w 1537252"/>
                <a:gd name="connsiteY3" fmla="*/ 1749287 h 1749287"/>
                <a:gd name="connsiteX4" fmla="*/ 0 w 1537252"/>
                <a:gd name="connsiteY4" fmla="*/ 0 h 1749287"/>
                <a:gd name="connsiteX0" fmla="*/ 477078 w 1537252"/>
                <a:gd name="connsiteY0" fmla="*/ 0 h 1987826"/>
                <a:gd name="connsiteX1" fmla="*/ 1537252 w 1537252"/>
                <a:gd name="connsiteY1" fmla="*/ 238539 h 1987826"/>
                <a:gd name="connsiteX2" fmla="*/ 1537252 w 1537252"/>
                <a:gd name="connsiteY2" fmla="*/ 1987826 h 1987826"/>
                <a:gd name="connsiteX3" fmla="*/ 0 w 1537252"/>
                <a:gd name="connsiteY3" fmla="*/ 1987826 h 1987826"/>
                <a:gd name="connsiteX4" fmla="*/ 477078 w 1537252"/>
                <a:gd name="connsiteY4" fmla="*/ 0 h 1987826"/>
                <a:gd name="connsiteX0" fmla="*/ 609599 w 1669773"/>
                <a:gd name="connsiteY0" fmla="*/ 0 h 1987826"/>
                <a:gd name="connsiteX1" fmla="*/ 1669773 w 1669773"/>
                <a:gd name="connsiteY1" fmla="*/ 238539 h 1987826"/>
                <a:gd name="connsiteX2" fmla="*/ 1669773 w 1669773"/>
                <a:gd name="connsiteY2" fmla="*/ 1987826 h 1987826"/>
                <a:gd name="connsiteX3" fmla="*/ 0 w 1669773"/>
                <a:gd name="connsiteY3" fmla="*/ 1974574 h 1987826"/>
                <a:gd name="connsiteX4" fmla="*/ 609599 w 1669773"/>
                <a:gd name="connsiteY4" fmla="*/ 0 h 1987826"/>
                <a:gd name="connsiteX0" fmla="*/ 609599 w 1881808"/>
                <a:gd name="connsiteY0" fmla="*/ 0 h 1987826"/>
                <a:gd name="connsiteX1" fmla="*/ 1881808 w 1881808"/>
                <a:gd name="connsiteY1" fmla="*/ 1497495 h 1987826"/>
                <a:gd name="connsiteX2" fmla="*/ 1669773 w 1881808"/>
                <a:gd name="connsiteY2" fmla="*/ 1987826 h 1987826"/>
                <a:gd name="connsiteX3" fmla="*/ 0 w 1881808"/>
                <a:gd name="connsiteY3" fmla="*/ 1974574 h 1987826"/>
                <a:gd name="connsiteX4" fmla="*/ 609599 w 1881808"/>
                <a:gd name="connsiteY4" fmla="*/ 0 h 1987826"/>
                <a:gd name="connsiteX0" fmla="*/ 609599 w 1881808"/>
                <a:gd name="connsiteY0" fmla="*/ 0 h 3803374"/>
                <a:gd name="connsiteX1" fmla="*/ 1881808 w 1881808"/>
                <a:gd name="connsiteY1" fmla="*/ 1497495 h 3803374"/>
                <a:gd name="connsiteX2" fmla="*/ 1497494 w 1881808"/>
                <a:gd name="connsiteY2" fmla="*/ 3803374 h 3803374"/>
                <a:gd name="connsiteX3" fmla="*/ 0 w 1881808"/>
                <a:gd name="connsiteY3" fmla="*/ 1974574 h 3803374"/>
                <a:gd name="connsiteX4" fmla="*/ 609599 w 1881808"/>
                <a:gd name="connsiteY4" fmla="*/ 0 h 3803374"/>
                <a:gd name="connsiteX0" fmla="*/ 651541 w 1923750"/>
                <a:gd name="connsiteY0" fmla="*/ 0 h 3938541"/>
                <a:gd name="connsiteX1" fmla="*/ 1923750 w 1923750"/>
                <a:gd name="connsiteY1" fmla="*/ 1497495 h 3938541"/>
                <a:gd name="connsiteX2" fmla="*/ 1539436 w 1923750"/>
                <a:gd name="connsiteY2" fmla="*/ 3803374 h 3938541"/>
                <a:gd name="connsiteX3" fmla="*/ 41942 w 1923750"/>
                <a:gd name="connsiteY3" fmla="*/ 1974574 h 3938541"/>
                <a:gd name="connsiteX4" fmla="*/ 651541 w 1923750"/>
                <a:gd name="connsiteY4" fmla="*/ 0 h 3938541"/>
                <a:gd name="connsiteX0" fmla="*/ 937747 w 2209956"/>
                <a:gd name="connsiteY0" fmla="*/ 0 h 3928594"/>
                <a:gd name="connsiteX1" fmla="*/ 2209956 w 2209956"/>
                <a:gd name="connsiteY1" fmla="*/ 1497495 h 3928594"/>
                <a:gd name="connsiteX2" fmla="*/ 1825642 w 2209956"/>
                <a:gd name="connsiteY2" fmla="*/ 3803374 h 3928594"/>
                <a:gd name="connsiteX3" fmla="*/ 328148 w 2209956"/>
                <a:gd name="connsiteY3" fmla="*/ 1974574 h 3928594"/>
                <a:gd name="connsiteX4" fmla="*/ 937747 w 2209956"/>
                <a:gd name="connsiteY4" fmla="*/ 0 h 3928594"/>
                <a:gd name="connsiteX0" fmla="*/ 937747 w 2721033"/>
                <a:gd name="connsiteY0" fmla="*/ 0 h 3928594"/>
                <a:gd name="connsiteX1" fmla="*/ 2209956 w 2721033"/>
                <a:gd name="connsiteY1" fmla="*/ 1497495 h 3928594"/>
                <a:gd name="connsiteX2" fmla="*/ 1825642 w 2721033"/>
                <a:gd name="connsiteY2" fmla="*/ 3803374 h 3928594"/>
                <a:gd name="connsiteX3" fmla="*/ 328148 w 2721033"/>
                <a:gd name="connsiteY3" fmla="*/ 1974574 h 3928594"/>
                <a:gd name="connsiteX4" fmla="*/ 937747 w 2721033"/>
                <a:gd name="connsiteY4" fmla="*/ 0 h 3928594"/>
                <a:gd name="connsiteX0" fmla="*/ 937747 w 2841827"/>
                <a:gd name="connsiteY0" fmla="*/ 0 h 3928594"/>
                <a:gd name="connsiteX1" fmla="*/ 2209956 w 2841827"/>
                <a:gd name="connsiteY1" fmla="*/ 1497495 h 3928594"/>
                <a:gd name="connsiteX2" fmla="*/ 1825642 w 2841827"/>
                <a:gd name="connsiteY2" fmla="*/ 3803374 h 3928594"/>
                <a:gd name="connsiteX3" fmla="*/ 328148 w 2841827"/>
                <a:gd name="connsiteY3" fmla="*/ 1974574 h 3928594"/>
                <a:gd name="connsiteX4" fmla="*/ 937747 w 2841827"/>
                <a:gd name="connsiteY4" fmla="*/ 0 h 3928594"/>
                <a:gd name="connsiteX0" fmla="*/ 937747 w 2954843"/>
                <a:gd name="connsiteY0" fmla="*/ 0 h 3928594"/>
                <a:gd name="connsiteX1" fmla="*/ 2209956 w 2954843"/>
                <a:gd name="connsiteY1" fmla="*/ 1497495 h 3928594"/>
                <a:gd name="connsiteX2" fmla="*/ 1825642 w 2954843"/>
                <a:gd name="connsiteY2" fmla="*/ 3803374 h 3928594"/>
                <a:gd name="connsiteX3" fmla="*/ 328148 w 2954843"/>
                <a:gd name="connsiteY3" fmla="*/ 1974574 h 3928594"/>
                <a:gd name="connsiteX4" fmla="*/ 937747 w 2954843"/>
                <a:gd name="connsiteY4" fmla="*/ 0 h 3928594"/>
                <a:gd name="connsiteX0" fmla="*/ 937747 w 2954843"/>
                <a:gd name="connsiteY0" fmla="*/ 43468 h 3972062"/>
                <a:gd name="connsiteX1" fmla="*/ 2209956 w 2954843"/>
                <a:gd name="connsiteY1" fmla="*/ 1540963 h 3972062"/>
                <a:gd name="connsiteX2" fmla="*/ 1825642 w 2954843"/>
                <a:gd name="connsiteY2" fmla="*/ 3846842 h 3972062"/>
                <a:gd name="connsiteX3" fmla="*/ 328148 w 2954843"/>
                <a:gd name="connsiteY3" fmla="*/ 2018042 h 3972062"/>
                <a:gd name="connsiteX4" fmla="*/ 937747 w 2954843"/>
                <a:gd name="connsiteY4" fmla="*/ 43468 h 3972062"/>
                <a:gd name="connsiteX0" fmla="*/ 937747 w 2954843"/>
                <a:gd name="connsiteY0" fmla="*/ 40112 h 3968706"/>
                <a:gd name="connsiteX1" fmla="*/ 2209956 w 2954843"/>
                <a:gd name="connsiteY1" fmla="*/ 1537607 h 3968706"/>
                <a:gd name="connsiteX2" fmla="*/ 1825642 w 2954843"/>
                <a:gd name="connsiteY2" fmla="*/ 3843486 h 3968706"/>
                <a:gd name="connsiteX3" fmla="*/ 328148 w 2954843"/>
                <a:gd name="connsiteY3" fmla="*/ 2014686 h 3968706"/>
                <a:gd name="connsiteX4" fmla="*/ 937747 w 2954843"/>
                <a:gd name="connsiteY4" fmla="*/ 40112 h 3968706"/>
                <a:gd name="connsiteX0" fmla="*/ 937747 w 2954843"/>
                <a:gd name="connsiteY0" fmla="*/ 40112 h 3968706"/>
                <a:gd name="connsiteX1" fmla="*/ 2209956 w 2954843"/>
                <a:gd name="connsiteY1" fmla="*/ 1537607 h 3968706"/>
                <a:gd name="connsiteX2" fmla="*/ 1825642 w 2954843"/>
                <a:gd name="connsiteY2" fmla="*/ 3843486 h 3968706"/>
                <a:gd name="connsiteX3" fmla="*/ 328148 w 2954843"/>
                <a:gd name="connsiteY3" fmla="*/ 2014686 h 3968706"/>
                <a:gd name="connsiteX4" fmla="*/ 937747 w 2954843"/>
                <a:gd name="connsiteY4" fmla="*/ 40112 h 3968706"/>
                <a:gd name="connsiteX0" fmla="*/ 937747 w 2886860"/>
                <a:gd name="connsiteY0" fmla="*/ 40112 h 3968706"/>
                <a:gd name="connsiteX1" fmla="*/ 2209956 w 2886860"/>
                <a:gd name="connsiteY1" fmla="*/ 1537607 h 3968706"/>
                <a:gd name="connsiteX2" fmla="*/ 1825642 w 2886860"/>
                <a:gd name="connsiteY2" fmla="*/ 3843486 h 3968706"/>
                <a:gd name="connsiteX3" fmla="*/ 328148 w 2886860"/>
                <a:gd name="connsiteY3" fmla="*/ 2014686 h 3968706"/>
                <a:gd name="connsiteX4" fmla="*/ 937747 w 2886860"/>
                <a:gd name="connsiteY4" fmla="*/ 40112 h 3968706"/>
                <a:gd name="connsiteX0" fmla="*/ 937747 w 2940435"/>
                <a:gd name="connsiteY0" fmla="*/ 40112 h 3968706"/>
                <a:gd name="connsiteX1" fmla="*/ 2209956 w 2940435"/>
                <a:gd name="connsiteY1" fmla="*/ 1537607 h 3968706"/>
                <a:gd name="connsiteX2" fmla="*/ 1825642 w 2940435"/>
                <a:gd name="connsiteY2" fmla="*/ 3843486 h 3968706"/>
                <a:gd name="connsiteX3" fmla="*/ 328148 w 2940435"/>
                <a:gd name="connsiteY3" fmla="*/ 2014686 h 3968706"/>
                <a:gd name="connsiteX4" fmla="*/ 937747 w 2940435"/>
                <a:gd name="connsiteY4" fmla="*/ 40112 h 3968706"/>
                <a:gd name="connsiteX0" fmla="*/ 937747 w 2970463"/>
                <a:gd name="connsiteY0" fmla="*/ 40112 h 3968706"/>
                <a:gd name="connsiteX1" fmla="*/ 2209956 w 2970463"/>
                <a:gd name="connsiteY1" fmla="*/ 1537607 h 3968706"/>
                <a:gd name="connsiteX2" fmla="*/ 1825642 w 2970463"/>
                <a:gd name="connsiteY2" fmla="*/ 3843486 h 3968706"/>
                <a:gd name="connsiteX3" fmla="*/ 328148 w 2970463"/>
                <a:gd name="connsiteY3" fmla="*/ 2014686 h 3968706"/>
                <a:gd name="connsiteX4" fmla="*/ 937747 w 2970463"/>
                <a:gd name="connsiteY4" fmla="*/ 40112 h 3968706"/>
                <a:gd name="connsiteX0" fmla="*/ 937747 w 2821274"/>
                <a:gd name="connsiteY0" fmla="*/ 40112 h 3968706"/>
                <a:gd name="connsiteX1" fmla="*/ 2209956 w 2821274"/>
                <a:gd name="connsiteY1" fmla="*/ 1537607 h 3968706"/>
                <a:gd name="connsiteX2" fmla="*/ 1825642 w 2821274"/>
                <a:gd name="connsiteY2" fmla="*/ 3843486 h 3968706"/>
                <a:gd name="connsiteX3" fmla="*/ 328148 w 2821274"/>
                <a:gd name="connsiteY3" fmla="*/ 2014686 h 3968706"/>
                <a:gd name="connsiteX4" fmla="*/ 937747 w 2821274"/>
                <a:gd name="connsiteY4" fmla="*/ 40112 h 3968706"/>
                <a:gd name="connsiteX0" fmla="*/ 937747 w 2569808"/>
                <a:gd name="connsiteY0" fmla="*/ 40112 h 3968706"/>
                <a:gd name="connsiteX1" fmla="*/ 2209956 w 2569808"/>
                <a:gd name="connsiteY1" fmla="*/ 1537607 h 3968706"/>
                <a:gd name="connsiteX2" fmla="*/ 2554513 w 2569808"/>
                <a:gd name="connsiteY2" fmla="*/ 2226721 h 3968706"/>
                <a:gd name="connsiteX3" fmla="*/ 1825642 w 2569808"/>
                <a:gd name="connsiteY3" fmla="*/ 3843486 h 3968706"/>
                <a:gd name="connsiteX4" fmla="*/ 328148 w 2569808"/>
                <a:gd name="connsiteY4" fmla="*/ 2014686 h 3968706"/>
                <a:gd name="connsiteX5" fmla="*/ 937747 w 2569808"/>
                <a:gd name="connsiteY5" fmla="*/ 40112 h 3968706"/>
                <a:gd name="connsiteX0" fmla="*/ 937747 w 2565325"/>
                <a:gd name="connsiteY0" fmla="*/ 40112 h 3968706"/>
                <a:gd name="connsiteX1" fmla="*/ 2209956 w 2565325"/>
                <a:gd name="connsiteY1" fmla="*/ 1537607 h 3968706"/>
                <a:gd name="connsiteX2" fmla="*/ 2554513 w 2565325"/>
                <a:gd name="connsiteY2" fmla="*/ 2226721 h 3968706"/>
                <a:gd name="connsiteX3" fmla="*/ 1825642 w 2565325"/>
                <a:gd name="connsiteY3" fmla="*/ 3843486 h 3968706"/>
                <a:gd name="connsiteX4" fmla="*/ 328148 w 2565325"/>
                <a:gd name="connsiteY4" fmla="*/ 2014686 h 3968706"/>
                <a:gd name="connsiteX5" fmla="*/ 937747 w 2565325"/>
                <a:gd name="connsiteY5" fmla="*/ 40112 h 3968706"/>
                <a:gd name="connsiteX0" fmla="*/ 937747 w 2554513"/>
                <a:gd name="connsiteY0" fmla="*/ 40112 h 3968706"/>
                <a:gd name="connsiteX1" fmla="*/ 2209956 w 2554513"/>
                <a:gd name="connsiteY1" fmla="*/ 1537607 h 3968706"/>
                <a:gd name="connsiteX2" fmla="*/ 2554513 w 2554513"/>
                <a:gd name="connsiteY2" fmla="*/ 2226721 h 3968706"/>
                <a:gd name="connsiteX3" fmla="*/ 1825642 w 2554513"/>
                <a:gd name="connsiteY3" fmla="*/ 3843486 h 3968706"/>
                <a:gd name="connsiteX4" fmla="*/ 328148 w 2554513"/>
                <a:gd name="connsiteY4" fmla="*/ 2014686 h 3968706"/>
                <a:gd name="connsiteX5" fmla="*/ 937747 w 2554513"/>
                <a:gd name="connsiteY5" fmla="*/ 40112 h 3968706"/>
                <a:gd name="connsiteX0" fmla="*/ 937747 w 2873669"/>
                <a:gd name="connsiteY0" fmla="*/ 40112 h 3968706"/>
                <a:gd name="connsiteX1" fmla="*/ 2209956 w 2873669"/>
                <a:gd name="connsiteY1" fmla="*/ 1537607 h 3968706"/>
                <a:gd name="connsiteX2" fmla="*/ 2554513 w 2873669"/>
                <a:gd name="connsiteY2" fmla="*/ 2226721 h 3968706"/>
                <a:gd name="connsiteX3" fmla="*/ 1825642 w 2873669"/>
                <a:gd name="connsiteY3" fmla="*/ 3843486 h 3968706"/>
                <a:gd name="connsiteX4" fmla="*/ 328148 w 2873669"/>
                <a:gd name="connsiteY4" fmla="*/ 2014686 h 3968706"/>
                <a:gd name="connsiteX5" fmla="*/ 937747 w 2873669"/>
                <a:gd name="connsiteY5" fmla="*/ 40112 h 3968706"/>
                <a:gd name="connsiteX0" fmla="*/ 937747 w 2935301"/>
                <a:gd name="connsiteY0" fmla="*/ 40112 h 3968706"/>
                <a:gd name="connsiteX1" fmla="*/ 2209956 w 2935301"/>
                <a:gd name="connsiteY1" fmla="*/ 1537607 h 3968706"/>
                <a:gd name="connsiteX2" fmla="*/ 2554513 w 2935301"/>
                <a:gd name="connsiteY2" fmla="*/ 2226721 h 3968706"/>
                <a:gd name="connsiteX3" fmla="*/ 1825642 w 2935301"/>
                <a:gd name="connsiteY3" fmla="*/ 3843486 h 3968706"/>
                <a:gd name="connsiteX4" fmla="*/ 328148 w 2935301"/>
                <a:gd name="connsiteY4" fmla="*/ 2014686 h 3968706"/>
                <a:gd name="connsiteX5" fmla="*/ 937747 w 2935301"/>
                <a:gd name="connsiteY5" fmla="*/ 40112 h 3968706"/>
                <a:gd name="connsiteX0" fmla="*/ 937747 w 2937825"/>
                <a:gd name="connsiteY0" fmla="*/ 40112 h 3968706"/>
                <a:gd name="connsiteX1" fmla="*/ 2209956 w 2937825"/>
                <a:gd name="connsiteY1" fmla="*/ 1537607 h 3968706"/>
                <a:gd name="connsiteX2" fmla="*/ 2554513 w 2937825"/>
                <a:gd name="connsiteY2" fmla="*/ 2226721 h 3968706"/>
                <a:gd name="connsiteX3" fmla="*/ 1825642 w 2937825"/>
                <a:gd name="connsiteY3" fmla="*/ 3843486 h 3968706"/>
                <a:gd name="connsiteX4" fmla="*/ 328148 w 2937825"/>
                <a:gd name="connsiteY4" fmla="*/ 2014686 h 3968706"/>
                <a:gd name="connsiteX5" fmla="*/ 937747 w 2937825"/>
                <a:gd name="connsiteY5" fmla="*/ 40112 h 3968706"/>
                <a:gd name="connsiteX0" fmla="*/ 937747 w 2937825"/>
                <a:gd name="connsiteY0" fmla="*/ 52848 h 3981442"/>
                <a:gd name="connsiteX1" fmla="*/ 2209956 w 2937825"/>
                <a:gd name="connsiteY1" fmla="*/ 1550343 h 3981442"/>
                <a:gd name="connsiteX2" fmla="*/ 2554513 w 2937825"/>
                <a:gd name="connsiteY2" fmla="*/ 2239457 h 3981442"/>
                <a:gd name="connsiteX3" fmla="*/ 1825642 w 2937825"/>
                <a:gd name="connsiteY3" fmla="*/ 3856222 h 3981442"/>
                <a:gd name="connsiteX4" fmla="*/ 328148 w 2937825"/>
                <a:gd name="connsiteY4" fmla="*/ 2027422 h 3981442"/>
                <a:gd name="connsiteX5" fmla="*/ 937747 w 2937825"/>
                <a:gd name="connsiteY5" fmla="*/ 52848 h 3981442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60232"/>
                <a:gd name="connsiteY0" fmla="*/ 63100 h 3991694"/>
                <a:gd name="connsiteX1" fmla="*/ 2209956 w 2960232"/>
                <a:gd name="connsiteY1" fmla="*/ 1560595 h 3991694"/>
                <a:gd name="connsiteX2" fmla="*/ 2583088 w 2960232"/>
                <a:gd name="connsiteY2" fmla="*/ 2249709 h 3991694"/>
                <a:gd name="connsiteX3" fmla="*/ 1825642 w 2960232"/>
                <a:gd name="connsiteY3" fmla="*/ 3866474 h 3991694"/>
                <a:gd name="connsiteX4" fmla="*/ 328148 w 2960232"/>
                <a:gd name="connsiteY4" fmla="*/ 2037674 h 3991694"/>
                <a:gd name="connsiteX5" fmla="*/ 937747 w 2960232"/>
                <a:gd name="connsiteY5" fmla="*/ 63100 h 3991694"/>
                <a:gd name="connsiteX0" fmla="*/ 937747 w 2907849"/>
                <a:gd name="connsiteY0" fmla="*/ 63100 h 3991694"/>
                <a:gd name="connsiteX1" fmla="*/ 2209956 w 2907849"/>
                <a:gd name="connsiteY1" fmla="*/ 1560595 h 3991694"/>
                <a:gd name="connsiteX2" fmla="*/ 2583088 w 2907849"/>
                <a:gd name="connsiteY2" fmla="*/ 2249709 h 3991694"/>
                <a:gd name="connsiteX3" fmla="*/ 1825642 w 2907849"/>
                <a:gd name="connsiteY3" fmla="*/ 3866474 h 3991694"/>
                <a:gd name="connsiteX4" fmla="*/ 328148 w 2907849"/>
                <a:gd name="connsiteY4" fmla="*/ 2037674 h 3991694"/>
                <a:gd name="connsiteX5" fmla="*/ 937747 w 2907849"/>
                <a:gd name="connsiteY5" fmla="*/ 63100 h 3991694"/>
                <a:gd name="connsiteX0" fmla="*/ 937747 w 2907849"/>
                <a:gd name="connsiteY0" fmla="*/ 63100 h 3991694"/>
                <a:gd name="connsiteX1" fmla="*/ 2209956 w 2907849"/>
                <a:gd name="connsiteY1" fmla="*/ 1560595 h 3991694"/>
                <a:gd name="connsiteX2" fmla="*/ 2583088 w 2907849"/>
                <a:gd name="connsiteY2" fmla="*/ 2249709 h 3991694"/>
                <a:gd name="connsiteX3" fmla="*/ 1825642 w 2907849"/>
                <a:gd name="connsiteY3" fmla="*/ 3866474 h 3991694"/>
                <a:gd name="connsiteX4" fmla="*/ 328148 w 2907849"/>
                <a:gd name="connsiteY4" fmla="*/ 2037674 h 3991694"/>
                <a:gd name="connsiteX5" fmla="*/ 937747 w 2907849"/>
                <a:gd name="connsiteY5" fmla="*/ 63100 h 3991694"/>
                <a:gd name="connsiteX0" fmla="*/ 937747 w 2907849"/>
                <a:gd name="connsiteY0" fmla="*/ 62368 h 3990962"/>
                <a:gd name="connsiteX1" fmla="*/ 2209956 w 2907849"/>
                <a:gd name="connsiteY1" fmla="*/ 1559863 h 3990962"/>
                <a:gd name="connsiteX2" fmla="*/ 2583088 w 2907849"/>
                <a:gd name="connsiteY2" fmla="*/ 2248977 h 3990962"/>
                <a:gd name="connsiteX3" fmla="*/ 1825642 w 2907849"/>
                <a:gd name="connsiteY3" fmla="*/ 3865742 h 3990962"/>
                <a:gd name="connsiteX4" fmla="*/ 328148 w 2907849"/>
                <a:gd name="connsiteY4" fmla="*/ 2036942 h 3990962"/>
                <a:gd name="connsiteX5" fmla="*/ 937747 w 2907849"/>
                <a:gd name="connsiteY5" fmla="*/ 62368 h 3990962"/>
                <a:gd name="connsiteX0" fmla="*/ 937747 w 2907849"/>
                <a:gd name="connsiteY0" fmla="*/ 61752 h 3990346"/>
                <a:gd name="connsiteX1" fmla="*/ 2209956 w 2907849"/>
                <a:gd name="connsiteY1" fmla="*/ 1559247 h 3990346"/>
                <a:gd name="connsiteX2" fmla="*/ 2583088 w 2907849"/>
                <a:gd name="connsiteY2" fmla="*/ 2248361 h 3990346"/>
                <a:gd name="connsiteX3" fmla="*/ 1825642 w 2907849"/>
                <a:gd name="connsiteY3" fmla="*/ 3865126 h 3990346"/>
                <a:gd name="connsiteX4" fmla="*/ 328148 w 2907849"/>
                <a:gd name="connsiteY4" fmla="*/ 2036326 h 3990346"/>
                <a:gd name="connsiteX5" fmla="*/ 937747 w 2907849"/>
                <a:gd name="connsiteY5" fmla="*/ 61752 h 3990346"/>
                <a:gd name="connsiteX0" fmla="*/ 937747 w 2907849"/>
                <a:gd name="connsiteY0" fmla="*/ 63313 h 3991907"/>
                <a:gd name="connsiteX1" fmla="*/ 2209956 w 2907849"/>
                <a:gd name="connsiteY1" fmla="*/ 1560808 h 3991907"/>
                <a:gd name="connsiteX2" fmla="*/ 2583088 w 2907849"/>
                <a:gd name="connsiteY2" fmla="*/ 2249922 h 3991907"/>
                <a:gd name="connsiteX3" fmla="*/ 1825642 w 2907849"/>
                <a:gd name="connsiteY3" fmla="*/ 3866687 h 3991907"/>
                <a:gd name="connsiteX4" fmla="*/ 328148 w 2907849"/>
                <a:gd name="connsiteY4" fmla="*/ 2037887 h 3991907"/>
                <a:gd name="connsiteX5" fmla="*/ 937747 w 2907849"/>
                <a:gd name="connsiteY5" fmla="*/ 63313 h 3991907"/>
                <a:gd name="connsiteX0" fmla="*/ 937747 w 2907849"/>
                <a:gd name="connsiteY0" fmla="*/ 60801 h 3989395"/>
                <a:gd name="connsiteX1" fmla="*/ 2209956 w 2907849"/>
                <a:gd name="connsiteY1" fmla="*/ 1558296 h 3989395"/>
                <a:gd name="connsiteX2" fmla="*/ 2583088 w 2907849"/>
                <a:gd name="connsiteY2" fmla="*/ 2247410 h 3989395"/>
                <a:gd name="connsiteX3" fmla="*/ 1825642 w 2907849"/>
                <a:gd name="connsiteY3" fmla="*/ 3864175 h 3989395"/>
                <a:gd name="connsiteX4" fmla="*/ 328148 w 2907849"/>
                <a:gd name="connsiteY4" fmla="*/ 2035375 h 3989395"/>
                <a:gd name="connsiteX5" fmla="*/ 937747 w 2907849"/>
                <a:gd name="connsiteY5" fmla="*/ 60801 h 3989395"/>
                <a:gd name="connsiteX0" fmla="*/ 937747 w 2907849"/>
                <a:gd name="connsiteY0" fmla="*/ 60801 h 3989395"/>
                <a:gd name="connsiteX1" fmla="*/ 2209956 w 2907849"/>
                <a:gd name="connsiteY1" fmla="*/ 1558296 h 3989395"/>
                <a:gd name="connsiteX2" fmla="*/ 2583088 w 2907849"/>
                <a:gd name="connsiteY2" fmla="*/ 2247410 h 3989395"/>
                <a:gd name="connsiteX3" fmla="*/ 1825642 w 2907849"/>
                <a:gd name="connsiteY3" fmla="*/ 3864175 h 3989395"/>
                <a:gd name="connsiteX4" fmla="*/ 328148 w 2907849"/>
                <a:gd name="connsiteY4" fmla="*/ 2035375 h 3989395"/>
                <a:gd name="connsiteX5" fmla="*/ 937747 w 2907849"/>
                <a:gd name="connsiteY5" fmla="*/ 60801 h 3989395"/>
                <a:gd name="connsiteX0" fmla="*/ 937747 w 2907849"/>
                <a:gd name="connsiteY0" fmla="*/ 60801 h 3989395"/>
                <a:gd name="connsiteX1" fmla="*/ 2209956 w 2907849"/>
                <a:gd name="connsiteY1" fmla="*/ 1558296 h 3989395"/>
                <a:gd name="connsiteX2" fmla="*/ 2583088 w 2907849"/>
                <a:gd name="connsiteY2" fmla="*/ 2247410 h 3989395"/>
                <a:gd name="connsiteX3" fmla="*/ 1825642 w 2907849"/>
                <a:gd name="connsiteY3" fmla="*/ 3864175 h 3989395"/>
                <a:gd name="connsiteX4" fmla="*/ 328148 w 2907849"/>
                <a:gd name="connsiteY4" fmla="*/ 2035375 h 3989395"/>
                <a:gd name="connsiteX5" fmla="*/ 937747 w 2907849"/>
                <a:gd name="connsiteY5" fmla="*/ 60801 h 398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07849" h="3989395">
                  <a:moveTo>
                    <a:pt x="937747" y="60801"/>
                  </a:moveTo>
                  <a:cubicBezTo>
                    <a:pt x="2461334" y="-318404"/>
                    <a:pt x="1986325" y="1185303"/>
                    <a:pt x="2209956" y="1558296"/>
                  </a:cubicBezTo>
                  <a:cubicBezTo>
                    <a:pt x="2277286" y="1810191"/>
                    <a:pt x="2383339" y="1966423"/>
                    <a:pt x="2583088" y="2247410"/>
                  </a:cubicBezTo>
                  <a:cubicBezTo>
                    <a:pt x="3367383" y="3108180"/>
                    <a:pt x="2578807" y="4051914"/>
                    <a:pt x="1825642" y="3864175"/>
                  </a:cubicBezTo>
                  <a:cubicBezTo>
                    <a:pt x="-780618" y="4513531"/>
                    <a:pt x="98443" y="2446192"/>
                    <a:pt x="328148" y="2035375"/>
                  </a:cubicBezTo>
                  <a:cubicBezTo>
                    <a:pt x="624113" y="1363932"/>
                    <a:pt x="-206356" y="255166"/>
                    <a:pt x="937747" y="60801"/>
                  </a:cubicBezTo>
                  <a:close/>
                </a:path>
              </a:pathLst>
            </a:custGeom>
            <a:solidFill>
              <a:srgbClr val="FEB159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41DAF440-A03B-EC36-E07F-E7EBD02D512F}"/>
                </a:ext>
              </a:extLst>
            </p:cNvPr>
            <p:cNvSpPr/>
            <p:nvPr/>
          </p:nvSpPr>
          <p:spPr>
            <a:xfrm rot="21297664">
              <a:off x="5337692" y="4805347"/>
              <a:ext cx="1490192" cy="1835828"/>
            </a:xfrm>
            <a:custGeom>
              <a:avLst/>
              <a:gdLst>
                <a:gd name="connsiteX0" fmla="*/ 0 w 1205948"/>
                <a:gd name="connsiteY0" fmla="*/ 0 h 709668"/>
                <a:gd name="connsiteX1" fmla="*/ 1205948 w 1205948"/>
                <a:gd name="connsiteY1" fmla="*/ 0 h 709668"/>
                <a:gd name="connsiteX2" fmla="*/ 1205948 w 1205948"/>
                <a:gd name="connsiteY2" fmla="*/ 709668 h 709668"/>
                <a:gd name="connsiteX3" fmla="*/ 0 w 1205948"/>
                <a:gd name="connsiteY3" fmla="*/ 709668 h 709668"/>
                <a:gd name="connsiteX4" fmla="*/ 0 w 1205948"/>
                <a:gd name="connsiteY4" fmla="*/ 0 h 709668"/>
                <a:gd name="connsiteX0" fmla="*/ 190500 w 1205948"/>
                <a:gd name="connsiteY0" fmla="*/ 0 h 823968"/>
                <a:gd name="connsiteX1" fmla="*/ 1205948 w 1205948"/>
                <a:gd name="connsiteY1" fmla="*/ 114300 h 823968"/>
                <a:gd name="connsiteX2" fmla="*/ 1205948 w 1205948"/>
                <a:gd name="connsiteY2" fmla="*/ 823968 h 823968"/>
                <a:gd name="connsiteX3" fmla="*/ 0 w 1205948"/>
                <a:gd name="connsiteY3" fmla="*/ 823968 h 823968"/>
                <a:gd name="connsiteX4" fmla="*/ 190500 w 1205948"/>
                <a:gd name="connsiteY4" fmla="*/ 0 h 823968"/>
                <a:gd name="connsiteX0" fmla="*/ 190500 w 1205948"/>
                <a:gd name="connsiteY0" fmla="*/ 47625 h 871593"/>
                <a:gd name="connsiteX1" fmla="*/ 796373 w 1205948"/>
                <a:gd name="connsiteY1" fmla="*/ 0 h 871593"/>
                <a:gd name="connsiteX2" fmla="*/ 1205948 w 1205948"/>
                <a:gd name="connsiteY2" fmla="*/ 871593 h 871593"/>
                <a:gd name="connsiteX3" fmla="*/ 0 w 1205948"/>
                <a:gd name="connsiteY3" fmla="*/ 871593 h 871593"/>
                <a:gd name="connsiteX4" fmla="*/ 190500 w 1205948"/>
                <a:gd name="connsiteY4" fmla="*/ 47625 h 871593"/>
                <a:gd name="connsiteX0" fmla="*/ 0 w 1015448"/>
                <a:gd name="connsiteY0" fmla="*/ 47625 h 938268"/>
                <a:gd name="connsiteX1" fmla="*/ 605873 w 1015448"/>
                <a:gd name="connsiteY1" fmla="*/ 0 h 938268"/>
                <a:gd name="connsiteX2" fmla="*/ 1015448 w 1015448"/>
                <a:gd name="connsiteY2" fmla="*/ 871593 h 938268"/>
                <a:gd name="connsiteX3" fmla="*/ 152400 w 1015448"/>
                <a:gd name="connsiteY3" fmla="*/ 938268 h 938268"/>
                <a:gd name="connsiteX4" fmla="*/ 0 w 1015448"/>
                <a:gd name="connsiteY4" fmla="*/ 47625 h 938268"/>
                <a:gd name="connsiteX0" fmla="*/ 86108 w 1101556"/>
                <a:gd name="connsiteY0" fmla="*/ 47625 h 1492059"/>
                <a:gd name="connsiteX1" fmla="*/ 691981 w 1101556"/>
                <a:gd name="connsiteY1" fmla="*/ 0 h 1492059"/>
                <a:gd name="connsiteX2" fmla="*/ 1101556 w 1101556"/>
                <a:gd name="connsiteY2" fmla="*/ 871593 h 1492059"/>
                <a:gd name="connsiteX3" fmla="*/ 238508 w 1101556"/>
                <a:gd name="connsiteY3" fmla="*/ 938268 h 1492059"/>
                <a:gd name="connsiteX4" fmla="*/ 86108 w 1101556"/>
                <a:gd name="connsiteY4" fmla="*/ 47625 h 1492059"/>
                <a:gd name="connsiteX0" fmla="*/ 60108 w 1313681"/>
                <a:gd name="connsiteY0" fmla="*/ 47625 h 1496824"/>
                <a:gd name="connsiteX1" fmla="*/ 665981 w 1313681"/>
                <a:gd name="connsiteY1" fmla="*/ 0 h 1496824"/>
                <a:gd name="connsiteX2" fmla="*/ 1313681 w 1313681"/>
                <a:gd name="connsiteY2" fmla="*/ 890643 h 1496824"/>
                <a:gd name="connsiteX3" fmla="*/ 212508 w 1313681"/>
                <a:gd name="connsiteY3" fmla="*/ 938268 h 1496824"/>
                <a:gd name="connsiteX4" fmla="*/ 60108 w 1313681"/>
                <a:gd name="connsiteY4" fmla="*/ 47625 h 1496824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83904 w 1337477"/>
                <a:gd name="connsiteY0" fmla="*/ 47625 h 1764588"/>
                <a:gd name="connsiteX1" fmla="*/ 689777 w 1337477"/>
                <a:gd name="connsiteY1" fmla="*/ 0 h 1764588"/>
                <a:gd name="connsiteX2" fmla="*/ 1337477 w 1337477"/>
                <a:gd name="connsiteY2" fmla="*/ 890643 h 1764588"/>
                <a:gd name="connsiteX3" fmla="*/ 236304 w 1337477"/>
                <a:gd name="connsiteY3" fmla="*/ 938268 h 1764588"/>
                <a:gd name="connsiteX4" fmla="*/ 83904 w 1337477"/>
                <a:gd name="connsiteY4" fmla="*/ 47625 h 1764588"/>
                <a:gd name="connsiteX0" fmla="*/ 77362 w 1331799"/>
                <a:gd name="connsiteY0" fmla="*/ 47625 h 1835828"/>
                <a:gd name="connsiteX1" fmla="*/ 683235 w 1331799"/>
                <a:gd name="connsiteY1" fmla="*/ 0 h 1835828"/>
                <a:gd name="connsiteX2" fmla="*/ 1330935 w 1331799"/>
                <a:gd name="connsiteY2" fmla="*/ 890643 h 1835828"/>
                <a:gd name="connsiteX3" fmla="*/ 229762 w 1331799"/>
                <a:gd name="connsiteY3" fmla="*/ 938268 h 1835828"/>
                <a:gd name="connsiteX4" fmla="*/ 77362 w 1331799"/>
                <a:gd name="connsiteY4" fmla="*/ 47625 h 1835828"/>
                <a:gd name="connsiteX0" fmla="*/ 235755 w 1490192"/>
                <a:gd name="connsiteY0" fmla="*/ 47625 h 1835828"/>
                <a:gd name="connsiteX1" fmla="*/ 841628 w 1490192"/>
                <a:gd name="connsiteY1" fmla="*/ 0 h 1835828"/>
                <a:gd name="connsiteX2" fmla="*/ 1489328 w 1490192"/>
                <a:gd name="connsiteY2" fmla="*/ 890643 h 1835828"/>
                <a:gd name="connsiteX3" fmla="*/ 388155 w 1490192"/>
                <a:gd name="connsiteY3" fmla="*/ 938268 h 1835828"/>
                <a:gd name="connsiteX4" fmla="*/ 235755 w 1490192"/>
                <a:gd name="connsiteY4" fmla="*/ 47625 h 1835828"/>
                <a:gd name="connsiteX0" fmla="*/ 235755 w 1490192"/>
                <a:gd name="connsiteY0" fmla="*/ 47625 h 1835828"/>
                <a:gd name="connsiteX1" fmla="*/ 841628 w 1490192"/>
                <a:gd name="connsiteY1" fmla="*/ 0 h 1835828"/>
                <a:gd name="connsiteX2" fmla="*/ 1489328 w 1490192"/>
                <a:gd name="connsiteY2" fmla="*/ 890643 h 1835828"/>
                <a:gd name="connsiteX3" fmla="*/ 388155 w 1490192"/>
                <a:gd name="connsiteY3" fmla="*/ 938268 h 1835828"/>
                <a:gd name="connsiteX4" fmla="*/ 235755 w 1490192"/>
                <a:gd name="connsiteY4" fmla="*/ 47625 h 1835828"/>
                <a:gd name="connsiteX0" fmla="*/ 841628 w 1490192"/>
                <a:gd name="connsiteY0" fmla="*/ 0 h 1835828"/>
                <a:gd name="connsiteX1" fmla="*/ 1489328 w 1490192"/>
                <a:gd name="connsiteY1" fmla="*/ 890643 h 1835828"/>
                <a:gd name="connsiteX2" fmla="*/ 388155 w 1490192"/>
                <a:gd name="connsiteY2" fmla="*/ 938268 h 1835828"/>
                <a:gd name="connsiteX3" fmla="*/ 235755 w 1490192"/>
                <a:gd name="connsiteY3" fmla="*/ 47625 h 1835828"/>
                <a:gd name="connsiteX4" fmla="*/ 933068 w 1490192"/>
                <a:gd name="connsiteY4" fmla="*/ 91440 h 1835828"/>
                <a:gd name="connsiteX0" fmla="*/ 841628 w 1490192"/>
                <a:gd name="connsiteY0" fmla="*/ 0 h 1835828"/>
                <a:gd name="connsiteX1" fmla="*/ 1489328 w 1490192"/>
                <a:gd name="connsiteY1" fmla="*/ 890643 h 1835828"/>
                <a:gd name="connsiteX2" fmla="*/ 388155 w 1490192"/>
                <a:gd name="connsiteY2" fmla="*/ 938268 h 1835828"/>
                <a:gd name="connsiteX3" fmla="*/ 235755 w 1490192"/>
                <a:gd name="connsiteY3" fmla="*/ 47625 h 1835828"/>
                <a:gd name="connsiteX0" fmla="*/ 841628 w 1490192"/>
                <a:gd name="connsiteY0" fmla="*/ 0 h 1835828"/>
                <a:gd name="connsiteX1" fmla="*/ 1489328 w 1490192"/>
                <a:gd name="connsiteY1" fmla="*/ 890643 h 1835828"/>
                <a:gd name="connsiteX2" fmla="*/ 388155 w 1490192"/>
                <a:gd name="connsiteY2" fmla="*/ 938268 h 1835828"/>
                <a:gd name="connsiteX3" fmla="*/ 235755 w 1490192"/>
                <a:gd name="connsiteY3" fmla="*/ 47625 h 1835828"/>
                <a:gd name="connsiteX4" fmla="*/ 841628 w 1490192"/>
                <a:gd name="connsiteY4" fmla="*/ 0 h 183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0192" h="1835828">
                  <a:moveTo>
                    <a:pt x="841628" y="0"/>
                  </a:moveTo>
                  <a:cubicBezTo>
                    <a:pt x="1457578" y="249256"/>
                    <a:pt x="1416303" y="641387"/>
                    <a:pt x="1489328" y="890643"/>
                  </a:cubicBezTo>
                  <a:cubicBezTo>
                    <a:pt x="1538333" y="2269973"/>
                    <a:pt x="-514787" y="2011418"/>
                    <a:pt x="388155" y="938268"/>
                  </a:cubicBezTo>
                  <a:cubicBezTo>
                    <a:pt x="337355" y="736637"/>
                    <a:pt x="-351620" y="630256"/>
                    <a:pt x="235755" y="47625"/>
                  </a:cubicBezTo>
                  <a:lnTo>
                    <a:pt x="841628" y="0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1226734-AAB9-CF29-69F1-CA8288385E61}"/>
                </a:ext>
              </a:extLst>
            </p:cNvPr>
            <p:cNvSpPr/>
            <p:nvPr/>
          </p:nvSpPr>
          <p:spPr>
            <a:xfrm>
              <a:off x="6153150" y="4181475"/>
              <a:ext cx="676275" cy="470539"/>
            </a:xfrm>
            <a:custGeom>
              <a:avLst/>
              <a:gdLst>
                <a:gd name="connsiteX0" fmla="*/ 0 w 676275"/>
                <a:gd name="connsiteY0" fmla="*/ 466725 h 466725"/>
                <a:gd name="connsiteX1" fmla="*/ 676275 w 676275"/>
                <a:gd name="connsiteY1" fmla="*/ 0 h 466725"/>
                <a:gd name="connsiteX2" fmla="*/ 676275 w 676275"/>
                <a:gd name="connsiteY2" fmla="*/ 0 h 466725"/>
                <a:gd name="connsiteX0" fmla="*/ 0 w 676275"/>
                <a:gd name="connsiteY0" fmla="*/ 466725 h 470539"/>
                <a:gd name="connsiteX1" fmla="*/ 676275 w 676275"/>
                <a:gd name="connsiteY1" fmla="*/ 0 h 470539"/>
                <a:gd name="connsiteX2" fmla="*/ 676275 w 676275"/>
                <a:gd name="connsiteY2" fmla="*/ 0 h 470539"/>
                <a:gd name="connsiteX0" fmla="*/ 0 w 676275"/>
                <a:gd name="connsiteY0" fmla="*/ 466725 h 470539"/>
                <a:gd name="connsiteX1" fmla="*/ 676275 w 676275"/>
                <a:gd name="connsiteY1" fmla="*/ 0 h 470539"/>
                <a:gd name="connsiteX2" fmla="*/ 676275 w 676275"/>
                <a:gd name="connsiteY2" fmla="*/ 0 h 47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6275" h="470539">
                  <a:moveTo>
                    <a:pt x="0" y="466725"/>
                  </a:moveTo>
                  <a:cubicBezTo>
                    <a:pt x="444500" y="511175"/>
                    <a:pt x="565150" y="155575"/>
                    <a:pt x="676275" y="0"/>
                  </a:cubicBezTo>
                  <a:lnTo>
                    <a:pt x="676275" y="0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C52489F-01EB-6840-0294-827C76075684}"/>
                </a:ext>
              </a:extLst>
            </p:cNvPr>
            <p:cNvSpPr/>
            <p:nvPr/>
          </p:nvSpPr>
          <p:spPr>
            <a:xfrm>
              <a:off x="6286500" y="3962400"/>
              <a:ext cx="190500" cy="428625"/>
            </a:xfrm>
            <a:custGeom>
              <a:avLst/>
              <a:gdLst>
                <a:gd name="connsiteX0" fmla="*/ 0 w 190500"/>
                <a:gd name="connsiteY0" fmla="*/ 428625 h 428625"/>
                <a:gd name="connsiteX1" fmla="*/ 190500 w 190500"/>
                <a:gd name="connsiteY1" fmla="*/ 0 h 428625"/>
                <a:gd name="connsiteX2" fmla="*/ 190500 w 190500"/>
                <a:gd name="connsiteY2" fmla="*/ 0 h 428625"/>
                <a:gd name="connsiteX0" fmla="*/ 0 w 190500"/>
                <a:gd name="connsiteY0" fmla="*/ 428625 h 428625"/>
                <a:gd name="connsiteX1" fmla="*/ 190500 w 190500"/>
                <a:gd name="connsiteY1" fmla="*/ 0 h 428625"/>
                <a:gd name="connsiteX2" fmla="*/ 190500 w 190500"/>
                <a:gd name="connsiteY2" fmla="*/ 0 h 428625"/>
                <a:gd name="connsiteX0" fmla="*/ 0 w 190500"/>
                <a:gd name="connsiteY0" fmla="*/ 428625 h 428625"/>
                <a:gd name="connsiteX1" fmla="*/ 190500 w 190500"/>
                <a:gd name="connsiteY1" fmla="*/ 0 h 428625"/>
                <a:gd name="connsiteX2" fmla="*/ 190500 w 190500"/>
                <a:gd name="connsiteY2" fmla="*/ 0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428625">
                  <a:moveTo>
                    <a:pt x="0" y="428625"/>
                  </a:moveTo>
                  <a:cubicBezTo>
                    <a:pt x="158750" y="381000"/>
                    <a:pt x="184150" y="142875"/>
                    <a:pt x="190500" y="0"/>
                  </a:cubicBezTo>
                  <a:lnTo>
                    <a:pt x="190500" y="0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022BA64-29C7-D7AD-99D6-E0C4EDF1C1C4}"/>
                </a:ext>
              </a:extLst>
            </p:cNvPr>
            <p:cNvSpPr/>
            <p:nvPr/>
          </p:nvSpPr>
          <p:spPr>
            <a:xfrm>
              <a:off x="5867400" y="4067175"/>
              <a:ext cx="105833" cy="561975"/>
            </a:xfrm>
            <a:custGeom>
              <a:avLst/>
              <a:gdLst>
                <a:gd name="connsiteX0" fmla="*/ 0 w 95250"/>
                <a:gd name="connsiteY0" fmla="*/ 561975 h 561975"/>
                <a:gd name="connsiteX1" fmla="*/ 95250 w 95250"/>
                <a:gd name="connsiteY1" fmla="*/ 0 h 561975"/>
                <a:gd name="connsiteX2" fmla="*/ 95250 w 95250"/>
                <a:gd name="connsiteY2" fmla="*/ 0 h 561975"/>
                <a:gd name="connsiteX0" fmla="*/ 0 w 95250"/>
                <a:gd name="connsiteY0" fmla="*/ 561975 h 561975"/>
                <a:gd name="connsiteX1" fmla="*/ 95250 w 95250"/>
                <a:gd name="connsiteY1" fmla="*/ 0 h 561975"/>
                <a:gd name="connsiteX2" fmla="*/ 95250 w 95250"/>
                <a:gd name="connsiteY2" fmla="*/ 0 h 561975"/>
                <a:gd name="connsiteX0" fmla="*/ 0 w 105833"/>
                <a:gd name="connsiteY0" fmla="*/ 561975 h 561975"/>
                <a:gd name="connsiteX1" fmla="*/ 95250 w 105833"/>
                <a:gd name="connsiteY1" fmla="*/ 0 h 561975"/>
                <a:gd name="connsiteX2" fmla="*/ 95250 w 105833"/>
                <a:gd name="connsiteY2" fmla="*/ 0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833" h="561975">
                  <a:moveTo>
                    <a:pt x="0" y="561975"/>
                  </a:moveTo>
                  <a:cubicBezTo>
                    <a:pt x="127000" y="431800"/>
                    <a:pt x="111125" y="187325"/>
                    <a:pt x="95250" y="0"/>
                  </a:cubicBezTo>
                  <a:lnTo>
                    <a:pt x="95250" y="0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DB46492-F4A5-8582-6CDC-44F73410693D}"/>
                </a:ext>
              </a:extLst>
            </p:cNvPr>
            <p:cNvSpPr/>
            <p:nvPr/>
          </p:nvSpPr>
          <p:spPr>
            <a:xfrm>
              <a:off x="5124450" y="4000500"/>
              <a:ext cx="457200" cy="695325"/>
            </a:xfrm>
            <a:custGeom>
              <a:avLst/>
              <a:gdLst>
                <a:gd name="connsiteX0" fmla="*/ 457200 w 457200"/>
                <a:gd name="connsiteY0" fmla="*/ 695325 h 695325"/>
                <a:gd name="connsiteX1" fmla="*/ 0 w 457200"/>
                <a:gd name="connsiteY1" fmla="*/ 0 h 695325"/>
                <a:gd name="connsiteX2" fmla="*/ 0 w 457200"/>
                <a:gd name="connsiteY2" fmla="*/ 0 h 695325"/>
                <a:gd name="connsiteX0" fmla="*/ 457200 w 457200"/>
                <a:gd name="connsiteY0" fmla="*/ 695325 h 695325"/>
                <a:gd name="connsiteX1" fmla="*/ 0 w 457200"/>
                <a:gd name="connsiteY1" fmla="*/ 0 h 695325"/>
                <a:gd name="connsiteX2" fmla="*/ 0 w 457200"/>
                <a:gd name="connsiteY2" fmla="*/ 0 h 695325"/>
                <a:gd name="connsiteX0" fmla="*/ 457200 w 457200"/>
                <a:gd name="connsiteY0" fmla="*/ 695325 h 695325"/>
                <a:gd name="connsiteX1" fmla="*/ 0 w 457200"/>
                <a:gd name="connsiteY1" fmla="*/ 0 h 695325"/>
                <a:gd name="connsiteX2" fmla="*/ 0 w 457200"/>
                <a:gd name="connsiteY2" fmla="*/ 0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7200" h="695325">
                  <a:moveTo>
                    <a:pt x="457200" y="695325"/>
                  </a:moveTo>
                  <a:cubicBezTo>
                    <a:pt x="123825" y="473075"/>
                    <a:pt x="76200" y="24130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13F140-F8A5-4613-A50B-9F14706B3382}"/>
                </a:ext>
              </a:extLst>
            </p:cNvPr>
            <p:cNvSpPr/>
            <p:nvPr/>
          </p:nvSpPr>
          <p:spPr>
            <a:xfrm>
              <a:off x="4591050" y="3990975"/>
              <a:ext cx="695325" cy="781050"/>
            </a:xfrm>
            <a:custGeom>
              <a:avLst/>
              <a:gdLst>
                <a:gd name="connsiteX0" fmla="*/ 695325 w 695325"/>
                <a:gd name="connsiteY0" fmla="*/ 781050 h 781050"/>
                <a:gd name="connsiteX1" fmla="*/ 0 w 695325"/>
                <a:gd name="connsiteY1" fmla="*/ 0 h 781050"/>
                <a:gd name="connsiteX2" fmla="*/ 0 w 695325"/>
                <a:gd name="connsiteY2" fmla="*/ 0 h 781050"/>
                <a:gd name="connsiteX0" fmla="*/ 695325 w 695325"/>
                <a:gd name="connsiteY0" fmla="*/ 781050 h 781050"/>
                <a:gd name="connsiteX1" fmla="*/ 0 w 695325"/>
                <a:gd name="connsiteY1" fmla="*/ 0 h 781050"/>
                <a:gd name="connsiteX2" fmla="*/ 0 w 695325"/>
                <a:gd name="connsiteY2" fmla="*/ 0 h 781050"/>
                <a:gd name="connsiteX0" fmla="*/ 695325 w 695325"/>
                <a:gd name="connsiteY0" fmla="*/ 781050 h 781050"/>
                <a:gd name="connsiteX1" fmla="*/ 0 w 695325"/>
                <a:gd name="connsiteY1" fmla="*/ 0 h 781050"/>
                <a:gd name="connsiteX2" fmla="*/ 0 w 695325"/>
                <a:gd name="connsiteY2" fmla="*/ 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5325" h="781050">
                  <a:moveTo>
                    <a:pt x="695325" y="781050"/>
                  </a:moveTo>
                  <a:cubicBezTo>
                    <a:pt x="130175" y="701675"/>
                    <a:pt x="41275" y="307975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5035185-2ACE-89D0-AD4C-58060769ED8C}"/>
                </a:ext>
              </a:extLst>
            </p:cNvPr>
            <p:cNvSpPr/>
            <p:nvPr/>
          </p:nvSpPr>
          <p:spPr>
            <a:xfrm>
              <a:off x="4864100" y="1084460"/>
              <a:ext cx="368300" cy="296665"/>
            </a:xfrm>
            <a:custGeom>
              <a:avLst/>
              <a:gdLst>
                <a:gd name="connsiteX0" fmla="*/ 0 w 330200"/>
                <a:gd name="connsiteY0" fmla="*/ 292100 h 292100"/>
                <a:gd name="connsiteX1" fmla="*/ 330200 w 330200"/>
                <a:gd name="connsiteY1" fmla="*/ 0 h 292100"/>
                <a:gd name="connsiteX2" fmla="*/ 330200 w 330200"/>
                <a:gd name="connsiteY2" fmla="*/ 0 h 292100"/>
                <a:gd name="connsiteX0" fmla="*/ 0 w 317500"/>
                <a:gd name="connsiteY0" fmla="*/ 314325 h 314325"/>
                <a:gd name="connsiteX1" fmla="*/ 317500 w 317500"/>
                <a:gd name="connsiteY1" fmla="*/ 0 h 314325"/>
                <a:gd name="connsiteX2" fmla="*/ 317500 w 317500"/>
                <a:gd name="connsiteY2" fmla="*/ 0 h 314325"/>
                <a:gd name="connsiteX0" fmla="*/ 0 w 368300"/>
                <a:gd name="connsiteY0" fmla="*/ 314325 h 314325"/>
                <a:gd name="connsiteX1" fmla="*/ 317500 w 368300"/>
                <a:gd name="connsiteY1" fmla="*/ 0 h 314325"/>
                <a:gd name="connsiteX2" fmla="*/ 368300 w 368300"/>
                <a:gd name="connsiteY2" fmla="*/ 19050 h 314325"/>
                <a:gd name="connsiteX0" fmla="*/ 0 w 368300"/>
                <a:gd name="connsiteY0" fmla="*/ 295275 h 295275"/>
                <a:gd name="connsiteX1" fmla="*/ 368300 w 368300"/>
                <a:gd name="connsiteY1" fmla="*/ 0 h 295275"/>
                <a:gd name="connsiteX0" fmla="*/ 0 w 368300"/>
                <a:gd name="connsiteY0" fmla="*/ 296847 h 296847"/>
                <a:gd name="connsiteX1" fmla="*/ 368300 w 368300"/>
                <a:gd name="connsiteY1" fmla="*/ 1572 h 296847"/>
                <a:gd name="connsiteX0" fmla="*/ 0 w 368300"/>
                <a:gd name="connsiteY0" fmla="*/ 296665 h 296665"/>
                <a:gd name="connsiteX1" fmla="*/ 368300 w 368300"/>
                <a:gd name="connsiteY1" fmla="*/ 1390 h 296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8300" h="296665">
                  <a:moveTo>
                    <a:pt x="0" y="296665"/>
                  </a:moveTo>
                  <a:cubicBezTo>
                    <a:pt x="14817" y="229990"/>
                    <a:pt x="39158" y="-20835"/>
                    <a:pt x="368300" y="1390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70E7F9B-817C-10ED-BADE-30FDDE856CAF}"/>
                </a:ext>
              </a:extLst>
            </p:cNvPr>
            <p:cNvSpPr/>
            <p:nvPr/>
          </p:nvSpPr>
          <p:spPr>
            <a:xfrm>
              <a:off x="5111750" y="1056359"/>
              <a:ext cx="346075" cy="188240"/>
            </a:xfrm>
            <a:custGeom>
              <a:avLst/>
              <a:gdLst>
                <a:gd name="connsiteX0" fmla="*/ 0 w 279400"/>
                <a:gd name="connsiteY0" fmla="*/ 178436 h 178436"/>
                <a:gd name="connsiteX1" fmla="*/ 127000 w 279400"/>
                <a:gd name="connsiteY1" fmla="*/ 636 h 178436"/>
                <a:gd name="connsiteX2" fmla="*/ 279400 w 279400"/>
                <a:gd name="connsiteY2" fmla="*/ 114936 h 178436"/>
                <a:gd name="connsiteX3" fmla="*/ 279400 w 279400"/>
                <a:gd name="connsiteY3" fmla="*/ 114936 h 178436"/>
                <a:gd name="connsiteX0" fmla="*/ 0 w 279400"/>
                <a:gd name="connsiteY0" fmla="*/ 184195 h 184195"/>
                <a:gd name="connsiteX1" fmla="*/ 127000 w 279400"/>
                <a:gd name="connsiteY1" fmla="*/ 6395 h 184195"/>
                <a:gd name="connsiteX2" fmla="*/ 279400 w 279400"/>
                <a:gd name="connsiteY2" fmla="*/ 120695 h 184195"/>
                <a:gd name="connsiteX3" fmla="*/ 279400 w 279400"/>
                <a:gd name="connsiteY3" fmla="*/ 120695 h 184195"/>
                <a:gd name="connsiteX0" fmla="*/ 0 w 279400"/>
                <a:gd name="connsiteY0" fmla="*/ 185059 h 185059"/>
                <a:gd name="connsiteX1" fmla="*/ 127000 w 279400"/>
                <a:gd name="connsiteY1" fmla="*/ 7259 h 185059"/>
                <a:gd name="connsiteX2" fmla="*/ 279400 w 279400"/>
                <a:gd name="connsiteY2" fmla="*/ 121559 h 185059"/>
                <a:gd name="connsiteX3" fmla="*/ 279400 w 279400"/>
                <a:gd name="connsiteY3" fmla="*/ 121559 h 185059"/>
                <a:gd name="connsiteX0" fmla="*/ 0 w 311150"/>
                <a:gd name="connsiteY0" fmla="*/ 191393 h 191393"/>
                <a:gd name="connsiteX1" fmla="*/ 158750 w 311150"/>
                <a:gd name="connsiteY1" fmla="*/ 893 h 191393"/>
                <a:gd name="connsiteX2" fmla="*/ 311150 w 311150"/>
                <a:gd name="connsiteY2" fmla="*/ 115193 h 191393"/>
                <a:gd name="connsiteX3" fmla="*/ 311150 w 311150"/>
                <a:gd name="connsiteY3" fmla="*/ 115193 h 191393"/>
                <a:gd name="connsiteX0" fmla="*/ 0 w 311150"/>
                <a:gd name="connsiteY0" fmla="*/ 191023 h 191023"/>
                <a:gd name="connsiteX1" fmla="*/ 158750 w 311150"/>
                <a:gd name="connsiteY1" fmla="*/ 523 h 191023"/>
                <a:gd name="connsiteX2" fmla="*/ 311150 w 311150"/>
                <a:gd name="connsiteY2" fmla="*/ 114823 h 191023"/>
                <a:gd name="connsiteX3" fmla="*/ 311150 w 311150"/>
                <a:gd name="connsiteY3" fmla="*/ 114823 h 191023"/>
                <a:gd name="connsiteX0" fmla="*/ 0 w 365125"/>
                <a:gd name="connsiteY0" fmla="*/ 191023 h 191023"/>
                <a:gd name="connsiteX1" fmla="*/ 158750 w 365125"/>
                <a:gd name="connsiteY1" fmla="*/ 523 h 191023"/>
                <a:gd name="connsiteX2" fmla="*/ 311150 w 365125"/>
                <a:gd name="connsiteY2" fmla="*/ 114823 h 191023"/>
                <a:gd name="connsiteX3" fmla="*/ 365125 w 365125"/>
                <a:gd name="connsiteY3" fmla="*/ 102123 h 191023"/>
                <a:gd name="connsiteX0" fmla="*/ 0 w 311150"/>
                <a:gd name="connsiteY0" fmla="*/ 191023 h 191023"/>
                <a:gd name="connsiteX1" fmla="*/ 158750 w 311150"/>
                <a:gd name="connsiteY1" fmla="*/ 523 h 191023"/>
                <a:gd name="connsiteX2" fmla="*/ 311150 w 311150"/>
                <a:gd name="connsiteY2" fmla="*/ 114823 h 191023"/>
                <a:gd name="connsiteX0" fmla="*/ 0 w 346075"/>
                <a:gd name="connsiteY0" fmla="*/ 191392 h 191392"/>
                <a:gd name="connsiteX1" fmla="*/ 158750 w 346075"/>
                <a:gd name="connsiteY1" fmla="*/ 892 h 191392"/>
                <a:gd name="connsiteX2" fmla="*/ 346075 w 346075"/>
                <a:gd name="connsiteY2" fmla="*/ 115192 h 191392"/>
                <a:gd name="connsiteX0" fmla="*/ 0 w 346075"/>
                <a:gd name="connsiteY0" fmla="*/ 188240 h 188240"/>
                <a:gd name="connsiteX1" fmla="*/ 168275 w 346075"/>
                <a:gd name="connsiteY1" fmla="*/ 915 h 188240"/>
                <a:gd name="connsiteX2" fmla="*/ 346075 w 346075"/>
                <a:gd name="connsiteY2" fmla="*/ 112040 h 188240"/>
                <a:gd name="connsiteX0" fmla="*/ 0 w 346075"/>
                <a:gd name="connsiteY0" fmla="*/ 188240 h 188240"/>
                <a:gd name="connsiteX1" fmla="*/ 168275 w 346075"/>
                <a:gd name="connsiteY1" fmla="*/ 915 h 188240"/>
                <a:gd name="connsiteX2" fmla="*/ 346075 w 346075"/>
                <a:gd name="connsiteY2" fmla="*/ 112040 h 188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6075" h="188240">
                  <a:moveTo>
                    <a:pt x="0" y="188240"/>
                  </a:moveTo>
                  <a:cubicBezTo>
                    <a:pt x="40216" y="104631"/>
                    <a:pt x="91546" y="13615"/>
                    <a:pt x="168275" y="915"/>
                  </a:cubicBezTo>
                  <a:cubicBezTo>
                    <a:pt x="245004" y="-11785"/>
                    <a:pt x="346075" y="112040"/>
                    <a:pt x="346075" y="112040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7CCC413-0609-AC6A-4039-6661C904A6EB}"/>
                </a:ext>
              </a:extLst>
            </p:cNvPr>
            <p:cNvSpPr/>
            <p:nvPr/>
          </p:nvSpPr>
          <p:spPr>
            <a:xfrm>
              <a:off x="5369585" y="1019174"/>
              <a:ext cx="278740" cy="101602"/>
            </a:xfrm>
            <a:custGeom>
              <a:avLst/>
              <a:gdLst>
                <a:gd name="connsiteX0" fmla="*/ 330200 w 330200"/>
                <a:gd name="connsiteY0" fmla="*/ 76432 h 76432"/>
                <a:gd name="connsiteX1" fmla="*/ 63500 w 330200"/>
                <a:gd name="connsiteY1" fmla="*/ 232 h 76432"/>
                <a:gd name="connsiteX2" fmla="*/ 0 w 330200"/>
                <a:gd name="connsiteY2" fmla="*/ 51032 h 76432"/>
                <a:gd name="connsiteX3" fmla="*/ 0 w 330200"/>
                <a:gd name="connsiteY3" fmla="*/ 51032 h 76432"/>
                <a:gd name="connsiteX0" fmla="*/ 314325 w 314325"/>
                <a:gd name="connsiteY0" fmla="*/ 47642 h 50817"/>
                <a:gd name="connsiteX1" fmla="*/ 63500 w 314325"/>
                <a:gd name="connsiteY1" fmla="*/ 17 h 50817"/>
                <a:gd name="connsiteX2" fmla="*/ 0 w 314325"/>
                <a:gd name="connsiteY2" fmla="*/ 50817 h 50817"/>
                <a:gd name="connsiteX3" fmla="*/ 0 w 314325"/>
                <a:gd name="connsiteY3" fmla="*/ 50817 h 50817"/>
                <a:gd name="connsiteX0" fmla="*/ 314325 w 314325"/>
                <a:gd name="connsiteY0" fmla="*/ 47642 h 165117"/>
                <a:gd name="connsiteX1" fmla="*/ 63500 w 314325"/>
                <a:gd name="connsiteY1" fmla="*/ 17 h 165117"/>
                <a:gd name="connsiteX2" fmla="*/ 0 w 314325"/>
                <a:gd name="connsiteY2" fmla="*/ 50817 h 165117"/>
                <a:gd name="connsiteX3" fmla="*/ 101600 w 314325"/>
                <a:gd name="connsiteY3" fmla="*/ 165117 h 165117"/>
                <a:gd name="connsiteX0" fmla="*/ 261260 w 261260"/>
                <a:gd name="connsiteY0" fmla="*/ 53666 h 171141"/>
                <a:gd name="connsiteX1" fmla="*/ 10435 w 261260"/>
                <a:gd name="connsiteY1" fmla="*/ 6041 h 171141"/>
                <a:gd name="connsiteX2" fmla="*/ 48535 w 261260"/>
                <a:gd name="connsiteY2" fmla="*/ 171141 h 171141"/>
                <a:gd name="connsiteX0" fmla="*/ 275591 w 275591"/>
                <a:gd name="connsiteY0" fmla="*/ 25611 h 143086"/>
                <a:gd name="connsiteX1" fmla="*/ 8891 w 275591"/>
                <a:gd name="connsiteY1" fmla="*/ 16086 h 143086"/>
                <a:gd name="connsiteX2" fmla="*/ 62866 w 275591"/>
                <a:gd name="connsiteY2" fmla="*/ 143086 h 143086"/>
                <a:gd name="connsiteX0" fmla="*/ 284077 w 284077"/>
                <a:gd name="connsiteY0" fmla="*/ 25611 h 143086"/>
                <a:gd name="connsiteX1" fmla="*/ 17377 w 284077"/>
                <a:gd name="connsiteY1" fmla="*/ 16086 h 143086"/>
                <a:gd name="connsiteX2" fmla="*/ 71352 w 284077"/>
                <a:gd name="connsiteY2" fmla="*/ 143086 h 143086"/>
                <a:gd name="connsiteX0" fmla="*/ 295785 w 295785"/>
                <a:gd name="connsiteY0" fmla="*/ 34660 h 152135"/>
                <a:gd name="connsiteX1" fmla="*/ 29085 w 295785"/>
                <a:gd name="connsiteY1" fmla="*/ 25135 h 152135"/>
                <a:gd name="connsiteX2" fmla="*/ 83060 w 295785"/>
                <a:gd name="connsiteY2" fmla="*/ 152135 h 152135"/>
                <a:gd name="connsiteX0" fmla="*/ 262136 w 262136"/>
                <a:gd name="connsiteY0" fmla="*/ 30482 h 138432"/>
                <a:gd name="connsiteX1" fmla="*/ 8136 w 262136"/>
                <a:gd name="connsiteY1" fmla="*/ 11432 h 138432"/>
                <a:gd name="connsiteX2" fmla="*/ 62111 w 262136"/>
                <a:gd name="connsiteY2" fmla="*/ 138432 h 138432"/>
                <a:gd name="connsiteX0" fmla="*/ 254000 w 254000"/>
                <a:gd name="connsiteY0" fmla="*/ 30482 h 30482"/>
                <a:gd name="connsiteX1" fmla="*/ 0 w 254000"/>
                <a:gd name="connsiteY1" fmla="*/ 11432 h 30482"/>
                <a:gd name="connsiteX0" fmla="*/ 355600 w 355600"/>
                <a:gd name="connsiteY0" fmla="*/ 16701 h 29401"/>
                <a:gd name="connsiteX1" fmla="*/ 0 w 355600"/>
                <a:gd name="connsiteY1" fmla="*/ 29401 h 29401"/>
                <a:gd name="connsiteX0" fmla="*/ 355600 w 355600"/>
                <a:gd name="connsiteY0" fmla="*/ 47172 h 59872"/>
                <a:gd name="connsiteX1" fmla="*/ 0 w 355600"/>
                <a:gd name="connsiteY1" fmla="*/ 59872 h 59872"/>
                <a:gd name="connsiteX0" fmla="*/ 269875 w 269875"/>
                <a:gd name="connsiteY0" fmla="*/ 24182 h 84507"/>
                <a:gd name="connsiteX1" fmla="*/ 0 w 269875"/>
                <a:gd name="connsiteY1" fmla="*/ 84507 h 84507"/>
                <a:gd name="connsiteX0" fmla="*/ 278740 w 278740"/>
                <a:gd name="connsiteY0" fmla="*/ 41277 h 101602"/>
                <a:gd name="connsiteX1" fmla="*/ 8865 w 278740"/>
                <a:gd name="connsiteY1" fmla="*/ 101602 h 101602"/>
                <a:gd name="connsiteX0" fmla="*/ 278740 w 278740"/>
                <a:gd name="connsiteY0" fmla="*/ 41277 h 101602"/>
                <a:gd name="connsiteX1" fmla="*/ 8865 w 278740"/>
                <a:gd name="connsiteY1" fmla="*/ 101602 h 10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8740" h="101602">
                  <a:moveTo>
                    <a:pt x="278740" y="41277"/>
                  </a:moveTo>
                  <a:cubicBezTo>
                    <a:pt x="172906" y="5293"/>
                    <a:pt x="-46698" y="-52915"/>
                    <a:pt x="8865" y="101602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7600127-B6DF-62D7-C889-7AA8BBCA7760}"/>
              </a:ext>
            </a:extLst>
          </p:cNvPr>
          <p:cNvGrpSpPr/>
          <p:nvPr/>
        </p:nvGrpSpPr>
        <p:grpSpPr>
          <a:xfrm>
            <a:off x="349630" y="882505"/>
            <a:ext cx="3281678" cy="6456840"/>
            <a:chOff x="4270356" y="919859"/>
            <a:chExt cx="2907849" cy="5721316"/>
          </a:xfrm>
          <a:solidFill>
            <a:schemeClr val="bg1"/>
          </a:solidFill>
        </p:grpSpPr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0BC30C56-69DD-AB68-54FD-919BFD236C66}"/>
                </a:ext>
              </a:extLst>
            </p:cNvPr>
            <p:cNvSpPr/>
            <p:nvPr/>
          </p:nvSpPr>
          <p:spPr>
            <a:xfrm>
              <a:off x="4270356" y="919859"/>
              <a:ext cx="2907849" cy="3989395"/>
            </a:xfrm>
            <a:custGeom>
              <a:avLst/>
              <a:gdLst>
                <a:gd name="connsiteX0" fmla="*/ 0 w 1537252"/>
                <a:gd name="connsiteY0" fmla="*/ 0 h 1749287"/>
                <a:gd name="connsiteX1" fmla="*/ 1537252 w 1537252"/>
                <a:gd name="connsiteY1" fmla="*/ 0 h 1749287"/>
                <a:gd name="connsiteX2" fmla="*/ 1537252 w 1537252"/>
                <a:gd name="connsiteY2" fmla="*/ 1749287 h 1749287"/>
                <a:gd name="connsiteX3" fmla="*/ 0 w 1537252"/>
                <a:gd name="connsiteY3" fmla="*/ 1749287 h 1749287"/>
                <a:gd name="connsiteX4" fmla="*/ 0 w 1537252"/>
                <a:gd name="connsiteY4" fmla="*/ 0 h 1749287"/>
                <a:gd name="connsiteX0" fmla="*/ 477078 w 1537252"/>
                <a:gd name="connsiteY0" fmla="*/ 0 h 1987826"/>
                <a:gd name="connsiteX1" fmla="*/ 1537252 w 1537252"/>
                <a:gd name="connsiteY1" fmla="*/ 238539 h 1987826"/>
                <a:gd name="connsiteX2" fmla="*/ 1537252 w 1537252"/>
                <a:gd name="connsiteY2" fmla="*/ 1987826 h 1987826"/>
                <a:gd name="connsiteX3" fmla="*/ 0 w 1537252"/>
                <a:gd name="connsiteY3" fmla="*/ 1987826 h 1987826"/>
                <a:gd name="connsiteX4" fmla="*/ 477078 w 1537252"/>
                <a:gd name="connsiteY4" fmla="*/ 0 h 1987826"/>
                <a:gd name="connsiteX0" fmla="*/ 609599 w 1669773"/>
                <a:gd name="connsiteY0" fmla="*/ 0 h 1987826"/>
                <a:gd name="connsiteX1" fmla="*/ 1669773 w 1669773"/>
                <a:gd name="connsiteY1" fmla="*/ 238539 h 1987826"/>
                <a:gd name="connsiteX2" fmla="*/ 1669773 w 1669773"/>
                <a:gd name="connsiteY2" fmla="*/ 1987826 h 1987826"/>
                <a:gd name="connsiteX3" fmla="*/ 0 w 1669773"/>
                <a:gd name="connsiteY3" fmla="*/ 1974574 h 1987826"/>
                <a:gd name="connsiteX4" fmla="*/ 609599 w 1669773"/>
                <a:gd name="connsiteY4" fmla="*/ 0 h 1987826"/>
                <a:gd name="connsiteX0" fmla="*/ 609599 w 1881808"/>
                <a:gd name="connsiteY0" fmla="*/ 0 h 1987826"/>
                <a:gd name="connsiteX1" fmla="*/ 1881808 w 1881808"/>
                <a:gd name="connsiteY1" fmla="*/ 1497495 h 1987826"/>
                <a:gd name="connsiteX2" fmla="*/ 1669773 w 1881808"/>
                <a:gd name="connsiteY2" fmla="*/ 1987826 h 1987826"/>
                <a:gd name="connsiteX3" fmla="*/ 0 w 1881808"/>
                <a:gd name="connsiteY3" fmla="*/ 1974574 h 1987826"/>
                <a:gd name="connsiteX4" fmla="*/ 609599 w 1881808"/>
                <a:gd name="connsiteY4" fmla="*/ 0 h 1987826"/>
                <a:gd name="connsiteX0" fmla="*/ 609599 w 1881808"/>
                <a:gd name="connsiteY0" fmla="*/ 0 h 3803374"/>
                <a:gd name="connsiteX1" fmla="*/ 1881808 w 1881808"/>
                <a:gd name="connsiteY1" fmla="*/ 1497495 h 3803374"/>
                <a:gd name="connsiteX2" fmla="*/ 1497494 w 1881808"/>
                <a:gd name="connsiteY2" fmla="*/ 3803374 h 3803374"/>
                <a:gd name="connsiteX3" fmla="*/ 0 w 1881808"/>
                <a:gd name="connsiteY3" fmla="*/ 1974574 h 3803374"/>
                <a:gd name="connsiteX4" fmla="*/ 609599 w 1881808"/>
                <a:gd name="connsiteY4" fmla="*/ 0 h 3803374"/>
                <a:gd name="connsiteX0" fmla="*/ 651541 w 1923750"/>
                <a:gd name="connsiteY0" fmla="*/ 0 h 3938541"/>
                <a:gd name="connsiteX1" fmla="*/ 1923750 w 1923750"/>
                <a:gd name="connsiteY1" fmla="*/ 1497495 h 3938541"/>
                <a:gd name="connsiteX2" fmla="*/ 1539436 w 1923750"/>
                <a:gd name="connsiteY2" fmla="*/ 3803374 h 3938541"/>
                <a:gd name="connsiteX3" fmla="*/ 41942 w 1923750"/>
                <a:gd name="connsiteY3" fmla="*/ 1974574 h 3938541"/>
                <a:gd name="connsiteX4" fmla="*/ 651541 w 1923750"/>
                <a:gd name="connsiteY4" fmla="*/ 0 h 3938541"/>
                <a:gd name="connsiteX0" fmla="*/ 937747 w 2209956"/>
                <a:gd name="connsiteY0" fmla="*/ 0 h 3928594"/>
                <a:gd name="connsiteX1" fmla="*/ 2209956 w 2209956"/>
                <a:gd name="connsiteY1" fmla="*/ 1497495 h 3928594"/>
                <a:gd name="connsiteX2" fmla="*/ 1825642 w 2209956"/>
                <a:gd name="connsiteY2" fmla="*/ 3803374 h 3928594"/>
                <a:gd name="connsiteX3" fmla="*/ 328148 w 2209956"/>
                <a:gd name="connsiteY3" fmla="*/ 1974574 h 3928594"/>
                <a:gd name="connsiteX4" fmla="*/ 937747 w 2209956"/>
                <a:gd name="connsiteY4" fmla="*/ 0 h 3928594"/>
                <a:gd name="connsiteX0" fmla="*/ 937747 w 2721033"/>
                <a:gd name="connsiteY0" fmla="*/ 0 h 3928594"/>
                <a:gd name="connsiteX1" fmla="*/ 2209956 w 2721033"/>
                <a:gd name="connsiteY1" fmla="*/ 1497495 h 3928594"/>
                <a:gd name="connsiteX2" fmla="*/ 1825642 w 2721033"/>
                <a:gd name="connsiteY2" fmla="*/ 3803374 h 3928594"/>
                <a:gd name="connsiteX3" fmla="*/ 328148 w 2721033"/>
                <a:gd name="connsiteY3" fmla="*/ 1974574 h 3928594"/>
                <a:gd name="connsiteX4" fmla="*/ 937747 w 2721033"/>
                <a:gd name="connsiteY4" fmla="*/ 0 h 3928594"/>
                <a:gd name="connsiteX0" fmla="*/ 937747 w 2841827"/>
                <a:gd name="connsiteY0" fmla="*/ 0 h 3928594"/>
                <a:gd name="connsiteX1" fmla="*/ 2209956 w 2841827"/>
                <a:gd name="connsiteY1" fmla="*/ 1497495 h 3928594"/>
                <a:gd name="connsiteX2" fmla="*/ 1825642 w 2841827"/>
                <a:gd name="connsiteY2" fmla="*/ 3803374 h 3928594"/>
                <a:gd name="connsiteX3" fmla="*/ 328148 w 2841827"/>
                <a:gd name="connsiteY3" fmla="*/ 1974574 h 3928594"/>
                <a:gd name="connsiteX4" fmla="*/ 937747 w 2841827"/>
                <a:gd name="connsiteY4" fmla="*/ 0 h 3928594"/>
                <a:gd name="connsiteX0" fmla="*/ 937747 w 2954843"/>
                <a:gd name="connsiteY0" fmla="*/ 0 h 3928594"/>
                <a:gd name="connsiteX1" fmla="*/ 2209956 w 2954843"/>
                <a:gd name="connsiteY1" fmla="*/ 1497495 h 3928594"/>
                <a:gd name="connsiteX2" fmla="*/ 1825642 w 2954843"/>
                <a:gd name="connsiteY2" fmla="*/ 3803374 h 3928594"/>
                <a:gd name="connsiteX3" fmla="*/ 328148 w 2954843"/>
                <a:gd name="connsiteY3" fmla="*/ 1974574 h 3928594"/>
                <a:gd name="connsiteX4" fmla="*/ 937747 w 2954843"/>
                <a:gd name="connsiteY4" fmla="*/ 0 h 3928594"/>
                <a:gd name="connsiteX0" fmla="*/ 937747 w 2954843"/>
                <a:gd name="connsiteY0" fmla="*/ 43468 h 3972062"/>
                <a:gd name="connsiteX1" fmla="*/ 2209956 w 2954843"/>
                <a:gd name="connsiteY1" fmla="*/ 1540963 h 3972062"/>
                <a:gd name="connsiteX2" fmla="*/ 1825642 w 2954843"/>
                <a:gd name="connsiteY2" fmla="*/ 3846842 h 3972062"/>
                <a:gd name="connsiteX3" fmla="*/ 328148 w 2954843"/>
                <a:gd name="connsiteY3" fmla="*/ 2018042 h 3972062"/>
                <a:gd name="connsiteX4" fmla="*/ 937747 w 2954843"/>
                <a:gd name="connsiteY4" fmla="*/ 43468 h 3972062"/>
                <a:gd name="connsiteX0" fmla="*/ 937747 w 2954843"/>
                <a:gd name="connsiteY0" fmla="*/ 40112 h 3968706"/>
                <a:gd name="connsiteX1" fmla="*/ 2209956 w 2954843"/>
                <a:gd name="connsiteY1" fmla="*/ 1537607 h 3968706"/>
                <a:gd name="connsiteX2" fmla="*/ 1825642 w 2954843"/>
                <a:gd name="connsiteY2" fmla="*/ 3843486 h 3968706"/>
                <a:gd name="connsiteX3" fmla="*/ 328148 w 2954843"/>
                <a:gd name="connsiteY3" fmla="*/ 2014686 h 3968706"/>
                <a:gd name="connsiteX4" fmla="*/ 937747 w 2954843"/>
                <a:gd name="connsiteY4" fmla="*/ 40112 h 3968706"/>
                <a:gd name="connsiteX0" fmla="*/ 937747 w 2954843"/>
                <a:gd name="connsiteY0" fmla="*/ 40112 h 3968706"/>
                <a:gd name="connsiteX1" fmla="*/ 2209956 w 2954843"/>
                <a:gd name="connsiteY1" fmla="*/ 1537607 h 3968706"/>
                <a:gd name="connsiteX2" fmla="*/ 1825642 w 2954843"/>
                <a:gd name="connsiteY2" fmla="*/ 3843486 h 3968706"/>
                <a:gd name="connsiteX3" fmla="*/ 328148 w 2954843"/>
                <a:gd name="connsiteY3" fmla="*/ 2014686 h 3968706"/>
                <a:gd name="connsiteX4" fmla="*/ 937747 w 2954843"/>
                <a:gd name="connsiteY4" fmla="*/ 40112 h 3968706"/>
                <a:gd name="connsiteX0" fmla="*/ 937747 w 2886860"/>
                <a:gd name="connsiteY0" fmla="*/ 40112 h 3968706"/>
                <a:gd name="connsiteX1" fmla="*/ 2209956 w 2886860"/>
                <a:gd name="connsiteY1" fmla="*/ 1537607 h 3968706"/>
                <a:gd name="connsiteX2" fmla="*/ 1825642 w 2886860"/>
                <a:gd name="connsiteY2" fmla="*/ 3843486 h 3968706"/>
                <a:gd name="connsiteX3" fmla="*/ 328148 w 2886860"/>
                <a:gd name="connsiteY3" fmla="*/ 2014686 h 3968706"/>
                <a:gd name="connsiteX4" fmla="*/ 937747 w 2886860"/>
                <a:gd name="connsiteY4" fmla="*/ 40112 h 3968706"/>
                <a:gd name="connsiteX0" fmla="*/ 937747 w 2940435"/>
                <a:gd name="connsiteY0" fmla="*/ 40112 h 3968706"/>
                <a:gd name="connsiteX1" fmla="*/ 2209956 w 2940435"/>
                <a:gd name="connsiteY1" fmla="*/ 1537607 h 3968706"/>
                <a:gd name="connsiteX2" fmla="*/ 1825642 w 2940435"/>
                <a:gd name="connsiteY2" fmla="*/ 3843486 h 3968706"/>
                <a:gd name="connsiteX3" fmla="*/ 328148 w 2940435"/>
                <a:gd name="connsiteY3" fmla="*/ 2014686 h 3968706"/>
                <a:gd name="connsiteX4" fmla="*/ 937747 w 2940435"/>
                <a:gd name="connsiteY4" fmla="*/ 40112 h 3968706"/>
                <a:gd name="connsiteX0" fmla="*/ 937747 w 2970463"/>
                <a:gd name="connsiteY0" fmla="*/ 40112 h 3968706"/>
                <a:gd name="connsiteX1" fmla="*/ 2209956 w 2970463"/>
                <a:gd name="connsiteY1" fmla="*/ 1537607 h 3968706"/>
                <a:gd name="connsiteX2" fmla="*/ 1825642 w 2970463"/>
                <a:gd name="connsiteY2" fmla="*/ 3843486 h 3968706"/>
                <a:gd name="connsiteX3" fmla="*/ 328148 w 2970463"/>
                <a:gd name="connsiteY3" fmla="*/ 2014686 h 3968706"/>
                <a:gd name="connsiteX4" fmla="*/ 937747 w 2970463"/>
                <a:gd name="connsiteY4" fmla="*/ 40112 h 3968706"/>
                <a:gd name="connsiteX0" fmla="*/ 937747 w 2821274"/>
                <a:gd name="connsiteY0" fmla="*/ 40112 h 3968706"/>
                <a:gd name="connsiteX1" fmla="*/ 2209956 w 2821274"/>
                <a:gd name="connsiteY1" fmla="*/ 1537607 h 3968706"/>
                <a:gd name="connsiteX2" fmla="*/ 1825642 w 2821274"/>
                <a:gd name="connsiteY2" fmla="*/ 3843486 h 3968706"/>
                <a:gd name="connsiteX3" fmla="*/ 328148 w 2821274"/>
                <a:gd name="connsiteY3" fmla="*/ 2014686 h 3968706"/>
                <a:gd name="connsiteX4" fmla="*/ 937747 w 2821274"/>
                <a:gd name="connsiteY4" fmla="*/ 40112 h 3968706"/>
                <a:gd name="connsiteX0" fmla="*/ 937747 w 2569808"/>
                <a:gd name="connsiteY0" fmla="*/ 40112 h 3968706"/>
                <a:gd name="connsiteX1" fmla="*/ 2209956 w 2569808"/>
                <a:gd name="connsiteY1" fmla="*/ 1537607 h 3968706"/>
                <a:gd name="connsiteX2" fmla="*/ 2554513 w 2569808"/>
                <a:gd name="connsiteY2" fmla="*/ 2226721 h 3968706"/>
                <a:gd name="connsiteX3" fmla="*/ 1825642 w 2569808"/>
                <a:gd name="connsiteY3" fmla="*/ 3843486 h 3968706"/>
                <a:gd name="connsiteX4" fmla="*/ 328148 w 2569808"/>
                <a:gd name="connsiteY4" fmla="*/ 2014686 h 3968706"/>
                <a:gd name="connsiteX5" fmla="*/ 937747 w 2569808"/>
                <a:gd name="connsiteY5" fmla="*/ 40112 h 3968706"/>
                <a:gd name="connsiteX0" fmla="*/ 937747 w 2565325"/>
                <a:gd name="connsiteY0" fmla="*/ 40112 h 3968706"/>
                <a:gd name="connsiteX1" fmla="*/ 2209956 w 2565325"/>
                <a:gd name="connsiteY1" fmla="*/ 1537607 h 3968706"/>
                <a:gd name="connsiteX2" fmla="*/ 2554513 w 2565325"/>
                <a:gd name="connsiteY2" fmla="*/ 2226721 h 3968706"/>
                <a:gd name="connsiteX3" fmla="*/ 1825642 w 2565325"/>
                <a:gd name="connsiteY3" fmla="*/ 3843486 h 3968706"/>
                <a:gd name="connsiteX4" fmla="*/ 328148 w 2565325"/>
                <a:gd name="connsiteY4" fmla="*/ 2014686 h 3968706"/>
                <a:gd name="connsiteX5" fmla="*/ 937747 w 2565325"/>
                <a:gd name="connsiteY5" fmla="*/ 40112 h 3968706"/>
                <a:gd name="connsiteX0" fmla="*/ 937747 w 2554513"/>
                <a:gd name="connsiteY0" fmla="*/ 40112 h 3968706"/>
                <a:gd name="connsiteX1" fmla="*/ 2209956 w 2554513"/>
                <a:gd name="connsiteY1" fmla="*/ 1537607 h 3968706"/>
                <a:gd name="connsiteX2" fmla="*/ 2554513 w 2554513"/>
                <a:gd name="connsiteY2" fmla="*/ 2226721 h 3968706"/>
                <a:gd name="connsiteX3" fmla="*/ 1825642 w 2554513"/>
                <a:gd name="connsiteY3" fmla="*/ 3843486 h 3968706"/>
                <a:gd name="connsiteX4" fmla="*/ 328148 w 2554513"/>
                <a:gd name="connsiteY4" fmla="*/ 2014686 h 3968706"/>
                <a:gd name="connsiteX5" fmla="*/ 937747 w 2554513"/>
                <a:gd name="connsiteY5" fmla="*/ 40112 h 3968706"/>
                <a:gd name="connsiteX0" fmla="*/ 937747 w 2873669"/>
                <a:gd name="connsiteY0" fmla="*/ 40112 h 3968706"/>
                <a:gd name="connsiteX1" fmla="*/ 2209956 w 2873669"/>
                <a:gd name="connsiteY1" fmla="*/ 1537607 h 3968706"/>
                <a:gd name="connsiteX2" fmla="*/ 2554513 w 2873669"/>
                <a:gd name="connsiteY2" fmla="*/ 2226721 h 3968706"/>
                <a:gd name="connsiteX3" fmla="*/ 1825642 w 2873669"/>
                <a:gd name="connsiteY3" fmla="*/ 3843486 h 3968706"/>
                <a:gd name="connsiteX4" fmla="*/ 328148 w 2873669"/>
                <a:gd name="connsiteY4" fmla="*/ 2014686 h 3968706"/>
                <a:gd name="connsiteX5" fmla="*/ 937747 w 2873669"/>
                <a:gd name="connsiteY5" fmla="*/ 40112 h 3968706"/>
                <a:gd name="connsiteX0" fmla="*/ 937747 w 2935301"/>
                <a:gd name="connsiteY0" fmla="*/ 40112 h 3968706"/>
                <a:gd name="connsiteX1" fmla="*/ 2209956 w 2935301"/>
                <a:gd name="connsiteY1" fmla="*/ 1537607 h 3968706"/>
                <a:gd name="connsiteX2" fmla="*/ 2554513 w 2935301"/>
                <a:gd name="connsiteY2" fmla="*/ 2226721 h 3968706"/>
                <a:gd name="connsiteX3" fmla="*/ 1825642 w 2935301"/>
                <a:gd name="connsiteY3" fmla="*/ 3843486 h 3968706"/>
                <a:gd name="connsiteX4" fmla="*/ 328148 w 2935301"/>
                <a:gd name="connsiteY4" fmla="*/ 2014686 h 3968706"/>
                <a:gd name="connsiteX5" fmla="*/ 937747 w 2935301"/>
                <a:gd name="connsiteY5" fmla="*/ 40112 h 3968706"/>
                <a:gd name="connsiteX0" fmla="*/ 937747 w 2937825"/>
                <a:gd name="connsiteY0" fmla="*/ 40112 h 3968706"/>
                <a:gd name="connsiteX1" fmla="*/ 2209956 w 2937825"/>
                <a:gd name="connsiteY1" fmla="*/ 1537607 h 3968706"/>
                <a:gd name="connsiteX2" fmla="*/ 2554513 w 2937825"/>
                <a:gd name="connsiteY2" fmla="*/ 2226721 h 3968706"/>
                <a:gd name="connsiteX3" fmla="*/ 1825642 w 2937825"/>
                <a:gd name="connsiteY3" fmla="*/ 3843486 h 3968706"/>
                <a:gd name="connsiteX4" fmla="*/ 328148 w 2937825"/>
                <a:gd name="connsiteY4" fmla="*/ 2014686 h 3968706"/>
                <a:gd name="connsiteX5" fmla="*/ 937747 w 2937825"/>
                <a:gd name="connsiteY5" fmla="*/ 40112 h 3968706"/>
                <a:gd name="connsiteX0" fmla="*/ 937747 w 2937825"/>
                <a:gd name="connsiteY0" fmla="*/ 52848 h 3981442"/>
                <a:gd name="connsiteX1" fmla="*/ 2209956 w 2937825"/>
                <a:gd name="connsiteY1" fmla="*/ 1550343 h 3981442"/>
                <a:gd name="connsiteX2" fmla="*/ 2554513 w 2937825"/>
                <a:gd name="connsiteY2" fmla="*/ 2239457 h 3981442"/>
                <a:gd name="connsiteX3" fmla="*/ 1825642 w 2937825"/>
                <a:gd name="connsiteY3" fmla="*/ 3856222 h 3981442"/>
                <a:gd name="connsiteX4" fmla="*/ 328148 w 2937825"/>
                <a:gd name="connsiteY4" fmla="*/ 2027422 h 3981442"/>
                <a:gd name="connsiteX5" fmla="*/ 937747 w 2937825"/>
                <a:gd name="connsiteY5" fmla="*/ 52848 h 3981442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60232"/>
                <a:gd name="connsiteY0" fmla="*/ 63100 h 3991694"/>
                <a:gd name="connsiteX1" fmla="*/ 2209956 w 2960232"/>
                <a:gd name="connsiteY1" fmla="*/ 1560595 h 3991694"/>
                <a:gd name="connsiteX2" fmla="*/ 2583088 w 2960232"/>
                <a:gd name="connsiteY2" fmla="*/ 2249709 h 3991694"/>
                <a:gd name="connsiteX3" fmla="*/ 1825642 w 2960232"/>
                <a:gd name="connsiteY3" fmla="*/ 3866474 h 3991694"/>
                <a:gd name="connsiteX4" fmla="*/ 328148 w 2960232"/>
                <a:gd name="connsiteY4" fmla="*/ 2037674 h 3991694"/>
                <a:gd name="connsiteX5" fmla="*/ 937747 w 2960232"/>
                <a:gd name="connsiteY5" fmla="*/ 63100 h 3991694"/>
                <a:gd name="connsiteX0" fmla="*/ 937747 w 2907849"/>
                <a:gd name="connsiteY0" fmla="*/ 63100 h 3991694"/>
                <a:gd name="connsiteX1" fmla="*/ 2209956 w 2907849"/>
                <a:gd name="connsiteY1" fmla="*/ 1560595 h 3991694"/>
                <a:gd name="connsiteX2" fmla="*/ 2583088 w 2907849"/>
                <a:gd name="connsiteY2" fmla="*/ 2249709 h 3991694"/>
                <a:gd name="connsiteX3" fmla="*/ 1825642 w 2907849"/>
                <a:gd name="connsiteY3" fmla="*/ 3866474 h 3991694"/>
                <a:gd name="connsiteX4" fmla="*/ 328148 w 2907849"/>
                <a:gd name="connsiteY4" fmla="*/ 2037674 h 3991694"/>
                <a:gd name="connsiteX5" fmla="*/ 937747 w 2907849"/>
                <a:gd name="connsiteY5" fmla="*/ 63100 h 3991694"/>
                <a:gd name="connsiteX0" fmla="*/ 937747 w 2907849"/>
                <a:gd name="connsiteY0" fmla="*/ 63100 h 3991694"/>
                <a:gd name="connsiteX1" fmla="*/ 2209956 w 2907849"/>
                <a:gd name="connsiteY1" fmla="*/ 1560595 h 3991694"/>
                <a:gd name="connsiteX2" fmla="*/ 2583088 w 2907849"/>
                <a:gd name="connsiteY2" fmla="*/ 2249709 h 3991694"/>
                <a:gd name="connsiteX3" fmla="*/ 1825642 w 2907849"/>
                <a:gd name="connsiteY3" fmla="*/ 3866474 h 3991694"/>
                <a:gd name="connsiteX4" fmla="*/ 328148 w 2907849"/>
                <a:gd name="connsiteY4" fmla="*/ 2037674 h 3991694"/>
                <a:gd name="connsiteX5" fmla="*/ 937747 w 2907849"/>
                <a:gd name="connsiteY5" fmla="*/ 63100 h 3991694"/>
                <a:gd name="connsiteX0" fmla="*/ 937747 w 2907849"/>
                <a:gd name="connsiteY0" fmla="*/ 62368 h 3990962"/>
                <a:gd name="connsiteX1" fmla="*/ 2209956 w 2907849"/>
                <a:gd name="connsiteY1" fmla="*/ 1559863 h 3990962"/>
                <a:gd name="connsiteX2" fmla="*/ 2583088 w 2907849"/>
                <a:gd name="connsiteY2" fmla="*/ 2248977 h 3990962"/>
                <a:gd name="connsiteX3" fmla="*/ 1825642 w 2907849"/>
                <a:gd name="connsiteY3" fmla="*/ 3865742 h 3990962"/>
                <a:gd name="connsiteX4" fmla="*/ 328148 w 2907849"/>
                <a:gd name="connsiteY4" fmla="*/ 2036942 h 3990962"/>
                <a:gd name="connsiteX5" fmla="*/ 937747 w 2907849"/>
                <a:gd name="connsiteY5" fmla="*/ 62368 h 3990962"/>
                <a:gd name="connsiteX0" fmla="*/ 937747 w 2907849"/>
                <a:gd name="connsiteY0" fmla="*/ 61752 h 3990346"/>
                <a:gd name="connsiteX1" fmla="*/ 2209956 w 2907849"/>
                <a:gd name="connsiteY1" fmla="*/ 1559247 h 3990346"/>
                <a:gd name="connsiteX2" fmla="*/ 2583088 w 2907849"/>
                <a:gd name="connsiteY2" fmla="*/ 2248361 h 3990346"/>
                <a:gd name="connsiteX3" fmla="*/ 1825642 w 2907849"/>
                <a:gd name="connsiteY3" fmla="*/ 3865126 h 3990346"/>
                <a:gd name="connsiteX4" fmla="*/ 328148 w 2907849"/>
                <a:gd name="connsiteY4" fmla="*/ 2036326 h 3990346"/>
                <a:gd name="connsiteX5" fmla="*/ 937747 w 2907849"/>
                <a:gd name="connsiteY5" fmla="*/ 61752 h 3990346"/>
                <a:gd name="connsiteX0" fmla="*/ 937747 w 2907849"/>
                <a:gd name="connsiteY0" fmla="*/ 63313 h 3991907"/>
                <a:gd name="connsiteX1" fmla="*/ 2209956 w 2907849"/>
                <a:gd name="connsiteY1" fmla="*/ 1560808 h 3991907"/>
                <a:gd name="connsiteX2" fmla="*/ 2583088 w 2907849"/>
                <a:gd name="connsiteY2" fmla="*/ 2249922 h 3991907"/>
                <a:gd name="connsiteX3" fmla="*/ 1825642 w 2907849"/>
                <a:gd name="connsiteY3" fmla="*/ 3866687 h 3991907"/>
                <a:gd name="connsiteX4" fmla="*/ 328148 w 2907849"/>
                <a:gd name="connsiteY4" fmla="*/ 2037887 h 3991907"/>
                <a:gd name="connsiteX5" fmla="*/ 937747 w 2907849"/>
                <a:gd name="connsiteY5" fmla="*/ 63313 h 3991907"/>
                <a:gd name="connsiteX0" fmla="*/ 937747 w 2907849"/>
                <a:gd name="connsiteY0" fmla="*/ 60801 h 3989395"/>
                <a:gd name="connsiteX1" fmla="*/ 2209956 w 2907849"/>
                <a:gd name="connsiteY1" fmla="*/ 1558296 h 3989395"/>
                <a:gd name="connsiteX2" fmla="*/ 2583088 w 2907849"/>
                <a:gd name="connsiteY2" fmla="*/ 2247410 h 3989395"/>
                <a:gd name="connsiteX3" fmla="*/ 1825642 w 2907849"/>
                <a:gd name="connsiteY3" fmla="*/ 3864175 h 3989395"/>
                <a:gd name="connsiteX4" fmla="*/ 328148 w 2907849"/>
                <a:gd name="connsiteY4" fmla="*/ 2035375 h 3989395"/>
                <a:gd name="connsiteX5" fmla="*/ 937747 w 2907849"/>
                <a:gd name="connsiteY5" fmla="*/ 60801 h 3989395"/>
                <a:gd name="connsiteX0" fmla="*/ 937747 w 2907849"/>
                <a:gd name="connsiteY0" fmla="*/ 60801 h 3989395"/>
                <a:gd name="connsiteX1" fmla="*/ 2209956 w 2907849"/>
                <a:gd name="connsiteY1" fmla="*/ 1558296 h 3989395"/>
                <a:gd name="connsiteX2" fmla="*/ 2583088 w 2907849"/>
                <a:gd name="connsiteY2" fmla="*/ 2247410 h 3989395"/>
                <a:gd name="connsiteX3" fmla="*/ 1825642 w 2907849"/>
                <a:gd name="connsiteY3" fmla="*/ 3864175 h 3989395"/>
                <a:gd name="connsiteX4" fmla="*/ 328148 w 2907849"/>
                <a:gd name="connsiteY4" fmla="*/ 2035375 h 3989395"/>
                <a:gd name="connsiteX5" fmla="*/ 937747 w 2907849"/>
                <a:gd name="connsiteY5" fmla="*/ 60801 h 3989395"/>
                <a:gd name="connsiteX0" fmla="*/ 937747 w 2907849"/>
                <a:gd name="connsiteY0" fmla="*/ 60801 h 3989395"/>
                <a:gd name="connsiteX1" fmla="*/ 2209956 w 2907849"/>
                <a:gd name="connsiteY1" fmla="*/ 1558296 h 3989395"/>
                <a:gd name="connsiteX2" fmla="*/ 2583088 w 2907849"/>
                <a:gd name="connsiteY2" fmla="*/ 2247410 h 3989395"/>
                <a:gd name="connsiteX3" fmla="*/ 1825642 w 2907849"/>
                <a:gd name="connsiteY3" fmla="*/ 3864175 h 3989395"/>
                <a:gd name="connsiteX4" fmla="*/ 328148 w 2907849"/>
                <a:gd name="connsiteY4" fmla="*/ 2035375 h 3989395"/>
                <a:gd name="connsiteX5" fmla="*/ 937747 w 2907849"/>
                <a:gd name="connsiteY5" fmla="*/ 60801 h 398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07849" h="3989395">
                  <a:moveTo>
                    <a:pt x="937747" y="60801"/>
                  </a:moveTo>
                  <a:cubicBezTo>
                    <a:pt x="2461334" y="-318404"/>
                    <a:pt x="1986325" y="1185303"/>
                    <a:pt x="2209956" y="1558296"/>
                  </a:cubicBezTo>
                  <a:cubicBezTo>
                    <a:pt x="2277286" y="1810191"/>
                    <a:pt x="2383339" y="1966423"/>
                    <a:pt x="2583088" y="2247410"/>
                  </a:cubicBezTo>
                  <a:cubicBezTo>
                    <a:pt x="3367383" y="3108180"/>
                    <a:pt x="2578807" y="4051914"/>
                    <a:pt x="1825642" y="3864175"/>
                  </a:cubicBezTo>
                  <a:cubicBezTo>
                    <a:pt x="-780618" y="4513531"/>
                    <a:pt x="98443" y="2446192"/>
                    <a:pt x="328148" y="2035375"/>
                  </a:cubicBezTo>
                  <a:cubicBezTo>
                    <a:pt x="624113" y="1363932"/>
                    <a:pt x="-206356" y="255166"/>
                    <a:pt x="937747" y="6080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C3761385-5AE5-0220-26CB-E5D8640C65B5}"/>
                </a:ext>
              </a:extLst>
            </p:cNvPr>
            <p:cNvSpPr/>
            <p:nvPr/>
          </p:nvSpPr>
          <p:spPr>
            <a:xfrm rot="21297664">
              <a:off x="5337692" y="4805347"/>
              <a:ext cx="1490192" cy="1835828"/>
            </a:xfrm>
            <a:custGeom>
              <a:avLst/>
              <a:gdLst>
                <a:gd name="connsiteX0" fmla="*/ 0 w 1205948"/>
                <a:gd name="connsiteY0" fmla="*/ 0 h 709668"/>
                <a:gd name="connsiteX1" fmla="*/ 1205948 w 1205948"/>
                <a:gd name="connsiteY1" fmla="*/ 0 h 709668"/>
                <a:gd name="connsiteX2" fmla="*/ 1205948 w 1205948"/>
                <a:gd name="connsiteY2" fmla="*/ 709668 h 709668"/>
                <a:gd name="connsiteX3" fmla="*/ 0 w 1205948"/>
                <a:gd name="connsiteY3" fmla="*/ 709668 h 709668"/>
                <a:gd name="connsiteX4" fmla="*/ 0 w 1205948"/>
                <a:gd name="connsiteY4" fmla="*/ 0 h 709668"/>
                <a:gd name="connsiteX0" fmla="*/ 190500 w 1205948"/>
                <a:gd name="connsiteY0" fmla="*/ 0 h 823968"/>
                <a:gd name="connsiteX1" fmla="*/ 1205948 w 1205948"/>
                <a:gd name="connsiteY1" fmla="*/ 114300 h 823968"/>
                <a:gd name="connsiteX2" fmla="*/ 1205948 w 1205948"/>
                <a:gd name="connsiteY2" fmla="*/ 823968 h 823968"/>
                <a:gd name="connsiteX3" fmla="*/ 0 w 1205948"/>
                <a:gd name="connsiteY3" fmla="*/ 823968 h 823968"/>
                <a:gd name="connsiteX4" fmla="*/ 190500 w 1205948"/>
                <a:gd name="connsiteY4" fmla="*/ 0 h 823968"/>
                <a:gd name="connsiteX0" fmla="*/ 190500 w 1205948"/>
                <a:gd name="connsiteY0" fmla="*/ 47625 h 871593"/>
                <a:gd name="connsiteX1" fmla="*/ 796373 w 1205948"/>
                <a:gd name="connsiteY1" fmla="*/ 0 h 871593"/>
                <a:gd name="connsiteX2" fmla="*/ 1205948 w 1205948"/>
                <a:gd name="connsiteY2" fmla="*/ 871593 h 871593"/>
                <a:gd name="connsiteX3" fmla="*/ 0 w 1205948"/>
                <a:gd name="connsiteY3" fmla="*/ 871593 h 871593"/>
                <a:gd name="connsiteX4" fmla="*/ 190500 w 1205948"/>
                <a:gd name="connsiteY4" fmla="*/ 47625 h 871593"/>
                <a:gd name="connsiteX0" fmla="*/ 0 w 1015448"/>
                <a:gd name="connsiteY0" fmla="*/ 47625 h 938268"/>
                <a:gd name="connsiteX1" fmla="*/ 605873 w 1015448"/>
                <a:gd name="connsiteY1" fmla="*/ 0 h 938268"/>
                <a:gd name="connsiteX2" fmla="*/ 1015448 w 1015448"/>
                <a:gd name="connsiteY2" fmla="*/ 871593 h 938268"/>
                <a:gd name="connsiteX3" fmla="*/ 152400 w 1015448"/>
                <a:gd name="connsiteY3" fmla="*/ 938268 h 938268"/>
                <a:gd name="connsiteX4" fmla="*/ 0 w 1015448"/>
                <a:gd name="connsiteY4" fmla="*/ 47625 h 938268"/>
                <a:gd name="connsiteX0" fmla="*/ 86108 w 1101556"/>
                <a:gd name="connsiteY0" fmla="*/ 47625 h 1492059"/>
                <a:gd name="connsiteX1" fmla="*/ 691981 w 1101556"/>
                <a:gd name="connsiteY1" fmla="*/ 0 h 1492059"/>
                <a:gd name="connsiteX2" fmla="*/ 1101556 w 1101556"/>
                <a:gd name="connsiteY2" fmla="*/ 871593 h 1492059"/>
                <a:gd name="connsiteX3" fmla="*/ 238508 w 1101556"/>
                <a:gd name="connsiteY3" fmla="*/ 938268 h 1492059"/>
                <a:gd name="connsiteX4" fmla="*/ 86108 w 1101556"/>
                <a:gd name="connsiteY4" fmla="*/ 47625 h 1492059"/>
                <a:gd name="connsiteX0" fmla="*/ 60108 w 1313681"/>
                <a:gd name="connsiteY0" fmla="*/ 47625 h 1496824"/>
                <a:gd name="connsiteX1" fmla="*/ 665981 w 1313681"/>
                <a:gd name="connsiteY1" fmla="*/ 0 h 1496824"/>
                <a:gd name="connsiteX2" fmla="*/ 1313681 w 1313681"/>
                <a:gd name="connsiteY2" fmla="*/ 890643 h 1496824"/>
                <a:gd name="connsiteX3" fmla="*/ 212508 w 1313681"/>
                <a:gd name="connsiteY3" fmla="*/ 938268 h 1496824"/>
                <a:gd name="connsiteX4" fmla="*/ 60108 w 1313681"/>
                <a:gd name="connsiteY4" fmla="*/ 47625 h 1496824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83904 w 1337477"/>
                <a:gd name="connsiteY0" fmla="*/ 47625 h 1764588"/>
                <a:gd name="connsiteX1" fmla="*/ 689777 w 1337477"/>
                <a:gd name="connsiteY1" fmla="*/ 0 h 1764588"/>
                <a:gd name="connsiteX2" fmla="*/ 1337477 w 1337477"/>
                <a:gd name="connsiteY2" fmla="*/ 890643 h 1764588"/>
                <a:gd name="connsiteX3" fmla="*/ 236304 w 1337477"/>
                <a:gd name="connsiteY3" fmla="*/ 938268 h 1764588"/>
                <a:gd name="connsiteX4" fmla="*/ 83904 w 1337477"/>
                <a:gd name="connsiteY4" fmla="*/ 47625 h 1764588"/>
                <a:gd name="connsiteX0" fmla="*/ 77362 w 1331799"/>
                <a:gd name="connsiteY0" fmla="*/ 47625 h 1835828"/>
                <a:gd name="connsiteX1" fmla="*/ 683235 w 1331799"/>
                <a:gd name="connsiteY1" fmla="*/ 0 h 1835828"/>
                <a:gd name="connsiteX2" fmla="*/ 1330935 w 1331799"/>
                <a:gd name="connsiteY2" fmla="*/ 890643 h 1835828"/>
                <a:gd name="connsiteX3" fmla="*/ 229762 w 1331799"/>
                <a:gd name="connsiteY3" fmla="*/ 938268 h 1835828"/>
                <a:gd name="connsiteX4" fmla="*/ 77362 w 1331799"/>
                <a:gd name="connsiteY4" fmla="*/ 47625 h 1835828"/>
                <a:gd name="connsiteX0" fmla="*/ 235755 w 1490192"/>
                <a:gd name="connsiteY0" fmla="*/ 47625 h 1835828"/>
                <a:gd name="connsiteX1" fmla="*/ 841628 w 1490192"/>
                <a:gd name="connsiteY1" fmla="*/ 0 h 1835828"/>
                <a:gd name="connsiteX2" fmla="*/ 1489328 w 1490192"/>
                <a:gd name="connsiteY2" fmla="*/ 890643 h 1835828"/>
                <a:gd name="connsiteX3" fmla="*/ 388155 w 1490192"/>
                <a:gd name="connsiteY3" fmla="*/ 938268 h 1835828"/>
                <a:gd name="connsiteX4" fmla="*/ 235755 w 1490192"/>
                <a:gd name="connsiteY4" fmla="*/ 47625 h 1835828"/>
                <a:gd name="connsiteX0" fmla="*/ 235755 w 1490192"/>
                <a:gd name="connsiteY0" fmla="*/ 47625 h 1835828"/>
                <a:gd name="connsiteX1" fmla="*/ 841628 w 1490192"/>
                <a:gd name="connsiteY1" fmla="*/ 0 h 1835828"/>
                <a:gd name="connsiteX2" fmla="*/ 1489328 w 1490192"/>
                <a:gd name="connsiteY2" fmla="*/ 890643 h 1835828"/>
                <a:gd name="connsiteX3" fmla="*/ 388155 w 1490192"/>
                <a:gd name="connsiteY3" fmla="*/ 938268 h 1835828"/>
                <a:gd name="connsiteX4" fmla="*/ 235755 w 1490192"/>
                <a:gd name="connsiteY4" fmla="*/ 47625 h 1835828"/>
                <a:gd name="connsiteX0" fmla="*/ 841628 w 1490192"/>
                <a:gd name="connsiteY0" fmla="*/ 0 h 1835828"/>
                <a:gd name="connsiteX1" fmla="*/ 1489328 w 1490192"/>
                <a:gd name="connsiteY1" fmla="*/ 890643 h 1835828"/>
                <a:gd name="connsiteX2" fmla="*/ 388155 w 1490192"/>
                <a:gd name="connsiteY2" fmla="*/ 938268 h 1835828"/>
                <a:gd name="connsiteX3" fmla="*/ 235755 w 1490192"/>
                <a:gd name="connsiteY3" fmla="*/ 47625 h 1835828"/>
                <a:gd name="connsiteX4" fmla="*/ 933068 w 1490192"/>
                <a:gd name="connsiteY4" fmla="*/ 91440 h 1835828"/>
                <a:gd name="connsiteX0" fmla="*/ 841628 w 1490192"/>
                <a:gd name="connsiteY0" fmla="*/ 0 h 1835828"/>
                <a:gd name="connsiteX1" fmla="*/ 1489328 w 1490192"/>
                <a:gd name="connsiteY1" fmla="*/ 890643 h 1835828"/>
                <a:gd name="connsiteX2" fmla="*/ 388155 w 1490192"/>
                <a:gd name="connsiteY2" fmla="*/ 938268 h 1835828"/>
                <a:gd name="connsiteX3" fmla="*/ 235755 w 1490192"/>
                <a:gd name="connsiteY3" fmla="*/ 47625 h 1835828"/>
                <a:gd name="connsiteX0" fmla="*/ 841628 w 1490192"/>
                <a:gd name="connsiteY0" fmla="*/ 0 h 1835828"/>
                <a:gd name="connsiteX1" fmla="*/ 1489328 w 1490192"/>
                <a:gd name="connsiteY1" fmla="*/ 890643 h 1835828"/>
                <a:gd name="connsiteX2" fmla="*/ 388155 w 1490192"/>
                <a:gd name="connsiteY2" fmla="*/ 938268 h 1835828"/>
                <a:gd name="connsiteX3" fmla="*/ 235755 w 1490192"/>
                <a:gd name="connsiteY3" fmla="*/ 47625 h 1835828"/>
                <a:gd name="connsiteX4" fmla="*/ 841628 w 1490192"/>
                <a:gd name="connsiteY4" fmla="*/ 0 h 183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0192" h="1835828">
                  <a:moveTo>
                    <a:pt x="841628" y="0"/>
                  </a:moveTo>
                  <a:cubicBezTo>
                    <a:pt x="1457578" y="249256"/>
                    <a:pt x="1416303" y="641387"/>
                    <a:pt x="1489328" y="890643"/>
                  </a:cubicBezTo>
                  <a:cubicBezTo>
                    <a:pt x="1538333" y="2269973"/>
                    <a:pt x="-514787" y="2011418"/>
                    <a:pt x="388155" y="938268"/>
                  </a:cubicBezTo>
                  <a:cubicBezTo>
                    <a:pt x="337355" y="736637"/>
                    <a:pt x="-351620" y="630256"/>
                    <a:pt x="235755" y="47625"/>
                  </a:cubicBezTo>
                  <a:lnTo>
                    <a:pt x="841628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147BDDE-90E6-EEC8-340B-5CB20F1407DE}"/>
                </a:ext>
              </a:extLst>
            </p:cNvPr>
            <p:cNvSpPr/>
            <p:nvPr/>
          </p:nvSpPr>
          <p:spPr>
            <a:xfrm>
              <a:off x="6153150" y="4181475"/>
              <a:ext cx="676275" cy="470539"/>
            </a:xfrm>
            <a:custGeom>
              <a:avLst/>
              <a:gdLst>
                <a:gd name="connsiteX0" fmla="*/ 0 w 676275"/>
                <a:gd name="connsiteY0" fmla="*/ 466725 h 466725"/>
                <a:gd name="connsiteX1" fmla="*/ 676275 w 676275"/>
                <a:gd name="connsiteY1" fmla="*/ 0 h 466725"/>
                <a:gd name="connsiteX2" fmla="*/ 676275 w 676275"/>
                <a:gd name="connsiteY2" fmla="*/ 0 h 466725"/>
                <a:gd name="connsiteX0" fmla="*/ 0 w 676275"/>
                <a:gd name="connsiteY0" fmla="*/ 466725 h 470539"/>
                <a:gd name="connsiteX1" fmla="*/ 676275 w 676275"/>
                <a:gd name="connsiteY1" fmla="*/ 0 h 470539"/>
                <a:gd name="connsiteX2" fmla="*/ 676275 w 676275"/>
                <a:gd name="connsiteY2" fmla="*/ 0 h 470539"/>
                <a:gd name="connsiteX0" fmla="*/ 0 w 676275"/>
                <a:gd name="connsiteY0" fmla="*/ 466725 h 470539"/>
                <a:gd name="connsiteX1" fmla="*/ 676275 w 676275"/>
                <a:gd name="connsiteY1" fmla="*/ 0 h 470539"/>
                <a:gd name="connsiteX2" fmla="*/ 676275 w 676275"/>
                <a:gd name="connsiteY2" fmla="*/ 0 h 47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6275" h="470539">
                  <a:moveTo>
                    <a:pt x="0" y="466725"/>
                  </a:moveTo>
                  <a:cubicBezTo>
                    <a:pt x="444500" y="511175"/>
                    <a:pt x="565150" y="155575"/>
                    <a:pt x="676275" y="0"/>
                  </a:cubicBezTo>
                  <a:lnTo>
                    <a:pt x="676275" y="0"/>
                  </a:ln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1DCAF8A-6D73-9A3C-C85C-082D16325CC7}"/>
                </a:ext>
              </a:extLst>
            </p:cNvPr>
            <p:cNvSpPr/>
            <p:nvPr/>
          </p:nvSpPr>
          <p:spPr>
            <a:xfrm>
              <a:off x="6286500" y="3962400"/>
              <a:ext cx="190500" cy="428625"/>
            </a:xfrm>
            <a:custGeom>
              <a:avLst/>
              <a:gdLst>
                <a:gd name="connsiteX0" fmla="*/ 0 w 190500"/>
                <a:gd name="connsiteY0" fmla="*/ 428625 h 428625"/>
                <a:gd name="connsiteX1" fmla="*/ 190500 w 190500"/>
                <a:gd name="connsiteY1" fmla="*/ 0 h 428625"/>
                <a:gd name="connsiteX2" fmla="*/ 190500 w 190500"/>
                <a:gd name="connsiteY2" fmla="*/ 0 h 428625"/>
                <a:gd name="connsiteX0" fmla="*/ 0 w 190500"/>
                <a:gd name="connsiteY0" fmla="*/ 428625 h 428625"/>
                <a:gd name="connsiteX1" fmla="*/ 190500 w 190500"/>
                <a:gd name="connsiteY1" fmla="*/ 0 h 428625"/>
                <a:gd name="connsiteX2" fmla="*/ 190500 w 190500"/>
                <a:gd name="connsiteY2" fmla="*/ 0 h 428625"/>
                <a:gd name="connsiteX0" fmla="*/ 0 w 190500"/>
                <a:gd name="connsiteY0" fmla="*/ 428625 h 428625"/>
                <a:gd name="connsiteX1" fmla="*/ 190500 w 190500"/>
                <a:gd name="connsiteY1" fmla="*/ 0 h 428625"/>
                <a:gd name="connsiteX2" fmla="*/ 190500 w 190500"/>
                <a:gd name="connsiteY2" fmla="*/ 0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428625">
                  <a:moveTo>
                    <a:pt x="0" y="428625"/>
                  </a:moveTo>
                  <a:cubicBezTo>
                    <a:pt x="158750" y="381000"/>
                    <a:pt x="184150" y="142875"/>
                    <a:pt x="190500" y="0"/>
                  </a:cubicBezTo>
                  <a:lnTo>
                    <a:pt x="190500" y="0"/>
                  </a:ln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85F3DC3-50E5-5A54-0CCC-5CA091455515}"/>
                </a:ext>
              </a:extLst>
            </p:cNvPr>
            <p:cNvSpPr/>
            <p:nvPr/>
          </p:nvSpPr>
          <p:spPr>
            <a:xfrm>
              <a:off x="5867400" y="4067175"/>
              <a:ext cx="105833" cy="561975"/>
            </a:xfrm>
            <a:custGeom>
              <a:avLst/>
              <a:gdLst>
                <a:gd name="connsiteX0" fmla="*/ 0 w 95250"/>
                <a:gd name="connsiteY0" fmla="*/ 561975 h 561975"/>
                <a:gd name="connsiteX1" fmla="*/ 95250 w 95250"/>
                <a:gd name="connsiteY1" fmla="*/ 0 h 561975"/>
                <a:gd name="connsiteX2" fmla="*/ 95250 w 95250"/>
                <a:gd name="connsiteY2" fmla="*/ 0 h 561975"/>
                <a:gd name="connsiteX0" fmla="*/ 0 w 95250"/>
                <a:gd name="connsiteY0" fmla="*/ 561975 h 561975"/>
                <a:gd name="connsiteX1" fmla="*/ 95250 w 95250"/>
                <a:gd name="connsiteY1" fmla="*/ 0 h 561975"/>
                <a:gd name="connsiteX2" fmla="*/ 95250 w 95250"/>
                <a:gd name="connsiteY2" fmla="*/ 0 h 561975"/>
                <a:gd name="connsiteX0" fmla="*/ 0 w 105833"/>
                <a:gd name="connsiteY0" fmla="*/ 561975 h 561975"/>
                <a:gd name="connsiteX1" fmla="*/ 95250 w 105833"/>
                <a:gd name="connsiteY1" fmla="*/ 0 h 561975"/>
                <a:gd name="connsiteX2" fmla="*/ 95250 w 105833"/>
                <a:gd name="connsiteY2" fmla="*/ 0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833" h="561975">
                  <a:moveTo>
                    <a:pt x="0" y="561975"/>
                  </a:moveTo>
                  <a:cubicBezTo>
                    <a:pt x="127000" y="431800"/>
                    <a:pt x="111125" y="187325"/>
                    <a:pt x="95250" y="0"/>
                  </a:cubicBezTo>
                  <a:lnTo>
                    <a:pt x="95250" y="0"/>
                  </a:ln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F1F5B48-9997-5234-9411-1AF7A7565911}"/>
                </a:ext>
              </a:extLst>
            </p:cNvPr>
            <p:cNvSpPr/>
            <p:nvPr/>
          </p:nvSpPr>
          <p:spPr>
            <a:xfrm>
              <a:off x="5124450" y="4000500"/>
              <a:ext cx="457200" cy="695325"/>
            </a:xfrm>
            <a:custGeom>
              <a:avLst/>
              <a:gdLst>
                <a:gd name="connsiteX0" fmla="*/ 457200 w 457200"/>
                <a:gd name="connsiteY0" fmla="*/ 695325 h 695325"/>
                <a:gd name="connsiteX1" fmla="*/ 0 w 457200"/>
                <a:gd name="connsiteY1" fmla="*/ 0 h 695325"/>
                <a:gd name="connsiteX2" fmla="*/ 0 w 457200"/>
                <a:gd name="connsiteY2" fmla="*/ 0 h 695325"/>
                <a:gd name="connsiteX0" fmla="*/ 457200 w 457200"/>
                <a:gd name="connsiteY0" fmla="*/ 695325 h 695325"/>
                <a:gd name="connsiteX1" fmla="*/ 0 w 457200"/>
                <a:gd name="connsiteY1" fmla="*/ 0 h 695325"/>
                <a:gd name="connsiteX2" fmla="*/ 0 w 457200"/>
                <a:gd name="connsiteY2" fmla="*/ 0 h 695325"/>
                <a:gd name="connsiteX0" fmla="*/ 457200 w 457200"/>
                <a:gd name="connsiteY0" fmla="*/ 695325 h 695325"/>
                <a:gd name="connsiteX1" fmla="*/ 0 w 457200"/>
                <a:gd name="connsiteY1" fmla="*/ 0 h 695325"/>
                <a:gd name="connsiteX2" fmla="*/ 0 w 457200"/>
                <a:gd name="connsiteY2" fmla="*/ 0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7200" h="695325">
                  <a:moveTo>
                    <a:pt x="457200" y="695325"/>
                  </a:moveTo>
                  <a:cubicBezTo>
                    <a:pt x="123825" y="473075"/>
                    <a:pt x="76200" y="241300"/>
                    <a:pt x="0" y="0"/>
                  </a:cubicBezTo>
                  <a:lnTo>
                    <a:pt x="0" y="0"/>
                  </a:ln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4D89472-3BC1-E4C5-D592-C7F008B86F02}"/>
                </a:ext>
              </a:extLst>
            </p:cNvPr>
            <p:cNvSpPr/>
            <p:nvPr/>
          </p:nvSpPr>
          <p:spPr>
            <a:xfrm>
              <a:off x="4591050" y="3990975"/>
              <a:ext cx="695325" cy="781050"/>
            </a:xfrm>
            <a:custGeom>
              <a:avLst/>
              <a:gdLst>
                <a:gd name="connsiteX0" fmla="*/ 695325 w 695325"/>
                <a:gd name="connsiteY0" fmla="*/ 781050 h 781050"/>
                <a:gd name="connsiteX1" fmla="*/ 0 w 695325"/>
                <a:gd name="connsiteY1" fmla="*/ 0 h 781050"/>
                <a:gd name="connsiteX2" fmla="*/ 0 w 695325"/>
                <a:gd name="connsiteY2" fmla="*/ 0 h 781050"/>
                <a:gd name="connsiteX0" fmla="*/ 695325 w 695325"/>
                <a:gd name="connsiteY0" fmla="*/ 781050 h 781050"/>
                <a:gd name="connsiteX1" fmla="*/ 0 w 695325"/>
                <a:gd name="connsiteY1" fmla="*/ 0 h 781050"/>
                <a:gd name="connsiteX2" fmla="*/ 0 w 695325"/>
                <a:gd name="connsiteY2" fmla="*/ 0 h 781050"/>
                <a:gd name="connsiteX0" fmla="*/ 695325 w 695325"/>
                <a:gd name="connsiteY0" fmla="*/ 781050 h 781050"/>
                <a:gd name="connsiteX1" fmla="*/ 0 w 695325"/>
                <a:gd name="connsiteY1" fmla="*/ 0 h 781050"/>
                <a:gd name="connsiteX2" fmla="*/ 0 w 695325"/>
                <a:gd name="connsiteY2" fmla="*/ 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5325" h="781050">
                  <a:moveTo>
                    <a:pt x="695325" y="781050"/>
                  </a:moveTo>
                  <a:cubicBezTo>
                    <a:pt x="130175" y="701675"/>
                    <a:pt x="41275" y="307975"/>
                    <a:pt x="0" y="0"/>
                  </a:cubicBezTo>
                  <a:lnTo>
                    <a:pt x="0" y="0"/>
                  </a:ln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02731FC-FD3F-20D3-823C-60E4703179A0}"/>
                </a:ext>
              </a:extLst>
            </p:cNvPr>
            <p:cNvSpPr/>
            <p:nvPr/>
          </p:nvSpPr>
          <p:spPr>
            <a:xfrm>
              <a:off x="4864100" y="1084460"/>
              <a:ext cx="368300" cy="296665"/>
            </a:xfrm>
            <a:custGeom>
              <a:avLst/>
              <a:gdLst>
                <a:gd name="connsiteX0" fmla="*/ 0 w 330200"/>
                <a:gd name="connsiteY0" fmla="*/ 292100 h 292100"/>
                <a:gd name="connsiteX1" fmla="*/ 330200 w 330200"/>
                <a:gd name="connsiteY1" fmla="*/ 0 h 292100"/>
                <a:gd name="connsiteX2" fmla="*/ 330200 w 330200"/>
                <a:gd name="connsiteY2" fmla="*/ 0 h 292100"/>
                <a:gd name="connsiteX0" fmla="*/ 0 w 317500"/>
                <a:gd name="connsiteY0" fmla="*/ 314325 h 314325"/>
                <a:gd name="connsiteX1" fmla="*/ 317500 w 317500"/>
                <a:gd name="connsiteY1" fmla="*/ 0 h 314325"/>
                <a:gd name="connsiteX2" fmla="*/ 317500 w 317500"/>
                <a:gd name="connsiteY2" fmla="*/ 0 h 314325"/>
                <a:gd name="connsiteX0" fmla="*/ 0 w 368300"/>
                <a:gd name="connsiteY0" fmla="*/ 314325 h 314325"/>
                <a:gd name="connsiteX1" fmla="*/ 317500 w 368300"/>
                <a:gd name="connsiteY1" fmla="*/ 0 h 314325"/>
                <a:gd name="connsiteX2" fmla="*/ 368300 w 368300"/>
                <a:gd name="connsiteY2" fmla="*/ 19050 h 314325"/>
                <a:gd name="connsiteX0" fmla="*/ 0 w 368300"/>
                <a:gd name="connsiteY0" fmla="*/ 295275 h 295275"/>
                <a:gd name="connsiteX1" fmla="*/ 368300 w 368300"/>
                <a:gd name="connsiteY1" fmla="*/ 0 h 295275"/>
                <a:gd name="connsiteX0" fmla="*/ 0 w 368300"/>
                <a:gd name="connsiteY0" fmla="*/ 296847 h 296847"/>
                <a:gd name="connsiteX1" fmla="*/ 368300 w 368300"/>
                <a:gd name="connsiteY1" fmla="*/ 1572 h 296847"/>
                <a:gd name="connsiteX0" fmla="*/ 0 w 368300"/>
                <a:gd name="connsiteY0" fmla="*/ 296665 h 296665"/>
                <a:gd name="connsiteX1" fmla="*/ 368300 w 368300"/>
                <a:gd name="connsiteY1" fmla="*/ 1390 h 296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8300" h="296665">
                  <a:moveTo>
                    <a:pt x="0" y="296665"/>
                  </a:moveTo>
                  <a:cubicBezTo>
                    <a:pt x="14817" y="229990"/>
                    <a:pt x="39158" y="-20835"/>
                    <a:pt x="368300" y="1390"/>
                  </a:cubicBez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9CE8A5-B57A-BFCD-BEDD-569CE536A55D}"/>
                </a:ext>
              </a:extLst>
            </p:cNvPr>
            <p:cNvSpPr/>
            <p:nvPr/>
          </p:nvSpPr>
          <p:spPr>
            <a:xfrm>
              <a:off x="5111750" y="1056359"/>
              <a:ext cx="346075" cy="188240"/>
            </a:xfrm>
            <a:custGeom>
              <a:avLst/>
              <a:gdLst>
                <a:gd name="connsiteX0" fmla="*/ 0 w 279400"/>
                <a:gd name="connsiteY0" fmla="*/ 178436 h 178436"/>
                <a:gd name="connsiteX1" fmla="*/ 127000 w 279400"/>
                <a:gd name="connsiteY1" fmla="*/ 636 h 178436"/>
                <a:gd name="connsiteX2" fmla="*/ 279400 w 279400"/>
                <a:gd name="connsiteY2" fmla="*/ 114936 h 178436"/>
                <a:gd name="connsiteX3" fmla="*/ 279400 w 279400"/>
                <a:gd name="connsiteY3" fmla="*/ 114936 h 178436"/>
                <a:gd name="connsiteX0" fmla="*/ 0 w 279400"/>
                <a:gd name="connsiteY0" fmla="*/ 184195 h 184195"/>
                <a:gd name="connsiteX1" fmla="*/ 127000 w 279400"/>
                <a:gd name="connsiteY1" fmla="*/ 6395 h 184195"/>
                <a:gd name="connsiteX2" fmla="*/ 279400 w 279400"/>
                <a:gd name="connsiteY2" fmla="*/ 120695 h 184195"/>
                <a:gd name="connsiteX3" fmla="*/ 279400 w 279400"/>
                <a:gd name="connsiteY3" fmla="*/ 120695 h 184195"/>
                <a:gd name="connsiteX0" fmla="*/ 0 w 279400"/>
                <a:gd name="connsiteY0" fmla="*/ 185059 h 185059"/>
                <a:gd name="connsiteX1" fmla="*/ 127000 w 279400"/>
                <a:gd name="connsiteY1" fmla="*/ 7259 h 185059"/>
                <a:gd name="connsiteX2" fmla="*/ 279400 w 279400"/>
                <a:gd name="connsiteY2" fmla="*/ 121559 h 185059"/>
                <a:gd name="connsiteX3" fmla="*/ 279400 w 279400"/>
                <a:gd name="connsiteY3" fmla="*/ 121559 h 185059"/>
                <a:gd name="connsiteX0" fmla="*/ 0 w 311150"/>
                <a:gd name="connsiteY0" fmla="*/ 191393 h 191393"/>
                <a:gd name="connsiteX1" fmla="*/ 158750 w 311150"/>
                <a:gd name="connsiteY1" fmla="*/ 893 h 191393"/>
                <a:gd name="connsiteX2" fmla="*/ 311150 w 311150"/>
                <a:gd name="connsiteY2" fmla="*/ 115193 h 191393"/>
                <a:gd name="connsiteX3" fmla="*/ 311150 w 311150"/>
                <a:gd name="connsiteY3" fmla="*/ 115193 h 191393"/>
                <a:gd name="connsiteX0" fmla="*/ 0 w 311150"/>
                <a:gd name="connsiteY0" fmla="*/ 191023 h 191023"/>
                <a:gd name="connsiteX1" fmla="*/ 158750 w 311150"/>
                <a:gd name="connsiteY1" fmla="*/ 523 h 191023"/>
                <a:gd name="connsiteX2" fmla="*/ 311150 w 311150"/>
                <a:gd name="connsiteY2" fmla="*/ 114823 h 191023"/>
                <a:gd name="connsiteX3" fmla="*/ 311150 w 311150"/>
                <a:gd name="connsiteY3" fmla="*/ 114823 h 191023"/>
                <a:gd name="connsiteX0" fmla="*/ 0 w 365125"/>
                <a:gd name="connsiteY0" fmla="*/ 191023 h 191023"/>
                <a:gd name="connsiteX1" fmla="*/ 158750 w 365125"/>
                <a:gd name="connsiteY1" fmla="*/ 523 h 191023"/>
                <a:gd name="connsiteX2" fmla="*/ 311150 w 365125"/>
                <a:gd name="connsiteY2" fmla="*/ 114823 h 191023"/>
                <a:gd name="connsiteX3" fmla="*/ 365125 w 365125"/>
                <a:gd name="connsiteY3" fmla="*/ 102123 h 191023"/>
                <a:gd name="connsiteX0" fmla="*/ 0 w 311150"/>
                <a:gd name="connsiteY0" fmla="*/ 191023 h 191023"/>
                <a:gd name="connsiteX1" fmla="*/ 158750 w 311150"/>
                <a:gd name="connsiteY1" fmla="*/ 523 h 191023"/>
                <a:gd name="connsiteX2" fmla="*/ 311150 w 311150"/>
                <a:gd name="connsiteY2" fmla="*/ 114823 h 191023"/>
                <a:gd name="connsiteX0" fmla="*/ 0 w 346075"/>
                <a:gd name="connsiteY0" fmla="*/ 191392 h 191392"/>
                <a:gd name="connsiteX1" fmla="*/ 158750 w 346075"/>
                <a:gd name="connsiteY1" fmla="*/ 892 h 191392"/>
                <a:gd name="connsiteX2" fmla="*/ 346075 w 346075"/>
                <a:gd name="connsiteY2" fmla="*/ 115192 h 191392"/>
                <a:gd name="connsiteX0" fmla="*/ 0 w 346075"/>
                <a:gd name="connsiteY0" fmla="*/ 188240 h 188240"/>
                <a:gd name="connsiteX1" fmla="*/ 168275 w 346075"/>
                <a:gd name="connsiteY1" fmla="*/ 915 h 188240"/>
                <a:gd name="connsiteX2" fmla="*/ 346075 w 346075"/>
                <a:gd name="connsiteY2" fmla="*/ 112040 h 188240"/>
                <a:gd name="connsiteX0" fmla="*/ 0 w 346075"/>
                <a:gd name="connsiteY0" fmla="*/ 188240 h 188240"/>
                <a:gd name="connsiteX1" fmla="*/ 168275 w 346075"/>
                <a:gd name="connsiteY1" fmla="*/ 915 h 188240"/>
                <a:gd name="connsiteX2" fmla="*/ 346075 w 346075"/>
                <a:gd name="connsiteY2" fmla="*/ 112040 h 188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6075" h="188240">
                  <a:moveTo>
                    <a:pt x="0" y="188240"/>
                  </a:moveTo>
                  <a:cubicBezTo>
                    <a:pt x="40216" y="104631"/>
                    <a:pt x="91546" y="13615"/>
                    <a:pt x="168275" y="915"/>
                  </a:cubicBezTo>
                  <a:cubicBezTo>
                    <a:pt x="245004" y="-11785"/>
                    <a:pt x="346075" y="112040"/>
                    <a:pt x="346075" y="112040"/>
                  </a:cubicBez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BE3548-B8E6-3DBE-1B3E-4A73A16D9764}"/>
                </a:ext>
              </a:extLst>
            </p:cNvPr>
            <p:cNvSpPr/>
            <p:nvPr/>
          </p:nvSpPr>
          <p:spPr>
            <a:xfrm>
              <a:off x="5369585" y="1019174"/>
              <a:ext cx="278740" cy="101602"/>
            </a:xfrm>
            <a:custGeom>
              <a:avLst/>
              <a:gdLst>
                <a:gd name="connsiteX0" fmla="*/ 330200 w 330200"/>
                <a:gd name="connsiteY0" fmla="*/ 76432 h 76432"/>
                <a:gd name="connsiteX1" fmla="*/ 63500 w 330200"/>
                <a:gd name="connsiteY1" fmla="*/ 232 h 76432"/>
                <a:gd name="connsiteX2" fmla="*/ 0 w 330200"/>
                <a:gd name="connsiteY2" fmla="*/ 51032 h 76432"/>
                <a:gd name="connsiteX3" fmla="*/ 0 w 330200"/>
                <a:gd name="connsiteY3" fmla="*/ 51032 h 76432"/>
                <a:gd name="connsiteX0" fmla="*/ 314325 w 314325"/>
                <a:gd name="connsiteY0" fmla="*/ 47642 h 50817"/>
                <a:gd name="connsiteX1" fmla="*/ 63500 w 314325"/>
                <a:gd name="connsiteY1" fmla="*/ 17 h 50817"/>
                <a:gd name="connsiteX2" fmla="*/ 0 w 314325"/>
                <a:gd name="connsiteY2" fmla="*/ 50817 h 50817"/>
                <a:gd name="connsiteX3" fmla="*/ 0 w 314325"/>
                <a:gd name="connsiteY3" fmla="*/ 50817 h 50817"/>
                <a:gd name="connsiteX0" fmla="*/ 314325 w 314325"/>
                <a:gd name="connsiteY0" fmla="*/ 47642 h 165117"/>
                <a:gd name="connsiteX1" fmla="*/ 63500 w 314325"/>
                <a:gd name="connsiteY1" fmla="*/ 17 h 165117"/>
                <a:gd name="connsiteX2" fmla="*/ 0 w 314325"/>
                <a:gd name="connsiteY2" fmla="*/ 50817 h 165117"/>
                <a:gd name="connsiteX3" fmla="*/ 101600 w 314325"/>
                <a:gd name="connsiteY3" fmla="*/ 165117 h 165117"/>
                <a:gd name="connsiteX0" fmla="*/ 261260 w 261260"/>
                <a:gd name="connsiteY0" fmla="*/ 53666 h 171141"/>
                <a:gd name="connsiteX1" fmla="*/ 10435 w 261260"/>
                <a:gd name="connsiteY1" fmla="*/ 6041 h 171141"/>
                <a:gd name="connsiteX2" fmla="*/ 48535 w 261260"/>
                <a:gd name="connsiteY2" fmla="*/ 171141 h 171141"/>
                <a:gd name="connsiteX0" fmla="*/ 275591 w 275591"/>
                <a:gd name="connsiteY0" fmla="*/ 25611 h 143086"/>
                <a:gd name="connsiteX1" fmla="*/ 8891 w 275591"/>
                <a:gd name="connsiteY1" fmla="*/ 16086 h 143086"/>
                <a:gd name="connsiteX2" fmla="*/ 62866 w 275591"/>
                <a:gd name="connsiteY2" fmla="*/ 143086 h 143086"/>
                <a:gd name="connsiteX0" fmla="*/ 284077 w 284077"/>
                <a:gd name="connsiteY0" fmla="*/ 25611 h 143086"/>
                <a:gd name="connsiteX1" fmla="*/ 17377 w 284077"/>
                <a:gd name="connsiteY1" fmla="*/ 16086 h 143086"/>
                <a:gd name="connsiteX2" fmla="*/ 71352 w 284077"/>
                <a:gd name="connsiteY2" fmla="*/ 143086 h 143086"/>
                <a:gd name="connsiteX0" fmla="*/ 295785 w 295785"/>
                <a:gd name="connsiteY0" fmla="*/ 34660 h 152135"/>
                <a:gd name="connsiteX1" fmla="*/ 29085 w 295785"/>
                <a:gd name="connsiteY1" fmla="*/ 25135 h 152135"/>
                <a:gd name="connsiteX2" fmla="*/ 83060 w 295785"/>
                <a:gd name="connsiteY2" fmla="*/ 152135 h 152135"/>
                <a:gd name="connsiteX0" fmla="*/ 262136 w 262136"/>
                <a:gd name="connsiteY0" fmla="*/ 30482 h 138432"/>
                <a:gd name="connsiteX1" fmla="*/ 8136 w 262136"/>
                <a:gd name="connsiteY1" fmla="*/ 11432 h 138432"/>
                <a:gd name="connsiteX2" fmla="*/ 62111 w 262136"/>
                <a:gd name="connsiteY2" fmla="*/ 138432 h 138432"/>
                <a:gd name="connsiteX0" fmla="*/ 254000 w 254000"/>
                <a:gd name="connsiteY0" fmla="*/ 30482 h 30482"/>
                <a:gd name="connsiteX1" fmla="*/ 0 w 254000"/>
                <a:gd name="connsiteY1" fmla="*/ 11432 h 30482"/>
                <a:gd name="connsiteX0" fmla="*/ 355600 w 355600"/>
                <a:gd name="connsiteY0" fmla="*/ 16701 h 29401"/>
                <a:gd name="connsiteX1" fmla="*/ 0 w 355600"/>
                <a:gd name="connsiteY1" fmla="*/ 29401 h 29401"/>
                <a:gd name="connsiteX0" fmla="*/ 355600 w 355600"/>
                <a:gd name="connsiteY0" fmla="*/ 47172 h 59872"/>
                <a:gd name="connsiteX1" fmla="*/ 0 w 355600"/>
                <a:gd name="connsiteY1" fmla="*/ 59872 h 59872"/>
                <a:gd name="connsiteX0" fmla="*/ 269875 w 269875"/>
                <a:gd name="connsiteY0" fmla="*/ 24182 h 84507"/>
                <a:gd name="connsiteX1" fmla="*/ 0 w 269875"/>
                <a:gd name="connsiteY1" fmla="*/ 84507 h 84507"/>
                <a:gd name="connsiteX0" fmla="*/ 278740 w 278740"/>
                <a:gd name="connsiteY0" fmla="*/ 41277 h 101602"/>
                <a:gd name="connsiteX1" fmla="*/ 8865 w 278740"/>
                <a:gd name="connsiteY1" fmla="*/ 101602 h 101602"/>
                <a:gd name="connsiteX0" fmla="*/ 278740 w 278740"/>
                <a:gd name="connsiteY0" fmla="*/ 41277 h 101602"/>
                <a:gd name="connsiteX1" fmla="*/ 8865 w 278740"/>
                <a:gd name="connsiteY1" fmla="*/ 101602 h 10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8740" h="101602">
                  <a:moveTo>
                    <a:pt x="278740" y="41277"/>
                  </a:moveTo>
                  <a:cubicBezTo>
                    <a:pt x="172906" y="5293"/>
                    <a:pt x="-46698" y="-52915"/>
                    <a:pt x="8865" y="101602"/>
                  </a:cubicBez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3F48624-CB7C-758B-1378-6A9DC6BED73D}"/>
              </a:ext>
            </a:extLst>
          </p:cNvPr>
          <p:cNvGrpSpPr/>
          <p:nvPr/>
        </p:nvGrpSpPr>
        <p:grpSpPr>
          <a:xfrm>
            <a:off x="7260253" y="724319"/>
            <a:ext cx="3281678" cy="6413842"/>
            <a:chOff x="4270356" y="919859"/>
            <a:chExt cx="2907849" cy="5683216"/>
          </a:xfrm>
        </p:grpSpPr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3F459C9F-7FA6-8CC7-FFA6-AE4CDEB086B3}"/>
                </a:ext>
              </a:extLst>
            </p:cNvPr>
            <p:cNvSpPr/>
            <p:nvPr/>
          </p:nvSpPr>
          <p:spPr>
            <a:xfrm>
              <a:off x="4270356" y="919859"/>
              <a:ext cx="2907849" cy="3989395"/>
            </a:xfrm>
            <a:custGeom>
              <a:avLst/>
              <a:gdLst>
                <a:gd name="connsiteX0" fmla="*/ 0 w 1537252"/>
                <a:gd name="connsiteY0" fmla="*/ 0 h 1749287"/>
                <a:gd name="connsiteX1" fmla="*/ 1537252 w 1537252"/>
                <a:gd name="connsiteY1" fmla="*/ 0 h 1749287"/>
                <a:gd name="connsiteX2" fmla="*/ 1537252 w 1537252"/>
                <a:gd name="connsiteY2" fmla="*/ 1749287 h 1749287"/>
                <a:gd name="connsiteX3" fmla="*/ 0 w 1537252"/>
                <a:gd name="connsiteY3" fmla="*/ 1749287 h 1749287"/>
                <a:gd name="connsiteX4" fmla="*/ 0 w 1537252"/>
                <a:gd name="connsiteY4" fmla="*/ 0 h 1749287"/>
                <a:gd name="connsiteX0" fmla="*/ 477078 w 1537252"/>
                <a:gd name="connsiteY0" fmla="*/ 0 h 1987826"/>
                <a:gd name="connsiteX1" fmla="*/ 1537252 w 1537252"/>
                <a:gd name="connsiteY1" fmla="*/ 238539 h 1987826"/>
                <a:gd name="connsiteX2" fmla="*/ 1537252 w 1537252"/>
                <a:gd name="connsiteY2" fmla="*/ 1987826 h 1987826"/>
                <a:gd name="connsiteX3" fmla="*/ 0 w 1537252"/>
                <a:gd name="connsiteY3" fmla="*/ 1987826 h 1987826"/>
                <a:gd name="connsiteX4" fmla="*/ 477078 w 1537252"/>
                <a:gd name="connsiteY4" fmla="*/ 0 h 1987826"/>
                <a:gd name="connsiteX0" fmla="*/ 609599 w 1669773"/>
                <a:gd name="connsiteY0" fmla="*/ 0 h 1987826"/>
                <a:gd name="connsiteX1" fmla="*/ 1669773 w 1669773"/>
                <a:gd name="connsiteY1" fmla="*/ 238539 h 1987826"/>
                <a:gd name="connsiteX2" fmla="*/ 1669773 w 1669773"/>
                <a:gd name="connsiteY2" fmla="*/ 1987826 h 1987826"/>
                <a:gd name="connsiteX3" fmla="*/ 0 w 1669773"/>
                <a:gd name="connsiteY3" fmla="*/ 1974574 h 1987826"/>
                <a:gd name="connsiteX4" fmla="*/ 609599 w 1669773"/>
                <a:gd name="connsiteY4" fmla="*/ 0 h 1987826"/>
                <a:gd name="connsiteX0" fmla="*/ 609599 w 1881808"/>
                <a:gd name="connsiteY0" fmla="*/ 0 h 1987826"/>
                <a:gd name="connsiteX1" fmla="*/ 1881808 w 1881808"/>
                <a:gd name="connsiteY1" fmla="*/ 1497495 h 1987826"/>
                <a:gd name="connsiteX2" fmla="*/ 1669773 w 1881808"/>
                <a:gd name="connsiteY2" fmla="*/ 1987826 h 1987826"/>
                <a:gd name="connsiteX3" fmla="*/ 0 w 1881808"/>
                <a:gd name="connsiteY3" fmla="*/ 1974574 h 1987826"/>
                <a:gd name="connsiteX4" fmla="*/ 609599 w 1881808"/>
                <a:gd name="connsiteY4" fmla="*/ 0 h 1987826"/>
                <a:gd name="connsiteX0" fmla="*/ 609599 w 1881808"/>
                <a:gd name="connsiteY0" fmla="*/ 0 h 3803374"/>
                <a:gd name="connsiteX1" fmla="*/ 1881808 w 1881808"/>
                <a:gd name="connsiteY1" fmla="*/ 1497495 h 3803374"/>
                <a:gd name="connsiteX2" fmla="*/ 1497494 w 1881808"/>
                <a:gd name="connsiteY2" fmla="*/ 3803374 h 3803374"/>
                <a:gd name="connsiteX3" fmla="*/ 0 w 1881808"/>
                <a:gd name="connsiteY3" fmla="*/ 1974574 h 3803374"/>
                <a:gd name="connsiteX4" fmla="*/ 609599 w 1881808"/>
                <a:gd name="connsiteY4" fmla="*/ 0 h 3803374"/>
                <a:gd name="connsiteX0" fmla="*/ 651541 w 1923750"/>
                <a:gd name="connsiteY0" fmla="*/ 0 h 3938541"/>
                <a:gd name="connsiteX1" fmla="*/ 1923750 w 1923750"/>
                <a:gd name="connsiteY1" fmla="*/ 1497495 h 3938541"/>
                <a:gd name="connsiteX2" fmla="*/ 1539436 w 1923750"/>
                <a:gd name="connsiteY2" fmla="*/ 3803374 h 3938541"/>
                <a:gd name="connsiteX3" fmla="*/ 41942 w 1923750"/>
                <a:gd name="connsiteY3" fmla="*/ 1974574 h 3938541"/>
                <a:gd name="connsiteX4" fmla="*/ 651541 w 1923750"/>
                <a:gd name="connsiteY4" fmla="*/ 0 h 3938541"/>
                <a:gd name="connsiteX0" fmla="*/ 937747 w 2209956"/>
                <a:gd name="connsiteY0" fmla="*/ 0 h 3928594"/>
                <a:gd name="connsiteX1" fmla="*/ 2209956 w 2209956"/>
                <a:gd name="connsiteY1" fmla="*/ 1497495 h 3928594"/>
                <a:gd name="connsiteX2" fmla="*/ 1825642 w 2209956"/>
                <a:gd name="connsiteY2" fmla="*/ 3803374 h 3928594"/>
                <a:gd name="connsiteX3" fmla="*/ 328148 w 2209956"/>
                <a:gd name="connsiteY3" fmla="*/ 1974574 h 3928594"/>
                <a:gd name="connsiteX4" fmla="*/ 937747 w 2209956"/>
                <a:gd name="connsiteY4" fmla="*/ 0 h 3928594"/>
                <a:gd name="connsiteX0" fmla="*/ 937747 w 2721033"/>
                <a:gd name="connsiteY0" fmla="*/ 0 h 3928594"/>
                <a:gd name="connsiteX1" fmla="*/ 2209956 w 2721033"/>
                <a:gd name="connsiteY1" fmla="*/ 1497495 h 3928594"/>
                <a:gd name="connsiteX2" fmla="*/ 1825642 w 2721033"/>
                <a:gd name="connsiteY2" fmla="*/ 3803374 h 3928594"/>
                <a:gd name="connsiteX3" fmla="*/ 328148 w 2721033"/>
                <a:gd name="connsiteY3" fmla="*/ 1974574 h 3928594"/>
                <a:gd name="connsiteX4" fmla="*/ 937747 w 2721033"/>
                <a:gd name="connsiteY4" fmla="*/ 0 h 3928594"/>
                <a:gd name="connsiteX0" fmla="*/ 937747 w 2841827"/>
                <a:gd name="connsiteY0" fmla="*/ 0 h 3928594"/>
                <a:gd name="connsiteX1" fmla="*/ 2209956 w 2841827"/>
                <a:gd name="connsiteY1" fmla="*/ 1497495 h 3928594"/>
                <a:gd name="connsiteX2" fmla="*/ 1825642 w 2841827"/>
                <a:gd name="connsiteY2" fmla="*/ 3803374 h 3928594"/>
                <a:gd name="connsiteX3" fmla="*/ 328148 w 2841827"/>
                <a:gd name="connsiteY3" fmla="*/ 1974574 h 3928594"/>
                <a:gd name="connsiteX4" fmla="*/ 937747 w 2841827"/>
                <a:gd name="connsiteY4" fmla="*/ 0 h 3928594"/>
                <a:gd name="connsiteX0" fmla="*/ 937747 w 2954843"/>
                <a:gd name="connsiteY0" fmla="*/ 0 h 3928594"/>
                <a:gd name="connsiteX1" fmla="*/ 2209956 w 2954843"/>
                <a:gd name="connsiteY1" fmla="*/ 1497495 h 3928594"/>
                <a:gd name="connsiteX2" fmla="*/ 1825642 w 2954843"/>
                <a:gd name="connsiteY2" fmla="*/ 3803374 h 3928594"/>
                <a:gd name="connsiteX3" fmla="*/ 328148 w 2954843"/>
                <a:gd name="connsiteY3" fmla="*/ 1974574 h 3928594"/>
                <a:gd name="connsiteX4" fmla="*/ 937747 w 2954843"/>
                <a:gd name="connsiteY4" fmla="*/ 0 h 3928594"/>
                <a:gd name="connsiteX0" fmla="*/ 937747 w 2954843"/>
                <a:gd name="connsiteY0" fmla="*/ 43468 h 3972062"/>
                <a:gd name="connsiteX1" fmla="*/ 2209956 w 2954843"/>
                <a:gd name="connsiteY1" fmla="*/ 1540963 h 3972062"/>
                <a:gd name="connsiteX2" fmla="*/ 1825642 w 2954843"/>
                <a:gd name="connsiteY2" fmla="*/ 3846842 h 3972062"/>
                <a:gd name="connsiteX3" fmla="*/ 328148 w 2954843"/>
                <a:gd name="connsiteY3" fmla="*/ 2018042 h 3972062"/>
                <a:gd name="connsiteX4" fmla="*/ 937747 w 2954843"/>
                <a:gd name="connsiteY4" fmla="*/ 43468 h 3972062"/>
                <a:gd name="connsiteX0" fmla="*/ 937747 w 2954843"/>
                <a:gd name="connsiteY0" fmla="*/ 40112 h 3968706"/>
                <a:gd name="connsiteX1" fmla="*/ 2209956 w 2954843"/>
                <a:gd name="connsiteY1" fmla="*/ 1537607 h 3968706"/>
                <a:gd name="connsiteX2" fmla="*/ 1825642 w 2954843"/>
                <a:gd name="connsiteY2" fmla="*/ 3843486 h 3968706"/>
                <a:gd name="connsiteX3" fmla="*/ 328148 w 2954843"/>
                <a:gd name="connsiteY3" fmla="*/ 2014686 h 3968706"/>
                <a:gd name="connsiteX4" fmla="*/ 937747 w 2954843"/>
                <a:gd name="connsiteY4" fmla="*/ 40112 h 3968706"/>
                <a:gd name="connsiteX0" fmla="*/ 937747 w 2954843"/>
                <a:gd name="connsiteY0" fmla="*/ 40112 h 3968706"/>
                <a:gd name="connsiteX1" fmla="*/ 2209956 w 2954843"/>
                <a:gd name="connsiteY1" fmla="*/ 1537607 h 3968706"/>
                <a:gd name="connsiteX2" fmla="*/ 1825642 w 2954843"/>
                <a:gd name="connsiteY2" fmla="*/ 3843486 h 3968706"/>
                <a:gd name="connsiteX3" fmla="*/ 328148 w 2954843"/>
                <a:gd name="connsiteY3" fmla="*/ 2014686 h 3968706"/>
                <a:gd name="connsiteX4" fmla="*/ 937747 w 2954843"/>
                <a:gd name="connsiteY4" fmla="*/ 40112 h 3968706"/>
                <a:gd name="connsiteX0" fmla="*/ 937747 w 2886860"/>
                <a:gd name="connsiteY0" fmla="*/ 40112 h 3968706"/>
                <a:gd name="connsiteX1" fmla="*/ 2209956 w 2886860"/>
                <a:gd name="connsiteY1" fmla="*/ 1537607 h 3968706"/>
                <a:gd name="connsiteX2" fmla="*/ 1825642 w 2886860"/>
                <a:gd name="connsiteY2" fmla="*/ 3843486 h 3968706"/>
                <a:gd name="connsiteX3" fmla="*/ 328148 w 2886860"/>
                <a:gd name="connsiteY3" fmla="*/ 2014686 h 3968706"/>
                <a:gd name="connsiteX4" fmla="*/ 937747 w 2886860"/>
                <a:gd name="connsiteY4" fmla="*/ 40112 h 3968706"/>
                <a:gd name="connsiteX0" fmla="*/ 937747 w 2940435"/>
                <a:gd name="connsiteY0" fmla="*/ 40112 h 3968706"/>
                <a:gd name="connsiteX1" fmla="*/ 2209956 w 2940435"/>
                <a:gd name="connsiteY1" fmla="*/ 1537607 h 3968706"/>
                <a:gd name="connsiteX2" fmla="*/ 1825642 w 2940435"/>
                <a:gd name="connsiteY2" fmla="*/ 3843486 h 3968706"/>
                <a:gd name="connsiteX3" fmla="*/ 328148 w 2940435"/>
                <a:gd name="connsiteY3" fmla="*/ 2014686 h 3968706"/>
                <a:gd name="connsiteX4" fmla="*/ 937747 w 2940435"/>
                <a:gd name="connsiteY4" fmla="*/ 40112 h 3968706"/>
                <a:gd name="connsiteX0" fmla="*/ 937747 w 2970463"/>
                <a:gd name="connsiteY0" fmla="*/ 40112 h 3968706"/>
                <a:gd name="connsiteX1" fmla="*/ 2209956 w 2970463"/>
                <a:gd name="connsiteY1" fmla="*/ 1537607 h 3968706"/>
                <a:gd name="connsiteX2" fmla="*/ 1825642 w 2970463"/>
                <a:gd name="connsiteY2" fmla="*/ 3843486 h 3968706"/>
                <a:gd name="connsiteX3" fmla="*/ 328148 w 2970463"/>
                <a:gd name="connsiteY3" fmla="*/ 2014686 h 3968706"/>
                <a:gd name="connsiteX4" fmla="*/ 937747 w 2970463"/>
                <a:gd name="connsiteY4" fmla="*/ 40112 h 3968706"/>
                <a:gd name="connsiteX0" fmla="*/ 937747 w 2821274"/>
                <a:gd name="connsiteY0" fmla="*/ 40112 h 3968706"/>
                <a:gd name="connsiteX1" fmla="*/ 2209956 w 2821274"/>
                <a:gd name="connsiteY1" fmla="*/ 1537607 h 3968706"/>
                <a:gd name="connsiteX2" fmla="*/ 1825642 w 2821274"/>
                <a:gd name="connsiteY2" fmla="*/ 3843486 h 3968706"/>
                <a:gd name="connsiteX3" fmla="*/ 328148 w 2821274"/>
                <a:gd name="connsiteY3" fmla="*/ 2014686 h 3968706"/>
                <a:gd name="connsiteX4" fmla="*/ 937747 w 2821274"/>
                <a:gd name="connsiteY4" fmla="*/ 40112 h 3968706"/>
                <a:gd name="connsiteX0" fmla="*/ 937747 w 2569808"/>
                <a:gd name="connsiteY0" fmla="*/ 40112 h 3968706"/>
                <a:gd name="connsiteX1" fmla="*/ 2209956 w 2569808"/>
                <a:gd name="connsiteY1" fmla="*/ 1537607 h 3968706"/>
                <a:gd name="connsiteX2" fmla="*/ 2554513 w 2569808"/>
                <a:gd name="connsiteY2" fmla="*/ 2226721 h 3968706"/>
                <a:gd name="connsiteX3" fmla="*/ 1825642 w 2569808"/>
                <a:gd name="connsiteY3" fmla="*/ 3843486 h 3968706"/>
                <a:gd name="connsiteX4" fmla="*/ 328148 w 2569808"/>
                <a:gd name="connsiteY4" fmla="*/ 2014686 h 3968706"/>
                <a:gd name="connsiteX5" fmla="*/ 937747 w 2569808"/>
                <a:gd name="connsiteY5" fmla="*/ 40112 h 3968706"/>
                <a:gd name="connsiteX0" fmla="*/ 937747 w 2565325"/>
                <a:gd name="connsiteY0" fmla="*/ 40112 h 3968706"/>
                <a:gd name="connsiteX1" fmla="*/ 2209956 w 2565325"/>
                <a:gd name="connsiteY1" fmla="*/ 1537607 h 3968706"/>
                <a:gd name="connsiteX2" fmla="*/ 2554513 w 2565325"/>
                <a:gd name="connsiteY2" fmla="*/ 2226721 h 3968706"/>
                <a:gd name="connsiteX3" fmla="*/ 1825642 w 2565325"/>
                <a:gd name="connsiteY3" fmla="*/ 3843486 h 3968706"/>
                <a:gd name="connsiteX4" fmla="*/ 328148 w 2565325"/>
                <a:gd name="connsiteY4" fmla="*/ 2014686 h 3968706"/>
                <a:gd name="connsiteX5" fmla="*/ 937747 w 2565325"/>
                <a:gd name="connsiteY5" fmla="*/ 40112 h 3968706"/>
                <a:gd name="connsiteX0" fmla="*/ 937747 w 2554513"/>
                <a:gd name="connsiteY0" fmla="*/ 40112 h 3968706"/>
                <a:gd name="connsiteX1" fmla="*/ 2209956 w 2554513"/>
                <a:gd name="connsiteY1" fmla="*/ 1537607 h 3968706"/>
                <a:gd name="connsiteX2" fmla="*/ 2554513 w 2554513"/>
                <a:gd name="connsiteY2" fmla="*/ 2226721 h 3968706"/>
                <a:gd name="connsiteX3" fmla="*/ 1825642 w 2554513"/>
                <a:gd name="connsiteY3" fmla="*/ 3843486 h 3968706"/>
                <a:gd name="connsiteX4" fmla="*/ 328148 w 2554513"/>
                <a:gd name="connsiteY4" fmla="*/ 2014686 h 3968706"/>
                <a:gd name="connsiteX5" fmla="*/ 937747 w 2554513"/>
                <a:gd name="connsiteY5" fmla="*/ 40112 h 3968706"/>
                <a:gd name="connsiteX0" fmla="*/ 937747 w 2873669"/>
                <a:gd name="connsiteY0" fmla="*/ 40112 h 3968706"/>
                <a:gd name="connsiteX1" fmla="*/ 2209956 w 2873669"/>
                <a:gd name="connsiteY1" fmla="*/ 1537607 h 3968706"/>
                <a:gd name="connsiteX2" fmla="*/ 2554513 w 2873669"/>
                <a:gd name="connsiteY2" fmla="*/ 2226721 h 3968706"/>
                <a:gd name="connsiteX3" fmla="*/ 1825642 w 2873669"/>
                <a:gd name="connsiteY3" fmla="*/ 3843486 h 3968706"/>
                <a:gd name="connsiteX4" fmla="*/ 328148 w 2873669"/>
                <a:gd name="connsiteY4" fmla="*/ 2014686 h 3968706"/>
                <a:gd name="connsiteX5" fmla="*/ 937747 w 2873669"/>
                <a:gd name="connsiteY5" fmla="*/ 40112 h 3968706"/>
                <a:gd name="connsiteX0" fmla="*/ 937747 w 2935301"/>
                <a:gd name="connsiteY0" fmla="*/ 40112 h 3968706"/>
                <a:gd name="connsiteX1" fmla="*/ 2209956 w 2935301"/>
                <a:gd name="connsiteY1" fmla="*/ 1537607 h 3968706"/>
                <a:gd name="connsiteX2" fmla="*/ 2554513 w 2935301"/>
                <a:gd name="connsiteY2" fmla="*/ 2226721 h 3968706"/>
                <a:gd name="connsiteX3" fmla="*/ 1825642 w 2935301"/>
                <a:gd name="connsiteY3" fmla="*/ 3843486 h 3968706"/>
                <a:gd name="connsiteX4" fmla="*/ 328148 w 2935301"/>
                <a:gd name="connsiteY4" fmla="*/ 2014686 h 3968706"/>
                <a:gd name="connsiteX5" fmla="*/ 937747 w 2935301"/>
                <a:gd name="connsiteY5" fmla="*/ 40112 h 3968706"/>
                <a:gd name="connsiteX0" fmla="*/ 937747 w 2937825"/>
                <a:gd name="connsiteY0" fmla="*/ 40112 h 3968706"/>
                <a:gd name="connsiteX1" fmla="*/ 2209956 w 2937825"/>
                <a:gd name="connsiteY1" fmla="*/ 1537607 h 3968706"/>
                <a:gd name="connsiteX2" fmla="*/ 2554513 w 2937825"/>
                <a:gd name="connsiteY2" fmla="*/ 2226721 h 3968706"/>
                <a:gd name="connsiteX3" fmla="*/ 1825642 w 2937825"/>
                <a:gd name="connsiteY3" fmla="*/ 3843486 h 3968706"/>
                <a:gd name="connsiteX4" fmla="*/ 328148 w 2937825"/>
                <a:gd name="connsiteY4" fmla="*/ 2014686 h 3968706"/>
                <a:gd name="connsiteX5" fmla="*/ 937747 w 2937825"/>
                <a:gd name="connsiteY5" fmla="*/ 40112 h 3968706"/>
                <a:gd name="connsiteX0" fmla="*/ 937747 w 2937825"/>
                <a:gd name="connsiteY0" fmla="*/ 52848 h 3981442"/>
                <a:gd name="connsiteX1" fmla="*/ 2209956 w 2937825"/>
                <a:gd name="connsiteY1" fmla="*/ 1550343 h 3981442"/>
                <a:gd name="connsiteX2" fmla="*/ 2554513 w 2937825"/>
                <a:gd name="connsiteY2" fmla="*/ 2239457 h 3981442"/>
                <a:gd name="connsiteX3" fmla="*/ 1825642 w 2937825"/>
                <a:gd name="connsiteY3" fmla="*/ 3856222 h 3981442"/>
                <a:gd name="connsiteX4" fmla="*/ 328148 w 2937825"/>
                <a:gd name="connsiteY4" fmla="*/ 2027422 h 3981442"/>
                <a:gd name="connsiteX5" fmla="*/ 937747 w 2937825"/>
                <a:gd name="connsiteY5" fmla="*/ 52848 h 3981442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60232"/>
                <a:gd name="connsiteY0" fmla="*/ 63100 h 3991694"/>
                <a:gd name="connsiteX1" fmla="*/ 2209956 w 2960232"/>
                <a:gd name="connsiteY1" fmla="*/ 1560595 h 3991694"/>
                <a:gd name="connsiteX2" fmla="*/ 2583088 w 2960232"/>
                <a:gd name="connsiteY2" fmla="*/ 2249709 h 3991694"/>
                <a:gd name="connsiteX3" fmla="*/ 1825642 w 2960232"/>
                <a:gd name="connsiteY3" fmla="*/ 3866474 h 3991694"/>
                <a:gd name="connsiteX4" fmla="*/ 328148 w 2960232"/>
                <a:gd name="connsiteY4" fmla="*/ 2037674 h 3991694"/>
                <a:gd name="connsiteX5" fmla="*/ 937747 w 2960232"/>
                <a:gd name="connsiteY5" fmla="*/ 63100 h 3991694"/>
                <a:gd name="connsiteX0" fmla="*/ 937747 w 2907849"/>
                <a:gd name="connsiteY0" fmla="*/ 63100 h 3991694"/>
                <a:gd name="connsiteX1" fmla="*/ 2209956 w 2907849"/>
                <a:gd name="connsiteY1" fmla="*/ 1560595 h 3991694"/>
                <a:gd name="connsiteX2" fmla="*/ 2583088 w 2907849"/>
                <a:gd name="connsiteY2" fmla="*/ 2249709 h 3991694"/>
                <a:gd name="connsiteX3" fmla="*/ 1825642 w 2907849"/>
                <a:gd name="connsiteY3" fmla="*/ 3866474 h 3991694"/>
                <a:gd name="connsiteX4" fmla="*/ 328148 w 2907849"/>
                <a:gd name="connsiteY4" fmla="*/ 2037674 h 3991694"/>
                <a:gd name="connsiteX5" fmla="*/ 937747 w 2907849"/>
                <a:gd name="connsiteY5" fmla="*/ 63100 h 3991694"/>
                <a:gd name="connsiteX0" fmla="*/ 937747 w 2907849"/>
                <a:gd name="connsiteY0" fmla="*/ 63100 h 3991694"/>
                <a:gd name="connsiteX1" fmla="*/ 2209956 w 2907849"/>
                <a:gd name="connsiteY1" fmla="*/ 1560595 h 3991694"/>
                <a:gd name="connsiteX2" fmla="*/ 2583088 w 2907849"/>
                <a:gd name="connsiteY2" fmla="*/ 2249709 h 3991694"/>
                <a:gd name="connsiteX3" fmla="*/ 1825642 w 2907849"/>
                <a:gd name="connsiteY3" fmla="*/ 3866474 h 3991694"/>
                <a:gd name="connsiteX4" fmla="*/ 328148 w 2907849"/>
                <a:gd name="connsiteY4" fmla="*/ 2037674 h 3991694"/>
                <a:gd name="connsiteX5" fmla="*/ 937747 w 2907849"/>
                <a:gd name="connsiteY5" fmla="*/ 63100 h 3991694"/>
                <a:gd name="connsiteX0" fmla="*/ 937747 w 2907849"/>
                <a:gd name="connsiteY0" fmla="*/ 62368 h 3990962"/>
                <a:gd name="connsiteX1" fmla="*/ 2209956 w 2907849"/>
                <a:gd name="connsiteY1" fmla="*/ 1559863 h 3990962"/>
                <a:gd name="connsiteX2" fmla="*/ 2583088 w 2907849"/>
                <a:gd name="connsiteY2" fmla="*/ 2248977 h 3990962"/>
                <a:gd name="connsiteX3" fmla="*/ 1825642 w 2907849"/>
                <a:gd name="connsiteY3" fmla="*/ 3865742 h 3990962"/>
                <a:gd name="connsiteX4" fmla="*/ 328148 w 2907849"/>
                <a:gd name="connsiteY4" fmla="*/ 2036942 h 3990962"/>
                <a:gd name="connsiteX5" fmla="*/ 937747 w 2907849"/>
                <a:gd name="connsiteY5" fmla="*/ 62368 h 3990962"/>
                <a:gd name="connsiteX0" fmla="*/ 937747 w 2907849"/>
                <a:gd name="connsiteY0" fmla="*/ 61752 h 3990346"/>
                <a:gd name="connsiteX1" fmla="*/ 2209956 w 2907849"/>
                <a:gd name="connsiteY1" fmla="*/ 1559247 h 3990346"/>
                <a:gd name="connsiteX2" fmla="*/ 2583088 w 2907849"/>
                <a:gd name="connsiteY2" fmla="*/ 2248361 h 3990346"/>
                <a:gd name="connsiteX3" fmla="*/ 1825642 w 2907849"/>
                <a:gd name="connsiteY3" fmla="*/ 3865126 h 3990346"/>
                <a:gd name="connsiteX4" fmla="*/ 328148 w 2907849"/>
                <a:gd name="connsiteY4" fmla="*/ 2036326 h 3990346"/>
                <a:gd name="connsiteX5" fmla="*/ 937747 w 2907849"/>
                <a:gd name="connsiteY5" fmla="*/ 61752 h 3990346"/>
                <a:gd name="connsiteX0" fmla="*/ 937747 w 2907849"/>
                <a:gd name="connsiteY0" fmla="*/ 63313 h 3991907"/>
                <a:gd name="connsiteX1" fmla="*/ 2209956 w 2907849"/>
                <a:gd name="connsiteY1" fmla="*/ 1560808 h 3991907"/>
                <a:gd name="connsiteX2" fmla="*/ 2583088 w 2907849"/>
                <a:gd name="connsiteY2" fmla="*/ 2249922 h 3991907"/>
                <a:gd name="connsiteX3" fmla="*/ 1825642 w 2907849"/>
                <a:gd name="connsiteY3" fmla="*/ 3866687 h 3991907"/>
                <a:gd name="connsiteX4" fmla="*/ 328148 w 2907849"/>
                <a:gd name="connsiteY4" fmla="*/ 2037887 h 3991907"/>
                <a:gd name="connsiteX5" fmla="*/ 937747 w 2907849"/>
                <a:gd name="connsiteY5" fmla="*/ 63313 h 3991907"/>
                <a:gd name="connsiteX0" fmla="*/ 937747 w 2907849"/>
                <a:gd name="connsiteY0" fmla="*/ 60801 h 3989395"/>
                <a:gd name="connsiteX1" fmla="*/ 2209956 w 2907849"/>
                <a:gd name="connsiteY1" fmla="*/ 1558296 h 3989395"/>
                <a:gd name="connsiteX2" fmla="*/ 2583088 w 2907849"/>
                <a:gd name="connsiteY2" fmla="*/ 2247410 h 3989395"/>
                <a:gd name="connsiteX3" fmla="*/ 1825642 w 2907849"/>
                <a:gd name="connsiteY3" fmla="*/ 3864175 h 3989395"/>
                <a:gd name="connsiteX4" fmla="*/ 328148 w 2907849"/>
                <a:gd name="connsiteY4" fmla="*/ 2035375 h 3989395"/>
                <a:gd name="connsiteX5" fmla="*/ 937747 w 2907849"/>
                <a:gd name="connsiteY5" fmla="*/ 60801 h 3989395"/>
                <a:gd name="connsiteX0" fmla="*/ 937747 w 2907849"/>
                <a:gd name="connsiteY0" fmla="*/ 60801 h 3989395"/>
                <a:gd name="connsiteX1" fmla="*/ 2209956 w 2907849"/>
                <a:gd name="connsiteY1" fmla="*/ 1558296 h 3989395"/>
                <a:gd name="connsiteX2" fmla="*/ 2583088 w 2907849"/>
                <a:gd name="connsiteY2" fmla="*/ 2247410 h 3989395"/>
                <a:gd name="connsiteX3" fmla="*/ 1825642 w 2907849"/>
                <a:gd name="connsiteY3" fmla="*/ 3864175 h 3989395"/>
                <a:gd name="connsiteX4" fmla="*/ 328148 w 2907849"/>
                <a:gd name="connsiteY4" fmla="*/ 2035375 h 3989395"/>
                <a:gd name="connsiteX5" fmla="*/ 937747 w 2907849"/>
                <a:gd name="connsiteY5" fmla="*/ 60801 h 3989395"/>
                <a:gd name="connsiteX0" fmla="*/ 937747 w 2907849"/>
                <a:gd name="connsiteY0" fmla="*/ 60801 h 3989395"/>
                <a:gd name="connsiteX1" fmla="*/ 2209956 w 2907849"/>
                <a:gd name="connsiteY1" fmla="*/ 1558296 h 3989395"/>
                <a:gd name="connsiteX2" fmla="*/ 2583088 w 2907849"/>
                <a:gd name="connsiteY2" fmla="*/ 2247410 h 3989395"/>
                <a:gd name="connsiteX3" fmla="*/ 1825642 w 2907849"/>
                <a:gd name="connsiteY3" fmla="*/ 3864175 h 3989395"/>
                <a:gd name="connsiteX4" fmla="*/ 328148 w 2907849"/>
                <a:gd name="connsiteY4" fmla="*/ 2035375 h 3989395"/>
                <a:gd name="connsiteX5" fmla="*/ 937747 w 2907849"/>
                <a:gd name="connsiteY5" fmla="*/ 60801 h 398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07849" h="3989395">
                  <a:moveTo>
                    <a:pt x="937747" y="60801"/>
                  </a:moveTo>
                  <a:cubicBezTo>
                    <a:pt x="2461334" y="-318404"/>
                    <a:pt x="1986325" y="1185303"/>
                    <a:pt x="2209956" y="1558296"/>
                  </a:cubicBezTo>
                  <a:cubicBezTo>
                    <a:pt x="2277286" y="1810191"/>
                    <a:pt x="2383339" y="1966423"/>
                    <a:pt x="2583088" y="2247410"/>
                  </a:cubicBezTo>
                  <a:cubicBezTo>
                    <a:pt x="3367383" y="3108180"/>
                    <a:pt x="2578807" y="4051914"/>
                    <a:pt x="1825642" y="3864175"/>
                  </a:cubicBezTo>
                  <a:cubicBezTo>
                    <a:pt x="-780618" y="4513531"/>
                    <a:pt x="98443" y="2446192"/>
                    <a:pt x="328148" y="2035375"/>
                  </a:cubicBezTo>
                  <a:cubicBezTo>
                    <a:pt x="624113" y="1363932"/>
                    <a:pt x="-206356" y="255166"/>
                    <a:pt x="937747" y="60801"/>
                  </a:cubicBezTo>
                  <a:close/>
                </a:path>
              </a:pathLst>
            </a:custGeom>
            <a:solidFill>
              <a:srgbClr val="FEB159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5">
              <a:extLst>
                <a:ext uri="{FF2B5EF4-FFF2-40B4-BE49-F238E27FC236}">
                  <a16:creationId xmlns:a16="http://schemas.microsoft.com/office/drawing/2014/main" id="{744E4D01-98C3-3F7D-BA1F-32EB64024C15}"/>
                </a:ext>
              </a:extLst>
            </p:cNvPr>
            <p:cNvSpPr/>
            <p:nvPr/>
          </p:nvSpPr>
          <p:spPr>
            <a:xfrm rot="21297664">
              <a:off x="5287493" y="4767247"/>
              <a:ext cx="1490192" cy="1835828"/>
            </a:xfrm>
            <a:custGeom>
              <a:avLst/>
              <a:gdLst>
                <a:gd name="connsiteX0" fmla="*/ 0 w 1205948"/>
                <a:gd name="connsiteY0" fmla="*/ 0 h 709668"/>
                <a:gd name="connsiteX1" fmla="*/ 1205948 w 1205948"/>
                <a:gd name="connsiteY1" fmla="*/ 0 h 709668"/>
                <a:gd name="connsiteX2" fmla="*/ 1205948 w 1205948"/>
                <a:gd name="connsiteY2" fmla="*/ 709668 h 709668"/>
                <a:gd name="connsiteX3" fmla="*/ 0 w 1205948"/>
                <a:gd name="connsiteY3" fmla="*/ 709668 h 709668"/>
                <a:gd name="connsiteX4" fmla="*/ 0 w 1205948"/>
                <a:gd name="connsiteY4" fmla="*/ 0 h 709668"/>
                <a:gd name="connsiteX0" fmla="*/ 190500 w 1205948"/>
                <a:gd name="connsiteY0" fmla="*/ 0 h 823968"/>
                <a:gd name="connsiteX1" fmla="*/ 1205948 w 1205948"/>
                <a:gd name="connsiteY1" fmla="*/ 114300 h 823968"/>
                <a:gd name="connsiteX2" fmla="*/ 1205948 w 1205948"/>
                <a:gd name="connsiteY2" fmla="*/ 823968 h 823968"/>
                <a:gd name="connsiteX3" fmla="*/ 0 w 1205948"/>
                <a:gd name="connsiteY3" fmla="*/ 823968 h 823968"/>
                <a:gd name="connsiteX4" fmla="*/ 190500 w 1205948"/>
                <a:gd name="connsiteY4" fmla="*/ 0 h 823968"/>
                <a:gd name="connsiteX0" fmla="*/ 190500 w 1205948"/>
                <a:gd name="connsiteY0" fmla="*/ 47625 h 871593"/>
                <a:gd name="connsiteX1" fmla="*/ 796373 w 1205948"/>
                <a:gd name="connsiteY1" fmla="*/ 0 h 871593"/>
                <a:gd name="connsiteX2" fmla="*/ 1205948 w 1205948"/>
                <a:gd name="connsiteY2" fmla="*/ 871593 h 871593"/>
                <a:gd name="connsiteX3" fmla="*/ 0 w 1205948"/>
                <a:gd name="connsiteY3" fmla="*/ 871593 h 871593"/>
                <a:gd name="connsiteX4" fmla="*/ 190500 w 1205948"/>
                <a:gd name="connsiteY4" fmla="*/ 47625 h 871593"/>
                <a:gd name="connsiteX0" fmla="*/ 0 w 1015448"/>
                <a:gd name="connsiteY0" fmla="*/ 47625 h 938268"/>
                <a:gd name="connsiteX1" fmla="*/ 605873 w 1015448"/>
                <a:gd name="connsiteY1" fmla="*/ 0 h 938268"/>
                <a:gd name="connsiteX2" fmla="*/ 1015448 w 1015448"/>
                <a:gd name="connsiteY2" fmla="*/ 871593 h 938268"/>
                <a:gd name="connsiteX3" fmla="*/ 152400 w 1015448"/>
                <a:gd name="connsiteY3" fmla="*/ 938268 h 938268"/>
                <a:gd name="connsiteX4" fmla="*/ 0 w 1015448"/>
                <a:gd name="connsiteY4" fmla="*/ 47625 h 938268"/>
                <a:gd name="connsiteX0" fmla="*/ 86108 w 1101556"/>
                <a:gd name="connsiteY0" fmla="*/ 47625 h 1492059"/>
                <a:gd name="connsiteX1" fmla="*/ 691981 w 1101556"/>
                <a:gd name="connsiteY1" fmla="*/ 0 h 1492059"/>
                <a:gd name="connsiteX2" fmla="*/ 1101556 w 1101556"/>
                <a:gd name="connsiteY2" fmla="*/ 871593 h 1492059"/>
                <a:gd name="connsiteX3" fmla="*/ 238508 w 1101556"/>
                <a:gd name="connsiteY3" fmla="*/ 938268 h 1492059"/>
                <a:gd name="connsiteX4" fmla="*/ 86108 w 1101556"/>
                <a:gd name="connsiteY4" fmla="*/ 47625 h 1492059"/>
                <a:gd name="connsiteX0" fmla="*/ 60108 w 1313681"/>
                <a:gd name="connsiteY0" fmla="*/ 47625 h 1496824"/>
                <a:gd name="connsiteX1" fmla="*/ 665981 w 1313681"/>
                <a:gd name="connsiteY1" fmla="*/ 0 h 1496824"/>
                <a:gd name="connsiteX2" fmla="*/ 1313681 w 1313681"/>
                <a:gd name="connsiteY2" fmla="*/ 890643 h 1496824"/>
                <a:gd name="connsiteX3" fmla="*/ 212508 w 1313681"/>
                <a:gd name="connsiteY3" fmla="*/ 938268 h 1496824"/>
                <a:gd name="connsiteX4" fmla="*/ 60108 w 1313681"/>
                <a:gd name="connsiteY4" fmla="*/ 47625 h 1496824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83904 w 1337477"/>
                <a:gd name="connsiteY0" fmla="*/ 47625 h 1764588"/>
                <a:gd name="connsiteX1" fmla="*/ 689777 w 1337477"/>
                <a:gd name="connsiteY1" fmla="*/ 0 h 1764588"/>
                <a:gd name="connsiteX2" fmla="*/ 1337477 w 1337477"/>
                <a:gd name="connsiteY2" fmla="*/ 890643 h 1764588"/>
                <a:gd name="connsiteX3" fmla="*/ 236304 w 1337477"/>
                <a:gd name="connsiteY3" fmla="*/ 938268 h 1764588"/>
                <a:gd name="connsiteX4" fmla="*/ 83904 w 1337477"/>
                <a:gd name="connsiteY4" fmla="*/ 47625 h 1764588"/>
                <a:gd name="connsiteX0" fmla="*/ 77362 w 1331799"/>
                <a:gd name="connsiteY0" fmla="*/ 47625 h 1835828"/>
                <a:gd name="connsiteX1" fmla="*/ 683235 w 1331799"/>
                <a:gd name="connsiteY1" fmla="*/ 0 h 1835828"/>
                <a:gd name="connsiteX2" fmla="*/ 1330935 w 1331799"/>
                <a:gd name="connsiteY2" fmla="*/ 890643 h 1835828"/>
                <a:gd name="connsiteX3" fmla="*/ 229762 w 1331799"/>
                <a:gd name="connsiteY3" fmla="*/ 938268 h 1835828"/>
                <a:gd name="connsiteX4" fmla="*/ 77362 w 1331799"/>
                <a:gd name="connsiteY4" fmla="*/ 47625 h 1835828"/>
                <a:gd name="connsiteX0" fmla="*/ 235755 w 1490192"/>
                <a:gd name="connsiteY0" fmla="*/ 47625 h 1835828"/>
                <a:gd name="connsiteX1" fmla="*/ 841628 w 1490192"/>
                <a:gd name="connsiteY1" fmla="*/ 0 h 1835828"/>
                <a:gd name="connsiteX2" fmla="*/ 1489328 w 1490192"/>
                <a:gd name="connsiteY2" fmla="*/ 890643 h 1835828"/>
                <a:gd name="connsiteX3" fmla="*/ 388155 w 1490192"/>
                <a:gd name="connsiteY3" fmla="*/ 938268 h 1835828"/>
                <a:gd name="connsiteX4" fmla="*/ 235755 w 1490192"/>
                <a:gd name="connsiteY4" fmla="*/ 47625 h 1835828"/>
                <a:gd name="connsiteX0" fmla="*/ 235755 w 1490192"/>
                <a:gd name="connsiteY0" fmla="*/ 47625 h 1835828"/>
                <a:gd name="connsiteX1" fmla="*/ 841628 w 1490192"/>
                <a:gd name="connsiteY1" fmla="*/ 0 h 1835828"/>
                <a:gd name="connsiteX2" fmla="*/ 1489328 w 1490192"/>
                <a:gd name="connsiteY2" fmla="*/ 890643 h 1835828"/>
                <a:gd name="connsiteX3" fmla="*/ 388155 w 1490192"/>
                <a:gd name="connsiteY3" fmla="*/ 938268 h 1835828"/>
                <a:gd name="connsiteX4" fmla="*/ 235755 w 1490192"/>
                <a:gd name="connsiteY4" fmla="*/ 47625 h 1835828"/>
                <a:gd name="connsiteX0" fmla="*/ 841628 w 1490192"/>
                <a:gd name="connsiteY0" fmla="*/ 0 h 1835828"/>
                <a:gd name="connsiteX1" fmla="*/ 1489328 w 1490192"/>
                <a:gd name="connsiteY1" fmla="*/ 890643 h 1835828"/>
                <a:gd name="connsiteX2" fmla="*/ 388155 w 1490192"/>
                <a:gd name="connsiteY2" fmla="*/ 938268 h 1835828"/>
                <a:gd name="connsiteX3" fmla="*/ 235755 w 1490192"/>
                <a:gd name="connsiteY3" fmla="*/ 47625 h 1835828"/>
                <a:gd name="connsiteX4" fmla="*/ 933068 w 1490192"/>
                <a:gd name="connsiteY4" fmla="*/ 91440 h 1835828"/>
                <a:gd name="connsiteX0" fmla="*/ 841628 w 1490192"/>
                <a:gd name="connsiteY0" fmla="*/ 0 h 1835828"/>
                <a:gd name="connsiteX1" fmla="*/ 1489328 w 1490192"/>
                <a:gd name="connsiteY1" fmla="*/ 890643 h 1835828"/>
                <a:gd name="connsiteX2" fmla="*/ 388155 w 1490192"/>
                <a:gd name="connsiteY2" fmla="*/ 938268 h 1835828"/>
                <a:gd name="connsiteX3" fmla="*/ 235755 w 1490192"/>
                <a:gd name="connsiteY3" fmla="*/ 47625 h 1835828"/>
                <a:gd name="connsiteX0" fmla="*/ 841628 w 1490192"/>
                <a:gd name="connsiteY0" fmla="*/ 0 h 1835828"/>
                <a:gd name="connsiteX1" fmla="*/ 1489328 w 1490192"/>
                <a:gd name="connsiteY1" fmla="*/ 890643 h 1835828"/>
                <a:gd name="connsiteX2" fmla="*/ 388155 w 1490192"/>
                <a:gd name="connsiteY2" fmla="*/ 938268 h 1835828"/>
                <a:gd name="connsiteX3" fmla="*/ 235755 w 1490192"/>
                <a:gd name="connsiteY3" fmla="*/ 47625 h 1835828"/>
                <a:gd name="connsiteX4" fmla="*/ 841628 w 1490192"/>
                <a:gd name="connsiteY4" fmla="*/ 0 h 183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0192" h="1835828">
                  <a:moveTo>
                    <a:pt x="841628" y="0"/>
                  </a:moveTo>
                  <a:cubicBezTo>
                    <a:pt x="1457578" y="249256"/>
                    <a:pt x="1416303" y="641387"/>
                    <a:pt x="1489328" y="890643"/>
                  </a:cubicBezTo>
                  <a:cubicBezTo>
                    <a:pt x="1538333" y="2269973"/>
                    <a:pt x="-514787" y="2011418"/>
                    <a:pt x="388155" y="938268"/>
                  </a:cubicBezTo>
                  <a:cubicBezTo>
                    <a:pt x="337355" y="736637"/>
                    <a:pt x="-351620" y="630256"/>
                    <a:pt x="235755" y="47625"/>
                  </a:cubicBezTo>
                  <a:lnTo>
                    <a:pt x="841628" y="0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17D8CAD-D785-4A9E-7D77-4A9E8327E639}"/>
                </a:ext>
              </a:extLst>
            </p:cNvPr>
            <p:cNvSpPr/>
            <p:nvPr/>
          </p:nvSpPr>
          <p:spPr>
            <a:xfrm>
              <a:off x="6153150" y="4181475"/>
              <a:ext cx="676275" cy="470539"/>
            </a:xfrm>
            <a:custGeom>
              <a:avLst/>
              <a:gdLst>
                <a:gd name="connsiteX0" fmla="*/ 0 w 676275"/>
                <a:gd name="connsiteY0" fmla="*/ 466725 h 466725"/>
                <a:gd name="connsiteX1" fmla="*/ 676275 w 676275"/>
                <a:gd name="connsiteY1" fmla="*/ 0 h 466725"/>
                <a:gd name="connsiteX2" fmla="*/ 676275 w 676275"/>
                <a:gd name="connsiteY2" fmla="*/ 0 h 466725"/>
                <a:gd name="connsiteX0" fmla="*/ 0 w 676275"/>
                <a:gd name="connsiteY0" fmla="*/ 466725 h 470539"/>
                <a:gd name="connsiteX1" fmla="*/ 676275 w 676275"/>
                <a:gd name="connsiteY1" fmla="*/ 0 h 470539"/>
                <a:gd name="connsiteX2" fmla="*/ 676275 w 676275"/>
                <a:gd name="connsiteY2" fmla="*/ 0 h 470539"/>
                <a:gd name="connsiteX0" fmla="*/ 0 w 676275"/>
                <a:gd name="connsiteY0" fmla="*/ 466725 h 470539"/>
                <a:gd name="connsiteX1" fmla="*/ 676275 w 676275"/>
                <a:gd name="connsiteY1" fmla="*/ 0 h 470539"/>
                <a:gd name="connsiteX2" fmla="*/ 676275 w 676275"/>
                <a:gd name="connsiteY2" fmla="*/ 0 h 47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6275" h="470539">
                  <a:moveTo>
                    <a:pt x="0" y="466725"/>
                  </a:moveTo>
                  <a:cubicBezTo>
                    <a:pt x="444500" y="511175"/>
                    <a:pt x="565150" y="155575"/>
                    <a:pt x="676275" y="0"/>
                  </a:cubicBezTo>
                  <a:lnTo>
                    <a:pt x="676275" y="0"/>
                  </a:lnTo>
                </a:path>
              </a:pathLst>
            </a:cu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6A11ED6-8D55-C033-6C33-74D09430997D}"/>
                </a:ext>
              </a:extLst>
            </p:cNvPr>
            <p:cNvSpPr/>
            <p:nvPr/>
          </p:nvSpPr>
          <p:spPr>
            <a:xfrm>
              <a:off x="6286500" y="3962400"/>
              <a:ext cx="190500" cy="428625"/>
            </a:xfrm>
            <a:custGeom>
              <a:avLst/>
              <a:gdLst>
                <a:gd name="connsiteX0" fmla="*/ 0 w 190500"/>
                <a:gd name="connsiteY0" fmla="*/ 428625 h 428625"/>
                <a:gd name="connsiteX1" fmla="*/ 190500 w 190500"/>
                <a:gd name="connsiteY1" fmla="*/ 0 h 428625"/>
                <a:gd name="connsiteX2" fmla="*/ 190500 w 190500"/>
                <a:gd name="connsiteY2" fmla="*/ 0 h 428625"/>
                <a:gd name="connsiteX0" fmla="*/ 0 w 190500"/>
                <a:gd name="connsiteY0" fmla="*/ 428625 h 428625"/>
                <a:gd name="connsiteX1" fmla="*/ 190500 w 190500"/>
                <a:gd name="connsiteY1" fmla="*/ 0 h 428625"/>
                <a:gd name="connsiteX2" fmla="*/ 190500 w 190500"/>
                <a:gd name="connsiteY2" fmla="*/ 0 h 428625"/>
                <a:gd name="connsiteX0" fmla="*/ 0 w 190500"/>
                <a:gd name="connsiteY0" fmla="*/ 428625 h 428625"/>
                <a:gd name="connsiteX1" fmla="*/ 190500 w 190500"/>
                <a:gd name="connsiteY1" fmla="*/ 0 h 428625"/>
                <a:gd name="connsiteX2" fmla="*/ 190500 w 190500"/>
                <a:gd name="connsiteY2" fmla="*/ 0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428625">
                  <a:moveTo>
                    <a:pt x="0" y="428625"/>
                  </a:moveTo>
                  <a:cubicBezTo>
                    <a:pt x="158750" y="381000"/>
                    <a:pt x="184150" y="142875"/>
                    <a:pt x="190500" y="0"/>
                  </a:cubicBezTo>
                  <a:lnTo>
                    <a:pt x="190500" y="0"/>
                  </a:lnTo>
                </a:path>
              </a:pathLst>
            </a:cu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F0D7F6C-5884-7603-B1BD-8B5960151431}"/>
                </a:ext>
              </a:extLst>
            </p:cNvPr>
            <p:cNvSpPr/>
            <p:nvPr/>
          </p:nvSpPr>
          <p:spPr>
            <a:xfrm>
              <a:off x="5867400" y="4067175"/>
              <a:ext cx="105833" cy="561975"/>
            </a:xfrm>
            <a:custGeom>
              <a:avLst/>
              <a:gdLst>
                <a:gd name="connsiteX0" fmla="*/ 0 w 95250"/>
                <a:gd name="connsiteY0" fmla="*/ 561975 h 561975"/>
                <a:gd name="connsiteX1" fmla="*/ 95250 w 95250"/>
                <a:gd name="connsiteY1" fmla="*/ 0 h 561975"/>
                <a:gd name="connsiteX2" fmla="*/ 95250 w 95250"/>
                <a:gd name="connsiteY2" fmla="*/ 0 h 561975"/>
                <a:gd name="connsiteX0" fmla="*/ 0 w 95250"/>
                <a:gd name="connsiteY0" fmla="*/ 561975 h 561975"/>
                <a:gd name="connsiteX1" fmla="*/ 95250 w 95250"/>
                <a:gd name="connsiteY1" fmla="*/ 0 h 561975"/>
                <a:gd name="connsiteX2" fmla="*/ 95250 w 95250"/>
                <a:gd name="connsiteY2" fmla="*/ 0 h 561975"/>
                <a:gd name="connsiteX0" fmla="*/ 0 w 105833"/>
                <a:gd name="connsiteY0" fmla="*/ 561975 h 561975"/>
                <a:gd name="connsiteX1" fmla="*/ 95250 w 105833"/>
                <a:gd name="connsiteY1" fmla="*/ 0 h 561975"/>
                <a:gd name="connsiteX2" fmla="*/ 95250 w 105833"/>
                <a:gd name="connsiteY2" fmla="*/ 0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833" h="561975">
                  <a:moveTo>
                    <a:pt x="0" y="561975"/>
                  </a:moveTo>
                  <a:cubicBezTo>
                    <a:pt x="127000" y="431800"/>
                    <a:pt x="111125" y="187325"/>
                    <a:pt x="95250" y="0"/>
                  </a:cubicBezTo>
                  <a:lnTo>
                    <a:pt x="95250" y="0"/>
                  </a:lnTo>
                </a:path>
              </a:pathLst>
            </a:cu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E23A1D6-33A3-84BB-9ED5-F77C05FD638E}"/>
                </a:ext>
              </a:extLst>
            </p:cNvPr>
            <p:cNvSpPr/>
            <p:nvPr/>
          </p:nvSpPr>
          <p:spPr>
            <a:xfrm>
              <a:off x="5124450" y="4000500"/>
              <a:ext cx="457200" cy="695325"/>
            </a:xfrm>
            <a:custGeom>
              <a:avLst/>
              <a:gdLst>
                <a:gd name="connsiteX0" fmla="*/ 457200 w 457200"/>
                <a:gd name="connsiteY0" fmla="*/ 695325 h 695325"/>
                <a:gd name="connsiteX1" fmla="*/ 0 w 457200"/>
                <a:gd name="connsiteY1" fmla="*/ 0 h 695325"/>
                <a:gd name="connsiteX2" fmla="*/ 0 w 457200"/>
                <a:gd name="connsiteY2" fmla="*/ 0 h 695325"/>
                <a:gd name="connsiteX0" fmla="*/ 457200 w 457200"/>
                <a:gd name="connsiteY0" fmla="*/ 695325 h 695325"/>
                <a:gd name="connsiteX1" fmla="*/ 0 w 457200"/>
                <a:gd name="connsiteY1" fmla="*/ 0 h 695325"/>
                <a:gd name="connsiteX2" fmla="*/ 0 w 457200"/>
                <a:gd name="connsiteY2" fmla="*/ 0 h 695325"/>
                <a:gd name="connsiteX0" fmla="*/ 457200 w 457200"/>
                <a:gd name="connsiteY0" fmla="*/ 695325 h 695325"/>
                <a:gd name="connsiteX1" fmla="*/ 0 w 457200"/>
                <a:gd name="connsiteY1" fmla="*/ 0 h 695325"/>
                <a:gd name="connsiteX2" fmla="*/ 0 w 457200"/>
                <a:gd name="connsiteY2" fmla="*/ 0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7200" h="695325">
                  <a:moveTo>
                    <a:pt x="457200" y="695325"/>
                  </a:moveTo>
                  <a:cubicBezTo>
                    <a:pt x="123825" y="473075"/>
                    <a:pt x="76200" y="24130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0BD2E72-04C8-C7AE-2FCE-180FF7A797C2}"/>
                </a:ext>
              </a:extLst>
            </p:cNvPr>
            <p:cNvSpPr/>
            <p:nvPr/>
          </p:nvSpPr>
          <p:spPr>
            <a:xfrm>
              <a:off x="4591050" y="3990975"/>
              <a:ext cx="695325" cy="781050"/>
            </a:xfrm>
            <a:custGeom>
              <a:avLst/>
              <a:gdLst>
                <a:gd name="connsiteX0" fmla="*/ 695325 w 695325"/>
                <a:gd name="connsiteY0" fmla="*/ 781050 h 781050"/>
                <a:gd name="connsiteX1" fmla="*/ 0 w 695325"/>
                <a:gd name="connsiteY1" fmla="*/ 0 h 781050"/>
                <a:gd name="connsiteX2" fmla="*/ 0 w 695325"/>
                <a:gd name="connsiteY2" fmla="*/ 0 h 781050"/>
                <a:gd name="connsiteX0" fmla="*/ 695325 w 695325"/>
                <a:gd name="connsiteY0" fmla="*/ 781050 h 781050"/>
                <a:gd name="connsiteX1" fmla="*/ 0 w 695325"/>
                <a:gd name="connsiteY1" fmla="*/ 0 h 781050"/>
                <a:gd name="connsiteX2" fmla="*/ 0 w 695325"/>
                <a:gd name="connsiteY2" fmla="*/ 0 h 781050"/>
                <a:gd name="connsiteX0" fmla="*/ 695325 w 695325"/>
                <a:gd name="connsiteY0" fmla="*/ 781050 h 781050"/>
                <a:gd name="connsiteX1" fmla="*/ 0 w 695325"/>
                <a:gd name="connsiteY1" fmla="*/ 0 h 781050"/>
                <a:gd name="connsiteX2" fmla="*/ 0 w 695325"/>
                <a:gd name="connsiteY2" fmla="*/ 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5325" h="781050">
                  <a:moveTo>
                    <a:pt x="695325" y="781050"/>
                  </a:moveTo>
                  <a:cubicBezTo>
                    <a:pt x="130175" y="701675"/>
                    <a:pt x="41275" y="307975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FD0C9D0-BB8E-4966-2A98-37E0AEFD61EC}"/>
                </a:ext>
              </a:extLst>
            </p:cNvPr>
            <p:cNvSpPr/>
            <p:nvPr/>
          </p:nvSpPr>
          <p:spPr>
            <a:xfrm>
              <a:off x="4864100" y="1084460"/>
              <a:ext cx="368300" cy="296665"/>
            </a:xfrm>
            <a:custGeom>
              <a:avLst/>
              <a:gdLst>
                <a:gd name="connsiteX0" fmla="*/ 0 w 330200"/>
                <a:gd name="connsiteY0" fmla="*/ 292100 h 292100"/>
                <a:gd name="connsiteX1" fmla="*/ 330200 w 330200"/>
                <a:gd name="connsiteY1" fmla="*/ 0 h 292100"/>
                <a:gd name="connsiteX2" fmla="*/ 330200 w 330200"/>
                <a:gd name="connsiteY2" fmla="*/ 0 h 292100"/>
                <a:gd name="connsiteX0" fmla="*/ 0 w 317500"/>
                <a:gd name="connsiteY0" fmla="*/ 314325 h 314325"/>
                <a:gd name="connsiteX1" fmla="*/ 317500 w 317500"/>
                <a:gd name="connsiteY1" fmla="*/ 0 h 314325"/>
                <a:gd name="connsiteX2" fmla="*/ 317500 w 317500"/>
                <a:gd name="connsiteY2" fmla="*/ 0 h 314325"/>
                <a:gd name="connsiteX0" fmla="*/ 0 w 368300"/>
                <a:gd name="connsiteY0" fmla="*/ 314325 h 314325"/>
                <a:gd name="connsiteX1" fmla="*/ 317500 w 368300"/>
                <a:gd name="connsiteY1" fmla="*/ 0 h 314325"/>
                <a:gd name="connsiteX2" fmla="*/ 368300 w 368300"/>
                <a:gd name="connsiteY2" fmla="*/ 19050 h 314325"/>
                <a:gd name="connsiteX0" fmla="*/ 0 w 368300"/>
                <a:gd name="connsiteY0" fmla="*/ 295275 h 295275"/>
                <a:gd name="connsiteX1" fmla="*/ 368300 w 368300"/>
                <a:gd name="connsiteY1" fmla="*/ 0 h 295275"/>
                <a:gd name="connsiteX0" fmla="*/ 0 w 368300"/>
                <a:gd name="connsiteY0" fmla="*/ 296847 h 296847"/>
                <a:gd name="connsiteX1" fmla="*/ 368300 w 368300"/>
                <a:gd name="connsiteY1" fmla="*/ 1572 h 296847"/>
                <a:gd name="connsiteX0" fmla="*/ 0 w 368300"/>
                <a:gd name="connsiteY0" fmla="*/ 296665 h 296665"/>
                <a:gd name="connsiteX1" fmla="*/ 368300 w 368300"/>
                <a:gd name="connsiteY1" fmla="*/ 1390 h 296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8300" h="296665">
                  <a:moveTo>
                    <a:pt x="0" y="296665"/>
                  </a:moveTo>
                  <a:cubicBezTo>
                    <a:pt x="14817" y="229990"/>
                    <a:pt x="39158" y="-20835"/>
                    <a:pt x="368300" y="1390"/>
                  </a:cubicBezTo>
                </a:path>
              </a:pathLst>
            </a:cu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665C23D-EDE0-B4AB-08EE-E1552537027B}"/>
                </a:ext>
              </a:extLst>
            </p:cNvPr>
            <p:cNvSpPr/>
            <p:nvPr/>
          </p:nvSpPr>
          <p:spPr>
            <a:xfrm>
              <a:off x="5111750" y="1056359"/>
              <a:ext cx="346075" cy="188240"/>
            </a:xfrm>
            <a:custGeom>
              <a:avLst/>
              <a:gdLst>
                <a:gd name="connsiteX0" fmla="*/ 0 w 279400"/>
                <a:gd name="connsiteY0" fmla="*/ 178436 h 178436"/>
                <a:gd name="connsiteX1" fmla="*/ 127000 w 279400"/>
                <a:gd name="connsiteY1" fmla="*/ 636 h 178436"/>
                <a:gd name="connsiteX2" fmla="*/ 279400 w 279400"/>
                <a:gd name="connsiteY2" fmla="*/ 114936 h 178436"/>
                <a:gd name="connsiteX3" fmla="*/ 279400 w 279400"/>
                <a:gd name="connsiteY3" fmla="*/ 114936 h 178436"/>
                <a:gd name="connsiteX0" fmla="*/ 0 w 279400"/>
                <a:gd name="connsiteY0" fmla="*/ 184195 h 184195"/>
                <a:gd name="connsiteX1" fmla="*/ 127000 w 279400"/>
                <a:gd name="connsiteY1" fmla="*/ 6395 h 184195"/>
                <a:gd name="connsiteX2" fmla="*/ 279400 w 279400"/>
                <a:gd name="connsiteY2" fmla="*/ 120695 h 184195"/>
                <a:gd name="connsiteX3" fmla="*/ 279400 w 279400"/>
                <a:gd name="connsiteY3" fmla="*/ 120695 h 184195"/>
                <a:gd name="connsiteX0" fmla="*/ 0 w 279400"/>
                <a:gd name="connsiteY0" fmla="*/ 185059 h 185059"/>
                <a:gd name="connsiteX1" fmla="*/ 127000 w 279400"/>
                <a:gd name="connsiteY1" fmla="*/ 7259 h 185059"/>
                <a:gd name="connsiteX2" fmla="*/ 279400 w 279400"/>
                <a:gd name="connsiteY2" fmla="*/ 121559 h 185059"/>
                <a:gd name="connsiteX3" fmla="*/ 279400 w 279400"/>
                <a:gd name="connsiteY3" fmla="*/ 121559 h 185059"/>
                <a:gd name="connsiteX0" fmla="*/ 0 w 311150"/>
                <a:gd name="connsiteY0" fmla="*/ 191393 h 191393"/>
                <a:gd name="connsiteX1" fmla="*/ 158750 w 311150"/>
                <a:gd name="connsiteY1" fmla="*/ 893 h 191393"/>
                <a:gd name="connsiteX2" fmla="*/ 311150 w 311150"/>
                <a:gd name="connsiteY2" fmla="*/ 115193 h 191393"/>
                <a:gd name="connsiteX3" fmla="*/ 311150 w 311150"/>
                <a:gd name="connsiteY3" fmla="*/ 115193 h 191393"/>
                <a:gd name="connsiteX0" fmla="*/ 0 w 311150"/>
                <a:gd name="connsiteY0" fmla="*/ 191023 h 191023"/>
                <a:gd name="connsiteX1" fmla="*/ 158750 w 311150"/>
                <a:gd name="connsiteY1" fmla="*/ 523 h 191023"/>
                <a:gd name="connsiteX2" fmla="*/ 311150 w 311150"/>
                <a:gd name="connsiteY2" fmla="*/ 114823 h 191023"/>
                <a:gd name="connsiteX3" fmla="*/ 311150 w 311150"/>
                <a:gd name="connsiteY3" fmla="*/ 114823 h 191023"/>
                <a:gd name="connsiteX0" fmla="*/ 0 w 365125"/>
                <a:gd name="connsiteY0" fmla="*/ 191023 h 191023"/>
                <a:gd name="connsiteX1" fmla="*/ 158750 w 365125"/>
                <a:gd name="connsiteY1" fmla="*/ 523 h 191023"/>
                <a:gd name="connsiteX2" fmla="*/ 311150 w 365125"/>
                <a:gd name="connsiteY2" fmla="*/ 114823 h 191023"/>
                <a:gd name="connsiteX3" fmla="*/ 365125 w 365125"/>
                <a:gd name="connsiteY3" fmla="*/ 102123 h 191023"/>
                <a:gd name="connsiteX0" fmla="*/ 0 w 311150"/>
                <a:gd name="connsiteY0" fmla="*/ 191023 h 191023"/>
                <a:gd name="connsiteX1" fmla="*/ 158750 w 311150"/>
                <a:gd name="connsiteY1" fmla="*/ 523 h 191023"/>
                <a:gd name="connsiteX2" fmla="*/ 311150 w 311150"/>
                <a:gd name="connsiteY2" fmla="*/ 114823 h 191023"/>
                <a:gd name="connsiteX0" fmla="*/ 0 w 346075"/>
                <a:gd name="connsiteY0" fmla="*/ 191392 h 191392"/>
                <a:gd name="connsiteX1" fmla="*/ 158750 w 346075"/>
                <a:gd name="connsiteY1" fmla="*/ 892 h 191392"/>
                <a:gd name="connsiteX2" fmla="*/ 346075 w 346075"/>
                <a:gd name="connsiteY2" fmla="*/ 115192 h 191392"/>
                <a:gd name="connsiteX0" fmla="*/ 0 w 346075"/>
                <a:gd name="connsiteY0" fmla="*/ 188240 h 188240"/>
                <a:gd name="connsiteX1" fmla="*/ 168275 w 346075"/>
                <a:gd name="connsiteY1" fmla="*/ 915 h 188240"/>
                <a:gd name="connsiteX2" fmla="*/ 346075 w 346075"/>
                <a:gd name="connsiteY2" fmla="*/ 112040 h 188240"/>
                <a:gd name="connsiteX0" fmla="*/ 0 w 346075"/>
                <a:gd name="connsiteY0" fmla="*/ 188240 h 188240"/>
                <a:gd name="connsiteX1" fmla="*/ 168275 w 346075"/>
                <a:gd name="connsiteY1" fmla="*/ 915 h 188240"/>
                <a:gd name="connsiteX2" fmla="*/ 346075 w 346075"/>
                <a:gd name="connsiteY2" fmla="*/ 112040 h 188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6075" h="188240">
                  <a:moveTo>
                    <a:pt x="0" y="188240"/>
                  </a:moveTo>
                  <a:cubicBezTo>
                    <a:pt x="40216" y="104631"/>
                    <a:pt x="91546" y="13615"/>
                    <a:pt x="168275" y="915"/>
                  </a:cubicBezTo>
                  <a:cubicBezTo>
                    <a:pt x="245004" y="-11785"/>
                    <a:pt x="346075" y="112040"/>
                    <a:pt x="346075" y="112040"/>
                  </a:cubicBezTo>
                </a:path>
              </a:pathLst>
            </a:cu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F3467BF-3D4C-228D-9166-EDBDEE93E28F}"/>
                </a:ext>
              </a:extLst>
            </p:cNvPr>
            <p:cNvSpPr/>
            <p:nvPr/>
          </p:nvSpPr>
          <p:spPr>
            <a:xfrm>
              <a:off x="5369585" y="1019174"/>
              <a:ext cx="278740" cy="101602"/>
            </a:xfrm>
            <a:custGeom>
              <a:avLst/>
              <a:gdLst>
                <a:gd name="connsiteX0" fmla="*/ 330200 w 330200"/>
                <a:gd name="connsiteY0" fmla="*/ 76432 h 76432"/>
                <a:gd name="connsiteX1" fmla="*/ 63500 w 330200"/>
                <a:gd name="connsiteY1" fmla="*/ 232 h 76432"/>
                <a:gd name="connsiteX2" fmla="*/ 0 w 330200"/>
                <a:gd name="connsiteY2" fmla="*/ 51032 h 76432"/>
                <a:gd name="connsiteX3" fmla="*/ 0 w 330200"/>
                <a:gd name="connsiteY3" fmla="*/ 51032 h 76432"/>
                <a:gd name="connsiteX0" fmla="*/ 314325 w 314325"/>
                <a:gd name="connsiteY0" fmla="*/ 47642 h 50817"/>
                <a:gd name="connsiteX1" fmla="*/ 63500 w 314325"/>
                <a:gd name="connsiteY1" fmla="*/ 17 h 50817"/>
                <a:gd name="connsiteX2" fmla="*/ 0 w 314325"/>
                <a:gd name="connsiteY2" fmla="*/ 50817 h 50817"/>
                <a:gd name="connsiteX3" fmla="*/ 0 w 314325"/>
                <a:gd name="connsiteY3" fmla="*/ 50817 h 50817"/>
                <a:gd name="connsiteX0" fmla="*/ 314325 w 314325"/>
                <a:gd name="connsiteY0" fmla="*/ 47642 h 165117"/>
                <a:gd name="connsiteX1" fmla="*/ 63500 w 314325"/>
                <a:gd name="connsiteY1" fmla="*/ 17 h 165117"/>
                <a:gd name="connsiteX2" fmla="*/ 0 w 314325"/>
                <a:gd name="connsiteY2" fmla="*/ 50817 h 165117"/>
                <a:gd name="connsiteX3" fmla="*/ 101600 w 314325"/>
                <a:gd name="connsiteY3" fmla="*/ 165117 h 165117"/>
                <a:gd name="connsiteX0" fmla="*/ 261260 w 261260"/>
                <a:gd name="connsiteY0" fmla="*/ 53666 h 171141"/>
                <a:gd name="connsiteX1" fmla="*/ 10435 w 261260"/>
                <a:gd name="connsiteY1" fmla="*/ 6041 h 171141"/>
                <a:gd name="connsiteX2" fmla="*/ 48535 w 261260"/>
                <a:gd name="connsiteY2" fmla="*/ 171141 h 171141"/>
                <a:gd name="connsiteX0" fmla="*/ 275591 w 275591"/>
                <a:gd name="connsiteY0" fmla="*/ 25611 h 143086"/>
                <a:gd name="connsiteX1" fmla="*/ 8891 w 275591"/>
                <a:gd name="connsiteY1" fmla="*/ 16086 h 143086"/>
                <a:gd name="connsiteX2" fmla="*/ 62866 w 275591"/>
                <a:gd name="connsiteY2" fmla="*/ 143086 h 143086"/>
                <a:gd name="connsiteX0" fmla="*/ 284077 w 284077"/>
                <a:gd name="connsiteY0" fmla="*/ 25611 h 143086"/>
                <a:gd name="connsiteX1" fmla="*/ 17377 w 284077"/>
                <a:gd name="connsiteY1" fmla="*/ 16086 h 143086"/>
                <a:gd name="connsiteX2" fmla="*/ 71352 w 284077"/>
                <a:gd name="connsiteY2" fmla="*/ 143086 h 143086"/>
                <a:gd name="connsiteX0" fmla="*/ 295785 w 295785"/>
                <a:gd name="connsiteY0" fmla="*/ 34660 h 152135"/>
                <a:gd name="connsiteX1" fmla="*/ 29085 w 295785"/>
                <a:gd name="connsiteY1" fmla="*/ 25135 h 152135"/>
                <a:gd name="connsiteX2" fmla="*/ 83060 w 295785"/>
                <a:gd name="connsiteY2" fmla="*/ 152135 h 152135"/>
                <a:gd name="connsiteX0" fmla="*/ 262136 w 262136"/>
                <a:gd name="connsiteY0" fmla="*/ 30482 h 138432"/>
                <a:gd name="connsiteX1" fmla="*/ 8136 w 262136"/>
                <a:gd name="connsiteY1" fmla="*/ 11432 h 138432"/>
                <a:gd name="connsiteX2" fmla="*/ 62111 w 262136"/>
                <a:gd name="connsiteY2" fmla="*/ 138432 h 138432"/>
                <a:gd name="connsiteX0" fmla="*/ 254000 w 254000"/>
                <a:gd name="connsiteY0" fmla="*/ 30482 h 30482"/>
                <a:gd name="connsiteX1" fmla="*/ 0 w 254000"/>
                <a:gd name="connsiteY1" fmla="*/ 11432 h 30482"/>
                <a:gd name="connsiteX0" fmla="*/ 355600 w 355600"/>
                <a:gd name="connsiteY0" fmla="*/ 16701 h 29401"/>
                <a:gd name="connsiteX1" fmla="*/ 0 w 355600"/>
                <a:gd name="connsiteY1" fmla="*/ 29401 h 29401"/>
                <a:gd name="connsiteX0" fmla="*/ 355600 w 355600"/>
                <a:gd name="connsiteY0" fmla="*/ 47172 h 59872"/>
                <a:gd name="connsiteX1" fmla="*/ 0 w 355600"/>
                <a:gd name="connsiteY1" fmla="*/ 59872 h 59872"/>
                <a:gd name="connsiteX0" fmla="*/ 269875 w 269875"/>
                <a:gd name="connsiteY0" fmla="*/ 24182 h 84507"/>
                <a:gd name="connsiteX1" fmla="*/ 0 w 269875"/>
                <a:gd name="connsiteY1" fmla="*/ 84507 h 84507"/>
                <a:gd name="connsiteX0" fmla="*/ 278740 w 278740"/>
                <a:gd name="connsiteY0" fmla="*/ 41277 h 101602"/>
                <a:gd name="connsiteX1" fmla="*/ 8865 w 278740"/>
                <a:gd name="connsiteY1" fmla="*/ 101602 h 101602"/>
                <a:gd name="connsiteX0" fmla="*/ 278740 w 278740"/>
                <a:gd name="connsiteY0" fmla="*/ 41277 h 101602"/>
                <a:gd name="connsiteX1" fmla="*/ 8865 w 278740"/>
                <a:gd name="connsiteY1" fmla="*/ 101602 h 10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8740" h="101602">
                  <a:moveTo>
                    <a:pt x="278740" y="41277"/>
                  </a:moveTo>
                  <a:cubicBezTo>
                    <a:pt x="172906" y="5293"/>
                    <a:pt x="-46698" y="-52915"/>
                    <a:pt x="8865" y="101602"/>
                  </a:cubicBezTo>
                </a:path>
              </a:pathLst>
            </a:cu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490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7C5633D4-6A6D-52FF-935C-8260FD161BA0}"/>
              </a:ext>
            </a:extLst>
          </p:cNvPr>
          <p:cNvGrpSpPr/>
          <p:nvPr/>
        </p:nvGrpSpPr>
        <p:grpSpPr>
          <a:xfrm>
            <a:off x="5939473" y="1028938"/>
            <a:ext cx="4820839" cy="4835863"/>
            <a:chOff x="1981107" y="753140"/>
            <a:chExt cx="4719535" cy="473424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75977E7-1185-314B-1F41-DB01BB56C6BC}"/>
                </a:ext>
              </a:extLst>
            </p:cNvPr>
            <p:cNvSpPr/>
            <p:nvPr/>
          </p:nvSpPr>
          <p:spPr>
            <a:xfrm rot="2039051">
              <a:off x="5164529" y="1673421"/>
              <a:ext cx="235859" cy="99968"/>
            </a:xfrm>
            <a:custGeom>
              <a:avLst/>
              <a:gdLst>
                <a:gd name="connsiteX0" fmla="*/ 0 w 133350"/>
                <a:gd name="connsiteY0" fmla="*/ 2444 h 27844"/>
                <a:gd name="connsiteX1" fmla="*/ 57150 w 133350"/>
                <a:gd name="connsiteY1" fmla="*/ 2444 h 27844"/>
                <a:gd name="connsiteX2" fmla="*/ 133350 w 133350"/>
                <a:gd name="connsiteY2" fmla="*/ 27844 h 27844"/>
                <a:gd name="connsiteX3" fmla="*/ 133350 w 133350"/>
                <a:gd name="connsiteY3" fmla="*/ 27844 h 27844"/>
                <a:gd name="connsiteX0" fmla="*/ 0 w 133350"/>
                <a:gd name="connsiteY0" fmla="*/ 0 h 25400"/>
                <a:gd name="connsiteX1" fmla="*/ 133350 w 133350"/>
                <a:gd name="connsiteY1" fmla="*/ 25400 h 25400"/>
                <a:gd name="connsiteX2" fmla="*/ 133350 w 133350"/>
                <a:gd name="connsiteY2" fmla="*/ 25400 h 25400"/>
                <a:gd name="connsiteX0" fmla="*/ 0 w 133350"/>
                <a:gd name="connsiteY0" fmla="*/ 5490 h 30890"/>
                <a:gd name="connsiteX1" fmla="*/ 133350 w 133350"/>
                <a:gd name="connsiteY1" fmla="*/ 30890 h 30890"/>
                <a:gd name="connsiteX2" fmla="*/ 133350 w 133350"/>
                <a:gd name="connsiteY2" fmla="*/ 30890 h 30890"/>
                <a:gd name="connsiteX0" fmla="*/ 0 w 133350"/>
                <a:gd name="connsiteY0" fmla="*/ 16152 h 41552"/>
                <a:gd name="connsiteX1" fmla="*/ 133350 w 133350"/>
                <a:gd name="connsiteY1" fmla="*/ 41552 h 41552"/>
                <a:gd name="connsiteX2" fmla="*/ 133350 w 133350"/>
                <a:gd name="connsiteY2" fmla="*/ 41552 h 4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41552">
                  <a:moveTo>
                    <a:pt x="0" y="16152"/>
                  </a:moveTo>
                  <a:cubicBezTo>
                    <a:pt x="42068" y="-3956"/>
                    <a:pt x="91281" y="-14540"/>
                    <a:pt x="133350" y="41552"/>
                  </a:cubicBezTo>
                  <a:lnTo>
                    <a:pt x="133350" y="41552"/>
                  </a:lnTo>
                </a:path>
              </a:pathLst>
            </a:custGeom>
            <a:noFill/>
            <a:ln w="38100" cap="flat" cmpd="sng" algn="ctr">
              <a:solidFill>
                <a:srgbClr val="A8CC6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1E4D831-3C11-10A7-44ED-A1B4ADC325CE}"/>
                </a:ext>
              </a:extLst>
            </p:cNvPr>
            <p:cNvSpPr/>
            <p:nvPr/>
          </p:nvSpPr>
          <p:spPr>
            <a:xfrm rot="912698">
              <a:off x="5462416" y="2440430"/>
              <a:ext cx="244020" cy="116381"/>
            </a:xfrm>
            <a:custGeom>
              <a:avLst/>
              <a:gdLst>
                <a:gd name="connsiteX0" fmla="*/ 0 w 133350"/>
                <a:gd name="connsiteY0" fmla="*/ 2444 h 27844"/>
                <a:gd name="connsiteX1" fmla="*/ 57150 w 133350"/>
                <a:gd name="connsiteY1" fmla="*/ 2444 h 27844"/>
                <a:gd name="connsiteX2" fmla="*/ 133350 w 133350"/>
                <a:gd name="connsiteY2" fmla="*/ 27844 h 27844"/>
                <a:gd name="connsiteX3" fmla="*/ 133350 w 133350"/>
                <a:gd name="connsiteY3" fmla="*/ 27844 h 27844"/>
                <a:gd name="connsiteX0" fmla="*/ 0 w 133350"/>
                <a:gd name="connsiteY0" fmla="*/ 0 h 25400"/>
                <a:gd name="connsiteX1" fmla="*/ 133350 w 133350"/>
                <a:gd name="connsiteY1" fmla="*/ 25400 h 25400"/>
                <a:gd name="connsiteX2" fmla="*/ 133350 w 133350"/>
                <a:gd name="connsiteY2" fmla="*/ 25400 h 25400"/>
                <a:gd name="connsiteX0" fmla="*/ 0 w 133350"/>
                <a:gd name="connsiteY0" fmla="*/ 5490 h 30890"/>
                <a:gd name="connsiteX1" fmla="*/ 133350 w 133350"/>
                <a:gd name="connsiteY1" fmla="*/ 30890 h 30890"/>
                <a:gd name="connsiteX2" fmla="*/ 133350 w 133350"/>
                <a:gd name="connsiteY2" fmla="*/ 30890 h 30890"/>
                <a:gd name="connsiteX0" fmla="*/ 0 w 133350"/>
                <a:gd name="connsiteY0" fmla="*/ 16152 h 41552"/>
                <a:gd name="connsiteX1" fmla="*/ 133350 w 133350"/>
                <a:gd name="connsiteY1" fmla="*/ 41552 h 41552"/>
                <a:gd name="connsiteX2" fmla="*/ 133350 w 133350"/>
                <a:gd name="connsiteY2" fmla="*/ 41552 h 4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41552">
                  <a:moveTo>
                    <a:pt x="0" y="16152"/>
                  </a:moveTo>
                  <a:cubicBezTo>
                    <a:pt x="42068" y="-3956"/>
                    <a:pt x="91281" y="-14540"/>
                    <a:pt x="133350" y="41552"/>
                  </a:cubicBezTo>
                  <a:lnTo>
                    <a:pt x="133350" y="41552"/>
                  </a:lnTo>
                </a:path>
              </a:pathLst>
            </a:custGeom>
            <a:noFill/>
            <a:ln w="38100" cap="flat" cmpd="sng" algn="ctr">
              <a:solidFill>
                <a:srgbClr val="A8CC6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ectangle: Rounded Corners 86">
              <a:extLst>
                <a:ext uri="{FF2B5EF4-FFF2-40B4-BE49-F238E27FC236}">
                  <a16:creationId xmlns:a16="http://schemas.microsoft.com/office/drawing/2014/main" id="{D2E9A1C0-E774-5662-2ECB-FF0E465047C7}"/>
                </a:ext>
              </a:extLst>
            </p:cNvPr>
            <p:cNvSpPr/>
            <p:nvPr/>
          </p:nvSpPr>
          <p:spPr>
            <a:xfrm>
              <a:off x="1981107" y="2094291"/>
              <a:ext cx="3966486" cy="3393091"/>
            </a:xfrm>
            <a:custGeom>
              <a:avLst/>
              <a:gdLst>
                <a:gd name="connsiteX0" fmla="*/ 0 w 2635981"/>
                <a:gd name="connsiteY0" fmla="*/ 384409 h 2306408"/>
                <a:gd name="connsiteX1" fmla="*/ 384409 w 2635981"/>
                <a:gd name="connsiteY1" fmla="*/ 0 h 2306408"/>
                <a:gd name="connsiteX2" fmla="*/ 2251572 w 2635981"/>
                <a:gd name="connsiteY2" fmla="*/ 0 h 2306408"/>
                <a:gd name="connsiteX3" fmla="*/ 2635981 w 2635981"/>
                <a:gd name="connsiteY3" fmla="*/ 384409 h 2306408"/>
                <a:gd name="connsiteX4" fmla="*/ 2635981 w 2635981"/>
                <a:gd name="connsiteY4" fmla="*/ 1921999 h 2306408"/>
                <a:gd name="connsiteX5" fmla="*/ 2251572 w 2635981"/>
                <a:gd name="connsiteY5" fmla="*/ 2306408 h 2306408"/>
                <a:gd name="connsiteX6" fmla="*/ 384409 w 2635981"/>
                <a:gd name="connsiteY6" fmla="*/ 2306408 h 2306408"/>
                <a:gd name="connsiteX7" fmla="*/ 0 w 2635981"/>
                <a:gd name="connsiteY7" fmla="*/ 1921999 h 2306408"/>
                <a:gd name="connsiteX8" fmla="*/ 0 w 2635981"/>
                <a:gd name="connsiteY8" fmla="*/ 384409 h 2306408"/>
                <a:gd name="connsiteX0" fmla="*/ 0 w 2750281"/>
                <a:gd name="connsiteY0" fmla="*/ 384409 h 2306408"/>
                <a:gd name="connsiteX1" fmla="*/ 384409 w 2750281"/>
                <a:gd name="connsiteY1" fmla="*/ 0 h 2306408"/>
                <a:gd name="connsiteX2" fmla="*/ 2251572 w 2750281"/>
                <a:gd name="connsiteY2" fmla="*/ 0 h 2306408"/>
                <a:gd name="connsiteX3" fmla="*/ 2750281 w 2750281"/>
                <a:gd name="connsiteY3" fmla="*/ 384409 h 2306408"/>
                <a:gd name="connsiteX4" fmla="*/ 2635981 w 2750281"/>
                <a:gd name="connsiteY4" fmla="*/ 1921999 h 2306408"/>
                <a:gd name="connsiteX5" fmla="*/ 2251572 w 2750281"/>
                <a:gd name="connsiteY5" fmla="*/ 2306408 h 2306408"/>
                <a:gd name="connsiteX6" fmla="*/ 384409 w 2750281"/>
                <a:gd name="connsiteY6" fmla="*/ 2306408 h 2306408"/>
                <a:gd name="connsiteX7" fmla="*/ 0 w 2750281"/>
                <a:gd name="connsiteY7" fmla="*/ 1921999 h 2306408"/>
                <a:gd name="connsiteX8" fmla="*/ 0 w 2750281"/>
                <a:gd name="connsiteY8" fmla="*/ 384409 h 2306408"/>
                <a:gd name="connsiteX0" fmla="*/ 0 w 2910922"/>
                <a:gd name="connsiteY0" fmla="*/ 384409 h 2306408"/>
                <a:gd name="connsiteX1" fmla="*/ 384409 w 2910922"/>
                <a:gd name="connsiteY1" fmla="*/ 0 h 2306408"/>
                <a:gd name="connsiteX2" fmla="*/ 2251572 w 2910922"/>
                <a:gd name="connsiteY2" fmla="*/ 0 h 2306408"/>
                <a:gd name="connsiteX3" fmla="*/ 2750281 w 2910922"/>
                <a:gd name="connsiteY3" fmla="*/ 384409 h 2306408"/>
                <a:gd name="connsiteX4" fmla="*/ 2635981 w 2910922"/>
                <a:gd name="connsiteY4" fmla="*/ 1921999 h 2306408"/>
                <a:gd name="connsiteX5" fmla="*/ 2251572 w 2910922"/>
                <a:gd name="connsiteY5" fmla="*/ 2306408 h 2306408"/>
                <a:gd name="connsiteX6" fmla="*/ 384409 w 2910922"/>
                <a:gd name="connsiteY6" fmla="*/ 2306408 h 2306408"/>
                <a:gd name="connsiteX7" fmla="*/ 0 w 2910922"/>
                <a:gd name="connsiteY7" fmla="*/ 1921999 h 2306408"/>
                <a:gd name="connsiteX8" fmla="*/ 0 w 2910922"/>
                <a:gd name="connsiteY8" fmla="*/ 384409 h 2306408"/>
                <a:gd name="connsiteX0" fmla="*/ 0 w 2941959"/>
                <a:gd name="connsiteY0" fmla="*/ 384409 h 2306408"/>
                <a:gd name="connsiteX1" fmla="*/ 384409 w 2941959"/>
                <a:gd name="connsiteY1" fmla="*/ 0 h 2306408"/>
                <a:gd name="connsiteX2" fmla="*/ 2251572 w 2941959"/>
                <a:gd name="connsiteY2" fmla="*/ 0 h 2306408"/>
                <a:gd name="connsiteX3" fmla="*/ 2788381 w 2941959"/>
                <a:gd name="connsiteY3" fmla="*/ 384409 h 2306408"/>
                <a:gd name="connsiteX4" fmla="*/ 2635981 w 2941959"/>
                <a:gd name="connsiteY4" fmla="*/ 1921999 h 2306408"/>
                <a:gd name="connsiteX5" fmla="*/ 2251572 w 2941959"/>
                <a:gd name="connsiteY5" fmla="*/ 2306408 h 2306408"/>
                <a:gd name="connsiteX6" fmla="*/ 384409 w 2941959"/>
                <a:gd name="connsiteY6" fmla="*/ 2306408 h 2306408"/>
                <a:gd name="connsiteX7" fmla="*/ 0 w 2941959"/>
                <a:gd name="connsiteY7" fmla="*/ 1921999 h 2306408"/>
                <a:gd name="connsiteX8" fmla="*/ 0 w 2941959"/>
                <a:gd name="connsiteY8" fmla="*/ 384409 h 2306408"/>
                <a:gd name="connsiteX0" fmla="*/ 0 w 2941959"/>
                <a:gd name="connsiteY0" fmla="*/ 892409 h 2814408"/>
                <a:gd name="connsiteX1" fmla="*/ 384409 w 2941959"/>
                <a:gd name="connsiteY1" fmla="*/ 508000 h 2814408"/>
                <a:gd name="connsiteX2" fmla="*/ 1438772 w 2941959"/>
                <a:gd name="connsiteY2" fmla="*/ 0 h 2814408"/>
                <a:gd name="connsiteX3" fmla="*/ 2788381 w 2941959"/>
                <a:gd name="connsiteY3" fmla="*/ 892409 h 2814408"/>
                <a:gd name="connsiteX4" fmla="*/ 2635981 w 2941959"/>
                <a:gd name="connsiteY4" fmla="*/ 2429999 h 2814408"/>
                <a:gd name="connsiteX5" fmla="*/ 2251572 w 2941959"/>
                <a:gd name="connsiteY5" fmla="*/ 2814408 h 2814408"/>
                <a:gd name="connsiteX6" fmla="*/ 384409 w 2941959"/>
                <a:gd name="connsiteY6" fmla="*/ 2814408 h 2814408"/>
                <a:gd name="connsiteX7" fmla="*/ 0 w 2941959"/>
                <a:gd name="connsiteY7" fmla="*/ 2429999 h 2814408"/>
                <a:gd name="connsiteX8" fmla="*/ 0 w 2941959"/>
                <a:gd name="connsiteY8" fmla="*/ 892409 h 2814408"/>
                <a:gd name="connsiteX0" fmla="*/ 0 w 2941959"/>
                <a:gd name="connsiteY0" fmla="*/ 899528 h 2821527"/>
                <a:gd name="connsiteX1" fmla="*/ 384409 w 2941959"/>
                <a:gd name="connsiteY1" fmla="*/ 515119 h 2821527"/>
                <a:gd name="connsiteX2" fmla="*/ 1438772 w 2941959"/>
                <a:gd name="connsiteY2" fmla="*/ 7119 h 2821527"/>
                <a:gd name="connsiteX3" fmla="*/ 2788381 w 2941959"/>
                <a:gd name="connsiteY3" fmla="*/ 899528 h 2821527"/>
                <a:gd name="connsiteX4" fmla="*/ 2635981 w 2941959"/>
                <a:gd name="connsiteY4" fmla="*/ 2437118 h 2821527"/>
                <a:gd name="connsiteX5" fmla="*/ 2251572 w 2941959"/>
                <a:gd name="connsiteY5" fmla="*/ 2821527 h 2821527"/>
                <a:gd name="connsiteX6" fmla="*/ 384409 w 2941959"/>
                <a:gd name="connsiteY6" fmla="*/ 2821527 h 2821527"/>
                <a:gd name="connsiteX7" fmla="*/ 0 w 2941959"/>
                <a:gd name="connsiteY7" fmla="*/ 2437118 h 2821527"/>
                <a:gd name="connsiteX8" fmla="*/ 0 w 2941959"/>
                <a:gd name="connsiteY8" fmla="*/ 899528 h 2821527"/>
                <a:gd name="connsiteX0" fmla="*/ 0 w 2635981"/>
                <a:gd name="connsiteY0" fmla="*/ 892409 h 2814408"/>
                <a:gd name="connsiteX1" fmla="*/ 384409 w 2635981"/>
                <a:gd name="connsiteY1" fmla="*/ 508000 h 2814408"/>
                <a:gd name="connsiteX2" fmla="*/ 1438772 w 2635981"/>
                <a:gd name="connsiteY2" fmla="*/ 0 h 2814408"/>
                <a:gd name="connsiteX3" fmla="*/ 2635981 w 2635981"/>
                <a:gd name="connsiteY3" fmla="*/ 2429999 h 2814408"/>
                <a:gd name="connsiteX4" fmla="*/ 2251572 w 2635981"/>
                <a:gd name="connsiteY4" fmla="*/ 2814408 h 2814408"/>
                <a:gd name="connsiteX5" fmla="*/ 384409 w 2635981"/>
                <a:gd name="connsiteY5" fmla="*/ 2814408 h 2814408"/>
                <a:gd name="connsiteX6" fmla="*/ 0 w 2635981"/>
                <a:gd name="connsiteY6" fmla="*/ 2429999 h 2814408"/>
                <a:gd name="connsiteX7" fmla="*/ 0 w 2635981"/>
                <a:gd name="connsiteY7" fmla="*/ 892409 h 2814408"/>
                <a:gd name="connsiteX0" fmla="*/ 0 w 2743112"/>
                <a:gd name="connsiteY0" fmla="*/ 892409 h 2814408"/>
                <a:gd name="connsiteX1" fmla="*/ 384409 w 2743112"/>
                <a:gd name="connsiteY1" fmla="*/ 508000 h 2814408"/>
                <a:gd name="connsiteX2" fmla="*/ 1438772 w 2743112"/>
                <a:gd name="connsiteY2" fmla="*/ 0 h 2814408"/>
                <a:gd name="connsiteX3" fmla="*/ 2635981 w 2743112"/>
                <a:gd name="connsiteY3" fmla="*/ 2429999 h 2814408"/>
                <a:gd name="connsiteX4" fmla="*/ 2251572 w 2743112"/>
                <a:gd name="connsiteY4" fmla="*/ 2814408 h 2814408"/>
                <a:gd name="connsiteX5" fmla="*/ 384409 w 2743112"/>
                <a:gd name="connsiteY5" fmla="*/ 2814408 h 2814408"/>
                <a:gd name="connsiteX6" fmla="*/ 0 w 2743112"/>
                <a:gd name="connsiteY6" fmla="*/ 2429999 h 2814408"/>
                <a:gd name="connsiteX7" fmla="*/ 0 w 2743112"/>
                <a:gd name="connsiteY7" fmla="*/ 892409 h 2814408"/>
                <a:gd name="connsiteX0" fmla="*/ 0 w 2790782"/>
                <a:gd name="connsiteY0" fmla="*/ 892409 h 2814408"/>
                <a:gd name="connsiteX1" fmla="*/ 384409 w 2790782"/>
                <a:gd name="connsiteY1" fmla="*/ 508000 h 2814408"/>
                <a:gd name="connsiteX2" fmla="*/ 1438772 w 2790782"/>
                <a:gd name="connsiteY2" fmla="*/ 0 h 2814408"/>
                <a:gd name="connsiteX3" fmla="*/ 2686781 w 2790782"/>
                <a:gd name="connsiteY3" fmla="*/ 2455399 h 2814408"/>
                <a:gd name="connsiteX4" fmla="*/ 2251572 w 2790782"/>
                <a:gd name="connsiteY4" fmla="*/ 2814408 h 2814408"/>
                <a:gd name="connsiteX5" fmla="*/ 384409 w 2790782"/>
                <a:gd name="connsiteY5" fmla="*/ 2814408 h 2814408"/>
                <a:gd name="connsiteX6" fmla="*/ 0 w 2790782"/>
                <a:gd name="connsiteY6" fmla="*/ 2429999 h 2814408"/>
                <a:gd name="connsiteX7" fmla="*/ 0 w 2790782"/>
                <a:gd name="connsiteY7" fmla="*/ 892409 h 2814408"/>
                <a:gd name="connsiteX0" fmla="*/ 0 w 2980202"/>
                <a:gd name="connsiteY0" fmla="*/ 892409 h 2814408"/>
                <a:gd name="connsiteX1" fmla="*/ 384409 w 2980202"/>
                <a:gd name="connsiteY1" fmla="*/ 508000 h 2814408"/>
                <a:gd name="connsiteX2" fmla="*/ 1438772 w 2980202"/>
                <a:gd name="connsiteY2" fmla="*/ 0 h 2814408"/>
                <a:gd name="connsiteX3" fmla="*/ 2686781 w 2980202"/>
                <a:gd name="connsiteY3" fmla="*/ 2455399 h 2814408"/>
                <a:gd name="connsiteX4" fmla="*/ 2251572 w 2980202"/>
                <a:gd name="connsiteY4" fmla="*/ 2814408 h 2814408"/>
                <a:gd name="connsiteX5" fmla="*/ 384409 w 2980202"/>
                <a:gd name="connsiteY5" fmla="*/ 2814408 h 2814408"/>
                <a:gd name="connsiteX6" fmla="*/ 0 w 2980202"/>
                <a:gd name="connsiteY6" fmla="*/ 2429999 h 2814408"/>
                <a:gd name="connsiteX7" fmla="*/ 0 w 2980202"/>
                <a:gd name="connsiteY7" fmla="*/ 892409 h 2814408"/>
                <a:gd name="connsiteX0" fmla="*/ 0 w 3002812"/>
                <a:gd name="connsiteY0" fmla="*/ 892409 h 2814408"/>
                <a:gd name="connsiteX1" fmla="*/ 384409 w 3002812"/>
                <a:gd name="connsiteY1" fmla="*/ 508000 h 2814408"/>
                <a:gd name="connsiteX2" fmla="*/ 1438772 w 3002812"/>
                <a:gd name="connsiteY2" fmla="*/ 0 h 2814408"/>
                <a:gd name="connsiteX3" fmla="*/ 2712181 w 3002812"/>
                <a:gd name="connsiteY3" fmla="*/ 2493499 h 2814408"/>
                <a:gd name="connsiteX4" fmla="*/ 2251572 w 3002812"/>
                <a:gd name="connsiteY4" fmla="*/ 2814408 h 2814408"/>
                <a:gd name="connsiteX5" fmla="*/ 384409 w 3002812"/>
                <a:gd name="connsiteY5" fmla="*/ 2814408 h 2814408"/>
                <a:gd name="connsiteX6" fmla="*/ 0 w 3002812"/>
                <a:gd name="connsiteY6" fmla="*/ 2429999 h 2814408"/>
                <a:gd name="connsiteX7" fmla="*/ 0 w 3002812"/>
                <a:gd name="connsiteY7" fmla="*/ 892409 h 2814408"/>
                <a:gd name="connsiteX0" fmla="*/ 0 w 3002812"/>
                <a:gd name="connsiteY0" fmla="*/ 892409 h 2814408"/>
                <a:gd name="connsiteX1" fmla="*/ 384409 w 3002812"/>
                <a:gd name="connsiteY1" fmla="*/ 508000 h 2814408"/>
                <a:gd name="connsiteX2" fmla="*/ 1438772 w 3002812"/>
                <a:gd name="connsiteY2" fmla="*/ 0 h 2814408"/>
                <a:gd name="connsiteX3" fmla="*/ 2712181 w 3002812"/>
                <a:gd name="connsiteY3" fmla="*/ 2493499 h 2814408"/>
                <a:gd name="connsiteX4" fmla="*/ 2251572 w 3002812"/>
                <a:gd name="connsiteY4" fmla="*/ 2814408 h 2814408"/>
                <a:gd name="connsiteX5" fmla="*/ 384409 w 3002812"/>
                <a:gd name="connsiteY5" fmla="*/ 2814408 h 2814408"/>
                <a:gd name="connsiteX6" fmla="*/ 0 w 3002812"/>
                <a:gd name="connsiteY6" fmla="*/ 2429999 h 2814408"/>
                <a:gd name="connsiteX7" fmla="*/ 0 w 3002812"/>
                <a:gd name="connsiteY7" fmla="*/ 892409 h 2814408"/>
                <a:gd name="connsiteX0" fmla="*/ 0 w 2995349"/>
                <a:gd name="connsiteY0" fmla="*/ 901741 h 2823740"/>
                <a:gd name="connsiteX1" fmla="*/ 384409 w 2995349"/>
                <a:gd name="connsiteY1" fmla="*/ 517332 h 2823740"/>
                <a:gd name="connsiteX2" fmla="*/ 1438772 w 2995349"/>
                <a:gd name="connsiteY2" fmla="*/ 9332 h 2823740"/>
                <a:gd name="connsiteX3" fmla="*/ 2712181 w 2995349"/>
                <a:gd name="connsiteY3" fmla="*/ 2502831 h 2823740"/>
                <a:gd name="connsiteX4" fmla="*/ 2251572 w 2995349"/>
                <a:gd name="connsiteY4" fmla="*/ 2823740 h 2823740"/>
                <a:gd name="connsiteX5" fmla="*/ 384409 w 2995349"/>
                <a:gd name="connsiteY5" fmla="*/ 2823740 h 2823740"/>
                <a:gd name="connsiteX6" fmla="*/ 0 w 2995349"/>
                <a:gd name="connsiteY6" fmla="*/ 2439331 h 2823740"/>
                <a:gd name="connsiteX7" fmla="*/ 0 w 2995349"/>
                <a:gd name="connsiteY7" fmla="*/ 901741 h 2823740"/>
                <a:gd name="connsiteX0" fmla="*/ 0 w 2995349"/>
                <a:gd name="connsiteY0" fmla="*/ 901741 h 2823740"/>
                <a:gd name="connsiteX1" fmla="*/ 384409 w 2995349"/>
                <a:gd name="connsiteY1" fmla="*/ 517332 h 2823740"/>
                <a:gd name="connsiteX2" fmla="*/ 1438772 w 2995349"/>
                <a:gd name="connsiteY2" fmla="*/ 9332 h 2823740"/>
                <a:gd name="connsiteX3" fmla="*/ 2712181 w 2995349"/>
                <a:gd name="connsiteY3" fmla="*/ 2502831 h 2823740"/>
                <a:gd name="connsiteX4" fmla="*/ 2251572 w 2995349"/>
                <a:gd name="connsiteY4" fmla="*/ 2823740 h 2823740"/>
                <a:gd name="connsiteX5" fmla="*/ 384409 w 2995349"/>
                <a:gd name="connsiteY5" fmla="*/ 2823740 h 2823740"/>
                <a:gd name="connsiteX6" fmla="*/ 0 w 2995349"/>
                <a:gd name="connsiteY6" fmla="*/ 2439331 h 2823740"/>
                <a:gd name="connsiteX7" fmla="*/ 0 w 2995349"/>
                <a:gd name="connsiteY7" fmla="*/ 901741 h 2823740"/>
                <a:gd name="connsiteX0" fmla="*/ 0 w 2995349"/>
                <a:gd name="connsiteY0" fmla="*/ 948259 h 2870258"/>
                <a:gd name="connsiteX1" fmla="*/ 1438772 w 2995349"/>
                <a:gd name="connsiteY1" fmla="*/ 55850 h 2870258"/>
                <a:gd name="connsiteX2" fmla="*/ 2712181 w 2995349"/>
                <a:gd name="connsiteY2" fmla="*/ 2549349 h 2870258"/>
                <a:gd name="connsiteX3" fmla="*/ 2251572 w 2995349"/>
                <a:gd name="connsiteY3" fmla="*/ 2870258 h 2870258"/>
                <a:gd name="connsiteX4" fmla="*/ 384409 w 2995349"/>
                <a:gd name="connsiteY4" fmla="*/ 2870258 h 2870258"/>
                <a:gd name="connsiteX5" fmla="*/ 0 w 2995349"/>
                <a:gd name="connsiteY5" fmla="*/ 2485849 h 2870258"/>
                <a:gd name="connsiteX6" fmla="*/ 0 w 2995349"/>
                <a:gd name="connsiteY6" fmla="*/ 948259 h 2870258"/>
                <a:gd name="connsiteX0" fmla="*/ 0 w 2995349"/>
                <a:gd name="connsiteY0" fmla="*/ 909412 h 2831411"/>
                <a:gd name="connsiteX1" fmla="*/ 1438772 w 2995349"/>
                <a:gd name="connsiteY1" fmla="*/ 17003 h 2831411"/>
                <a:gd name="connsiteX2" fmla="*/ 2712181 w 2995349"/>
                <a:gd name="connsiteY2" fmla="*/ 2510502 h 2831411"/>
                <a:gd name="connsiteX3" fmla="*/ 2251572 w 2995349"/>
                <a:gd name="connsiteY3" fmla="*/ 2831411 h 2831411"/>
                <a:gd name="connsiteX4" fmla="*/ 384409 w 2995349"/>
                <a:gd name="connsiteY4" fmla="*/ 2831411 h 2831411"/>
                <a:gd name="connsiteX5" fmla="*/ 0 w 2995349"/>
                <a:gd name="connsiteY5" fmla="*/ 2447002 h 2831411"/>
                <a:gd name="connsiteX6" fmla="*/ 0 w 29953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0 w 3960549"/>
                <a:gd name="connsiteY4" fmla="*/ 1989802 h 2831411"/>
                <a:gd name="connsiteX5" fmla="*/ 965200 w 3960549"/>
                <a:gd name="connsiteY5" fmla="*/ 909412 h 2831411"/>
                <a:gd name="connsiteX0" fmla="*/ 965200 w 3960549"/>
                <a:gd name="connsiteY0" fmla="*/ 909412 h 2944281"/>
                <a:gd name="connsiteX1" fmla="*/ 2403972 w 3960549"/>
                <a:gd name="connsiteY1" fmla="*/ 17003 h 2944281"/>
                <a:gd name="connsiteX2" fmla="*/ 3677381 w 3960549"/>
                <a:gd name="connsiteY2" fmla="*/ 2510502 h 2944281"/>
                <a:gd name="connsiteX3" fmla="*/ 3216772 w 3960549"/>
                <a:gd name="connsiteY3" fmla="*/ 2831411 h 2944281"/>
                <a:gd name="connsiteX4" fmla="*/ 0 w 3960549"/>
                <a:gd name="connsiteY4" fmla="*/ 1989802 h 2944281"/>
                <a:gd name="connsiteX5" fmla="*/ 965200 w 3960549"/>
                <a:gd name="connsiteY5" fmla="*/ 909412 h 2944281"/>
                <a:gd name="connsiteX0" fmla="*/ 965200 w 3960549"/>
                <a:gd name="connsiteY0" fmla="*/ 909412 h 3298482"/>
                <a:gd name="connsiteX1" fmla="*/ 2403972 w 3960549"/>
                <a:gd name="connsiteY1" fmla="*/ 17003 h 3298482"/>
                <a:gd name="connsiteX2" fmla="*/ 3677381 w 3960549"/>
                <a:gd name="connsiteY2" fmla="*/ 2510502 h 3298482"/>
                <a:gd name="connsiteX3" fmla="*/ 3216772 w 3960549"/>
                <a:gd name="connsiteY3" fmla="*/ 2831411 h 3298482"/>
                <a:gd name="connsiteX4" fmla="*/ 0 w 3960549"/>
                <a:gd name="connsiteY4" fmla="*/ 1989802 h 3298482"/>
                <a:gd name="connsiteX5" fmla="*/ 965200 w 3960549"/>
                <a:gd name="connsiteY5" fmla="*/ 909412 h 3298482"/>
                <a:gd name="connsiteX0" fmla="*/ 965200 w 3960549"/>
                <a:gd name="connsiteY0" fmla="*/ 909412 h 2608426"/>
                <a:gd name="connsiteX1" fmla="*/ 2403972 w 3960549"/>
                <a:gd name="connsiteY1" fmla="*/ 17003 h 2608426"/>
                <a:gd name="connsiteX2" fmla="*/ 3677381 w 3960549"/>
                <a:gd name="connsiteY2" fmla="*/ 2510502 h 2608426"/>
                <a:gd name="connsiteX3" fmla="*/ 0 w 3960549"/>
                <a:gd name="connsiteY3" fmla="*/ 1989802 h 2608426"/>
                <a:gd name="connsiteX4" fmla="*/ 965200 w 3960549"/>
                <a:gd name="connsiteY4" fmla="*/ 909412 h 2608426"/>
                <a:gd name="connsiteX0" fmla="*/ 965200 w 3960549"/>
                <a:gd name="connsiteY0" fmla="*/ 909412 h 3321577"/>
                <a:gd name="connsiteX1" fmla="*/ 2403972 w 3960549"/>
                <a:gd name="connsiteY1" fmla="*/ 17003 h 3321577"/>
                <a:gd name="connsiteX2" fmla="*/ 3677381 w 3960549"/>
                <a:gd name="connsiteY2" fmla="*/ 2510502 h 3321577"/>
                <a:gd name="connsiteX3" fmla="*/ 0 w 3960549"/>
                <a:gd name="connsiteY3" fmla="*/ 1989802 h 3321577"/>
                <a:gd name="connsiteX4" fmla="*/ 965200 w 3960549"/>
                <a:gd name="connsiteY4" fmla="*/ 909412 h 3321577"/>
                <a:gd name="connsiteX0" fmla="*/ 965200 w 3960549"/>
                <a:gd name="connsiteY0" fmla="*/ 909412 h 3439566"/>
                <a:gd name="connsiteX1" fmla="*/ 2403972 w 3960549"/>
                <a:gd name="connsiteY1" fmla="*/ 17003 h 3439566"/>
                <a:gd name="connsiteX2" fmla="*/ 3677381 w 3960549"/>
                <a:gd name="connsiteY2" fmla="*/ 2510502 h 3439566"/>
                <a:gd name="connsiteX3" fmla="*/ 0 w 3960549"/>
                <a:gd name="connsiteY3" fmla="*/ 1989802 h 3439566"/>
                <a:gd name="connsiteX4" fmla="*/ 965200 w 3960549"/>
                <a:gd name="connsiteY4" fmla="*/ 909412 h 3439566"/>
                <a:gd name="connsiteX0" fmla="*/ 965200 w 3960549"/>
                <a:gd name="connsiteY0" fmla="*/ 909412 h 3393937"/>
                <a:gd name="connsiteX1" fmla="*/ 2403972 w 3960549"/>
                <a:gd name="connsiteY1" fmla="*/ 17003 h 3393937"/>
                <a:gd name="connsiteX2" fmla="*/ 3677381 w 3960549"/>
                <a:gd name="connsiteY2" fmla="*/ 2510502 h 3393937"/>
                <a:gd name="connsiteX3" fmla="*/ 0 w 3960549"/>
                <a:gd name="connsiteY3" fmla="*/ 1989802 h 3393937"/>
                <a:gd name="connsiteX4" fmla="*/ 965200 w 3960549"/>
                <a:gd name="connsiteY4" fmla="*/ 909412 h 3393937"/>
                <a:gd name="connsiteX0" fmla="*/ 971137 w 3966486"/>
                <a:gd name="connsiteY0" fmla="*/ 909412 h 3391191"/>
                <a:gd name="connsiteX1" fmla="*/ 2409909 w 3966486"/>
                <a:gd name="connsiteY1" fmla="*/ 17003 h 3391191"/>
                <a:gd name="connsiteX2" fmla="*/ 3683318 w 3966486"/>
                <a:gd name="connsiteY2" fmla="*/ 2510502 h 3391191"/>
                <a:gd name="connsiteX3" fmla="*/ 5937 w 3966486"/>
                <a:gd name="connsiteY3" fmla="*/ 1989802 h 3391191"/>
                <a:gd name="connsiteX4" fmla="*/ 971137 w 3966486"/>
                <a:gd name="connsiteY4" fmla="*/ 909412 h 3391191"/>
                <a:gd name="connsiteX0" fmla="*/ 971137 w 3966486"/>
                <a:gd name="connsiteY0" fmla="*/ 910314 h 3392093"/>
                <a:gd name="connsiteX1" fmla="*/ 2409909 w 3966486"/>
                <a:gd name="connsiteY1" fmla="*/ 17905 h 3392093"/>
                <a:gd name="connsiteX2" fmla="*/ 3683318 w 3966486"/>
                <a:gd name="connsiteY2" fmla="*/ 2511404 h 3392093"/>
                <a:gd name="connsiteX3" fmla="*/ 5937 w 3966486"/>
                <a:gd name="connsiteY3" fmla="*/ 1990704 h 3392093"/>
                <a:gd name="connsiteX4" fmla="*/ 971137 w 3966486"/>
                <a:gd name="connsiteY4" fmla="*/ 910314 h 3392093"/>
                <a:gd name="connsiteX0" fmla="*/ 971137 w 3966486"/>
                <a:gd name="connsiteY0" fmla="*/ 911312 h 3393091"/>
                <a:gd name="connsiteX1" fmla="*/ 2409909 w 3966486"/>
                <a:gd name="connsiteY1" fmla="*/ 18903 h 3393091"/>
                <a:gd name="connsiteX2" fmla="*/ 3683318 w 3966486"/>
                <a:gd name="connsiteY2" fmla="*/ 2512402 h 3393091"/>
                <a:gd name="connsiteX3" fmla="*/ 5937 w 3966486"/>
                <a:gd name="connsiteY3" fmla="*/ 1991702 h 3393091"/>
                <a:gd name="connsiteX4" fmla="*/ 971137 w 3966486"/>
                <a:gd name="connsiteY4" fmla="*/ 911312 h 3393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486" h="3393091">
                  <a:moveTo>
                    <a:pt x="971137" y="911312"/>
                  </a:moveTo>
                  <a:cubicBezTo>
                    <a:pt x="1094092" y="430112"/>
                    <a:pt x="1945179" y="-108245"/>
                    <a:pt x="2409909" y="18903"/>
                  </a:cubicBezTo>
                  <a:cubicBezTo>
                    <a:pt x="2708971" y="-79864"/>
                    <a:pt x="4690851" y="595534"/>
                    <a:pt x="3683318" y="2512402"/>
                  </a:cubicBezTo>
                  <a:cubicBezTo>
                    <a:pt x="1974556" y="4492202"/>
                    <a:pt x="-126233" y="2601450"/>
                    <a:pt x="5937" y="1991702"/>
                  </a:cubicBezTo>
                  <a:cubicBezTo>
                    <a:pt x="35570" y="1682372"/>
                    <a:pt x="598604" y="2198542"/>
                    <a:pt x="971137" y="911312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15000">
                  <a:srgbClr val="FBC462"/>
                </a:gs>
              </a:gsLst>
              <a:lin ang="114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Oval 87">
              <a:extLst>
                <a:ext uri="{FF2B5EF4-FFF2-40B4-BE49-F238E27FC236}">
                  <a16:creationId xmlns:a16="http://schemas.microsoft.com/office/drawing/2014/main" id="{95EB3946-BC19-0477-9131-0D1A1E0B1257}"/>
                </a:ext>
              </a:extLst>
            </p:cNvPr>
            <p:cNvSpPr/>
            <p:nvPr/>
          </p:nvSpPr>
          <p:spPr>
            <a:xfrm rot="2271449">
              <a:off x="4813259" y="1384461"/>
              <a:ext cx="918536" cy="1352024"/>
            </a:xfrm>
            <a:custGeom>
              <a:avLst/>
              <a:gdLst>
                <a:gd name="connsiteX0" fmla="*/ 0 w 358212"/>
                <a:gd name="connsiteY0" fmla="*/ 116843 h 233686"/>
                <a:gd name="connsiteX1" fmla="*/ 179106 w 358212"/>
                <a:gd name="connsiteY1" fmla="*/ 0 h 233686"/>
                <a:gd name="connsiteX2" fmla="*/ 358212 w 358212"/>
                <a:gd name="connsiteY2" fmla="*/ 116843 h 233686"/>
                <a:gd name="connsiteX3" fmla="*/ 179106 w 358212"/>
                <a:gd name="connsiteY3" fmla="*/ 233686 h 233686"/>
                <a:gd name="connsiteX4" fmla="*/ 0 w 358212"/>
                <a:gd name="connsiteY4" fmla="*/ 116843 h 233686"/>
                <a:gd name="connsiteX0" fmla="*/ 606008 w 964220"/>
                <a:gd name="connsiteY0" fmla="*/ 1310697 h 1458346"/>
                <a:gd name="connsiteX1" fmla="*/ 11566 w 964220"/>
                <a:gd name="connsiteY1" fmla="*/ 0 h 1458346"/>
                <a:gd name="connsiteX2" fmla="*/ 964220 w 964220"/>
                <a:gd name="connsiteY2" fmla="*/ 1310697 h 1458346"/>
                <a:gd name="connsiteX3" fmla="*/ 785114 w 964220"/>
                <a:gd name="connsiteY3" fmla="*/ 1427540 h 1458346"/>
                <a:gd name="connsiteX4" fmla="*/ 606008 w 964220"/>
                <a:gd name="connsiteY4" fmla="*/ 1310697 h 1458346"/>
                <a:gd name="connsiteX0" fmla="*/ 599219 w 957431"/>
                <a:gd name="connsiteY0" fmla="*/ 1311500 h 1459149"/>
                <a:gd name="connsiteX1" fmla="*/ 4777 w 957431"/>
                <a:gd name="connsiteY1" fmla="*/ 803 h 1459149"/>
                <a:gd name="connsiteX2" fmla="*/ 957431 w 957431"/>
                <a:gd name="connsiteY2" fmla="*/ 1311500 h 1459149"/>
                <a:gd name="connsiteX3" fmla="*/ 778325 w 957431"/>
                <a:gd name="connsiteY3" fmla="*/ 1428343 h 1459149"/>
                <a:gd name="connsiteX4" fmla="*/ 599219 w 957431"/>
                <a:gd name="connsiteY4" fmla="*/ 1311500 h 1459149"/>
                <a:gd name="connsiteX0" fmla="*/ 716294 w 1074506"/>
                <a:gd name="connsiteY0" fmla="*/ 1318731 h 1466380"/>
                <a:gd name="connsiteX1" fmla="*/ 121852 w 1074506"/>
                <a:gd name="connsiteY1" fmla="*/ 8034 h 1466380"/>
                <a:gd name="connsiteX2" fmla="*/ 1074506 w 1074506"/>
                <a:gd name="connsiteY2" fmla="*/ 1318731 h 1466380"/>
                <a:gd name="connsiteX3" fmla="*/ 895400 w 1074506"/>
                <a:gd name="connsiteY3" fmla="*/ 1435574 h 1466380"/>
                <a:gd name="connsiteX4" fmla="*/ 716294 w 1074506"/>
                <a:gd name="connsiteY4" fmla="*/ 1318731 h 1466380"/>
                <a:gd name="connsiteX0" fmla="*/ 535075 w 893287"/>
                <a:gd name="connsiteY0" fmla="*/ 1358554 h 1508743"/>
                <a:gd name="connsiteX1" fmla="*/ 141141 w 893287"/>
                <a:gd name="connsiteY1" fmla="*/ 7819 h 1508743"/>
                <a:gd name="connsiteX2" fmla="*/ 893287 w 893287"/>
                <a:gd name="connsiteY2" fmla="*/ 1358554 h 1508743"/>
                <a:gd name="connsiteX3" fmla="*/ 714181 w 893287"/>
                <a:gd name="connsiteY3" fmla="*/ 1475397 h 1508743"/>
                <a:gd name="connsiteX4" fmla="*/ 535075 w 893287"/>
                <a:gd name="connsiteY4" fmla="*/ 1358554 h 1508743"/>
                <a:gd name="connsiteX0" fmla="*/ 621309 w 979521"/>
                <a:gd name="connsiteY0" fmla="*/ 1359341 h 1509530"/>
                <a:gd name="connsiteX1" fmla="*/ 227375 w 979521"/>
                <a:gd name="connsiteY1" fmla="*/ 8606 h 1509530"/>
                <a:gd name="connsiteX2" fmla="*/ 979521 w 979521"/>
                <a:gd name="connsiteY2" fmla="*/ 1359341 h 1509530"/>
                <a:gd name="connsiteX3" fmla="*/ 800415 w 979521"/>
                <a:gd name="connsiteY3" fmla="*/ 1476184 h 1509530"/>
                <a:gd name="connsiteX4" fmla="*/ 621309 w 979521"/>
                <a:gd name="connsiteY4" fmla="*/ 1359341 h 1509530"/>
                <a:gd name="connsiteX0" fmla="*/ 567446 w 925658"/>
                <a:gd name="connsiteY0" fmla="*/ 1359341 h 1747272"/>
                <a:gd name="connsiteX1" fmla="*/ 173512 w 925658"/>
                <a:gd name="connsiteY1" fmla="*/ 8606 h 1747272"/>
                <a:gd name="connsiteX2" fmla="*/ 925658 w 925658"/>
                <a:gd name="connsiteY2" fmla="*/ 1359341 h 1747272"/>
                <a:gd name="connsiteX3" fmla="*/ 746552 w 925658"/>
                <a:gd name="connsiteY3" fmla="*/ 1476184 h 1747272"/>
                <a:gd name="connsiteX4" fmla="*/ 567446 w 925658"/>
                <a:gd name="connsiteY4" fmla="*/ 1359341 h 1747272"/>
                <a:gd name="connsiteX0" fmla="*/ 574380 w 753486"/>
                <a:gd name="connsiteY0" fmla="*/ 1467794 h 1554401"/>
                <a:gd name="connsiteX1" fmla="*/ 1340 w 753486"/>
                <a:gd name="connsiteY1" fmla="*/ 216 h 1554401"/>
                <a:gd name="connsiteX2" fmla="*/ 753486 w 753486"/>
                <a:gd name="connsiteY2" fmla="*/ 1350951 h 1554401"/>
                <a:gd name="connsiteX3" fmla="*/ 574380 w 753486"/>
                <a:gd name="connsiteY3" fmla="*/ 1467794 h 1554401"/>
                <a:gd name="connsiteX0" fmla="*/ 752146 w 752146"/>
                <a:gd name="connsiteY0" fmla="*/ 1350941 h 1350941"/>
                <a:gd name="connsiteX1" fmla="*/ 0 w 752146"/>
                <a:gd name="connsiteY1" fmla="*/ 206 h 1350941"/>
                <a:gd name="connsiteX2" fmla="*/ 752146 w 752146"/>
                <a:gd name="connsiteY2" fmla="*/ 1350941 h 1350941"/>
                <a:gd name="connsiteX0" fmla="*/ 953790 w 953790"/>
                <a:gd name="connsiteY0" fmla="*/ 1357534 h 1357534"/>
                <a:gd name="connsiteX1" fmla="*/ 201644 w 953790"/>
                <a:gd name="connsiteY1" fmla="*/ 6799 h 1357534"/>
                <a:gd name="connsiteX2" fmla="*/ 953790 w 953790"/>
                <a:gd name="connsiteY2" fmla="*/ 1357534 h 1357534"/>
                <a:gd name="connsiteX0" fmla="*/ 578383 w 578383"/>
                <a:gd name="connsiteY0" fmla="*/ 1350683 h 1350683"/>
                <a:gd name="connsiteX1" fmla="*/ 0 w 578383"/>
                <a:gd name="connsiteY1" fmla="*/ 0 h 1350683"/>
                <a:gd name="connsiteX2" fmla="*/ 578383 w 578383"/>
                <a:gd name="connsiteY2" fmla="*/ 1350683 h 1350683"/>
                <a:gd name="connsiteX0" fmla="*/ 578383 w 705306"/>
                <a:gd name="connsiteY0" fmla="*/ 1350683 h 1350683"/>
                <a:gd name="connsiteX1" fmla="*/ 0 w 705306"/>
                <a:gd name="connsiteY1" fmla="*/ 0 h 1350683"/>
                <a:gd name="connsiteX2" fmla="*/ 578383 w 705306"/>
                <a:gd name="connsiteY2" fmla="*/ 1350683 h 1350683"/>
                <a:gd name="connsiteX0" fmla="*/ 651945 w 788616"/>
                <a:gd name="connsiteY0" fmla="*/ 1354340 h 1354340"/>
                <a:gd name="connsiteX1" fmla="*/ 73562 w 788616"/>
                <a:gd name="connsiteY1" fmla="*/ 3657 h 1354340"/>
                <a:gd name="connsiteX2" fmla="*/ 651945 w 788616"/>
                <a:gd name="connsiteY2" fmla="*/ 1354340 h 1354340"/>
                <a:gd name="connsiteX0" fmla="*/ 798280 w 989981"/>
                <a:gd name="connsiteY0" fmla="*/ 1356700 h 1356700"/>
                <a:gd name="connsiteX1" fmla="*/ 219897 w 989981"/>
                <a:gd name="connsiteY1" fmla="*/ 6017 h 1356700"/>
                <a:gd name="connsiteX2" fmla="*/ 798280 w 989981"/>
                <a:gd name="connsiteY2" fmla="*/ 1356700 h 1356700"/>
                <a:gd name="connsiteX0" fmla="*/ 581392 w 603413"/>
                <a:gd name="connsiteY0" fmla="*/ 1416134 h 1417101"/>
                <a:gd name="connsiteX1" fmla="*/ 3009 w 603413"/>
                <a:gd name="connsiteY1" fmla="*/ 65451 h 1417101"/>
                <a:gd name="connsiteX2" fmla="*/ 364093 w 603413"/>
                <a:gd name="connsiteY2" fmla="*/ 335555 h 1417101"/>
                <a:gd name="connsiteX3" fmla="*/ 581392 w 603413"/>
                <a:gd name="connsiteY3" fmla="*/ 1416134 h 1417101"/>
                <a:gd name="connsiteX0" fmla="*/ 580331 w 602352"/>
                <a:gd name="connsiteY0" fmla="*/ 1418413 h 1419380"/>
                <a:gd name="connsiteX1" fmla="*/ 1948 w 602352"/>
                <a:gd name="connsiteY1" fmla="*/ 67730 h 1419380"/>
                <a:gd name="connsiteX2" fmla="*/ 363032 w 602352"/>
                <a:gd name="connsiteY2" fmla="*/ 337834 h 1419380"/>
                <a:gd name="connsiteX3" fmla="*/ 580331 w 602352"/>
                <a:gd name="connsiteY3" fmla="*/ 1418413 h 1419380"/>
                <a:gd name="connsiteX0" fmla="*/ 799696 w 821717"/>
                <a:gd name="connsiteY0" fmla="*/ 1350952 h 1351919"/>
                <a:gd name="connsiteX1" fmla="*/ 25694 w 821717"/>
                <a:gd name="connsiteY1" fmla="*/ 249486 h 1351919"/>
                <a:gd name="connsiteX2" fmla="*/ 221313 w 821717"/>
                <a:gd name="connsiteY2" fmla="*/ 269 h 1351919"/>
                <a:gd name="connsiteX3" fmla="*/ 582397 w 821717"/>
                <a:gd name="connsiteY3" fmla="*/ 270373 h 1351919"/>
                <a:gd name="connsiteX4" fmla="*/ 799696 w 821717"/>
                <a:gd name="connsiteY4" fmla="*/ 1350952 h 1351919"/>
                <a:gd name="connsiteX0" fmla="*/ 796621 w 818642"/>
                <a:gd name="connsiteY0" fmla="*/ 1350692 h 1351659"/>
                <a:gd name="connsiteX1" fmla="*/ 25956 w 818642"/>
                <a:gd name="connsiteY1" fmla="*/ 265935 h 1351659"/>
                <a:gd name="connsiteX2" fmla="*/ 218238 w 818642"/>
                <a:gd name="connsiteY2" fmla="*/ 9 h 1351659"/>
                <a:gd name="connsiteX3" fmla="*/ 579322 w 818642"/>
                <a:gd name="connsiteY3" fmla="*/ 270113 h 1351659"/>
                <a:gd name="connsiteX4" fmla="*/ 796621 w 818642"/>
                <a:gd name="connsiteY4" fmla="*/ 1350692 h 1351659"/>
                <a:gd name="connsiteX0" fmla="*/ 758306 w 780327"/>
                <a:gd name="connsiteY0" fmla="*/ 1351727 h 1352694"/>
                <a:gd name="connsiteX1" fmla="*/ 29755 w 780327"/>
                <a:gd name="connsiteY1" fmla="*/ 234236 h 1352694"/>
                <a:gd name="connsiteX2" fmla="*/ 179923 w 780327"/>
                <a:gd name="connsiteY2" fmla="*/ 1044 h 1352694"/>
                <a:gd name="connsiteX3" fmla="*/ 541007 w 780327"/>
                <a:gd name="connsiteY3" fmla="*/ 271148 h 1352694"/>
                <a:gd name="connsiteX4" fmla="*/ 758306 w 780327"/>
                <a:gd name="connsiteY4" fmla="*/ 1351727 h 1352694"/>
                <a:gd name="connsiteX0" fmla="*/ 758306 w 780327"/>
                <a:gd name="connsiteY0" fmla="*/ 1351727 h 1352694"/>
                <a:gd name="connsiteX1" fmla="*/ 29755 w 780327"/>
                <a:gd name="connsiteY1" fmla="*/ 234236 h 1352694"/>
                <a:gd name="connsiteX2" fmla="*/ 179923 w 780327"/>
                <a:gd name="connsiteY2" fmla="*/ 1044 h 1352694"/>
                <a:gd name="connsiteX3" fmla="*/ 541007 w 780327"/>
                <a:gd name="connsiteY3" fmla="*/ 271148 h 1352694"/>
                <a:gd name="connsiteX4" fmla="*/ 758306 w 780327"/>
                <a:gd name="connsiteY4" fmla="*/ 1351727 h 1352694"/>
                <a:gd name="connsiteX0" fmla="*/ 791897 w 813918"/>
                <a:gd name="connsiteY0" fmla="*/ 1350962 h 1351929"/>
                <a:gd name="connsiteX1" fmla="*/ 63346 w 813918"/>
                <a:gd name="connsiteY1" fmla="*/ 233471 h 1351929"/>
                <a:gd name="connsiteX2" fmla="*/ 213514 w 813918"/>
                <a:gd name="connsiteY2" fmla="*/ 279 h 1351929"/>
                <a:gd name="connsiteX3" fmla="*/ 574598 w 813918"/>
                <a:gd name="connsiteY3" fmla="*/ 270383 h 1351929"/>
                <a:gd name="connsiteX4" fmla="*/ 791897 w 813918"/>
                <a:gd name="connsiteY4" fmla="*/ 1350962 h 1351929"/>
                <a:gd name="connsiteX0" fmla="*/ 796174 w 818195"/>
                <a:gd name="connsiteY0" fmla="*/ 1350889 h 1351856"/>
                <a:gd name="connsiteX1" fmla="*/ 67623 w 818195"/>
                <a:gd name="connsiteY1" fmla="*/ 233398 h 1351856"/>
                <a:gd name="connsiteX2" fmla="*/ 217791 w 818195"/>
                <a:gd name="connsiteY2" fmla="*/ 206 h 1351856"/>
                <a:gd name="connsiteX3" fmla="*/ 578875 w 818195"/>
                <a:gd name="connsiteY3" fmla="*/ 270310 h 1351856"/>
                <a:gd name="connsiteX4" fmla="*/ 796174 w 818195"/>
                <a:gd name="connsiteY4" fmla="*/ 1350889 h 1351856"/>
                <a:gd name="connsiteX0" fmla="*/ 796174 w 918536"/>
                <a:gd name="connsiteY0" fmla="*/ 1350889 h 1350889"/>
                <a:gd name="connsiteX1" fmla="*/ 67623 w 918536"/>
                <a:gd name="connsiteY1" fmla="*/ 233398 h 1350889"/>
                <a:gd name="connsiteX2" fmla="*/ 217791 w 918536"/>
                <a:gd name="connsiteY2" fmla="*/ 206 h 1350889"/>
                <a:gd name="connsiteX3" fmla="*/ 578875 w 918536"/>
                <a:gd name="connsiteY3" fmla="*/ 270310 h 1350889"/>
                <a:gd name="connsiteX4" fmla="*/ 796174 w 918536"/>
                <a:gd name="connsiteY4" fmla="*/ 1350889 h 1350889"/>
                <a:gd name="connsiteX0" fmla="*/ 796174 w 918536"/>
                <a:gd name="connsiteY0" fmla="*/ 1350889 h 1351819"/>
                <a:gd name="connsiteX1" fmla="*/ 67623 w 918536"/>
                <a:gd name="connsiteY1" fmla="*/ 233398 h 1351819"/>
                <a:gd name="connsiteX2" fmla="*/ 217791 w 918536"/>
                <a:gd name="connsiteY2" fmla="*/ 206 h 1351819"/>
                <a:gd name="connsiteX3" fmla="*/ 578875 w 918536"/>
                <a:gd name="connsiteY3" fmla="*/ 270310 h 1351819"/>
                <a:gd name="connsiteX4" fmla="*/ 796174 w 918536"/>
                <a:gd name="connsiteY4" fmla="*/ 1350889 h 1351819"/>
                <a:gd name="connsiteX0" fmla="*/ 796174 w 918536"/>
                <a:gd name="connsiteY0" fmla="*/ 1350889 h 1352024"/>
                <a:gd name="connsiteX1" fmla="*/ 67623 w 918536"/>
                <a:gd name="connsiteY1" fmla="*/ 233398 h 1352024"/>
                <a:gd name="connsiteX2" fmla="*/ 217791 w 918536"/>
                <a:gd name="connsiteY2" fmla="*/ 206 h 1352024"/>
                <a:gd name="connsiteX3" fmla="*/ 578875 w 918536"/>
                <a:gd name="connsiteY3" fmla="*/ 270310 h 1352024"/>
                <a:gd name="connsiteX4" fmla="*/ 796174 w 918536"/>
                <a:gd name="connsiteY4" fmla="*/ 1350889 h 1352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536" h="1352024">
                  <a:moveTo>
                    <a:pt x="796174" y="1350889"/>
                  </a:moveTo>
                  <a:cubicBezTo>
                    <a:pt x="690346" y="1386500"/>
                    <a:pt x="746756" y="574978"/>
                    <a:pt x="67623" y="233398"/>
                  </a:cubicBezTo>
                  <a:cubicBezTo>
                    <a:pt x="-119701" y="127216"/>
                    <a:pt x="132582" y="-5946"/>
                    <a:pt x="217791" y="206"/>
                  </a:cubicBezTo>
                  <a:cubicBezTo>
                    <a:pt x="303000" y="6358"/>
                    <a:pt x="663597" y="29880"/>
                    <a:pt x="578875" y="270310"/>
                  </a:cubicBezTo>
                  <a:cubicBezTo>
                    <a:pt x="675272" y="495424"/>
                    <a:pt x="1134059" y="970940"/>
                    <a:pt x="796174" y="1350889"/>
                  </a:cubicBezTo>
                  <a:close/>
                </a:path>
              </a:pathLst>
            </a:custGeom>
            <a:gradFill>
              <a:gsLst>
                <a:gs pos="0">
                  <a:srgbClr val="A0C860"/>
                </a:gs>
                <a:gs pos="15000">
                  <a:srgbClr val="B5D27E"/>
                </a:gs>
              </a:gsLst>
              <a:lin ang="114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3F71D98-90E6-CF07-2FEF-0A963807A469}"/>
                </a:ext>
              </a:extLst>
            </p:cNvPr>
            <p:cNvSpPr/>
            <p:nvPr/>
          </p:nvSpPr>
          <p:spPr>
            <a:xfrm rot="2582464">
              <a:off x="4950096" y="2668837"/>
              <a:ext cx="340774" cy="228266"/>
            </a:xfrm>
            <a:prstGeom prst="ellipse">
              <a:avLst/>
            </a:prstGeom>
            <a:solidFill>
              <a:srgbClr val="A8CC6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432042DC-157C-C853-2F8A-0A484EA45025}"/>
                </a:ext>
              </a:extLst>
            </p:cNvPr>
            <p:cNvSpPr/>
            <p:nvPr/>
          </p:nvSpPr>
          <p:spPr>
            <a:xfrm rot="17374230" flipH="1">
              <a:off x="5226750" y="753140"/>
              <a:ext cx="914400" cy="914400"/>
            </a:xfrm>
            <a:prstGeom prst="arc">
              <a:avLst>
                <a:gd name="adj1" fmla="val 19625685"/>
                <a:gd name="adj2" fmla="val 411105"/>
              </a:avLst>
            </a:pr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6C693019-8190-5713-7AB5-70CF0FD86AFA}"/>
                </a:ext>
              </a:extLst>
            </p:cNvPr>
            <p:cNvSpPr/>
            <p:nvPr/>
          </p:nvSpPr>
          <p:spPr>
            <a:xfrm rot="10800000" flipH="1">
              <a:off x="2953268" y="1004752"/>
              <a:ext cx="2252152" cy="1434853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  <a:gd name="connsiteX0" fmla="*/ 0 w 661806"/>
                <a:gd name="connsiteY0" fmla="*/ 257129 h 302509"/>
                <a:gd name="connsiteX1" fmla="*/ 661806 w 661806"/>
                <a:gd name="connsiteY1" fmla="*/ 54720 h 302509"/>
                <a:gd name="connsiteX2" fmla="*/ 0 w 661806"/>
                <a:gd name="connsiteY2" fmla="*/ 257129 h 302509"/>
                <a:gd name="connsiteX0" fmla="*/ 0 w 640147"/>
                <a:gd name="connsiteY0" fmla="*/ 208807 h 291769"/>
                <a:gd name="connsiteX1" fmla="*/ 640147 w 640147"/>
                <a:gd name="connsiteY1" fmla="*/ 96016 h 291769"/>
                <a:gd name="connsiteX2" fmla="*/ 0 w 640147"/>
                <a:gd name="connsiteY2" fmla="*/ 208807 h 291769"/>
                <a:gd name="connsiteX0" fmla="*/ 0 w 640147"/>
                <a:gd name="connsiteY0" fmla="*/ 312593 h 395555"/>
                <a:gd name="connsiteX1" fmla="*/ 640147 w 640147"/>
                <a:gd name="connsiteY1" fmla="*/ 199802 h 395555"/>
                <a:gd name="connsiteX2" fmla="*/ 0 w 640147"/>
                <a:gd name="connsiteY2" fmla="*/ 312593 h 395555"/>
                <a:gd name="connsiteX0" fmla="*/ 0 w 640147"/>
                <a:gd name="connsiteY0" fmla="*/ 315528 h 398490"/>
                <a:gd name="connsiteX1" fmla="*/ 640147 w 640147"/>
                <a:gd name="connsiteY1" fmla="*/ 202737 h 398490"/>
                <a:gd name="connsiteX2" fmla="*/ 0 w 640147"/>
                <a:gd name="connsiteY2" fmla="*/ 315528 h 398490"/>
                <a:gd name="connsiteX0" fmla="*/ 0 w 640147"/>
                <a:gd name="connsiteY0" fmla="*/ 315528 h 333312"/>
                <a:gd name="connsiteX1" fmla="*/ 640147 w 640147"/>
                <a:gd name="connsiteY1" fmla="*/ 202737 h 333312"/>
                <a:gd name="connsiteX2" fmla="*/ 0 w 640147"/>
                <a:gd name="connsiteY2" fmla="*/ 315528 h 333312"/>
                <a:gd name="connsiteX0" fmla="*/ 0 w 640147"/>
                <a:gd name="connsiteY0" fmla="*/ 316521 h 334305"/>
                <a:gd name="connsiteX1" fmla="*/ 640147 w 640147"/>
                <a:gd name="connsiteY1" fmla="*/ 203730 h 334305"/>
                <a:gd name="connsiteX2" fmla="*/ 0 w 640147"/>
                <a:gd name="connsiteY2" fmla="*/ 316521 h 334305"/>
                <a:gd name="connsiteX0" fmla="*/ 0 w 640147"/>
                <a:gd name="connsiteY0" fmla="*/ 316521 h 355267"/>
                <a:gd name="connsiteX1" fmla="*/ 640147 w 640147"/>
                <a:gd name="connsiteY1" fmla="*/ 203730 h 355267"/>
                <a:gd name="connsiteX2" fmla="*/ 0 w 640147"/>
                <a:gd name="connsiteY2" fmla="*/ 316521 h 35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0147" h="355267">
                  <a:moveTo>
                    <a:pt x="0" y="316521"/>
                  </a:moveTo>
                  <a:cubicBezTo>
                    <a:pt x="174145" y="-33382"/>
                    <a:pt x="622463" y="-124842"/>
                    <a:pt x="640147" y="203730"/>
                  </a:cubicBezTo>
                  <a:cubicBezTo>
                    <a:pt x="466422" y="557068"/>
                    <a:pt x="388823" y="160130"/>
                    <a:pt x="0" y="316521"/>
                  </a:cubicBezTo>
                  <a:close/>
                </a:path>
              </a:pathLst>
            </a:custGeom>
            <a:gradFill>
              <a:gsLst>
                <a:gs pos="0">
                  <a:srgbClr val="B5D27E"/>
                </a:gs>
                <a:gs pos="43000">
                  <a:srgbClr val="A0C860"/>
                </a:gs>
              </a:gsLst>
              <a:lin ang="114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56">
              <a:extLst>
                <a:ext uri="{FF2B5EF4-FFF2-40B4-BE49-F238E27FC236}">
                  <a16:creationId xmlns:a16="http://schemas.microsoft.com/office/drawing/2014/main" id="{7233403E-046D-9B54-8A08-DE7320233892}"/>
                </a:ext>
              </a:extLst>
            </p:cNvPr>
            <p:cNvSpPr/>
            <p:nvPr/>
          </p:nvSpPr>
          <p:spPr>
            <a:xfrm rot="10800000">
              <a:off x="5646879" y="2139574"/>
              <a:ext cx="1053763" cy="2475556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  <a:gd name="connsiteX0" fmla="*/ 0 w 661806"/>
                <a:gd name="connsiteY0" fmla="*/ 257129 h 302509"/>
                <a:gd name="connsiteX1" fmla="*/ 661806 w 661806"/>
                <a:gd name="connsiteY1" fmla="*/ 54720 h 302509"/>
                <a:gd name="connsiteX2" fmla="*/ 0 w 661806"/>
                <a:gd name="connsiteY2" fmla="*/ 257129 h 302509"/>
                <a:gd name="connsiteX0" fmla="*/ 0 w 640147"/>
                <a:gd name="connsiteY0" fmla="*/ 208807 h 291769"/>
                <a:gd name="connsiteX1" fmla="*/ 640147 w 640147"/>
                <a:gd name="connsiteY1" fmla="*/ 96016 h 291769"/>
                <a:gd name="connsiteX2" fmla="*/ 0 w 640147"/>
                <a:gd name="connsiteY2" fmla="*/ 208807 h 291769"/>
                <a:gd name="connsiteX0" fmla="*/ 0 w 640147"/>
                <a:gd name="connsiteY0" fmla="*/ 312593 h 395555"/>
                <a:gd name="connsiteX1" fmla="*/ 640147 w 640147"/>
                <a:gd name="connsiteY1" fmla="*/ 199802 h 395555"/>
                <a:gd name="connsiteX2" fmla="*/ 0 w 640147"/>
                <a:gd name="connsiteY2" fmla="*/ 312593 h 395555"/>
                <a:gd name="connsiteX0" fmla="*/ 0 w 640147"/>
                <a:gd name="connsiteY0" fmla="*/ 315528 h 398490"/>
                <a:gd name="connsiteX1" fmla="*/ 640147 w 640147"/>
                <a:gd name="connsiteY1" fmla="*/ 202737 h 398490"/>
                <a:gd name="connsiteX2" fmla="*/ 0 w 640147"/>
                <a:gd name="connsiteY2" fmla="*/ 315528 h 398490"/>
                <a:gd name="connsiteX0" fmla="*/ 0 w 640147"/>
                <a:gd name="connsiteY0" fmla="*/ 315528 h 333312"/>
                <a:gd name="connsiteX1" fmla="*/ 640147 w 640147"/>
                <a:gd name="connsiteY1" fmla="*/ 202737 h 333312"/>
                <a:gd name="connsiteX2" fmla="*/ 0 w 640147"/>
                <a:gd name="connsiteY2" fmla="*/ 315528 h 333312"/>
                <a:gd name="connsiteX0" fmla="*/ 0 w 640147"/>
                <a:gd name="connsiteY0" fmla="*/ 316521 h 334305"/>
                <a:gd name="connsiteX1" fmla="*/ 640147 w 640147"/>
                <a:gd name="connsiteY1" fmla="*/ 203730 h 334305"/>
                <a:gd name="connsiteX2" fmla="*/ 0 w 640147"/>
                <a:gd name="connsiteY2" fmla="*/ 316521 h 334305"/>
                <a:gd name="connsiteX0" fmla="*/ 0 w 640147"/>
                <a:gd name="connsiteY0" fmla="*/ 316521 h 355267"/>
                <a:gd name="connsiteX1" fmla="*/ 640147 w 640147"/>
                <a:gd name="connsiteY1" fmla="*/ 203730 h 355267"/>
                <a:gd name="connsiteX2" fmla="*/ 0 w 640147"/>
                <a:gd name="connsiteY2" fmla="*/ 316521 h 355267"/>
                <a:gd name="connsiteX0" fmla="*/ 0 w 263823"/>
                <a:gd name="connsiteY0" fmla="*/ 126758 h 636499"/>
                <a:gd name="connsiteX1" fmla="*/ 263823 w 263823"/>
                <a:gd name="connsiteY1" fmla="*/ 556393 h 636499"/>
                <a:gd name="connsiteX2" fmla="*/ 0 w 263823"/>
                <a:gd name="connsiteY2" fmla="*/ 126758 h 636499"/>
                <a:gd name="connsiteX0" fmla="*/ 73916 w 337739"/>
                <a:gd name="connsiteY0" fmla="*/ 126758 h 653918"/>
                <a:gd name="connsiteX1" fmla="*/ 337739 w 337739"/>
                <a:gd name="connsiteY1" fmla="*/ 556393 h 653918"/>
                <a:gd name="connsiteX2" fmla="*/ 73916 w 337739"/>
                <a:gd name="connsiteY2" fmla="*/ 126758 h 653918"/>
                <a:gd name="connsiteX0" fmla="*/ 109962 w 216617"/>
                <a:gd name="connsiteY0" fmla="*/ 115120 h 712864"/>
                <a:gd name="connsiteX1" fmla="*/ 205928 w 216617"/>
                <a:gd name="connsiteY1" fmla="*/ 622581 h 712864"/>
                <a:gd name="connsiteX2" fmla="*/ 109962 w 216617"/>
                <a:gd name="connsiteY2" fmla="*/ 115120 h 712864"/>
                <a:gd name="connsiteX0" fmla="*/ 220302 w 326957"/>
                <a:gd name="connsiteY0" fmla="*/ 115120 h 722623"/>
                <a:gd name="connsiteX1" fmla="*/ 316268 w 326957"/>
                <a:gd name="connsiteY1" fmla="*/ 622581 h 722623"/>
                <a:gd name="connsiteX2" fmla="*/ 220302 w 326957"/>
                <a:gd name="connsiteY2" fmla="*/ 115120 h 722623"/>
                <a:gd name="connsiteX0" fmla="*/ 218047 w 328931"/>
                <a:gd name="connsiteY0" fmla="*/ 115443 h 720834"/>
                <a:gd name="connsiteX1" fmla="*/ 322135 w 328931"/>
                <a:gd name="connsiteY1" fmla="*/ 620546 h 720834"/>
                <a:gd name="connsiteX2" fmla="*/ 218047 w 328931"/>
                <a:gd name="connsiteY2" fmla="*/ 115443 h 720834"/>
                <a:gd name="connsiteX0" fmla="*/ 225733 w 323693"/>
                <a:gd name="connsiteY0" fmla="*/ 115443 h 720834"/>
                <a:gd name="connsiteX1" fmla="*/ 302748 w 323693"/>
                <a:gd name="connsiteY1" fmla="*/ 620546 h 720834"/>
                <a:gd name="connsiteX2" fmla="*/ 225733 w 323693"/>
                <a:gd name="connsiteY2" fmla="*/ 115443 h 720834"/>
                <a:gd name="connsiteX0" fmla="*/ 217259 w 315219"/>
                <a:gd name="connsiteY0" fmla="*/ 115443 h 719927"/>
                <a:gd name="connsiteX1" fmla="*/ 294274 w 315219"/>
                <a:gd name="connsiteY1" fmla="*/ 620546 h 719927"/>
                <a:gd name="connsiteX2" fmla="*/ 217259 w 315219"/>
                <a:gd name="connsiteY2" fmla="*/ 115443 h 719927"/>
                <a:gd name="connsiteX0" fmla="*/ 217259 w 294274"/>
                <a:gd name="connsiteY0" fmla="*/ 0 h 604484"/>
                <a:gd name="connsiteX1" fmla="*/ 294274 w 294274"/>
                <a:gd name="connsiteY1" fmla="*/ 505103 h 604484"/>
                <a:gd name="connsiteX2" fmla="*/ 217259 w 294274"/>
                <a:gd name="connsiteY2" fmla="*/ 0 h 604484"/>
                <a:gd name="connsiteX0" fmla="*/ 217259 w 294274"/>
                <a:gd name="connsiteY0" fmla="*/ 0 h 604484"/>
                <a:gd name="connsiteX1" fmla="*/ 294274 w 294274"/>
                <a:gd name="connsiteY1" fmla="*/ 505103 h 604484"/>
                <a:gd name="connsiteX2" fmla="*/ 217259 w 294274"/>
                <a:gd name="connsiteY2" fmla="*/ 0 h 604484"/>
                <a:gd name="connsiteX0" fmla="*/ 215284 w 299519"/>
                <a:gd name="connsiteY0" fmla="*/ 0 h 612943"/>
                <a:gd name="connsiteX1" fmla="*/ 299519 w 299519"/>
                <a:gd name="connsiteY1" fmla="*/ 514537 h 612943"/>
                <a:gd name="connsiteX2" fmla="*/ 215284 w 299519"/>
                <a:gd name="connsiteY2" fmla="*/ 0 h 612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9519" h="612943">
                  <a:moveTo>
                    <a:pt x="215284" y="0"/>
                  </a:moveTo>
                  <a:cubicBezTo>
                    <a:pt x="6788" y="345031"/>
                    <a:pt x="216858" y="292878"/>
                    <a:pt x="299519" y="514537"/>
                  </a:cubicBezTo>
                  <a:cubicBezTo>
                    <a:pt x="160990" y="865517"/>
                    <a:pt x="-248713" y="178498"/>
                    <a:pt x="215284" y="0"/>
                  </a:cubicBezTo>
                  <a:close/>
                </a:path>
              </a:pathLst>
            </a:custGeom>
            <a:gradFill>
              <a:gsLst>
                <a:gs pos="0">
                  <a:srgbClr val="B5D27E"/>
                </a:gs>
                <a:gs pos="46000">
                  <a:srgbClr val="A0C860"/>
                </a:gs>
              </a:gsLst>
              <a:lin ang="21594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F482212C-2E77-B063-C98E-EEB88A62CFB4}"/>
                </a:ext>
              </a:extLst>
            </p:cNvPr>
            <p:cNvSpPr/>
            <p:nvPr/>
          </p:nvSpPr>
          <p:spPr>
            <a:xfrm rot="17374230" flipH="1">
              <a:off x="4977609" y="2081078"/>
              <a:ext cx="845585" cy="845585"/>
            </a:xfrm>
            <a:prstGeom prst="arc">
              <a:avLst>
                <a:gd name="adj1" fmla="val 19625685"/>
                <a:gd name="adj2" fmla="val 20508898"/>
              </a:avLst>
            </a:prstGeom>
            <a:no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827E78A-D4F9-029F-EDB6-3B24413E5AFC}"/>
                </a:ext>
              </a:extLst>
            </p:cNvPr>
            <p:cNvSpPr/>
            <p:nvPr/>
          </p:nvSpPr>
          <p:spPr>
            <a:xfrm rot="2582464">
              <a:off x="5122328" y="2649856"/>
              <a:ext cx="138704" cy="128079"/>
            </a:xfrm>
            <a:prstGeom prst="ellipse">
              <a:avLst/>
            </a:prstGeom>
            <a:solidFill>
              <a:srgbClr val="B2D079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E2C96B6-B33D-B971-C8A1-4C81D046C2D9}"/>
              </a:ext>
            </a:extLst>
          </p:cNvPr>
          <p:cNvGrpSpPr/>
          <p:nvPr/>
        </p:nvGrpSpPr>
        <p:grpSpPr>
          <a:xfrm>
            <a:off x="3113719" y="984424"/>
            <a:ext cx="4820839" cy="4835863"/>
            <a:chOff x="1981107" y="753140"/>
            <a:chExt cx="4719535" cy="473424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9CCB901A-2BF2-6F7B-1591-783B31A6D3B9}"/>
                </a:ext>
              </a:extLst>
            </p:cNvPr>
            <p:cNvSpPr/>
            <p:nvPr/>
          </p:nvSpPr>
          <p:spPr>
            <a:xfrm rot="2039051">
              <a:off x="5164529" y="1673421"/>
              <a:ext cx="235859" cy="99968"/>
            </a:xfrm>
            <a:custGeom>
              <a:avLst/>
              <a:gdLst>
                <a:gd name="connsiteX0" fmla="*/ 0 w 133350"/>
                <a:gd name="connsiteY0" fmla="*/ 2444 h 27844"/>
                <a:gd name="connsiteX1" fmla="*/ 57150 w 133350"/>
                <a:gd name="connsiteY1" fmla="*/ 2444 h 27844"/>
                <a:gd name="connsiteX2" fmla="*/ 133350 w 133350"/>
                <a:gd name="connsiteY2" fmla="*/ 27844 h 27844"/>
                <a:gd name="connsiteX3" fmla="*/ 133350 w 133350"/>
                <a:gd name="connsiteY3" fmla="*/ 27844 h 27844"/>
                <a:gd name="connsiteX0" fmla="*/ 0 w 133350"/>
                <a:gd name="connsiteY0" fmla="*/ 0 h 25400"/>
                <a:gd name="connsiteX1" fmla="*/ 133350 w 133350"/>
                <a:gd name="connsiteY1" fmla="*/ 25400 h 25400"/>
                <a:gd name="connsiteX2" fmla="*/ 133350 w 133350"/>
                <a:gd name="connsiteY2" fmla="*/ 25400 h 25400"/>
                <a:gd name="connsiteX0" fmla="*/ 0 w 133350"/>
                <a:gd name="connsiteY0" fmla="*/ 5490 h 30890"/>
                <a:gd name="connsiteX1" fmla="*/ 133350 w 133350"/>
                <a:gd name="connsiteY1" fmla="*/ 30890 h 30890"/>
                <a:gd name="connsiteX2" fmla="*/ 133350 w 133350"/>
                <a:gd name="connsiteY2" fmla="*/ 30890 h 30890"/>
                <a:gd name="connsiteX0" fmla="*/ 0 w 133350"/>
                <a:gd name="connsiteY0" fmla="*/ 16152 h 41552"/>
                <a:gd name="connsiteX1" fmla="*/ 133350 w 133350"/>
                <a:gd name="connsiteY1" fmla="*/ 41552 h 41552"/>
                <a:gd name="connsiteX2" fmla="*/ 133350 w 133350"/>
                <a:gd name="connsiteY2" fmla="*/ 41552 h 4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41552">
                  <a:moveTo>
                    <a:pt x="0" y="16152"/>
                  </a:moveTo>
                  <a:cubicBezTo>
                    <a:pt x="42068" y="-3956"/>
                    <a:pt x="91281" y="-14540"/>
                    <a:pt x="133350" y="41552"/>
                  </a:cubicBezTo>
                  <a:lnTo>
                    <a:pt x="133350" y="41552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8C941D-6E0C-7CE2-0590-CAA8BD9659D3}"/>
                </a:ext>
              </a:extLst>
            </p:cNvPr>
            <p:cNvSpPr/>
            <p:nvPr/>
          </p:nvSpPr>
          <p:spPr>
            <a:xfrm rot="912698">
              <a:off x="5466664" y="2434978"/>
              <a:ext cx="198939" cy="90025"/>
            </a:xfrm>
            <a:custGeom>
              <a:avLst/>
              <a:gdLst>
                <a:gd name="connsiteX0" fmla="*/ 0 w 133350"/>
                <a:gd name="connsiteY0" fmla="*/ 2444 h 27844"/>
                <a:gd name="connsiteX1" fmla="*/ 57150 w 133350"/>
                <a:gd name="connsiteY1" fmla="*/ 2444 h 27844"/>
                <a:gd name="connsiteX2" fmla="*/ 133350 w 133350"/>
                <a:gd name="connsiteY2" fmla="*/ 27844 h 27844"/>
                <a:gd name="connsiteX3" fmla="*/ 133350 w 133350"/>
                <a:gd name="connsiteY3" fmla="*/ 27844 h 27844"/>
                <a:gd name="connsiteX0" fmla="*/ 0 w 133350"/>
                <a:gd name="connsiteY0" fmla="*/ 0 h 25400"/>
                <a:gd name="connsiteX1" fmla="*/ 133350 w 133350"/>
                <a:gd name="connsiteY1" fmla="*/ 25400 h 25400"/>
                <a:gd name="connsiteX2" fmla="*/ 133350 w 133350"/>
                <a:gd name="connsiteY2" fmla="*/ 25400 h 25400"/>
                <a:gd name="connsiteX0" fmla="*/ 0 w 133350"/>
                <a:gd name="connsiteY0" fmla="*/ 5490 h 30890"/>
                <a:gd name="connsiteX1" fmla="*/ 133350 w 133350"/>
                <a:gd name="connsiteY1" fmla="*/ 30890 h 30890"/>
                <a:gd name="connsiteX2" fmla="*/ 133350 w 133350"/>
                <a:gd name="connsiteY2" fmla="*/ 30890 h 30890"/>
                <a:gd name="connsiteX0" fmla="*/ 0 w 133350"/>
                <a:gd name="connsiteY0" fmla="*/ 16152 h 41552"/>
                <a:gd name="connsiteX1" fmla="*/ 133350 w 133350"/>
                <a:gd name="connsiteY1" fmla="*/ 41552 h 41552"/>
                <a:gd name="connsiteX2" fmla="*/ 133350 w 133350"/>
                <a:gd name="connsiteY2" fmla="*/ 41552 h 4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41552">
                  <a:moveTo>
                    <a:pt x="0" y="16152"/>
                  </a:moveTo>
                  <a:cubicBezTo>
                    <a:pt x="42068" y="-3956"/>
                    <a:pt x="91281" y="-14540"/>
                    <a:pt x="133350" y="41552"/>
                  </a:cubicBezTo>
                  <a:lnTo>
                    <a:pt x="133350" y="41552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: Rounded Corners 86">
              <a:extLst>
                <a:ext uri="{FF2B5EF4-FFF2-40B4-BE49-F238E27FC236}">
                  <a16:creationId xmlns:a16="http://schemas.microsoft.com/office/drawing/2014/main" id="{F885EF17-91E1-EDB1-23B4-FD6994CBEEA1}"/>
                </a:ext>
              </a:extLst>
            </p:cNvPr>
            <p:cNvSpPr/>
            <p:nvPr/>
          </p:nvSpPr>
          <p:spPr>
            <a:xfrm>
              <a:off x="1981107" y="2094291"/>
              <a:ext cx="3966486" cy="3393091"/>
            </a:xfrm>
            <a:custGeom>
              <a:avLst/>
              <a:gdLst>
                <a:gd name="connsiteX0" fmla="*/ 0 w 2635981"/>
                <a:gd name="connsiteY0" fmla="*/ 384409 h 2306408"/>
                <a:gd name="connsiteX1" fmla="*/ 384409 w 2635981"/>
                <a:gd name="connsiteY1" fmla="*/ 0 h 2306408"/>
                <a:gd name="connsiteX2" fmla="*/ 2251572 w 2635981"/>
                <a:gd name="connsiteY2" fmla="*/ 0 h 2306408"/>
                <a:gd name="connsiteX3" fmla="*/ 2635981 w 2635981"/>
                <a:gd name="connsiteY3" fmla="*/ 384409 h 2306408"/>
                <a:gd name="connsiteX4" fmla="*/ 2635981 w 2635981"/>
                <a:gd name="connsiteY4" fmla="*/ 1921999 h 2306408"/>
                <a:gd name="connsiteX5" fmla="*/ 2251572 w 2635981"/>
                <a:gd name="connsiteY5" fmla="*/ 2306408 h 2306408"/>
                <a:gd name="connsiteX6" fmla="*/ 384409 w 2635981"/>
                <a:gd name="connsiteY6" fmla="*/ 2306408 h 2306408"/>
                <a:gd name="connsiteX7" fmla="*/ 0 w 2635981"/>
                <a:gd name="connsiteY7" fmla="*/ 1921999 h 2306408"/>
                <a:gd name="connsiteX8" fmla="*/ 0 w 2635981"/>
                <a:gd name="connsiteY8" fmla="*/ 384409 h 2306408"/>
                <a:gd name="connsiteX0" fmla="*/ 0 w 2750281"/>
                <a:gd name="connsiteY0" fmla="*/ 384409 h 2306408"/>
                <a:gd name="connsiteX1" fmla="*/ 384409 w 2750281"/>
                <a:gd name="connsiteY1" fmla="*/ 0 h 2306408"/>
                <a:gd name="connsiteX2" fmla="*/ 2251572 w 2750281"/>
                <a:gd name="connsiteY2" fmla="*/ 0 h 2306408"/>
                <a:gd name="connsiteX3" fmla="*/ 2750281 w 2750281"/>
                <a:gd name="connsiteY3" fmla="*/ 384409 h 2306408"/>
                <a:gd name="connsiteX4" fmla="*/ 2635981 w 2750281"/>
                <a:gd name="connsiteY4" fmla="*/ 1921999 h 2306408"/>
                <a:gd name="connsiteX5" fmla="*/ 2251572 w 2750281"/>
                <a:gd name="connsiteY5" fmla="*/ 2306408 h 2306408"/>
                <a:gd name="connsiteX6" fmla="*/ 384409 w 2750281"/>
                <a:gd name="connsiteY6" fmla="*/ 2306408 h 2306408"/>
                <a:gd name="connsiteX7" fmla="*/ 0 w 2750281"/>
                <a:gd name="connsiteY7" fmla="*/ 1921999 h 2306408"/>
                <a:gd name="connsiteX8" fmla="*/ 0 w 2750281"/>
                <a:gd name="connsiteY8" fmla="*/ 384409 h 2306408"/>
                <a:gd name="connsiteX0" fmla="*/ 0 w 2910922"/>
                <a:gd name="connsiteY0" fmla="*/ 384409 h 2306408"/>
                <a:gd name="connsiteX1" fmla="*/ 384409 w 2910922"/>
                <a:gd name="connsiteY1" fmla="*/ 0 h 2306408"/>
                <a:gd name="connsiteX2" fmla="*/ 2251572 w 2910922"/>
                <a:gd name="connsiteY2" fmla="*/ 0 h 2306408"/>
                <a:gd name="connsiteX3" fmla="*/ 2750281 w 2910922"/>
                <a:gd name="connsiteY3" fmla="*/ 384409 h 2306408"/>
                <a:gd name="connsiteX4" fmla="*/ 2635981 w 2910922"/>
                <a:gd name="connsiteY4" fmla="*/ 1921999 h 2306408"/>
                <a:gd name="connsiteX5" fmla="*/ 2251572 w 2910922"/>
                <a:gd name="connsiteY5" fmla="*/ 2306408 h 2306408"/>
                <a:gd name="connsiteX6" fmla="*/ 384409 w 2910922"/>
                <a:gd name="connsiteY6" fmla="*/ 2306408 h 2306408"/>
                <a:gd name="connsiteX7" fmla="*/ 0 w 2910922"/>
                <a:gd name="connsiteY7" fmla="*/ 1921999 h 2306408"/>
                <a:gd name="connsiteX8" fmla="*/ 0 w 2910922"/>
                <a:gd name="connsiteY8" fmla="*/ 384409 h 2306408"/>
                <a:gd name="connsiteX0" fmla="*/ 0 w 2941959"/>
                <a:gd name="connsiteY0" fmla="*/ 384409 h 2306408"/>
                <a:gd name="connsiteX1" fmla="*/ 384409 w 2941959"/>
                <a:gd name="connsiteY1" fmla="*/ 0 h 2306408"/>
                <a:gd name="connsiteX2" fmla="*/ 2251572 w 2941959"/>
                <a:gd name="connsiteY2" fmla="*/ 0 h 2306408"/>
                <a:gd name="connsiteX3" fmla="*/ 2788381 w 2941959"/>
                <a:gd name="connsiteY3" fmla="*/ 384409 h 2306408"/>
                <a:gd name="connsiteX4" fmla="*/ 2635981 w 2941959"/>
                <a:gd name="connsiteY4" fmla="*/ 1921999 h 2306408"/>
                <a:gd name="connsiteX5" fmla="*/ 2251572 w 2941959"/>
                <a:gd name="connsiteY5" fmla="*/ 2306408 h 2306408"/>
                <a:gd name="connsiteX6" fmla="*/ 384409 w 2941959"/>
                <a:gd name="connsiteY6" fmla="*/ 2306408 h 2306408"/>
                <a:gd name="connsiteX7" fmla="*/ 0 w 2941959"/>
                <a:gd name="connsiteY7" fmla="*/ 1921999 h 2306408"/>
                <a:gd name="connsiteX8" fmla="*/ 0 w 2941959"/>
                <a:gd name="connsiteY8" fmla="*/ 384409 h 2306408"/>
                <a:gd name="connsiteX0" fmla="*/ 0 w 2941959"/>
                <a:gd name="connsiteY0" fmla="*/ 892409 h 2814408"/>
                <a:gd name="connsiteX1" fmla="*/ 384409 w 2941959"/>
                <a:gd name="connsiteY1" fmla="*/ 508000 h 2814408"/>
                <a:gd name="connsiteX2" fmla="*/ 1438772 w 2941959"/>
                <a:gd name="connsiteY2" fmla="*/ 0 h 2814408"/>
                <a:gd name="connsiteX3" fmla="*/ 2788381 w 2941959"/>
                <a:gd name="connsiteY3" fmla="*/ 892409 h 2814408"/>
                <a:gd name="connsiteX4" fmla="*/ 2635981 w 2941959"/>
                <a:gd name="connsiteY4" fmla="*/ 2429999 h 2814408"/>
                <a:gd name="connsiteX5" fmla="*/ 2251572 w 2941959"/>
                <a:gd name="connsiteY5" fmla="*/ 2814408 h 2814408"/>
                <a:gd name="connsiteX6" fmla="*/ 384409 w 2941959"/>
                <a:gd name="connsiteY6" fmla="*/ 2814408 h 2814408"/>
                <a:gd name="connsiteX7" fmla="*/ 0 w 2941959"/>
                <a:gd name="connsiteY7" fmla="*/ 2429999 h 2814408"/>
                <a:gd name="connsiteX8" fmla="*/ 0 w 2941959"/>
                <a:gd name="connsiteY8" fmla="*/ 892409 h 2814408"/>
                <a:gd name="connsiteX0" fmla="*/ 0 w 2941959"/>
                <a:gd name="connsiteY0" fmla="*/ 899528 h 2821527"/>
                <a:gd name="connsiteX1" fmla="*/ 384409 w 2941959"/>
                <a:gd name="connsiteY1" fmla="*/ 515119 h 2821527"/>
                <a:gd name="connsiteX2" fmla="*/ 1438772 w 2941959"/>
                <a:gd name="connsiteY2" fmla="*/ 7119 h 2821527"/>
                <a:gd name="connsiteX3" fmla="*/ 2788381 w 2941959"/>
                <a:gd name="connsiteY3" fmla="*/ 899528 h 2821527"/>
                <a:gd name="connsiteX4" fmla="*/ 2635981 w 2941959"/>
                <a:gd name="connsiteY4" fmla="*/ 2437118 h 2821527"/>
                <a:gd name="connsiteX5" fmla="*/ 2251572 w 2941959"/>
                <a:gd name="connsiteY5" fmla="*/ 2821527 h 2821527"/>
                <a:gd name="connsiteX6" fmla="*/ 384409 w 2941959"/>
                <a:gd name="connsiteY6" fmla="*/ 2821527 h 2821527"/>
                <a:gd name="connsiteX7" fmla="*/ 0 w 2941959"/>
                <a:gd name="connsiteY7" fmla="*/ 2437118 h 2821527"/>
                <a:gd name="connsiteX8" fmla="*/ 0 w 2941959"/>
                <a:gd name="connsiteY8" fmla="*/ 899528 h 2821527"/>
                <a:gd name="connsiteX0" fmla="*/ 0 w 2635981"/>
                <a:gd name="connsiteY0" fmla="*/ 892409 h 2814408"/>
                <a:gd name="connsiteX1" fmla="*/ 384409 w 2635981"/>
                <a:gd name="connsiteY1" fmla="*/ 508000 h 2814408"/>
                <a:gd name="connsiteX2" fmla="*/ 1438772 w 2635981"/>
                <a:gd name="connsiteY2" fmla="*/ 0 h 2814408"/>
                <a:gd name="connsiteX3" fmla="*/ 2635981 w 2635981"/>
                <a:gd name="connsiteY3" fmla="*/ 2429999 h 2814408"/>
                <a:gd name="connsiteX4" fmla="*/ 2251572 w 2635981"/>
                <a:gd name="connsiteY4" fmla="*/ 2814408 h 2814408"/>
                <a:gd name="connsiteX5" fmla="*/ 384409 w 2635981"/>
                <a:gd name="connsiteY5" fmla="*/ 2814408 h 2814408"/>
                <a:gd name="connsiteX6" fmla="*/ 0 w 2635981"/>
                <a:gd name="connsiteY6" fmla="*/ 2429999 h 2814408"/>
                <a:gd name="connsiteX7" fmla="*/ 0 w 2635981"/>
                <a:gd name="connsiteY7" fmla="*/ 892409 h 2814408"/>
                <a:gd name="connsiteX0" fmla="*/ 0 w 2743112"/>
                <a:gd name="connsiteY0" fmla="*/ 892409 h 2814408"/>
                <a:gd name="connsiteX1" fmla="*/ 384409 w 2743112"/>
                <a:gd name="connsiteY1" fmla="*/ 508000 h 2814408"/>
                <a:gd name="connsiteX2" fmla="*/ 1438772 w 2743112"/>
                <a:gd name="connsiteY2" fmla="*/ 0 h 2814408"/>
                <a:gd name="connsiteX3" fmla="*/ 2635981 w 2743112"/>
                <a:gd name="connsiteY3" fmla="*/ 2429999 h 2814408"/>
                <a:gd name="connsiteX4" fmla="*/ 2251572 w 2743112"/>
                <a:gd name="connsiteY4" fmla="*/ 2814408 h 2814408"/>
                <a:gd name="connsiteX5" fmla="*/ 384409 w 2743112"/>
                <a:gd name="connsiteY5" fmla="*/ 2814408 h 2814408"/>
                <a:gd name="connsiteX6" fmla="*/ 0 w 2743112"/>
                <a:gd name="connsiteY6" fmla="*/ 2429999 h 2814408"/>
                <a:gd name="connsiteX7" fmla="*/ 0 w 2743112"/>
                <a:gd name="connsiteY7" fmla="*/ 892409 h 2814408"/>
                <a:gd name="connsiteX0" fmla="*/ 0 w 2790782"/>
                <a:gd name="connsiteY0" fmla="*/ 892409 h 2814408"/>
                <a:gd name="connsiteX1" fmla="*/ 384409 w 2790782"/>
                <a:gd name="connsiteY1" fmla="*/ 508000 h 2814408"/>
                <a:gd name="connsiteX2" fmla="*/ 1438772 w 2790782"/>
                <a:gd name="connsiteY2" fmla="*/ 0 h 2814408"/>
                <a:gd name="connsiteX3" fmla="*/ 2686781 w 2790782"/>
                <a:gd name="connsiteY3" fmla="*/ 2455399 h 2814408"/>
                <a:gd name="connsiteX4" fmla="*/ 2251572 w 2790782"/>
                <a:gd name="connsiteY4" fmla="*/ 2814408 h 2814408"/>
                <a:gd name="connsiteX5" fmla="*/ 384409 w 2790782"/>
                <a:gd name="connsiteY5" fmla="*/ 2814408 h 2814408"/>
                <a:gd name="connsiteX6" fmla="*/ 0 w 2790782"/>
                <a:gd name="connsiteY6" fmla="*/ 2429999 h 2814408"/>
                <a:gd name="connsiteX7" fmla="*/ 0 w 2790782"/>
                <a:gd name="connsiteY7" fmla="*/ 892409 h 2814408"/>
                <a:gd name="connsiteX0" fmla="*/ 0 w 2980202"/>
                <a:gd name="connsiteY0" fmla="*/ 892409 h 2814408"/>
                <a:gd name="connsiteX1" fmla="*/ 384409 w 2980202"/>
                <a:gd name="connsiteY1" fmla="*/ 508000 h 2814408"/>
                <a:gd name="connsiteX2" fmla="*/ 1438772 w 2980202"/>
                <a:gd name="connsiteY2" fmla="*/ 0 h 2814408"/>
                <a:gd name="connsiteX3" fmla="*/ 2686781 w 2980202"/>
                <a:gd name="connsiteY3" fmla="*/ 2455399 h 2814408"/>
                <a:gd name="connsiteX4" fmla="*/ 2251572 w 2980202"/>
                <a:gd name="connsiteY4" fmla="*/ 2814408 h 2814408"/>
                <a:gd name="connsiteX5" fmla="*/ 384409 w 2980202"/>
                <a:gd name="connsiteY5" fmla="*/ 2814408 h 2814408"/>
                <a:gd name="connsiteX6" fmla="*/ 0 w 2980202"/>
                <a:gd name="connsiteY6" fmla="*/ 2429999 h 2814408"/>
                <a:gd name="connsiteX7" fmla="*/ 0 w 2980202"/>
                <a:gd name="connsiteY7" fmla="*/ 892409 h 2814408"/>
                <a:gd name="connsiteX0" fmla="*/ 0 w 3002812"/>
                <a:gd name="connsiteY0" fmla="*/ 892409 h 2814408"/>
                <a:gd name="connsiteX1" fmla="*/ 384409 w 3002812"/>
                <a:gd name="connsiteY1" fmla="*/ 508000 h 2814408"/>
                <a:gd name="connsiteX2" fmla="*/ 1438772 w 3002812"/>
                <a:gd name="connsiteY2" fmla="*/ 0 h 2814408"/>
                <a:gd name="connsiteX3" fmla="*/ 2712181 w 3002812"/>
                <a:gd name="connsiteY3" fmla="*/ 2493499 h 2814408"/>
                <a:gd name="connsiteX4" fmla="*/ 2251572 w 3002812"/>
                <a:gd name="connsiteY4" fmla="*/ 2814408 h 2814408"/>
                <a:gd name="connsiteX5" fmla="*/ 384409 w 3002812"/>
                <a:gd name="connsiteY5" fmla="*/ 2814408 h 2814408"/>
                <a:gd name="connsiteX6" fmla="*/ 0 w 3002812"/>
                <a:gd name="connsiteY6" fmla="*/ 2429999 h 2814408"/>
                <a:gd name="connsiteX7" fmla="*/ 0 w 3002812"/>
                <a:gd name="connsiteY7" fmla="*/ 892409 h 2814408"/>
                <a:gd name="connsiteX0" fmla="*/ 0 w 3002812"/>
                <a:gd name="connsiteY0" fmla="*/ 892409 h 2814408"/>
                <a:gd name="connsiteX1" fmla="*/ 384409 w 3002812"/>
                <a:gd name="connsiteY1" fmla="*/ 508000 h 2814408"/>
                <a:gd name="connsiteX2" fmla="*/ 1438772 w 3002812"/>
                <a:gd name="connsiteY2" fmla="*/ 0 h 2814408"/>
                <a:gd name="connsiteX3" fmla="*/ 2712181 w 3002812"/>
                <a:gd name="connsiteY3" fmla="*/ 2493499 h 2814408"/>
                <a:gd name="connsiteX4" fmla="*/ 2251572 w 3002812"/>
                <a:gd name="connsiteY4" fmla="*/ 2814408 h 2814408"/>
                <a:gd name="connsiteX5" fmla="*/ 384409 w 3002812"/>
                <a:gd name="connsiteY5" fmla="*/ 2814408 h 2814408"/>
                <a:gd name="connsiteX6" fmla="*/ 0 w 3002812"/>
                <a:gd name="connsiteY6" fmla="*/ 2429999 h 2814408"/>
                <a:gd name="connsiteX7" fmla="*/ 0 w 3002812"/>
                <a:gd name="connsiteY7" fmla="*/ 892409 h 2814408"/>
                <a:gd name="connsiteX0" fmla="*/ 0 w 2995349"/>
                <a:gd name="connsiteY0" fmla="*/ 901741 h 2823740"/>
                <a:gd name="connsiteX1" fmla="*/ 384409 w 2995349"/>
                <a:gd name="connsiteY1" fmla="*/ 517332 h 2823740"/>
                <a:gd name="connsiteX2" fmla="*/ 1438772 w 2995349"/>
                <a:gd name="connsiteY2" fmla="*/ 9332 h 2823740"/>
                <a:gd name="connsiteX3" fmla="*/ 2712181 w 2995349"/>
                <a:gd name="connsiteY3" fmla="*/ 2502831 h 2823740"/>
                <a:gd name="connsiteX4" fmla="*/ 2251572 w 2995349"/>
                <a:gd name="connsiteY4" fmla="*/ 2823740 h 2823740"/>
                <a:gd name="connsiteX5" fmla="*/ 384409 w 2995349"/>
                <a:gd name="connsiteY5" fmla="*/ 2823740 h 2823740"/>
                <a:gd name="connsiteX6" fmla="*/ 0 w 2995349"/>
                <a:gd name="connsiteY6" fmla="*/ 2439331 h 2823740"/>
                <a:gd name="connsiteX7" fmla="*/ 0 w 2995349"/>
                <a:gd name="connsiteY7" fmla="*/ 901741 h 2823740"/>
                <a:gd name="connsiteX0" fmla="*/ 0 w 2995349"/>
                <a:gd name="connsiteY0" fmla="*/ 901741 h 2823740"/>
                <a:gd name="connsiteX1" fmla="*/ 384409 w 2995349"/>
                <a:gd name="connsiteY1" fmla="*/ 517332 h 2823740"/>
                <a:gd name="connsiteX2" fmla="*/ 1438772 w 2995349"/>
                <a:gd name="connsiteY2" fmla="*/ 9332 h 2823740"/>
                <a:gd name="connsiteX3" fmla="*/ 2712181 w 2995349"/>
                <a:gd name="connsiteY3" fmla="*/ 2502831 h 2823740"/>
                <a:gd name="connsiteX4" fmla="*/ 2251572 w 2995349"/>
                <a:gd name="connsiteY4" fmla="*/ 2823740 h 2823740"/>
                <a:gd name="connsiteX5" fmla="*/ 384409 w 2995349"/>
                <a:gd name="connsiteY5" fmla="*/ 2823740 h 2823740"/>
                <a:gd name="connsiteX6" fmla="*/ 0 w 2995349"/>
                <a:gd name="connsiteY6" fmla="*/ 2439331 h 2823740"/>
                <a:gd name="connsiteX7" fmla="*/ 0 w 2995349"/>
                <a:gd name="connsiteY7" fmla="*/ 901741 h 2823740"/>
                <a:gd name="connsiteX0" fmla="*/ 0 w 2995349"/>
                <a:gd name="connsiteY0" fmla="*/ 948259 h 2870258"/>
                <a:gd name="connsiteX1" fmla="*/ 1438772 w 2995349"/>
                <a:gd name="connsiteY1" fmla="*/ 55850 h 2870258"/>
                <a:gd name="connsiteX2" fmla="*/ 2712181 w 2995349"/>
                <a:gd name="connsiteY2" fmla="*/ 2549349 h 2870258"/>
                <a:gd name="connsiteX3" fmla="*/ 2251572 w 2995349"/>
                <a:gd name="connsiteY3" fmla="*/ 2870258 h 2870258"/>
                <a:gd name="connsiteX4" fmla="*/ 384409 w 2995349"/>
                <a:gd name="connsiteY4" fmla="*/ 2870258 h 2870258"/>
                <a:gd name="connsiteX5" fmla="*/ 0 w 2995349"/>
                <a:gd name="connsiteY5" fmla="*/ 2485849 h 2870258"/>
                <a:gd name="connsiteX6" fmla="*/ 0 w 2995349"/>
                <a:gd name="connsiteY6" fmla="*/ 948259 h 2870258"/>
                <a:gd name="connsiteX0" fmla="*/ 0 w 2995349"/>
                <a:gd name="connsiteY0" fmla="*/ 909412 h 2831411"/>
                <a:gd name="connsiteX1" fmla="*/ 1438772 w 2995349"/>
                <a:gd name="connsiteY1" fmla="*/ 17003 h 2831411"/>
                <a:gd name="connsiteX2" fmla="*/ 2712181 w 2995349"/>
                <a:gd name="connsiteY2" fmla="*/ 2510502 h 2831411"/>
                <a:gd name="connsiteX3" fmla="*/ 2251572 w 2995349"/>
                <a:gd name="connsiteY3" fmla="*/ 2831411 h 2831411"/>
                <a:gd name="connsiteX4" fmla="*/ 384409 w 2995349"/>
                <a:gd name="connsiteY4" fmla="*/ 2831411 h 2831411"/>
                <a:gd name="connsiteX5" fmla="*/ 0 w 2995349"/>
                <a:gd name="connsiteY5" fmla="*/ 2447002 h 2831411"/>
                <a:gd name="connsiteX6" fmla="*/ 0 w 29953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0 w 3960549"/>
                <a:gd name="connsiteY4" fmla="*/ 1989802 h 2831411"/>
                <a:gd name="connsiteX5" fmla="*/ 965200 w 3960549"/>
                <a:gd name="connsiteY5" fmla="*/ 909412 h 2831411"/>
                <a:gd name="connsiteX0" fmla="*/ 965200 w 3960549"/>
                <a:gd name="connsiteY0" fmla="*/ 909412 h 2944281"/>
                <a:gd name="connsiteX1" fmla="*/ 2403972 w 3960549"/>
                <a:gd name="connsiteY1" fmla="*/ 17003 h 2944281"/>
                <a:gd name="connsiteX2" fmla="*/ 3677381 w 3960549"/>
                <a:gd name="connsiteY2" fmla="*/ 2510502 h 2944281"/>
                <a:gd name="connsiteX3" fmla="*/ 3216772 w 3960549"/>
                <a:gd name="connsiteY3" fmla="*/ 2831411 h 2944281"/>
                <a:gd name="connsiteX4" fmla="*/ 0 w 3960549"/>
                <a:gd name="connsiteY4" fmla="*/ 1989802 h 2944281"/>
                <a:gd name="connsiteX5" fmla="*/ 965200 w 3960549"/>
                <a:gd name="connsiteY5" fmla="*/ 909412 h 2944281"/>
                <a:gd name="connsiteX0" fmla="*/ 965200 w 3960549"/>
                <a:gd name="connsiteY0" fmla="*/ 909412 h 3298482"/>
                <a:gd name="connsiteX1" fmla="*/ 2403972 w 3960549"/>
                <a:gd name="connsiteY1" fmla="*/ 17003 h 3298482"/>
                <a:gd name="connsiteX2" fmla="*/ 3677381 w 3960549"/>
                <a:gd name="connsiteY2" fmla="*/ 2510502 h 3298482"/>
                <a:gd name="connsiteX3" fmla="*/ 3216772 w 3960549"/>
                <a:gd name="connsiteY3" fmla="*/ 2831411 h 3298482"/>
                <a:gd name="connsiteX4" fmla="*/ 0 w 3960549"/>
                <a:gd name="connsiteY4" fmla="*/ 1989802 h 3298482"/>
                <a:gd name="connsiteX5" fmla="*/ 965200 w 3960549"/>
                <a:gd name="connsiteY5" fmla="*/ 909412 h 3298482"/>
                <a:gd name="connsiteX0" fmla="*/ 965200 w 3960549"/>
                <a:gd name="connsiteY0" fmla="*/ 909412 h 2608426"/>
                <a:gd name="connsiteX1" fmla="*/ 2403972 w 3960549"/>
                <a:gd name="connsiteY1" fmla="*/ 17003 h 2608426"/>
                <a:gd name="connsiteX2" fmla="*/ 3677381 w 3960549"/>
                <a:gd name="connsiteY2" fmla="*/ 2510502 h 2608426"/>
                <a:gd name="connsiteX3" fmla="*/ 0 w 3960549"/>
                <a:gd name="connsiteY3" fmla="*/ 1989802 h 2608426"/>
                <a:gd name="connsiteX4" fmla="*/ 965200 w 3960549"/>
                <a:gd name="connsiteY4" fmla="*/ 909412 h 2608426"/>
                <a:gd name="connsiteX0" fmla="*/ 965200 w 3960549"/>
                <a:gd name="connsiteY0" fmla="*/ 909412 h 3321577"/>
                <a:gd name="connsiteX1" fmla="*/ 2403972 w 3960549"/>
                <a:gd name="connsiteY1" fmla="*/ 17003 h 3321577"/>
                <a:gd name="connsiteX2" fmla="*/ 3677381 w 3960549"/>
                <a:gd name="connsiteY2" fmla="*/ 2510502 h 3321577"/>
                <a:gd name="connsiteX3" fmla="*/ 0 w 3960549"/>
                <a:gd name="connsiteY3" fmla="*/ 1989802 h 3321577"/>
                <a:gd name="connsiteX4" fmla="*/ 965200 w 3960549"/>
                <a:gd name="connsiteY4" fmla="*/ 909412 h 3321577"/>
                <a:gd name="connsiteX0" fmla="*/ 965200 w 3960549"/>
                <a:gd name="connsiteY0" fmla="*/ 909412 h 3439566"/>
                <a:gd name="connsiteX1" fmla="*/ 2403972 w 3960549"/>
                <a:gd name="connsiteY1" fmla="*/ 17003 h 3439566"/>
                <a:gd name="connsiteX2" fmla="*/ 3677381 w 3960549"/>
                <a:gd name="connsiteY2" fmla="*/ 2510502 h 3439566"/>
                <a:gd name="connsiteX3" fmla="*/ 0 w 3960549"/>
                <a:gd name="connsiteY3" fmla="*/ 1989802 h 3439566"/>
                <a:gd name="connsiteX4" fmla="*/ 965200 w 3960549"/>
                <a:gd name="connsiteY4" fmla="*/ 909412 h 3439566"/>
                <a:gd name="connsiteX0" fmla="*/ 965200 w 3960549"/>
                <a:gd name="connsiteY0" fmla="*/ 909412 h 3393937"/>
                <a:gd name="connsiteX1" fmla="*/ 2403972 w 3960549"/>
                <a:gd name="connsiteY1" fmla="*/ 17003 h 3393937"/>
                <a:gd name="connsiteX2" fmla="*/ 3677381 w 3960549"/>
                <a:gd name="connsiteY2" fmla="*/ 2510502 h 3393937"/>
                <a:gd name="connsiteX3" fmla="*/ 0 w 3960549"/>
                <a:gd name="connsiteY3" fmla="*/ 1989802 h 3393937"/>
                <a:gd name="connsiteX4" fmla="*/ 965200 w 3960549"/>
                <a:gd name="connsiteY4" fmla="*/ 909412 h 3393937"/>
                <a:gd name="connsiteX0" fmla="*/ 971137 w 3966486"/>
                <a:gd name="connsiteY0" fmla="*/ 909412 h 3391191"/>
                <a:gd name="connsiteX1" fmla="*/ 2409909 w 3966486"/>
                <a:gd name="connsiteY1" fmla="*/ 17003 h 3391191"/>
                <a:gd name="connsiteX2" fmla="*/ 3683318 w 3966486"/>
                <a:gd name="connsiteY2" fmla="*/ 2510502 h 3391191"/>
                <a:gd name="connsiteX3" fmla="*/ 5937 w 3966486"/>
                <a:gd name="connsiteY3" fmla="*/ 1989802 h 3391191"/>
                <a:gd name="connsiteX4" fmla="*/ 971137 w 3966486"/>
                <a:gd name="connsiteY4" fmla="*/ 909412 h 3391191"/>
                <a:gd name="connsiteX0" fmla="*/ 971137 w 3966486"/>
                <a:gd name="connsiteY0" fmla="*/ 910314 h 3392093"/>
                <a:gd name="connsiteX1" fmla="*/ 2409909 w 3966486"/>
                <a:gd name="connsiteY1" fmla="*/ 17905 h 3392093"/>
                <a:gd name="connsiteX2" fmla="*/ 3683318 w 3966486"/>
                <a:gd name="connsiteY2" fmla="*/ 2511404 h 3392093"/>
                <a:gd name="connsiteX3" fmla="*/ 5937 w 3966486"/>
                <a:gd name="connsiteY3" fmla="*/ 1990704 h 3392093"/>
                <a:gd name="connsiteX4" fmla="*/ 971137 w 3966486"/>
                <a:gd name="connsiteY4" fmla="*/ 910314 h 3392093"/>
                <a:gd name="connsiteX0" fmla="*/ 971137 w 3966486"/>
                <a:gd name="connsiteY0" fmla="*/ 911312 h 3393091"/>
                <a:gd name="connsiteX1" fmla="*/ 2409909 w 3966486"/>
                <a:gd name="connsiteY1" fmla="*/ 18903 h 3393091"/>
                <a:gd name="connsiteX2" fmla="*/ 3683318 w 3966486"/>
                <a:gd name="connsiteY2" fmla="*/ 2512402 h 3393091"/>
                <a:gd name="connsiteX3" fmla="*/ 5937 w 3966486"/>
                <a:gd name="connsiteY3" fmla="*/ 1991702 h 3393091"/>
                <a:gd name="connsiteX4" fmla="*/ 971137 w 3966486"/>
                <a:gd name="connsiteY4" fmla="*/ 911312 h 3393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486" h="3393091">
                  <a:moveTo>
                    <a:pt x="971137" y="911312"/>
                  </a:moveTo>
                  <a:cubicBezTo>
                    <a:pt x="1094092" y="430112"/>
                    <a:pt x="1945179" y="-108245"/>
                    <a:pt x="2409909" y="18903"/>
                  </a:cubicBezTo>
                  <a:cubicBezTo>
                    <a:pt x="2708971" y="-79864"/>
                    <a:pt x="4690851" y="595534"/>
                    <a:pt x="3683318" y="2512402"/>
                  </a:cubicBezTo>
                  <a:cubicBezTo>
                    <a:pt x="1974556" y="4492202"/>
                    <a:pt x="-126233" y="2601450"/>
                    <a:pt x="5937" y="1991702"/>
                  </a:cubicBezTo>
                  <a:cubicBezTo>
                    <a:pt x="35570" y="1682372"/>
                    <a:pt x="598604" y="2198542"/>
                    <a:pt x="971137" y="911312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15000">
                  <a:srgbClr val="FBC462"/>
                </a:gs>
              </a:gsLst>
              <a:lin ang="114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Oval 87">
              <a:extLst>
                <a:ext uri="{FF2B5EF4-FFF2-40B4-BE49-F238E27FC236}">
                  <a16:creationId xmlns:a16="http://schemas.microsoft.com/office/drawing/2014/main" id="{0915D1B0-9CEC-D647-C8FD-081357B5E882}"/>
                </a:ext>
              </a:extLst>
            </p:cNvPr>
            <p:cNvSpPr/>
            <p:nvPr/>
          </p:nvSpPr>
          <p:spPr>
            <a:xfrm rot="2271449">
              <a:off x="4813259" y="1384461"/>
              <a:ext cx="918536" cy="1352024"/>
            </a:xfrm>
            <a:custGeom>
              <a:avLst/>
              <a:gdLst>
                <a:gd name="connsiteX0" fmla="*/ 0 w 358212"/>
                <a:gd name="connsiteY0" fmla="*/ 116843 h 233686"/>
                <a:gd name="connsiteX1" fmla="*/ 179106 w 358212"/>
                <a:gd name="connsiteY1" fmla="*/ 0 h 233686"/>
                <a:gd name="connsiteX2" fmla="*/ 358212 w 358212"/>
                <a:gd name="connsiteY2" fmla="*/ 116843 h 233686"/>
                <a:gd name="connsiteX3" fmla="*/ 179106 w 358212"/>
                <a:gd name="connsiteY3" fmla="*/ 233686 h 233686"/>
                <a:gd name="connsiteX4" fmla="*/ 0 w 358212"/>
                <a:gd name="connsiteY4" fmla="*/ 116843 h 233686"/>
                <a:gd name="connsiteX0" fmla="*/ 606008 w 964220"/>
                <a:gd name="connsiteY0" fmla="*/ 1310697 h 1458346"/>
                <a:gd name="connsiteX1" fmla="*/ 11566 w 964220"/>
                <a:gd name="connsiteY1" fmla="*/ 0 h 1458346"/>
                <a:gd name="connsiteX2" fmla="*/ 964220 w 964220"/>
                <a:gd name="connsiteY2" fmla="*/ 1310697 h 1458346"/>
                <a:gd name="connsiteX3" fmla="*/ 785114 w 964220"/>
                <a:gd name="connsiteY3" fmla="*/ 1427540 h 1458346"/>
                <a:gd name="connsiteX4" fmla="*/ 606008 w 964220"/>
                <a:gd name="connsiteY4" fmla="*/ 1310697 h 1458346"/>
                <a:gd name="connsiteX0" fmla="*/ 599219 w 957431"/>
                <a:gd name="connsiteY0" fmla="*/ 1311500 h 1459149"/>
                <a:gd name="connsiteX1" fmla="*/ 4777 w 957431"/>
                <a:gd name="connsiteY1" fmla="*/ 803 h 1459149"/>
                <a:gd name="connsiteX2" fmla="*/ 957431 w 957431"/>
                <a:gd name="connsiteY2" fmla="*/ 1311500 h 1459149"/>
                <a:gd name="connsiteX3" fmla="*/ 778325 w 957431"/>
                <a:gd name="connsiteY3" fmla="*/ 1428343 h 1459149"/>
                <a:gd name="connsiteX4" fmla="*/ 599219 w 957431"/>
                <a:gd name="connsiteY4" fmla="*/ 1311500 h 1459149"/>
                <a:gd name="connsiteX0" fmla="*/ 716294 w 1074506"/>
                <a:gd name="connsiteY0" fmla="*/ 1318731 h 1466380"/>
                <a:gd name="connsiteX1" fmla="*/ 121852 w 1074506"/>
                <a:gd name="connsiteY1" fmla="*/ 8034 h 1466380"/>
                <a:gd name="connsiteX2" fmla="*/ 1074506 w 1074506"/>
                <a:gd name="connsiteY2" fmla="*/ 1318731 h 1466380"/>
                <a:gd name="connsiteX3" fmla="*/ 895400 w 1074506"/>
                <a:gd name="connsiteY3" fmla="*/ 1435574 h 1466380"/>
                <a:gd name="connsiteX4" fmla="*/ 716294 w 1074506"/>
                <a:gd name="connsiteY4" fmla="*/ 1318731 h 1466380"/>
                <a:gd name="connsiteX0" fmla="*/ 535075 w 893287"/>
                <a:gd name="connsiteY0" fmla="*/ 1358554 h 1508743"/>
                <a:gd name="connsiteX1" fmla="*/ 141141 w 893287"/>
                <a:gd name="connsiteY1" fmla="*/ 7819 h 1508743"/>
                <a:gd name="connsiteX2" fmla="*/ 893287 w 893287"/>
                <a:gd name="connsiteY2" fmla="*/ 1358554 h 1508743"/>
                <a:gd name="connsiteX3" fmla="*/ 714181 w 893287"/>
                <a:gd name="connsiteY3" fmla="*/ 1475397 h 1508743"/>
                <a:gd name="connsiteX4" fmla="*/ 535075 w 893287"/>
                <a:gd name="connsiteY4" fmla="*/ 1358554 h 1508743"/>
                <a:gd name="connsiteX0" fmla="*/ 621309 w 979521"/>
                <a:gd name="connsiteY0" fmla="*/ 1359341 h 1509530"/>
                <a:gd name="connsiteX1" fmla="*/ 227375 w 979521"/>
                <a:gd name="connsiteY1" fmla="*/ 8606 h 1509530"/>
                <a:gd name="connsiteX2" fmla="*/ 979521 w 979521"/>
                <a:gd name="connsiteY2" fmla="*/ 1359341 h 1509530"/>
                <a:gd name="connsiteX3" fmla="*/ 800415 w 979521"/>
                <a:gd name="connsiteY3" fmla="*/ 1476184 h 1509530"/>
                <a:gd name="connsiteX4" fmla="*/ 621309 w 979521"/>
                <a:gd name="connsiteY4" fmla="*/ 1359341 h 1509530"/>
                <a:gd name="connsiteX0" fmla="*/ 567446 w 925658"/>
                <a:gd name="connsiteY0" fmla="*/ 1359341 h 1747272"/>
                <a:gd name="connsiteX1" fmla="*/ 173512 w 925658"/>
                <a:gd name="connsiteY1" fmla="*/ 8606 h 1747272"/>
                <a:gd name="connsiteX2" fmla="*/ 925658 w 925658"/>
                <a:gd name="connsiteY2" fmla="*/ 1359341 h 1747272"/>
                <a:gd name="connsiteX3" fmla="*/ 746552 w 925658"/>
                <a:gd name="connsiteY3" fmla="*/ 1476184 h 1747272"/>
                <a:gd name="connsiteX4" fmla="*/ 567446 w 925658"/>
                <a:gd name="connsiteY4" fmla="*/ 1359341 h 1747272"/>
                <a:gd name="connsiteX0" fmla="*/ 574380 w 753486"/>
                <a:gd name="connsiteY0" fmla="*/ 1467794 h 1554401"/>
                <a:gd name="connsiteX1" fmla="*/ 1340 w 753486"/>
                <a:gd name="connsiteY1" fmla="*/ 216 h 1554401"/>
                <a:gd name="connsiteX2" fmla="*/ 753486 w 753486"/>
                <a:gd name="connsiteY2" fmla="*/ 1350951 h 1554401"/>
                <a:gd name="connsiteX3" fmla="*/ 574380 w 753486"/>
                <a:gd name="connsiteY3" fmla="*/ 1467794 h 1554401"/>
                <a:gd name="connsiteX0" fmla="*/ 752146 w 752146"/>
                <a:gd name="connsiteY0" fmla="*/ 1350941 h 1350941"/>
                <a:gd name="connsiteX1" fmla="*/ 0 w 752146"/>
                <a:gd name="connsiteY1" fmla="*/ 206 h 1350941"/>
                <a:gd name="connsiteX2" fmla="*/ 752146 w 752146"/>
                <a:gd name="connsiteY2" fmla="*/ 1350941 h 1350941"/>
                <a:gd name="connsiteX0" fmla="*/ 953790 w 953790"/>
                <a:gd name="connsiteY0" fmla="*/ 1357534 h 1357534"/>
                <a:gd name="connsiteX1" fmla="*/ 201644 w 953790"/>
                <a:gd name="connsiteY1" fmla="*/ 6799 h 1357534"/>
                <a:gd name="connsiteX2" fmla="*/ 953790 w 953790"/>
                <a:gd name="connsiteY2" fmla="*/ 1357534 h 1357534"/>
                <a:gd name="connsiteX0" fmla="*/ 578383 w 578383"/>
                <a:gd name="connsiteY0" fmla="*/ 1350683 h 1350683"/>
                <a:gd name="connsiteX1" fmla="*/ 0 w 578383"/>
                <a:gd name="connsiteY1" fmla="*/ 0 h 1350683"/>
                <a:gd name="connsiteX2" fmla="*/ 578383 w 578383"/>
                <a:gd name="connsiteY2" fmla="*/ 1350683 h 1350683"/>
                <a:gd name="connsiteX0" fmla="*/ 578383 w 705306"/>
                <a:gd name="connsiteY0" fmla="*/ 1350683 h 1350683"/>
                <a:gd name="connsiteX1" fmla="*/ 0 w 705306"/>
                <a:gd name="connsiteY1" fmla="*/ 0 h 1350683"/>
                <a:gd name="connsiteX2" fmla="*/ 578383 w 705306"/>
                <a:gd name="connsiteY2" fmla="*/ 1350683 h 1350683"/>
                <a:gd name="connsiteX0" fmla="*/ 651945 w 788616"/>
                <a:gd name="connsiteY0" fmla="*/ 1354340 h 1354340"/>
                <a:gd name="connsiteX1" fmla="*/ 73562 w 788616"/>
                <a:gd name="connsiteY1" fmla="*/ 3657 h 1354340"/>
                <a:gd name="connsiteX2" fmla="*/ 651945 w 788616"/>
                <a:gd name="connsiteY2" fmla="*/ 1354340 h 1354340"/>
                <a:gd name="connsiteX0" fmla="*/ 798280 w 989981"/>
                <a:gd name="connsiteY0" fmla="*/ 1356700 h 1356700"/>
                <a:gd name="connsiteX1" fmla="*/ 219897 w 989981"/>
                <a:gd name="connsiteY1" fmla="*/ 6017 h 1356700"/>
                <a:gd name="connsiteX2" fmla="*/ 798280 w 989981"/>
                <a:gd name="connsiteY2" fmla="*/ 1356700 h 1356700"/>
                <a:gd name="connsiteX0" fmla="*/ 581392 w 603413"/>
                <a:gd name="connsiteY0" fmla="*/ 1416134 h 1417101"/>
                <a:gd name="connsiteX1" fmla="*/ 3009 w 603413"/>
                <a:gd name="connsiteY1" fmla="*/ 65451 h 1417101"/>
                <a:gd name="connsiteX2" fmla="*/ 364093 w 603413"/>
                <a:gd name="connsiteY2" fmla="*/ 335555 h 1417101"/>
                <a:gd name="connsiteX3" fmla="*/ 581392 w 603413"/>
                <a:gd name="connsiteY3" fmla="*/ 1416134 h 1417101"/>
                <a:gd name="connsiteX0" fmla="*/ 580331 w 602352"/>
                <a:gd name="connsiteY0" fmla="*/ 1418413 h 1419380"/>
                <a:gd name="connsiteX1" fmla="*/ 1948 w 602352"/>
                <a:gd name="connsiteY1" fmla="*/ 67730 h 1419380"/>
                <a:gd name="connsiteX2" fmla="*/ 363032 w 602352"/>
                <a:gd name="connsiteY2" fmla="*/ 337834 h 1419380"/>
                <a:gd name="connsiteX3" fmla="*/ 580331 w 602352"/>
                <a:gd name="connsiteY3" fmla="*/ 1418413 h 1419380"/>
                <a:gd name="connsiteX0" fmla="*/ 799696 w 821717"/>
                <a:gd name="connsiteY0" fmla="*/ 1350952 h 1351919"/>
                <a:gd name="connsiteX1" fmla="*/ 25694 w 821717"/>
                <a:gd name="connsiteY1" fmla="*/ 249486 h 1351919"/>
                <a:gd name="connsiteX2" fmla="*/ 221313 w 821717"/>
                <a:gd name="connsiteY2" fmla="*/ 269 h 1351919"/>
                <a:gd name="connsiteX3" fmla="*/ 582397 w 821717"/>
                <a:gd name="connsiteY3" fmla="*/ 270373 h 1351919"/>
                <a:gd name="connsiteX4" fmla="*/ 799696 w 821717"/>
                <a:gd name="connsiteY4" fmla="*/ 1350952 h 1351919"/>
                <a:gd name="connsiteX0" fmla="*/ 796621 w 818642"/>
                <a:gd name="connsiteY0" fmla="*/ 1350692 h 1351659"/>
                <a:gd name="connsiteX1" fmla="*/ 25956 w 818642"/>
                <a:gd name="connsiteY1" fmla="*/ 265935 h 1351659"/>
                <a:gd name="connsiteX2" fmla="*/ 218238 w 818642"/>
                <a:gd name="connsiteY2" fmla="*/ 9 h 1351659"/>
                <a:gd name="connsiteX3" fmla="*/ 579322 w 818642"/>
                <a:gd name="connsiteY3" fmla="*/ 270113 h 1351659"/>
                <a:gd name="connsiteX4" fmla="*/ 796621 w 818642"/>
                <a:gd name="connsiteY4" fmla="*/ 1350692 h 1351659"/>
                <a:gd name="connsiteX0" fmla="*/ 758306 w 780327"/>
                <a:gd name="connsiteY0" fmla="*/ 1351727 h 1352694"/>
                <a:gd name="connsiteX1" fmla="*/ 29755 w 780327"/>
                <a:gd name="connsiteY1" fmla="*/ 234236 h 1352694"/>
                <a:gd name="connsiteX2" fmla="*/ 179923 w 780327"/>
                <a:gd name="connsiteY2" fmla="*/ 1044 h 1352694"/>
                <a:gd name="connsiteX3" fmla="*/ 541007 w 780327"/>
                <a:gd name="connsiteY3" fmla="*/ 271148 h 1352694"/>
                <a:gd name="connsiteX4" fmla="*/ 758306 w 780327"/>
                <a:gd name="connsiteY4" fmla="*/ 1351727 h 1352694"/>
                <a:gd name="connsiteX0" fmla="*/ 758306 w 780327"/>
                <a:gd name="connsiteY0" fmla="*/ 1351727 h 1352694"/>
                <a:gd name="connsiteX1" fmla="*/ 29755 w 780327"/>
                <a:gd name="connsiteY1" fmla="*/ 234236 h 1352694"/>
                <a:gd name="connsiteX2" fmla="*/ 179923 w 780327"/>
                <a:gd name="connsiteY2" fmla="*/ 1044 h 1352694"/>
                <a:gd name="connsiteX3" fmla="*/ 541007 w 780327"/>
                <a:gd name="connsiteY3" fmla="*/ 271148 h 1352694"/>
                <a:gd name="connsiteX4" fmla="*/ 758306 w 780327"/>
                <a:gd name="connsiteY4" fmla="*/ 1351727 h 1352694"/>
                <a:gd name="connsiteX0" fmla="*/ 791897 w 813918"/>
                <a:gd name="connsiteY0" fmla="*/ 1350962 h 1351929"/>
                <a:gd name="connsiteX1" fmla="*/ 63346 w 813918"/>
                <a:gd name="connsiteY1" fmla="*/ 233471 h 1351929"/>
                <a:gd name="connsiteX2" fmla="*/ 213514 w 813918"/>
                <a:gd name="connsiteY2" fmla="*/ 279 h 1351929"/>
                <a:gd name="connsiteX3" fmla="*/ 574598 w 813918"/>
                <a:gd name="connsiteY3" fmla="*/ 270383 h 1351929"/>
                <a:gd name="connsiteX4" fmla="*/ 791897 w 813918"/>
                <a:gd name="connsiteY4" fmla="*/ 1350962 h 1351929"/>
                <a:gd name="connsiteX0" fmla="*/ 796174 w 818195"/>
                <a:gd name="connsiteY0" fmla="*/ 1350889 h 1351856"/>
                <a:gd name="connsiteX1" fmla="*/ 67623 w 818195"/>
                <a:gd name="connsiteY1" fmla="*/ 233398 h 1351856"/>
                <a:gd name="connsiteX2" fmla="*/ 217791 w 818195"/>
                <a:gd name="connsiteY2" fmla="*/ 206 h 1351856"/>
                <a:gd name="connsiteX3" fmla="*/ 578875 w 818195"/>
                <a:gd name="connsiteY3" fmla="*/ 270310 h 1351856"/>
                <a:gd name="connsiteX4" fmla="*/ 796174 w 818195"/>
                <a:gd name="connsiteY4" fmla="*/ 1350889 h 1351856"/>
                <a:gd name="connsiteX0" fmla="*/ 796174 w 918536"/>
                <a:gd name="connsiteY0" fmla="*/ 1350889 h 1350889"/>
                <a:gd name="connsiteX1" fmla="*/ 67623 w 918536"/>
                <a:gd name="connsiteY1" fmla="*/ 233398 h 1350889"/>
                <a:gd name="connsiteX2" fmla="*/ 217791 w 918536"/>
                <a:gd name="connsiteY2" fmla="*/ 206 h 1350889"/>
                <a:gd name="connsiteX3" fmla="*/ 578875 w 918536"/>
                <a:gd name="connsiteY3" fmla="*/ 270310 h 1350889"/>
                <a:gd name="connsiteX4" fmla="*/ 796174 w 918536"/>
                <a:gd name="connsiteY4" fmla="*/ 1350889 h 1350889"/>
                <a:gd name="connsiteX0" fmla="*/ 796174 w 918536"/>
                <a:gd name="connsiteY0" fmla="*/ 1350889 h 1351819"/>
                <a:gd name="connsiteX1" fmla="*/ 67623 w 918536"/>
                <a:gd name="connsiteY1" fmla="*/ 233398 h 1351819"/>
                <a:gd name="connsiteX2" fmla="*/ 217791 w 918536"/>
                <a:gd name="connsiteY2" fmla="*/ 206 h 1351819"/>
                <a:gd name="connsiteX3" fmla="*/ 578875 w 918536"/>
                <a:gd name="connsiteY3" fmla="*/ 270310 h 1351819"/>
                <a:gd name="connsiteX4" fmla="*/ 796174 w 918536"/>
                <a:gd name="connsiteY4" fmla="*/ 1350889 h 1351819"/>
                <a:gd name="connsiteX0" fmla="*/ 796174 w 918536"/>
                <a:gd name="connsiteY0" fmla="*/ 1350889 h 1352024"/>
                <a:gd name="connsiteX1" fmla="*/ 67623 w 918536"/>
                <a:gd name="connsiteY1" fmla="*/ 233398 h 1352024"/>
                <a:gd name="connsiteX2" fmla="*/ 217791 w 918536"/>
                <a:gd name="connsiteY2" fmla="*/ 206 h 1352024"/>
                <a:gd name="connsiteX3" fmla="*/ 578875 w 918536"/>
                <a:gd name="connsiteY3" fmla="*/ 270310 h 1352024"/>
                <a:gd name="connsiteX4" fmla="*/ 796174 w 918536"/>
                <a:gd name="connsiteY4" fmla="*/ 1350889 h 1352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536" h="1352024">
                  <a:moveTo>
                    <a:pt x="796174" y="1350889"/>
                  </a:moveTo>
                  <a:cubicBezTo>
                    <a:pt x="690346" y="1386500"/>
                    <a:pt x="746756" y="574978"/>
                    <a:pt x="67623" y="233398"/>
                  </a:cubicBezTo>
                  <a:cubicBezTo>
                    <a:pt x="-119701" y="127216"/>
                    <a:pt x="132582" y="-5946"/>
                    <a:pt x="217791" y="206"/>
                  </a:cubicBezTo>
                  <a:cubicBezTo>
                    <a:pt x="303000" y="6358"/>
                    <a:pt x="663597" y="29880"/>
                    <a:pt x="578875" y="270310"/>
                  </a:cubicBezTo>
                  <a:cubicBezTo>
                    <a:pt x="675272" y="495424"/>
                    <a:pt x="1134059" y="970940"/>
                    <a:pt x="796174" y="1350889"/>
                  </a:cubicBezTo>
                  <a:close/>
                </a:path>
              </a:pathLst>
            </a:custGeom>
            <a:gradFill>
              <a:gsLst>
                <a:gs pos="0">
                  <a:srgbClr val="A0C860"/>
                </a:gs>
                <a:gs pos="15000">
                  <a:srgbClr val="B5D27E"/>
                </a:gs>
              </a:gsLst>
              <a:lin ang="114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61CCD4C-D2AF-CB38-6DE3-760C49AD550C}"/>
                </a:ext>
              </a:extLst>
            </p:cNvPr>
            <p:cNvSpPr/>
            <p:nvPr/>
          </p:nvSpPr>
          <p:spPr>
            <a:xfrm rot="2582464">
              <a:off x="4950096" y="2668837"/>
              <a:ext cx="340774" cy="228266"/>
            </a:xfrm>
            <a:prstGeom prst="ellipse">
              <a:avLst/>
            </a:prstGeom>
            <a:solidFill>
              <a:srgbClr val="A0C86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5D2C67F3-5AF1-20CE-B597-692A8019E419}"/>
                </a:ext>
              </a:extLst>
            </p:cNvPr>
            <p:cNvSpPr/>
            <p:nvPr/>
          </p:nvSpPr>
          <p:spPr>
            <a:xfrm rot="17374230" flipH="1">
              <a:off x="5226750" y="753140"/>
              <a:ext cx="914400" cy="914400"/>
            </a:xfrm>
            <a:prstGeom prst="arc">
              <a:avLst>
                <a:gd name="adj1" fmla="val 19625685"/>
                <a:gd name="adj2" fmla="val 411105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56">
              <a:extLst>
                <a:ext uri="{FF2B5EF4-FFF2-40B4-BE49-F238E27FC236}">
                  <a16:creationId xmlns:a16="http://schemas.microsoft.com/office/drawing/2014/main" id="{30EDAD90-DA25-A008-4CCF-5E695CADC075}"/>
                </a:ext>
              </a:extLst>
            </p:cNvPr>
            <p:cNvSpPr/>
            <p:nvPr/>
          </p:nvSpPr>
          <p:spPr>
            <a:xfrm rot="10800000" flipH="1">
              <a:off x="2953268" y="1004752"/>
              <a:ext cx="2252152" cy="1434853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  <a:gd name="connsiteX0" fmla="*/ 0 w 661806"/>
                <a:gd name="connsiteY0" fmla="*/ 257129 h 302509"/>
                <a:gd name="connsiteX1" fmla="*/ 661806 w 661806"/>
                <a:gd name="connsiteY1" fmla="*/ 54720 h 302509"/>
                <a:gd name="connsiteX2" fmla="*/ 0 w 661806"/>
                <a:gd name="connsiteY2" fmla="*/ 257129 h 302509"/>
                <a:gd name="connsiteX0" fmla="*/ 0 w 640147"/>
                <a:gd name="connsiteY0" fmla="*/ 208807 h 291769"/>
                <a:gd name="connsiteX1" fmla="*/ 640147 w 640147"/>
                <a:gd name="connsiteY1" fmla="*/ 96016 h 291769"/>
                <a:gd name="connsiteX2" fmla="*/ 0 w 640147"/>
                <a:gd name="connsiteY2" fmla="*/ 208807 h 291769"/>
                <a:gd name="connsiteX0" fmla="*/ 0 w 640147"/>
                <a:gd name="connsiteY0" fmla="*/ 312593 h 395555"/>
                <a:gd name="connsiteX1" fmla="*/ 640147 w 640147"/>
                <a:gd name="connsiteY1" fmla="*/ 199802 h 395555"/>
                <a:gd name="connsiteX2" fmla="*/ 0 w 640147"/>
                <a:gd name="connsiteY2" fmla="*/ 312593 h 395555"/>
                <a:gd name="connsiteX0" fmla="*/ 0 w 640147"/>
                <a:gd name="connsiteY0" fmla="*/ 315528 h 398490"/>
                <a:gd name="connsiteX1" fmla="*/ 640147 w 640147"/>
                <a:gd name="connsiteY1" fmla="*/ 202737 h 398490"/>
                <a:gd name="connsiteX2" fmla="*/ 0 w 640147"/>
                <a:gd name="connsiteY2" fmla="*/ 315528 h 398490"/>
                <a:gd name="connsiteX0" fmla="*/ 0 w 640147"/>
                <a:gd name="connsiteY0" fmla="*/ 315528 h 333312"/>
                <a:gd name="connsiteX1" fmla="*/ 640147 w 640147"/>
                <a:gd name="connsiteY1" fmla="*/ 202737 h 333312"/>
                <a:gd name="connsiteX2" fmla="*/ 0 w 640147"/>
                <a:gd name="connsiteY2" fmla="*/ 315528 h 333312"/>
                <a:gd name="connsiteX0" fmla="*/ 0 w 640147"/>
                <a:gd name="connsiteY0" fmla="*/ 316521 h 334305"/>
                <a:gd name="connsiteX1" fmla="*/ 640147 w 640147"/>
                <a:gd name="connsiteY1" fmla="*/ 203730 h 334305"/>
                <a:gd name="connsiteX2" fmla="*/ 0 w 640147"/>
                <a:gd name="connsiteY2" fmla="*/ 316521 h 334305"/>
                <a:gd name="connsiteX0" fmla="*/ 0 w 640147"/>
                <a:gd name="connsiteY0" fmla="*/ 316521 h 355267"/>
                <a:gd name="connsiteX1" fmla="*/ 640147 w 640147"/>
                <a:gd name="connsiteY1" fmla="*/ 203730 h 355267"/>
                <a:gd name="connsiteX2" fmla="*/ 0 w 640147"/>
                <a:gd name="connsiteY2" fmla="*/ 316521 h 35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0147" h="355267">
                  <a:moveTo>
                    <a:pt x="0" y="316521"/>
                  </a:moveTo>
                  <a:cubicBezTo>
                    <a:pt x="174145" y="-33382"/>
                    <a:pt x="622463" y="-124842"/>
                    <a:pt x="640147" y="203730"/>
                  </a:cubicBezTo>
                  <a:cubicBezTo>
                    <a:pt x="466422" y="557068"/>
                    <a:pt x="388823" y="160130"/>
                    <a:pt x="0" y="316521"/>
                  </a:cubicBezTo>
                  <a:close/>
                </a:path>
              </a:pathLst>
            </a:custGeom>
            <a:gradFill>
              <a:gsLst>
                <a:gs pos="0">
                  <a:srgbClr val="B5D27E"/>
                </a:gs>
                <a:gs pos="43000">
                  <a:srgbClr val="A0C860"/>
                </a:gs>
              </a:gsLst>
              <a:lin ang="114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56">
              <a:extLst>
                <a:ext uri="{FF2B5EF4-FFF2-40B4-BE49-F238E27FC236}">
                  <a16:creationId xmlns:a16="http://schemas.microsoft.com/office/drawing/2014/main" id="{7FF0F024-0AC4-7588-DAF5-54D8BE0A390E}"/>
                </a:ext>
              </a:extLst>
            </p:cNvPr>
            <p:cNvSpPr/>
            <p:nvPr/>
          </p:nvSpPr>
          <p:spPr>
            <a:xfrm rot="10800000">
              <a:off x="5646879" y="2139574"/>
              <a:ext cx="1053763" cy="2475556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  <a:gd name="connsiteX0" fmla="*/ 0 w 661806"/>
                <a:gd name="connsiteY0" fmla="*/ 257129 h 302509"/>
                <a:gd name="connsiteX1" fmla="*/ 661806 w 661806"/>
                <a:gd name="connsiteY1" fmla="*/ 54720 h 302509"/>
                <a:gd name="connsiteX2" fmla="*/ 0 w 661806"/>
                <a:gd name="connsiteY2" fmla="*/ 257129 h 302509"/>
                <a:gd name="connsiteX0" fmla="*/ 0 w 640147"/>
                <a:gd name="connsiteY0" fmla="*/ 208807 h 291769"/>
                <a:gd name="connsiteX1" fmla="*/ 640147 w 640147"/>
                <a:gd name="connsiteY1" fmla="*/ 96016 h 291769"/>
                <a:gd name="connsiteX2" fmla="*/ 0 w 640147"/>
                <a:gd name="connsiteY2" fmla="*/ 208807 h 291769"/>
                <a:gd name="connsiteX0" fmla="*/ 0 w 640147"/>
                <a:gd name="connsiteY0" fmla="*/ 312593 h 395555"/>
                <a:gd name="connsiteX1" fmla="*/ 640147 w 640147"/>
                <a:gd name="connsiteY1" fmla="*/ 199802 h 395555"/>
                <a:gd name="connsiteX2" fmla="*/ 0 w 640147"/>
                <a:gd name="connsiteY2" fmla="*/ 312593 h 395555"/>
                <a:gd name="connsiteX0" fmla="*/ 0 w 640147"/>
                <a:gd name="connsiteY0" fmla="*/ 315528 h 398490"/>
                <a:gd name="connsiteX1" fmla="*/ 640147 w 640147"/>
                <a:gd name="connsiteY1" fmla="*/ 202737 h 398490"/>
                <a:gd name="connsiteX2" fmla="*/ 0 w 640147"/>
                <a:gd name="connsiteY2" fmla="*/ 315528 h 398490"/>
                <a:gd name="connsiteX0" fmla="*/ 0 w 640147"/>
                <a:gd name="connsiteY0" fmla="*/ 315528 h 333312"/>
                <a:gd name="connsiteX1" fmla="*/ 640147 w 640147"/>
                <a:gd name="connsiteY1" fmla="*/ 202737 h 333312"/>
                <a:gd name="connsiteX2" fmla="*/ 0 w 640147"/>
                <a:gd name="connsiteY2" fmla="*/ 315528 h 333312"/>
                <a:gd name="connsiteX0" fmla="*/ 0 w 640147"/>
                <a:gd name="connsiteY0" fmla="*/ 316521 h 334305"/>
                <a:gd name="connsiteX1" fmla="*/ 640147 w 640147"/>
                <a:gd name="connsiteY1" fmla="*/ 203730 h 334305"/>
                <a:gd name="connsiteX2" fmla="*/ 0 w 640147"/>
                <a:gd name="connsiteY2" fmla="*/ 316521 h 334305"/>
                <a:gd name="connsiteX0" fmla="*/ 0 w 640147"/>
                <a:gd name="connsiteY0" fmla="*/ 316521 h 355267"/>
                <a:gd name="connsiteX1" fmla="*/ 640147 w 640147"/>
                <a:gd name="connsiteY1" fmla="*/ 203730 h 355267"/>
                <a:gd name="connsiteX2" fmla="*/ 0 w 640147"/>
                <a:gd name="connsiteY2" fmla="*/ 316521 h 355267"/>
                <a:gd name="connsiteX0" fmla="*/ 0 w 263823"/>
                <a:gd name="connsiteY0" fmla="*/ 126758 h 636499"/>
                <a:gd name="connsiteX1" fmla="*/ 263823 w 263823"/>
                <a:gd name="connsiteY1" fmla="*/ 556393 h 636499"/>
                <a:gd name="connsiteX2" fmla="*/ 0 w 263823"/>
                <a:gd name="connsiteY2" fmla="*/ 126758 h 636499"/>
                <a:gd name="connsiteX0" fmla="*/ 73916 w 337739"/>
                <a:gd name="connsiteY0" fmla="*/ 126758 h 653918"/>
                <a:gd name="connsiteX1" fmla="*/ 337739 w 337739"/>
                <a:gd name="connsiteY1" fmla="*/ 556393 h 653918"/>
                <a:gd name="connsiteX2" fmla="*/ 73916 w 337739"/>
                <a:gd name="connsiteY2" fmla="*/ 126758 h 653918"/>
                <a:gd name="connsiteX0" fmla="*/ 109962 w 216617"/>
                <a:gd name="connsiteY0" fmla="*/ 115120 h 712864"/>
                <a:gd name="connsiteX1" fmla="*/ 205928 w 216617"/>
                <a:gd name="connsiteY1" fmla="*/ 622581 h 712864"/>
                <a:gd name="connsiteX2" fmla="*/ 109962 w 216617"/>
                <a:gd name="connsiteY2" fmla="*/ 115120 h 712864"/>
                <a:gd name="connsiteX0" fmla="*/ 220302 w 326957"/>
                <a:gd name="connsiteY0" fmla="*/ 115120 h 722623"/>
                <a:gd name="connsiteX1" fmla="*/ 316268 w 326957"/>
                <a:gd name="connsiteY1" fmla="*/ 622581 h 722623"/>
                <a:gd name="connsiteX2" fmla="*/ 220302 w 326957"/>
                <a:gd name="connsiteY2" fmla="*/ 115120 h 722623"/>
                <a:gd name="connsiteX0" fmla="*/ 218047 w 328931"/>
                <a:gd name="connsiteY0" fmla="*/ 115443 h 720834"/>
                <a:gd name="connsiteX1" fmla="*/ 322135 w 328931"/>
                <a:gd name="connsiteY1" fmla="*/ 620546 h 720834"/>
                <a:gd name="connsiteX2" fmla="*/ 218047 w 328931"/>
                <a:gd name="connsiteY2" fmla="*/ 115443 h 720834"/>
                <a:gd name="connsiteX0" fmla="*/ 225733 w 323693"/>
                <a:gd name="connsiteY0" fmla="*/ 115443 h 720834"/>
                <a:gd name="connsiteX1" fmla="*/ 302748 w 323693"/>
                <a:gd name="connsiteY1" fmla="*/ 620546 h 720834"/>
                <a:gd name="connsiteX2" fmla="*/ 225733 w 323693"/>
                <a:gd name="connsiteY2" fmla="*/ 115443 h 720834"/>
                <a:gd name="connsiteX0" fmla="*/ 217259 w 315219"/>
                <a:gd name="connsiteY0" fmla="*/ 115443 h 719927"/>
                <a:gd name="connsiteX1" fmla="*/ 294274 w 315219"/>
                <a:gd name="connsiteY1" fmla="*/ 620546 h 719927"/>
                <a:gd name="connsiteX2" fmla="*/ 217259 w 315219"/>
                <a:gd name="connsiteY2" fmla="*/ 115443 h 719927"/>
                <a:gd name="connsiteX0" fmla="*/ 217259 w 294274"/>
                <a:gd name="connsiteY0" fmla="*/ 0 h 604484"/>
                <a:gd name="connsiteX1" fmla="*/ 294274 w 294274"/>
                <a:gd name="connsiteY1" fmla="*/ 505103 h 604484"/>
                <a:gd name="connsiteX2" fmla="*/ 217259 w 294274"/>
                <a:gd name="connsiteY2" fmla="*/ 0 h 604484"/>
                <a:gd name="connsiteX0" fmla="*/ 217259 w 294274"/>
                <a:gd name="connsiteY0" fmla="*/ 0 h 604484"/>
                <a:gd name="connsiteX1" fmla="*/ 294274 w 294274"/>
                <a:gd name="connsiteY1" fmla="*/ 505103 h 604484"/>
                <a:gd name="connsiteX2" fmla="*/ 217259 w 294274"/>
                <a:gd name="connsiteY2" fmla="*/ 0 h 604484"/>
                <a:gd name="connsiteX0" fmla="*/ 215284 w 299519"/>
                <a:gd name="connsiteY0" fmla="*/ 0 h 612943"/>
                <a:gd name="connsiteX1" fmla="*/ 299519 w 299519"/>
                <a:gd name="connsiteY1" fmla="*/ 514537 h 612943"/>
                <a:gd name="connsiteX2" fmla="*/ 215284 w 299519"/>
                <a:gd name="connsiteY2" fmla="*/ 0 h 612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9519" h="612943">
                  <a:moveTo>
                    <a:pt x="215284" y="0"/>
                  </a:moveTo>
                  <a:cubicBezTo>
                    <a:pt x="6788" y="345031"/>
                    <a:pt x="216858" y="292878"/>
                    <a:pt x="299519" y="514537"/>
                  </a:cubicBezTo>
                  <a:cubicBezTo>
                    <a:pt x="160990" y="865517"/>
                    <a:pt x="-248713" y="178498"/>
                    <a:pt x="215284" y="0"/>
                  </a:cubicBezTo>
                  <a:close/>
                </a:path>
              </a:pathLst>
            </a:custGeom>
            <a:gradFill>
              <a:gsLst>
                <a:gs pos="0">
                  <a:srgbClr val="B5D27E"/>
                </a:gs>
                <a:gs pos="46000">
                  <a:srgbClr val="A0C860"/>
                </a:gs>
              </a:gsLst>
              <a:lin ang="21594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D3456B3-5A34-564D-AD94-F49EF740437A}"/>
                </a:ext>
              </a:extLst>
            </p:cNvPr>
            <p:cNvSpPr/>
            <p:nvPr/>
          </p:nvSpPr>
          <p:spPr>
            <a:xfrm>
              <a:off x="6178333" y="3387999"/>
              <a:ext cx="349572" cy="760767"/>
            </a:xfrm>
            <a:custGeom>
              <a:avLst/>
              <a:gdLst>
                <a:gd name="connsiteX0" fmla="*/ 0 w 257344"/>
                <a:gd name="connsiteY0" fmla="*/ 0 h 787400"/>
                <a:gd name="connsiteX1" fmla="*/ 228600 w 257344"/>
                <a:gd name="connsiteY1" fmla="*/ 368300 h 787400"/>
                <a:gd name="connsiteX2" fmla="*/ 254000 w 257344"/>
                <a:gd name="connsiteY2" fmla="*/ 584200 h 787400"/>
                <a:gd name="connsiteX3" fmla="*/ 228600 w 257344"/>
                <a:gd name="connsiteY3" fmla="*/ 787400 h 787400"/>
                <a:gd name="connsiteX4" fmla="*/ 228600 w 257344"/>
                <a:gd name="connsiteY4" fmla="*/ 787400 h 787400"/>
                <a:gd name="connsiteX0" fmla="*/ 0 w 254000"/>
                <a:gd name="connsiteY0" fmla="*/ 0 h 787400"/>
                <a:gd name="connsiteX1" fmla="*/ 254000 w 254000"/>
                <a:gd name="connsiteY1" fmla="*/ 584200 h 787400"/>
                <a:gd name="connsiteX2" fmla="*/ 228600 w 254000"/>
                <a:gd name="connsiteY2" fmla="*/ 787400 h 787400"/>
                <a:gd name="connsiteX3" fmla="*/ 228600 w 254000"/>
                <a:gd name="connsiteY3" fmla="*/ 787400 h 787400"/>
                <a:gd name="connsiteX0" fmla="*/ 0 w 228600"/>
                <a:gd name="connsiteY0" fmla="*/ 0 h 787400"/>
                <a:gd name="connsiteX1" fmla="*/ 228600 w 228600"/>
                <a:gd name="connsiteY1" fmla="*/ 787400 h 787400"/>
                <a:gd name="connsiteX2" fmla="*/ 228600 w 228600"/>
                <a:gd name="connsiteY2" fmla="*/ 787400 h 787400"/>
                <a:gd name="connsiteX0" fmla="*/ 0 w 251167"/>
                <a:gd name="connsiteY0" fmla="*/ 0 h 787400"/>
                <a:gd name="connsiteX1" fmla="*/ 228600 w 251167"/>
                <a:gd name="connsiteY1" fmla="*/ 787400 h 787400"/>
                <a:gd name="connsiteX2" fmla="*/ 228600 w 251167"/>
                <a:gd name="connsiteY2" fmla="*/ 787400 h 787400"/>
                <a:gd name="connsiteX0" fmla="*/ 0 w 250182"/>
                <a:gd name="connsiteY0" fmla="*/ 0 h 787400"/>
                <a:gd name="connsiteX1" fmla="*/ 228600 w 250182"/>
                <a:gd name="connsiteY1" fmla="*/ 787400 h 787400"/>
                <a:gd name="connsiteX2" fmla="*/ 228600 w 250182"/>
                <a:gd name="connsiteY2" fmla="*/ 787400 h 787400"/>
                <a:gd name="connsiteX0" fmla="*/ 0 w 265846"/>
                <a:gd name="connsiteY0" fmla="*/ 0 h 775494"/>
                <a:gd name="connsiteX1" fmla="*/ 245269 w 265846"/>
                <a:gd name="connsiteY1" fmla="*/ 775494 h 775494"/>
                <a:gd name="connsiteX2" fmla="*/ 245269 w 265846"/>
                <a:gd name="connsiteY2" fmla="*/ 775494 h 775494"/>
                <a:gd name="connsiteX0" fmla="*/ 0 w 270338"/>
                <a:gd name="connsiteY0" fmla="*/ 0 h 773113"/>
                <a:gd name="connsiteX1" fmla="*/ 250031 w 270338"/>
                <a:gd name="connsiteY1" fmla="*/ 773113 h 773113"/>
                <a:gd name="connsiteX2" fmla="*/ 250031 w 270338"/>
                <a:gd name="connsiteY2" fmla="*/ 773113 h 773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338" h="773113">
                  <a:moveTo>
                    <a:pt x="0" y="0"/>
                  </a:moveTo>
                  <a:cubicBezTo>
                    <a:pt x="60325" y="106892"/>
                    <a:pt x="348456" y="310621"/>
                    <a:pt x="250031" y="773113"/>
                  </a:cubicBezTo>
                  <a:lnTo>
                    <a:pt x="250031" y="773113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E8BA46C8-1473-9B86-B5F5-1D3CF6E770CC}"/>
                </a:ext>
              </a:extLst>
            </p:cNvPr>
            <p:cNvSpPr/>
            <p:nvPr/>
          </p:nvSpPr>
          <p:spPr>
            <a:xfrm rot="17374230" flipH="1">
              <a:off x="4977609" y="2081078"/>
              <a:ext cx="845585" cy="845585"/>
            </a:xfrm>
            <a:prstGeom prst="arc">
              <a:avLst>
                <a:gd name="adj1" fmla="val 19625685"/>
                <a:gd name="adj2" fmla="val 20508898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7FEF1E6-4983-8BEA-97C6-89F60D3A6A7F}"/>
                </a:ext>
              </a:extLst>
            </p:cNvPr>
            <p:cNvSpPr/>
            <p:nvPr/>
          </p:nvSpPr>
          <p:spPr>
            <a:xfrm rot="2582464">
              <a:off x="5122328" y="2649856"/>
              <a:ext cx="138704" cy="128079"/>
            </a:xfrm>
            <a:prstGeom prst="ellipse">
              <a:avLst/>
            </a:prstGeom>
            <a:solidFill>
              <a:srgbClr val="B2D079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8FBDA02-2BA0-E59B-19CC-47E0C8036A4A}"/>
              </a:ext>
            </a:extLst>
          </p:cNvPr>
          <p:cNvGrpSpPr/>
          <p:nvPr/>
        </p:nvGrpSpPr>
        <p:grpSpPr>
          <a:xfrm>
            <a:off x="208361" y="147516"/>
            <a:ext cx="4820839" cy="4835863"/>
            <a:chOff x="1981107" y="753140"/>
            <a:chExt cx="4719535" cy="4734242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EDC64E-AA8B-060A-8E40-17CF0CADA27A}"/>
                </a:ext>
              </a:extLst>
            </p:cNvPr>
            <p:cNvSpPr/>
            <p:nvPr/>
          </p:nvSpPr>
          <p:spPr>
            <a:xfrm rot="2039051">
              <a:off x="5164529" y="1673421"/>
              <a:ext cx="235859" cy="99968"/>
            </a:xfrm>
            <a:custGeom>
              <a:avLst/>
              <a:gdLst>
                <a:gd name="connsiteX0" fmla="*/ 0 w 133350"/>
                <a:gd name="connsiteY0" fmla="*/ 2444 h 27844"/>
                <a:gd name="connsiteX1" fmla="*/ 57150 w 133350"/>
                <a:gd name="connsiteY1" fmla="*/ 2444 h 27844"/>
                <a:gd name="connsiteX2" fmla="*/ 133350 w 133350"/>
                <a:gd name="connsiteY2" fmla="*/ 27844 h 27844"/>
                <a:gd name="connsiteX3" fmla="*/ 133350 w 133350"/>
                <a:gd name="connsiteY3" fmla="*/ 27844 h 27844"/>
                <a:gd name="connsiteX0" fmla="*/ 0 w 133350"/>
                <a:gd name="connsiteY0" fmla="*/ 0 h 25400"/>
                <a:gd name="connsiteX1" fmla="*/ 133350 w 133350"/>
                <a:gd name="connsiteY1" fmla="*/ 25400 h 25400"/>
                <a:gd name="connsiteX2" fmla="*/ 133350 w 133350"/>
                <a:gd name="connsiteY2" fmla="*/ 25400 h 25400"/>
                <a:gd name="connsiteX0" fmla="*/ 0 w 133350"/>
                <a:gd name="connsiteY0" fmla="*/ 5490 h 30890"/>
                <a:gd name="connsiteX1" fmla="*/ 133350 w 133350"/>
                <a:gd name="connsiteY1" fmla="*/ 30890 h 30890"/>
                <a:gd name="connsiteX2" fmla="*/ 133350 w 133350"/>
                <a:gd name="connsiteY2" fmla="*/ 30890 h 30890"/>
                <a:gd name="connsiteX0" fmla="*/ 0 w 133350"/>
                <a:gd name="connsiteY0" fmla="*/ 16152 h 41552"/>
                <a:gd name="connsiteX1" fmla="*/ 133350 w 133350"/>
                <a:gd name="connsiteY1" fmla="*/ 41552 h 41552"/>
                <a:gd name="connsiteX2" fmla="*/ 133350 w 133350"/>
                <a:gd name="connsiteY2" fmla="*/ 41552 h 4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41552">
                  <a:moveTo>
                    <a:pt x="0" y="16152"/>
                  </a:moveTo>
                  <a:cubicBezTo>
                    <a:pt x="42068" y="-3956"/>
                    <a:pt x="91281" y="-14540"/>
                    <a:pt x="133350" y="41552"/>
                  </a:cubicBezTo>
                  <a:lnTo>
                    <a:pt x="133350" y="41552"/>
                  </a:ln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FB1624C-B670-9C8B-8A21-41570AB35A7D}"/>
                </a:ext>
              </a:extLst>
            </p:cNvPr>
            <p:cNvSpPr/>
            <p:nvPr/>
          </p:nvSpPr>
          <p:spPr>
            <a:xfrm rot="912698">
              <a:off x="5466664" y="2434978"/>
              <a:ext cx="198939" cy="90025"/>
            </a:xfrm>
            <a:custGeom>
              <a:avLst/>
              <a:gdLst>
                <a:gd name="connsiteX0" fmla="*/ 0 w 133350"/>
                <a:gd name="connsiteY0" fmla="*/ 2444 h 27844"/>
                <a:gd name="connsiteX1" fmla="*/ 57150 w 133350"/>
                <a:gd name="connsiteY1" fmla="*/ 2444 h 27844"/>
                <a:gd name="connsiteX2" fmla="*/ 133350 w 133350"/>
                <a:gd name="connsiteY2" fmla="*/ 27844 h 27844"/>
                <a:gd name="connsiteX3" fmla="*/ 133350 w 133350"/>
                <a:gd name="connsiteY3" fmla="*/ 27844 h 27844"/>
                <a:gd name="connsiteX0" fmla="*/ 0 w 133350"/>
                <a:gd name="connsiteY0" fmla="*/ 0 h 25400"/>
                <a:gd name="connsiteX1" fmla="*/ 133350 w 133350"/>
                <a:gd name="connsiteY1" fmla="*/ 25400 h 25400"/>
                <a:gd name="connsiteX2" fmla="*/ 133350 w 133350"/>
                <a:gd name="connsiteY2" fmla="*/ 25400 h 25400"/>
                <a:gd name="connsiteX0" fmla="*/ 0 w 133350"/>
                <a:gd name="connsiteY0" fmla="*/ 5490 h 30890"/>
                <a:gd name="connsiteX1" fmla="*/ 133350 w 133350"/>
                <a:gd name="connsiteY1" fmla="*/ 30890 h 30890"/>
                <a:gd name="connsiteX2" fmla="*/ 133350 w 133350"/>
                <a:gd name="connsiteY2" fmla="*/ 30890 h 30890"/>
                <a:gd name="connsiteX0" fmla="*/ 0 w 133350"/>
                <a:gd name="connsiteY0" fmla="*/ 16152 h 41552"/>
                <a:gd name="connsiteX1" fmla="*/ 133350 w 133350"/>
                <a:gd name="connsiteY1" fmla="*/ 41552 h 41552"/>
                <a:gd name="connsiteX2" fmla="*/ 133350 w 133350"/>
                <a:gd name="connsiteY2" fmla="*/ 41552 h 4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" h="41552">
                  <a:moveTo>
                    <a:pt x="0" y="16152"/>
                  </a:moveTo>
                  <a:cubicBezTo>
                    <a:pt x="42068" y="-3956"/>
                    <a:pt x="91281" y="-14540"/>
                    <a:pt x="133350" y="41552"/>
                  </a:cubicBezTo>
                  <a:lnTo>
                    <a:pt x="133350" y="41552"/>
                  </a:ln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: Rounded Corners 86">
              <a:extLst>
                <a:ext uri="{FF2B5EF4-FFF2-40B4-BE49-F238E27FC236}">
                  <a16:creationId xmlns:a16="http://schemas.microsoft.com/office/drawing/2014/main" id="{94B4F235-4745-2961-3EF2-371F24978135}"/>
                </a:ext>
              </a:extLst>
            </p:cNvPr>
            <p:cNvSpPr/>
            <p:nvPr/>
          </p:nvSpPr>
          <p:spPr>
            <a:xfrm>
              <a:off x="1981107" y="2094291"/>
              <a:ext cx="3966486" cy="3393091"/>
            </a:xfrm>
            <a:custGeom>
              <a:avLst/>
              <a:gdLst>
                <a:gd name="connsiteX0" fmla="*/ 0 w 2635981"/>
                <a:gd name="connsiteY0" fmla="*/ 384409 h 2306408"/>
                <a:gd name="connsiteX1" fmla="*/ 384409 w 2635981"/>
                <a:gd name="connsiteY1" fmla="*/ 0 h 2306408"/>
                <a:gd name="connsiteX2" fmla="*/ 2251572 w 2635981"/>
                <a:gd name="connsiteY2" fmla="*/ 0 h 2306408"/>
                <a:gd name="connsiteX3" fmla="*/ 2635981 w 2635981"/>
                <a:gd name="connsiteY3" fmla="*/ 384409 h 2306408"/>
                <a:gd name="connsiteX4" fmla="*/ 2635981 w 2635981"/>
                <a:gd name="connsiteY4" fmla="*/ 1921999 h 2306408"/>
                <a:gd name="connsiteX5" fmla="*/ 2251572 w 2635981"/>
                <a:gd name="connsiteY5" fmla="*/ 2306408 h 2306408"/>
                <a:gd name="connsiteX6" fmla="*/ 384409 w 2635981"/>
                <a:gd name="connsiteY6" fmla="*/ 2306408 h 2306408"/>
                <a:gd name="connsiteX7" fmla="*/ 0 w 2635981"/>
                <a:gd name="connsiteY7" fmla="*/ 1921999 h 2306408"/>
                <a:gd name="connsiteX8" fmla="*/ 0 w 2635981"/>
                <a:gd name="connsiteY8" fmla="*/ 384409 h 2306408"/>
                <a:gd name="connsiteX0" fmla="*/ 0 w 2750281"/>
                <a:gd name="connsiteY0" fmla="*/ 384409 h 2306408"/>
                <a:gd name="connsiteX1" fmla="*/ 384409 w 2750281"/>
                <a:gd name="connsiteY1" fmla="*/ 0 h 2306408"/>
                <a:gd name="connsiteX2" fmla="*/ 2251572 w 2750281"/>
                <a:gd name="connsiteY2" fmla="*/ 0 h 2306408"/>
                <a:gd name="connsiteX3" fmla="*/ 2750281 w 2750281"/>
                <a:gd name="connsiteY3" fmla="*/ 384409 h 2306408"/>
                <a:gd name="connsiteX4" fmla="*/ 2635981 w 2750281"/>
                <a:gd name="connsiteY4" fmla="*/ 1921999 h 2306408"/>
                <a:gd name="connsiteX5" fmla="*/ 2251572 w 2750281"/>
                <a:gd name="connsiteY5" fmla="*/ 2306408 h 2306408"/>
                <a:gd name="connsiteX6" fmla="*/ 384409 w 2750281"/>
                <a:gd name="connsiteY6" fmla="*/ 2306408 h 2306408"/>
                <a:gd name="connsiteX7" fmla="*/ 0 w 2750281"/>
                <a:gd name="connsiteY7" fmla="*/ 1921999 h 2306408"/>
                <a:gd name="connsiteX8" fmla="*/ 0 w 2750281"/>
                <a:gd name="connsiteY8" fmla="*/ 384409 h 2306408"/>
                <a:gd name="connsiteX0" fmla="*/ 0 w 2910922"/>
                <a:gd name="connsiteY0" fmla="*/ 384409 h 2306408"/>
                <a:gd name="connsiteX1" fmla="*/ 384409 w 2910922"/>
                <a:gd name="connsiteY1" fmla="*/ 0 h 2306408"/>
                <a:gd name="connsiteX2" fmla="*/ 2251572 w 2910922"/>
                <a:gd name="connsiteY2" fmla="*/ 0 h 2306408"/>
                <a:gd name="connsiteX3" fmla="*/ 2750281 w 2910922"/>
                <a:gd name="connsiteY3" fmla="*/ 384409 h 2306408"/>
                <a:gd name="connsiteX4" fmla="*/ 2635981 w 2910922"/>
                <a:gd name="connsiteY4" fmla="*/ 1921999 h 2306408"/>
                <a:gd name="connsiteX5" fmla="*/ 2251572 w 2910922"/>
                <a:gd name="connsiteY5" fmla="*/ 2306408 h 2306408"/>
                <a:gd name="connsiteX6" fmla="*/ 384409 w 2910922"/>
                <a:gd name="connsiteY6" fmla="*/ 2306408 h 2306408"/>
                <a:gd name="connsiteX7" fmla="*/ 0 w 2910922"/>
                <a:gd name="connsiteY7" fmla="*/ 1921999 h 2306408"/>
                <a:gd name="connsiteX8" fmla="*/ 0 w 2910922"/>
                <a:gd name="connsiteY8" fmla="*/ 384409 h 2306408"/>
                <a:gd name="connsiteX0" fmla="*/ 0 w 2941959"/>
                <a:gd name="connsiteY0" fmla="*/ 384409 h 2306408"/>
                <a:gd name="connsiteX1" fmla="*/ 384409 w 2941959"/>
                <a:gd name="connsiteY1" fmla="*/ 0 h 2306408"/>
                <a:gd name="connsiteX2" fmla="*/ 2251572 w 2941959"/>
                <a:gd name="connsiteY2" fmla="*/ 0 h 2306408"/>
                <a:gd name="connsiteX3" fmla="*/ 2788381 w 2941959"/>
                <a:gd name="connsiteY3" fmla="*/ 384409 h 2306408"/>
                <a:gd name="connsiteX4" fmla="*/ 2635981 w 2941959"/>
                <a:gd name="connsiteY4" fmla="*/ 1921999 h 2306408"/>
                <a:gd name="connsiteX5" fmla="*/ 2251572 w 2941959"/>
                <a:gd name="connsiteY5" fmla="*/ 2306408 h 2306408"/>
                <a:gd name="connsiteX6" fmla="*/ 384409 w 2941959"/>
                <a:gd name="connsiteY6" fmla="*/ 2306408 h 2306408"/>
                <a:gd name="connsiteX7" fmla="*/ 0 w 2941959"/>
                <a:gd name="connsiteY7" fmla="*/ 1921999 h 2306408"/>
                <a:gd name="connsiteX8" fmla="*/ 0 w 2941959"/>
                <a:gd name="connsiteY8" fmla="*/ 384409 h 2306408"/>
                <a:gd name="connsiteX0" fmla="*/ 0 w 2941959"/>
                <a:gd name="connsiteY0" fmla="*/ 892409 h 2814408"/>
                <a:gd name="connsiteX1" fmla="*/ 384409 w 2941959"/>
                <a:gd name="connsiteY1" fmla="*/ 508000 h 2814408"/>
                <a:gd name="connsiteX2" fmla="*/ 1438772 w 2941959"/>
                <a:gd name="connsiteY2" fmla="*/ 0 h 2814408"/>
                <a:gd name="connsiteX3" fmla="*/ 2788381 w 2941959"/>
                <a:gd name="connsiteY3" fmla="*/ 892409 h 2814408"/>
                <a:gd name="connsiteX4" fmla="*/ 2635981 w 2941959"/>
                <a:gd name="connsiteY4" fmla="*/ 2429999 h 2814408"/>
                <a:gd name="connsiteX5" fmla="*/ 2251572 w 2941959"/>
                <a:gd name="connsiteY5" fmla="*/ 2814408 h 2814408"/>
                <a:gd name="connsiteX6" fmla="*/ 384409 w 2941959"/>
                <a:gd name="connsiteY6" fmla="*/ 2814408 h 2814408"/>
                <a:gd name="connsiteX7" fmla="*/ 0 w 2941959"/>
                <a:gd name="connsiteY7" fmla="*/ 2429999 h 2814408"/>
                <a:gd name="connsiteX8" fmla="*/ 0 w 2941959"/>
                <a:gd name="connsiteY8" fmla="*/ 892409 h 2814408"/>
                <a:gd name="connsiteX0" fmla="*/ 0 w 2941959"/>
                <a:gd name="connsiteY0" fmla="*/ 899528 h 2821527"/>
                <a:gd name="connsiteX1" fmla="*/ 384409 w 2941959"/>
                <a:gd name="connsiteY1" fmla="*/ 515119 h 2821527"/>
                <a:gd name="connsiteX2" fmla="*/ 1438772 w 2941959"/>
                <a:gd name="connsiteY2" fmla="*/ 7119 h 2821527"/>
                <a:gd name="connsiteX3" fmla="*/ 2788381 w 2941959"/>
                <a:gd name="connsiteY3" fmla="*/ 899528 h 2821527"/>
                <a:gd name="connsiteX4" fmla="*/ 2635981 w 2941959"/>
                <a:gd name="connsiteY4" fmla="*/ 2437118 h 2821527"/>
                <a:gd name="connsiteX5" fmla="*/ 2251572 w 2941959"/>
                <a:gd name="connsiteY5" fmla="*/ 2821527 h 2821527"/>
                <a:gd name="connsiteX6" fmla="*/ 384409 w 2941959"/>
                <a:gd name="connsiteY6" fmla="*/ 2821527 h 2821527"/>
                <a:gd name="connsiteX7" fmla="*/ 0 w 2941959"/>
                <a:gd name="connsiteY7" fmla="*/ 2437118 h 2821527"/>
                <a:gd name="connsiteX8" fmla="*/ 0 w 2941959"/>
                <a:gd name="connsiteY8" fmla="*/ 899528 h 2821527"/>
                <a:gd name="connsiteX0" fmla="*/ 0 w 2635981"/>
                <a:gd name="connsiteY0" fmla="*/ 892409 h 2814408"/>
                <a:gd name="connsiteX1" fmla="*/ 384409 w 2635981"/>
                <a:gd name="connsiteY1" fmla="*/ 508000 h 2814408"/>
                <a:gd name="connsiteX2" fmla="*/ 1438772 w 2635981"/>
                <a:gd name="connsiteY2" fmla="*/ 0 h 2814408"/>
                <a:gd name="connsiteX3" fmla="*/ 2635981 w 2635981"/>
                <a:gd name="connsiteY3" fmla="*/ 2429999 h 2814408"/>
                <a:gd name="connsiteX4" fmla="*/ 2251572 w 2635981"/>
                <a:gd name="connsiteY4" fmla="*/ 2814408 h 2814408"/>
                <a:gd name="connsiteX5" fmla="*/ 384409 w 2635981"/>
                <a:gd name="connsiteY5" fmla="*/ 2814408 h 2814408"/>
                <a:gd name="connsiteX6" fmla="*/ 0 w 2635981"/>
                <a:gd name="connsiteY6" fmla="*/ 2429999 h 2814408"/>
                <a:gd name="connsiteX7" fmla="*/ 0 w 2635981"/>
                <a:gd name="connsiteY7" fmla="*/ 892409 h 2814408"/>
                <a:gd name="connsiteX0" fmla="*/ 0 w 2743112"/>
                <a:gd name="connsiteY0" fmla="*/ 892409 h 2814408"/>
                <a:gd name="connsiteX1" fmla="*/ 384409 w 2743112"/>
                <a:gd name="connsiteY1" fmla="*/ 508000 h 2814408"/>
                <a:gd name="connsiteX2" fmla="*/ 1438772 w 2743112"/>
                <a:gd name="connsiteY2" fmla="*/ 0 h 2814408"/>
                <a:gd name="connsiteX3" fmla="*/ 2635981 w 2743112"/>
                <a:gd name="connsiteY3" fmla="*/ 2429999 h 2814408"/>
                <a:gd name="connsiteX4" fmla="*/ 2251572 w 2743112"/>
                <a:gd name="connsiteY4" fmla="*/ 2814408 h 2814408"/>
                <a:gd name="connsiteX5" fmla="*/ 384409 w 2743112"/>
                <a:gd name="connsiteY5" fmla="*/ 2814408 h 2814408"/>
                <a:gd name="connsiteX6" fmla="*/ 0 w 2743112"/>
                <a:gd name="connsiteY6" fmla="*/ 2429999 h 2814408"/>
                <a:gd name="connsiteX7" fmla="*/ 0 w 2743112"/>
                <a:gd name="connsiteY7" fmla="*/ 892409 h 2814408"/>
                <a:gd name="connsiteX0" fmla="*/ 0 w 2790782"/>
                <a:gd name="connsiteY0" fmla="*/ 892409 h 2814408"/>
                <a:gd name="connsiteX1" fmla="*/ 384409 w 2790782"/>
                <a:gd name="connsiteY1" fmla="*/ 508000 h 2814408"/>
                <a:gd name="connsiteX2" fmla="*/ 1438772 w 2790782"/>
                <a:gd name="connsiteY2" fmla="*/ 0 h 2814408"/>
                <a:gd name="connsiteX3" fmla="*/ 2686781 w 2790782"/>
                <a:gd name="connsiteY3" fmla="*/ 2455399 h 2814408"/>
                <a:gd name="connsiteX4" fmla="*/ 2251572 w 2790782"/>
                <a:gd name="connsiteY4" fmla="*/ 2814408 h 2814408"/>
                <a:gd name="connsiteX5" fmla="*/ 384409 w 2790782"/>
                <a:gd name="connsiteY5" fmla="*/ 2814408 h 2814408"/>
                <a:gd name="connsiteX6" fmla="*/ 0 w 2790782"/>
                <a:gd name="connsiteY6" fmla="*/ 2429999 h 2814408"/>
                <a:gd name="connsiteX7" fmla="*/ 0 w 2790782"/>
                <a:gd name="connsiteY7" fmla="*/ 892409 h 2814408"/>
                <a:gd name="connsiteX0" fmla="*/ 0 w 2980202"/>
                <a:gd name="connsiteY0" fmla="*/ 892409 h 2814408"/>
                <a:gd name="connsiteX1" fmla="*/ 384409 w 2980202"/>
                <a:gd name="connsiteY1" fmla="*/ 508000 h 2814408"/>
                <a:gd name="connsiteX2" fmla="*/ 1438772 w 2980202"/>
                <a:gd name="connsiteY2" fmla="*/ 0 h 2814408"/>
                <a:gd name="connsiteX3" fmla="*/ 2686781 w 2980202"/>
                <a:gd name="connsiteY3" fmla="*/ 2455399 h 2814408"/>
                <a:gd name="connsiteX4" fmla="*/ 2251572 w 2980202"/>
                <a:gd name="connsiteY4" fmla="*/ 2814408 h 2814408"/>
                <a:gd name="connsiteX5" fmla="*/ 384409 w 2980202"/>
                <a:gd name="connsiteY5" fmla="*/ 2814408 h 2814408"/>
                <a:gd name="connsiteX6" fmla="*/ 0 w 2980202"/>
                <a:gd name="connsiteY6" fmla="*/ 2429999 h 2814408"/>
                <a:gd name="connsiteX7" fmla="*/ 0 w 2980202"/>
                <a:gd name="connsiteY7" fmla="*/ 892409 h 2814408"/>
                <a:gd name="connsiteX0" fmla="*/ 0 w 3002812"/>
                <a:gd name="connsiteY0" fmla="*/ 892409 h 2814408"/>
                <a:gd name="connsiteX1" fmla="*/ 384409 w 3002812"/>
                <a:gd name="connsiteY1" fmla="*/ 508000 h 2814408"/>
                <a:gd name="connsiteX2" fmla="*/ 1438772 w 3002812"/>
                <a:gd name="connsiteY2" fmla="*/ 0 h 2814408"/>
                <a:gd name="connsiteX3" fmla="*/ 2712181 w 3002812"/>
                <a:gd name="connsiteY3" fmla="*/ 2493499 h 2814408"/>
                <a:gd name="connsiteX4" fmla="*/ 2251572 w 3002812"/>
                <a:gd name="connsiteY4" fmla="*/ 2814408 h 2814408"/>
                <a:gd name="connsiteX5" fmla="*/ 384409 w 3002812"/>
                <a:gd name="connsiteY5" fmla="*/ 2814408 h 2814408"/>
                <a:gd name="connsiteX6" fmla="*/ 0 w 3002812"/>
                <a:gd name="connsiteY6" fmla="*/ 2429999 h 2814408"/>
                <a:gd name="connsiteX7" fmla="*/ 0 w 3002812"/>
                <a:gd name="connsiteY7" fmla="*/ 892409 h 2814408"/>
                <a:gd name="connsiteX0" fmla="*/ 0 w 3002812"/>
                <a:gd name="connsiteY0" fmla="*/ 892409 h 2814408"/>
                <a:gd name="connsiteX1" fmla="*/ 384409 w 3002812"/>
                <a:gd name="connsiteY1" fmla="*/ 508000 h 2814408"/>
                <a:gd name="connsiteX2" fmla="*/ 1438772 w 3002812"/>
                <a:gd name="connsiteY2" fmla="*/ 0 h 2814408"/>
                <a:gd name="connsiteX3" fmla="*/ 2712181 w 3002812"/>
                <a:gd name="connsiteY3" fmla="*/ 2493499 h 2814408"/>
                <a:gd name="connsiteX4" fmla="*/ 2251572 w 3002812"/>
                <a:gd name="connsiteY4" fmla="*/ 2814408 h 2814408"/>
                <a:gd name="connsiteX5" fmla="*/ 384409 w 3002812"/>
                <a:gd name="connsiteY5" fmla="*/ 2814408 h 2814408"/>
                <a:gd name="connsiteX6" fmla="*/ 0 w 3002812"/>
                <a:gd name="connsiteY6" fmla="*/ 2429999 h 2814408"/>
                <a:gd name="connsiteX7" fmla="*/ 0 w 3002812"/>
                <a:gd name="connsiteY7" fmla="*/ 892409 h 2814408"/>
                <a:gd name="connsiteX0" fmla="*/ 0 w 2995349"/>
                <a:gd name="connsiteY0" fmla="*/ 901741 h 2823740"/>
                <a:gd name="connsiteX1" fmla="*/ 384409 w 2995349"/>
                <a:gd name="connsiteY1" fmla="*/ 517332 h 2823740"/>
                <a:gd name="connsiteX2" fmla="*/ 1438772 w 2995349"/>
                <a:gd name="connsiteY2" fmla="*/ 9332 h 2823740"/>
                <a:gd name="connsiteX3" fmla="*/ 2712181 w 2995349"/>
                <a:gd name="connsiteY3" fmla="*/ 2502831 h 2823740"/>
                <a:gd name="connsiteX4" fmla="*/ 2251572 w 2995349"/>
                <a:gd name="connsiteY4" fmla="*/ 2823740 h 2823740"/>
                <a:gd name="connsiteX5" fmla="*/ 384409 w 2995349"/>
                <a:gd name="connsiteY5" fmla="*/ 2823740 h 2823740"/>
                <a:gd name="connsiteX6" fmla="*/ 0 w 2995349"/>
                <a:gd name="connsiteY6" fmla="*/ 2439331 h 2823740"/>
                <a:gd name="connsiteX7" fmla="*/ 0 w 2995349"/>
                <a:gd name="connsiteY7" fmla="*/ 901741 h 2823740"/>
                <a:gd name="connsiteX0" fmla="*/ 0 w 2995349"/>
                <a:gd name="connsiteY0" fmla="*/ 901741 h 2823740"/>
                <a:gd name="connsiteX1" fmla="*/ 384409 w 2995349"/>
                <a:gd name="connsiteY1" fmla="*/ 517332 h 2823740"/>
                <a:gd name="connsiteX2" fmla="*/ 1438772 w 2995349"/>
                <a:gd name="connsiteY2" fmla="*/ 9332 h 2823740"/>
                <a:gd name="connsiteX3" fmla="*/ 2712181 w 2995349"/>
                <a:gd name="connsiteY3" fmla="*/ 2502831 h 2823740"/>
                <a:gd name="connsiteX4" fmla="*/ 2251572 w 2995349"/>
                <a:gd name="connsiteY4" fmla="*/ 2823740 h 2823740"/>
                <a:gd name="connsiteX5" fmla="*/ 384409 w 2995349"/>
                <a:gd name="connsiteY5" fmla="*/ 2823740 h 2823740"/>
                <a:gd name="connsiteX6" fmla="*/ 0 w 2995349"/>
                <a:gd name="connsiteY6" fmla="*/ 2439331 h 2823740"/>
                <a:gd name="connsiteX7" fmla="*/ 0 w 2995349"/>
                <a:gd name="connsiteY7" fmla="*/ 901741 h 2823740"/>
                <a:gd name="connsiteX0" fmla="*/ 0 w 2995349"/>
                <a:gd name="connsiteY0" fmla="*/ 948259 h 2870258"/>
                <a:gd name="connsiteX1" fmla="*/ 1438772 w 2995349"/>
                <a:gd name="connsiteY1" fmla="*/ 55850 h 2870258"/>
                <a:gd name="connsiteX2" fmla="*/ 2712181 w 2995349"/>
                <a:gd name="connsiteY2" fmla="*/ 2549349 h 2870258"/>
                <a:gd name="connsiteX3" fmla="*/ 2251572 w 2995349"/>
                <a:gd name="connsiteY3" fmla="*/ 2870258 h 2870258"/>
                <a:gd name="connsiteX4" fmla="*/ 384409 w 2995349"/>
                <a:gd name="connsiteY4" fmla="*/ 2870258 h 2870258"/>
                <a:gd name="connsiteX5" fmla="*/ 0 w 2995349"/>
                <a:gd name="connsiteY5" fmla="*/ 2485849 h 2870258"/>
                <a:gd name="connsiteX6" fmla="*/ 0 w 2995349"/>
                <a:gd name="connsiteY6" fmla="*/ 948259 h 2870258"/>
                <a:gd name="connsiteX0" fmla="*/ 0 w 2995349"/>
                <a:gd name="connsiteY0" fmla="*/ 909412 h 2831411"/>
                <a:gd name="connsiteX1" fmla="*/ 1438772 w 2995349"/>
                <a:gd name="connsiteY1" fmla="*/ 17003 h 2831411"/>
                <a:gd name="connsiteX2" fmla="*/ 2712181 w 2995349"/>
                <a:gd name="connsiteY2" fmla="*/ 2510502 h 2831411"/>
                <a:gd name="connsiteX3" fmla="*/ 2251572 w 2995349"/>
                <a:gd name="connsiteY3" fmla="*/ 2831411 h 2831411"/>
                <a:gd name="connsiteX4" fmla="*/ 384409 w 2995349"/>
                <a:gd name="connsiteY4" fmla="*/ 2831411 h 2831411"/>
                <a:gd name="connsiteX5" fmla="*/ 0 w 2995349"/>
                <a:gd name="connsiteY5" fmla="*/ 2447002 h 2831411"/>
                <a:gd name="connsiteX6" fmla="*/ 0 w 29953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1349609 w 3960549"/>
                <a:gd name="connsiteY4" fmla="*/ 2831411 h 2831411"/>
                <a:gd name="connsiteX5" fmla="*/ 0 w 3960549"/>
                <a:gd name="connsiteY5" fmla="*/ 1989802 h 2831411"/>
                <a:gd name="connsiteX6" fmla="*/ 965200 w 3960549"/>
                <a:gd name="connsiteY6" fmla="*/ 909412 h 2831411"/>
                <a:gd name="connsiteX0" fmla="*/ 965200 w 3960549"/>
                <a:gd name="connsiteY0" fmla="*/ 909412 h 2831411"/>
                <a:gd name="connsiteX1" fmla="*/ 2403972 w 3960549"/>
                <a:gd name="connsiteY1" fmla="*/ 17003 h 2831411"/>
                <a:gd name="connsiteX2" fmla="*/ 3677381 w 3960549"/>
                <a:gd name="connsiteY2" fmla="*/ 2510502 h 2831411"/>
                <a:gd name="connsiteX3" fmla="*/ 3216772 w 3960549"/>
                <a:gd name="connsiteY3" fmla="*/ 2831411 h 2831411"/>
                <a:gd name="connsiteX4" fmla="*/ 0 w 3960549"/>
                <a:gd name="connsiteY4" fmla="*/ 1989802 h 2831411"/>
                <a:gd name="connsiteX5" fmla="*/ 965200 w 3960549"/>
                <a:gd name="connsiteY5" fmla="*/ 909412 h 2831411"/>
                <a:gd name="connsiteX0" fmla="*/ 965200 w 3960549"/>
                <a:gd name="connsiteY0" fmla="*/ 909412 h 2944281"/>
                <a:gd name="connsiteX1" fmla="*/ 2403972 w 3960549"/>
                <a:gd name="connsiteY1" fmla="*/ 17003 h 2944281"/>
                <a:gd name="connsiteX2" fmla="*/ 3677381 w 3960549"/>
                <a:gd name="connsiteY2" fmla="*/ 2510502 h 2944281"/>
                <a:gd name="connsiteX3" fmla="*/ 3216772 w 3960549"/>
                <a:gd name="connsiteY3" fmla="*/ 2831411 h 2944281"/>
                <a:gd name="connsiteX4" fmla="*/ 0 w 3960549"/>
                <a:gd name="connsiteY4" fmla="*/ 1989802 h 2944281"/>
                <a:gd name="connsiteX5" fmla="*/ 965200 w 3960549"/>
                <a:gd name="connsiteY5" fmla="*/ 909412 h 2944281"/>
                <a:gd name="connsiteX0" fmla="*/ 965200 w 3960549"/>
                <a:gd name="connsiteY0" fmla="*/ 909412 h 3298482"/>
                <a:gd name="connsiteX1" fmla="*/ 2403972 w 3960549"/>
                <a:gd name="connsiteY1" fmla="*/ 17003 h 3298482"/>
                <a:gd name="connsiteX2" fmla="*/ 3677381 w 3960549"/>
                <a:gd name="connsiteY2" fmla="*/ 2510502 h 3298482"/>
                <a:gd name="connsiteX3" fmla="*/ 3216772 w 3960549"/>
                <a:gd name="connsiteY3" fmla="*/ 2831411 h 3298482"/>
                <a:gd name="connsiteX4" fmla="*/ 0 w 3960549"/>
                <a:gd name="connsiteY4" fmla="*/ 1989802 h 3298482"/>
                <a:gd name="connsiteX5" fmla="*/ 965200 w 3960549"/>
                <a:gd name="connsiteY5" fmla="*/ 909412 h 3298482"/>
                <a:gd name="connsiteX0" fmla="*/ 965200 w 3960549"/>
                <a:gd name="connsiteY0" fmla="*/ 909412 h 2608426"/>
                <a:gd name="connsiteX1" fmla="*/ 2403972 w 3960549"/>
                <a:gd name="connsiteY1" fmla="*/ 17003 h 2608426"/>
                <a:gd name="connsiteX2" fmla="*/ 3677381 w 3960549"/>
                <a:gd name="connsiteY2" fmla="*/ 2510502 h 2608426"/>
                <a:gd name="connsiteX3" fmla="*/ 0 w 3960549"/>
                <a:gd name="connsiteY3" fmla="*/ 1989802 h 2608426"/>
                <a:gd name="connsiteX4" fmla="*/ 965200 w 3960549"/>
                <a:gd name="connsiteY4" fmla="*/ 909412 h 2608426"/>
                <a:gd name="connsiteX0" fmla="*/ 965200 w 3960549"/>
                <a:gd name="connsiteY0" fmla="*/ 909412 h 3321577"/>
                <a:gd name="connsiteX1" fmla="*/ 2403972 w 3960549"/>
                <a:gd name="connsiteY1" fmla="*/ 17003 h 3321577"/>
                <a:gd name="connsiteX2" fmla="*/ 3677381 w 3960549"/>
                <a:gd name="connsiteY2" fmla="*/ 2510502 h 3321577"/>
                <a:gd name="connsiteX3" fmla="*/ 0 w 3960549"/>
                <a:gd name="connsiteY3" fmla="*/ 1989802 h 3321577"/>
                <a:gd name="connsiteX4" fmla="*/ 965200 w 3960549"/>
                <a:gd name="connsiteY4" fmla="*/ 909412 h 3321577"/>
                <a:gd name="connsiteX0" fmla="*/ 965200 w 3960549"/>
                <a:gd name="connsiteY0" fmla="*/ 909412 h 3439566"/>
                <a:gd name="connsiteX1" fmla="*/ 2403972 w 3960549"/>
                <a:gd name="connsiteY1" fmla="*/ 17003 h 3439566"/>
                <a:gd name="connsiteX2" fmla="*/ 3677381 w 3960549"/>
                <a:gd name="connsiteY2" fmla="*/ 2510502 h 3439566"/>
                <a:gd name="connsiteX3" fmla="*/ 0 w 3960549"/>
                <a:gd name="connsiteY3" fmla="*/ 1989802 h 3439566"/>
                <a:gd name="connsiteX4" fmla="*/ 965200 w 3960549"/>
                <a:gd name="connsiteY4" fmla="*/ 909412 h 3439566"/>
                <a:gd name="connsiteX0" fmla="*/ 965200 w 3960549"/>
                <a:gd name="connsiteY0" fmla="*/ 909412 h 3393937"/>
                <a:gd name="connsiteX1" fmla="*/ 2403972 w 3960549"/>
                <a:gd name="connsiteY1" fmla="*/ 17003 h 3393937"/>
                <a:gd name="connsiteX2" fmla="*/ 3677381 w 3960549"/>
                <a:gd name="connsiteY2" fmla="*/ 2510502 h 3393937"/>
                <a:gd name="connsiteX3" fmla="*/ 0 w 3960549"/>
                <a:gd name="connsiteY3" fmla="*/ 1989802 h 3393937"/>
                <a:gd name="connsiteX4" fmla="*/ 965200 w 3960549"/>
                <a:gd name="connsiteY4" fmla="*/ 909412 h 3393937"/>
                <a:gd name="connsiteX0" fmla="*/ 971137 w 3966486"/>
                <a:gd name="connsiteY0" fmla="*/ 909412 h 3391191"/>
                <a:gd name="connsiteX1" fmla="*/ 2409909 w 3966486"/>
                <a:gd name="connsiteY1" fmla="*/ 17003 h 3391191"/>
                <a:gd name="connsiteX2" fmla="*/ 3683318 w 3966486"/>
                <a:gd name="connsiteY2" fmla="*/ 2510502 h 3391191"/>
                <a:gd name="connsiteX3" fmla="*/ 5937 w 3966486"/>
                <a:gd name="connsiteY3" fmla="*/ 1989802 h 3391191"/>
                <a:gd name="connsiteX4" fmla="*/ 971137 w 3966486"/>
                <a:gd name="connsiteY4" fmla="*/ 909412 h 3391191"/>
                <a:gd name="connsiteX0" fmla="*/ 971137 w 3966486"/>
                <a:gd name="connsiteY0" fmla="*/ 910314 h 3392093"/>
                <a:gd name="connsiteX1" fmla="*/ 2409909 w 3966486"/>
                <a:gd name="connsiteY1" fmla="*/ 17905 h 3392093"/>
                <a:gd name="connsiteX2" fmla="*/ 3683318 w 3966486"/>
                <a:gd name="connsiteY2" fmla="*/ 2511404 h 3392093"/>
                <a:gd name="connsiteX3" fmla="*/ 5937 w 3966486"/>
                <a:gd name="connsiteY3" fmla="*/ 1990704 h 3392093"/>
                <a:gd name="connsiteX4" fmla="*/ 971137 w 3966486"/>
                <a:gd name="connsiteY4" fmla="*/ 910314 h 3392093"/>
                <a:gd name="connsiteX0" fmla="*/ 971137 w 3966486"/>
                <a:gd name="connsiteY0" fmla="*/ 911312 h 3393091"/>
                <a:gd name="connsiteX1" fmla="*/ 2409909 w 3966486"/>
                <a:gd name="connsiteY1" fmla="*/ 18903 h 3393091"/>
                <a:gd name="connsiteX2" fmla="*/ 3683318 w 3966486"/>
                <a:gd name="connsiteY2" fmla="*/ 2512402 h 3393091"/>
                <a:gd name="connsiteX3" fmla="*/ 5937 w 3966486"/>
                <a:gd name="connsiteY3" fmla="*/ 1991702 h 3393091"/>
                <a:gd name="connsiteX4" fmla="*/ 971137 w 3966486"/>
                <a:gd name="connsiteY4" fmla="*/ 911312 h 3393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6486" h="3393091">
                  <a:moveTo>
                    <a:pt x="971137" y="911312"/>
                  </a:moveTo>
                  <a:cubicBezTo>
                    <a:pt x="1094092" y="430112"/>
                    <a:pt x="1945179" y="-108245"/>
                    <a:pt x="2409909" y="18903"/>
                  </a:cubicBezTo>
                  <a:cubicBezTo>
                    <a:pt x="2708971" y="-79864"/>
                    <a:pt x="4690851" y="595534"/>
                    <a:pt x="3683318" y="2512402"/>
                  </a:cubicBezTo>
                  <a:cubicBezTo>
                    <a:pt x="1974556" y="4492202"/>
                    <a:pt x="-126233" y="2601450"/>
                    <a:pt x="5937" y="1991702"/>
                  </a:cubicBezTo>
                  <a:cubicBezTo>
                    <a:pt x="35570" y="1682372"/>
                    <a:pt x="598604" y="2198542"/>
                    <a:pt x="971137" y="91131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87">
              <a:extLst>
                <a:ext uri="{FF2B5EF4-FFF2-40B4-BE49-F238E27FC236}">
                  <a16:creationId xmlns:a16="http://schemas.microsoft.com/office/drawing/2014/main" id="{322A1719-005D-EB71-25E3-9227DFAD5443}"/>
                </a:ext>
              </a:extLst>
            </p:cNvPr>
            <p:cNvSpPr/>
            <p:nvPr/>
          </p:nvSpPr>
          <p:spPr>
            <a:xfrm rot="2271449">
              <a:off x="4813259" y="1384461"/>
              <a:ext cx="918536" cy="1352024"/>
            </a:xfrm>
            <a:custGeom>
              <a:avLst/>
              <a:gdLst>
                <a:gd name="connsiteX0" fmla="*/ 0 w 358212"/>
                <a:gd name="connsiteY0" fmla="*/ 116843 h 233686"/>
                <a:gd name="connsiteX1" fmla="*/ 179106 w 358212"/>
                <a:gd name="connsiteY1" fmla="*/ 0 h 233686"/>
                <a:gd name="connsiteX2" fmla="*/ 358212 w 358212"/>
                <a:gd name="connsiteY2" fmla="*/ 116843 h 233686"/>
                <a:gd name="connsiteX3" fmla="*/ 179106 w 358212"/>
                <a:gd name="connsiteY3" fmla="*/ 233686 h 233686"/>
                <a:gd name="connsiteX4" fmla="*/ 0 w 358212"/>
                <a:gd name="connsiteY4" fmla="*/ 116843 h 233686"/>
                <a:gd name="connsiteX0" fmla="*/ 606008 w 964220"/>
                <a:gd name="connsiteY0" fmla="*/ 1310697 h 1458346"/>
                <a:gd name="connsiteX1" fmla="*/ 11566 w 964220"/>
                <a:gd name="connsiteY1" fmla="*/ 0 h 1458346"/>
                <a:gd name="connsiteX2" fmla="*/ 964220 w 964220"/>
                <a:gd name="connsiteY2" fmla="*/ 1310697 h 1458346"/>
                <a:gd name="connsiteX3" fmla="*/ 785114 w 964220"/>
                <a:gd name="connsiteY3" fmla="*/ 1427540 h 1458346"/>
                <a:gd name="connsiteX4" fmla="*/ 606008 w 964220"/>
                <a:gd name="connsiteY4" fmla="*/ 1310697 h 1458346"/>
                <a:gd name="connsiteX0" fmla="*/ 599219 w 957431"/>
                <a:gd name="connsiteY0" fmla="*/ 1311500 h 1459149"/>
                <a:gd name="connsiteX1" fmla="*/ 4777 w 957431"/>
                <a:gd name="connsiteY1" fmla="*/ 803 h 1459149"/>
                <a:gd name="connsiteX2" fmla="*/ 957431 w 957431"/>
                <a:gd name="connsiteY2" fmla="*/ 1311500 h 1459149"/>
                <a:gd name="connsiteX3" fmla="*/ 778325 w 957431"/>
                <a:gd name="connsiteY3" fmla="*/ 1428343 h 1459149"/>
                <a:gd name="connsiteX4" fmla="*/ 599219 w 957431"/>
                <a:gd name="connsiteY4" fmla="*/ 1311500 h 1459149"/>
                <a:gd name="connsiteX0" fmla="*/ 716294 w 1074506"/>
                <a:gd name="connsiteY0" fmla="*/ 1318731 h 1466380"/>
                <a:gd name="connsiteX1" fmla="*/ 121852 w 1074506"/>
                <a:gd name="connsiteY1" fmla="*/ 8034 h 1466380"/>
                <a:gd name="connsiteX2" fmla="*/ 1074506 w 1074506"/>
                <a:gd name="connsiteY2" fmla="*/ 1318731 h 1466380"/>
                <a:gd name="connsiteX3" fmla="*/ 895400 w 1074506"/>
                <a:gd name="connsiteY3" fmla="*/ 1435574 h 1466380"/>
                <a:gd name="connsiteX4" fmla="*/ 716294 w 1074506"/>
                <a:gd name="connsiteY4" fmla="*/ 1318731 h 1466380"/>
                <a:gd name="connsiteX0" fmla="*/ 535075 w 893287"/>
                <a:gd name="connsiteY0" fmla="*/ 1358554 h 1508743"/>
                <a:gd name="connsiteX1" fmla="*/ 141141 w 893287"/>
                <a:gd name="connsiteY1" fmla="*/ 7819 h 1508743"/>
                <a:gd name="connsiteX2" fmla="*/ 893287 w 893287"/>
                <a:gd name="connsiteY2" fmla="*/ 1358554 h 1508743"/>
                <a:gd name="connsiteX3" fmla="*/ 714181 w 893287"/>
                <a:gd name="connsiteY3" fmla="*/ 1475397 h 1508743"/>
                <a:gd name="connsiteX4" fmla="*/ 535075 w 893287"/>
                <a:gd name="connsiteY4" fmla="*/ 1358554 h 1508743"/>
                <a:gd name="connsiteX0" fmla="*/ 621309 w 979521"/>
                <a:gd name="connsiteY0" fmla="*/ 1359341 h 1509530"/>
                <a:gd name="connsiteX1" fmla="*/ 227375 w 979521"/>
                <a:gd name="connsiteY1" fmla="*/ 8606 h 1509530"/>
                <a:gd name="connsiteX2" fmla="*/ 979521 w 979521"/>
                <a:gd name="connsiteY2" fmla="*/ 1359341 h 1509530"/>
                <a:gd name="connsiteX3" fmla="*/ 800415 w 979521"/>
                <a:gd name="connsiteY3" fmla="*/ 1476184 h 1509530"/>
                <a:gd name="connsiteX4" fmla="*/ 621309 w 979521"/>
                <a:gd name="connsiteY4" fmla="*/ 1359341 h 1509530"/>
                <a:gd name="connsiteX0" fmla="*/ 567446 w 925658"/>
                <a:gd name="connsiteY0" fmla="*/ 1359341 h 1747272"/>
                <a:gd name="connsiteX1" fmla="*/ 173512 w 925658"/>
                <a:gd name="connsiteY1" fmla="*/ 8606 h 1747272"/>
                <a:gd name="connsiteX2" fmla="*/ 925658 w 925658"/>
                <a:gd name="connsiteY2" fmla="*/ 1359341 h 1747272"/>
                <a:gd name="connsiteX3" fmla="*/ 746552 w 925658"/>
                <a:gd name="connsiteY3" fmla="*/ 1476184 h 1747272"/>
                <a:gd name="connsiteX4" fmla="*/ 567446 w 925658"/>
                <a:gd name="connsiteY4" fmla="*/ 1359341 h 1747272"/>
                <a:gd name="connsiteX0" fmla="*/ 574380 w 753486"/>
                <a:gd name="connsiteY0" fmla="*/ 1467794 h 1554401"/>
                <a:gd name="connsiteX1" fmla="*/ 1340 w 753486"/>
                <a:gd name="connsiteY1" fmla="*/ 216 h 1554401"/>
                <a:gd name="connsiteX2" fmla="*/ 753486 w 753486"/>
                <a:gd name="connsiteY2" fmla="*/ 1350951 h 1554401"/>
                <a:gd name="connsiteX3" fmla="*/ 574380 w 753486"/>
                <a:gd name="connsiteY3" fmla="*/ 1467794 h 1554401"/>
                <a:gd name="connsiteX0" fmla="*/ 752146 w 752146"/>
                <a:gd name="connsiteY0" fmla="*/ 1350941 h 1350941"/>
                <a:gd name="connsiteX1" fmla="*/ 0 w 752146"/>
                <a:gd name="connsiteY1" fmla="*/ 206 h 1350941"/>
                <a:gd name="connsiteX2" fmla="*/ 752146 w 752146"/>
                <a:gd name="connsiteY2" fmla="*/ 1350941 h 1350941"/>
                <a:gd name="connsiteX0" fmla="*/ 953790 w 953790"/>
                <a:gd name="connsiteY0" fmla="*/ 1357534 h 1357534"/>
                <a:gd name="connsiteX1" fmla="*/ 201644 w 953790"/>
                <a:gd name="connsiteY1" fmla="*/ 6799 h 1357534"/>
                <a:gd name="connsiteX2" fmla="*/ 953790 w 953790"/>
                <a:gd name="connsiteY2" fmla="*/ 1357534 h 1357534"/>
                <a:gd name="connsiteX0" fmla="*/ 578383 w 578383"/>
                <a:gd name="connsiteY0" fmla="*/ 1350683 h 1350683"/>
                <a:gd name="connsiteX1" fmla="*/ 0 w 578383"/>
                <a:gd name="connsiteY1" fmla="*/ 0 h 1350683"/>
                <a:gd name="connsiteX2" fmla="*/ 578383 w 578383"/>
                <a:gd name="connsiteY2" fmla="*/ 1350683 h 1350683"/>
                <a:gd name="connsiteX0" fmla="*/ 578383 w 705306"/>
                <a:gd name="connsiteY0" fmla="*/ 1350683 h 1350683"/>
                <a:gd name="connsiteX1" fmla="*/ 0 w 705306"/>
                <a:gd name="connsiteY1" fmla="*/ 0 h 1350683"/>
                <a:gd name="connsiteX2" fmla="*/ 578383 w 705306"/>
                <a:gd name="connsiteY2" fmla="*/ 1350683 h 1350683"/>
                <a:gd name="connsiteX0" fmla="*/ 651945 w 788616"/>
                <a:gd name="connsiteY0" fmla="*/ 1354340 h 1354340"/>
                <a:gd name="connsiteX1" fmla="*/ 73562 w 788616"/>
                <a:gd name="connsiteY1" fmla="*/ 3657 h 1354340"/>
                <a:gd name="connsiteX2" fmla="*/ 651945 w 788616"/>
                <a:gd name="connsiteY2" fmla="*/ 1354340 h 1354340"/>
                <a:gd name="connsiteX0" fmla="*/ 798280 w 989981"/>
                <a:gd name="connsiteY0" fmla="*/ 1356700 h 1356700"/>
                <a:gd name="connsiteX1" fmla="*/ 219897 w 989981"/>
                <a:gd name="connsiteY1" fmla="*/ 6017 h 1356700"/>
                <a:gd name="connsiteX2" fmla="*/ 798280 w 989981"/>
                <a:gd name="connsiteY2" fmla="*/ 1356700 h 1356700"/>
                <a:gd name="connsiteX0" fmla="*/ 581392 w 603413"/>
                <a:gd name="connsiteY0" fmla="*/ 1416134 h 1417101"/>
                <a:gd name="connsiteX1" fmla="*/ 3009 w 603413"/>
                <a:gd name="connsiteY1" fmla="*/ 65451 h 1417101"/>
                <a:gd name="connsiteX2" fmla="*/ 364093 w 603413"/>
                <a:gd name="connsiteY2" fmla="*/ 335555 h 1417101"/>
                <a:gd name="connsiteX3" fmla="*/ 581392 w 603413"/>
                <a:gd name="connsiteY3" fmla="*/ 1416134 h 1417101"/>
                <a:gd name="connsiteX0" fmla="*/ 580331 w 602352"/>
                <a:gd name="connsiteY0" fmla="*/ 1418413 h 1419380"/>
                <a:gd name="connsiteX1" fmla="*/ 1948 w 602352"/>
                <a:gd name="connsiteY1" fmla="*/ 67730 h 1419380"/>
                <a:gd name="connsiteX2" fmla="*/ 363032 w 602352"/>
                <a:gd name="connsiteY2" fmla="*/ 337834 h 1419380"/>
                <a:gd name="connsiteX3" fmla="*/ 580331 w 602352"/>
                <a:gd name="connsiteY3" fmla="*/ 1418413 h 1419380"/>
                <a:gd name="connsiteX0" fmla="*/ 799696 w 821717"/>
                <a:gd name="connsiteY0" fmla="*/ 1350952 h 1351919"/>
                <a:gd name="connsiteX1" fmla="*/ 25694 w 821717"/>
                <a:gd name="connsiteY1" fmla="*/ 249486 h 1351919"/>
                <a:gd name="connsiteX2" fmla="*/ 221313 w 821717"/>
                <a:gd name="connsiteY2" fmla="*/ 269 h 1351919"/>
                <a:gd name="connsiteX3" fmla="*/ 582397 w 821717"/>
                <a:gd name="connsiteY3" fmla="*/ 270373 h 1351919"/>
                <a:gd name="connsiteX4" fmla="*/ 799696 w 821717"/>
                <a:gd name="connsiteY4" fmla="*/ 1350952 h 1351919"/>
                <a:gd name="connsiteX0" fmla="*/ 796621 w 818642"/>
                <a:gd name="connsiteY0" fmla="*/ 1350692 h 1351659"/>
                <a:gd name="connsiteX1" fmla="*/ 25956 w 818642"/>
                <a:gd name="connsiteY1" fmla="*/ 265935 h 1351659"/>
                <a:gd name="connsiteX2" fmla="*/ 218238 w 818642"/>
                <a:gd name="connsiteY2" fmla="*/ 9 h 1351659"/>
                <a:gd name="connsiteX3" fmla="*/ 579322 w 818642"/>
                <a:gd name="connsiteY3" fmla="*/ 270113 h 1351659"/>
                <a:gd name="connsiteX4" fmla="*/ 796621 w 818642"/>
                <a:gd name="connsiteY4" fmla="*/ 1350692 h 1351659"/>
                <a:gd name="connsiteX0" fmla="*/ 758306 w 780327"/>
                <a:gd name="connsiteY0" fmla="*/ 1351727 h 1352694"/>
                <a:gd name="connsiteX1" fmla="*/ 29755 w 780327"/>
                <a:gd name="connsiteY1" fmla="*/ 234236 h 1352694"/>
                <a:gd name="connsiteX2" fmla="*/ 179923 w 780327"/>
                <a:gd name="connsiteY2" fmla="*/ 1044 h 1352694"/>
                <a:gd name="connsiteX3" fmla="*/ 541007 w 780327"/>
                <a:gd name="connsiteY3" fmla="*/ 271148 h 1352694"/>
                <a:gd name="connsiteX4" fmla="*/ 758306 w 780327"/>
                <a:gd name="connsiteY4" fmla="*/ 1351727 h 1352694"/>
                <a:gd name="connsiteX0" fmla="*/ 758306 w 780327"/>
                <a:gd name="connsiteY0" fmla="*/ 1351727 h 1352694"/>
                <a:gd name="connsiteX1" fmla="*/ 29755 w 780327"/>
                <a:gd name="connsiteY1" fmla="*/ 234236 h 1352694"/>
                <a:gd name="connsiteX2" fmla="*/ 179923 w 780327"/>
                <a:gd name="connsiteY2" fmla="*/ 1044 h 1352694"/>
                <a:gd name="connsiteX3" fmla="*/ 541007 w 780327"/>
                <a:gd name="connsiteY3" fmla="*/ 271148 h 1352694"/>
                <a:gd name="connsiteX4" fmla="*/ 758306 w 780327"/>
                <a:gd name="connsiteY4" fmla="*/ 1351727 h 1352694"/>
                <a:gd name="connsiteX0" fmla="*/ 791897 w 813918"/>
                <a:gd name="connsiteY0" fmla="*/ 1350962 h 1351929"/>
                <a:gd name="connsiteX1" fmla="*/ 63346 w 813918"/>
                <a:gd name="connsiteY1" fmla="*/ 233471 h 1351929"/>
                <a:gd name="connsiteX2" fmla="*/ 213514 w 813918"/>
                <a:gd name="connsiteY2" fmla="*/ 279 h 1351929"/>
                <a:gd name="connsiteX3" fmla="*/ 574598 w 813918"/>
                <a:gd name="connsiteY3" fmla="*/ 270383 h 1351929"/>
                <a:gd name="connsiteX4" fmla="*/ 791897 w 813918"/>
                <a:gd name="connsiteY4" fmla="*/ 1350962 h 1351929"/>
                <a:gd name="connsiteX0" fmla="*/ 796174 w 818195"/>
                <a:gd name="connsiteY0" fmla="*/ 1350889 h 1351856"/>
                <a:gd name="connsiteX1" fmla="*/ 67623 w 818195"/>
                <a:gd name="connsiteY1" fmla="*/ 233398 h 1351856"/>
                <a:gd name="connsiteX2" fmla="*/ 217791 w 818195"/>
                <a:gd name="connsiteY2" fmla="*/ 206 h 1351856"/>
                <a:gd name="connsiteX3" fmla="*/ 578875 w 818195"/>
                <a:gd name="connsiteY3" fmla="*/ 270310 h 1351856"/>
                <a:gd name="connsiteX4" fmla="*/ 796174 w 818195"/>
                <a:gd name="connsiteY4" fmla="*/ 1350889 h 1351856"/>
                <a:gd name="connsiteX0" fmla="*/ 796174 w 918536"/>
                <a:gd name="connsiteY0" fmla="*/ 1350889 h 1350889"/>
                <a:gd name="connsiteX1" fmla="*/ 67623 w 918536"/>
                <a:gd name="connsiteY1" fmla="*/ 233398 h 1350889"/>
                <a:gd name="connsiteX2" fmla="*/ 217791 w 918536"/>
                <a:gd name="connsiteY2" fmla="*/ 206 h 1350889"/>
                <a:gd name="connsiteX3" fmla="*/ 578875 w 918536"/>
                <a:gd name="connsiteY3" fmla="*/ 270310 h 1350889"/>
                <a:gd name="connsiteX4" fmla="*/ 796174 w 918536"/>
                <a:gd name="connsiteY4" fmla="*/ 1350889 h 1350889"/>
                <a:gd name="connsiteX0" fmla="*/ 796174 w 918536"/>
                <a:gd name="connsiteY0" fmla="*/ 1350889 h 1351819"/>
                <a:gd name="connsiteX1" fmla="*/ 67623 w 918536"/>
                <a:gd name="connsiteY1" fmla="*/ 233398 h 1351819"/>
                <a:gd name="connsiteX2" fmla="*/ 217791 w 918536"/>
                <a:gd name="connsiteY2" fmla="*/ 206 h 1351819"/>
                <a:gd name="connsiteX3" fmla="*/ 578875 w 918536"/>
                <a:gd name="connsiteY3" fmla="*/ 270310 h 1351819"/>
                <a:gd name="connsiteX4" fmla="*/ 796174 w 918536"/>
                <a:gd name="connsiteY4" fmla="*/ 1350889 h 1351819"/>
                <a:gd name="connsiteX0" fmla="*/ 796174 w 918536"/>
                <a:gd name="connsiteY0" fmla="*/ 1350889 h 1352024"/>
                <a:gd name="connsiteX1" fmla="*/ 67623 w 918536"/>
                <a:gd name="connsiteY1" fmla="*/ 233398 h 1352024"/>
                <a:gd name="connsiteX2" fmla="*/ 217791 w 918536"/>
                <a:gd name="connsiteY2" fmla="*/ 206 h 1352024"/>
                <a:gd name="connsiteX3" fmla="*/ 578875 w 918536"/>
                <a:gd name="connsiteY3" fmla="*/ 270310 h 1352024"/>
                <a:gd name="connsiteX4" fmla="*/ 796174 w 918536"/>
                <a:gd name="connsiteY4" fmla="*/ 1350889 h 1352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536" h="1352024">
                  <a:moveTo>
                    <a:pt x="796174" y="1350889"/>
                  </a:moveTo>
                  <a:cubicBezTo>
                    <a:pt x="690346" y="1386500"/>
                    <a:pt x="746756" y="574978"/>
                    <a:pt x="67623" y="233398"/>
                  </a:cubicBezTo>
                  <a:cubicBezTo>
                    <a:pt x="-119701" y="127216"/>
                    <a:pt x="132582" y="-5946"/>
                    <a:pt x="217791" y="206"/>
                  </a:cubicBezTo>
                  <a:cubicBezTo>
                    <a:pt x="303000" y="6358"/>
                    <a:pt x="663597" y="29880"/>
                    <a:pt x="578875" y="270310"/>
                  </a:cubicBezTo>
                  <a:cubicBezTo>
                    <a:pt x="675272" y="495424"/>
                    <a:pt x="1134059" y="970940"/>
                    <a:pt x="796174" y="1350889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03CA1DC-8F3F-2D3B-6F9B-A0AD574F8466}"/>
                </a:ext>
              </a:extLst>
            </p:cNvPr>
            <p:cNvSpPr/>
            <p:nvPr/>
          </p:nvSpPr>
          <p:spPr>
            <a:xfrm rot="2582464">
              <a:off x="4950096" y="2668837"/>
              <a:ext cx="340774" cy="22826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D3D39C4F-1273-8EDC-4A4F-6BBF4D1089A4}"/>
                </a:ext>
              </a:extLst>
            </p:cNvPr>
            <p:cNvSpPr/>
            <p:nvPr/>
          </p:nvSpPr>
          <p:spPr>
            <a:xfrm rot="17374230" flipH="1">
              <a:off x="5226750" y="753140"/>
              <a:ext cx="914400" cy="914400"/>
            </a:xfrm>
            <a:prstGeom prst="arc">
              <a:avLst>
                <a:gd name="adj1" fmla="val 19625685"/>
                <a:gd name="adj2" fmla="val 411105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56">
              <a:extLst>
                <a:ext uri="{FF2B5EF4-FFF2-40B4-BE49-F238E27FC236}">
                  <a16:creationId xmlns:a16="http://schemas.microsoft.com/office/drawing/2014/main" id="{D81CB609-6C5E-48A9-0066-A6E9781A188C}"/>
                </a:ext>
              </a:extLst>
            </p:cNvPr>
            <p:cNvSpPr/>
            <p:nvPr/>
          </p:nvSpPr>
          <p:spPr>
            <a:xfrm rot="10800000" flipH="1">
              <a:off x="2953268" y="1004752"/>
              <a:ext cx="2252152" cy="1434853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  <a:gd name="connsiteX0" fmla="*/ 0 w 661806"/>
                <a:gd name="connsiteY0" fmla="*/ 257129 h 302509"/>
                <a:gd name="connsiteX1" fmla="*/ 661806 w 661806"/>
                <a:gd name="connsiteY1" fmla="*/ 54720 h 302509"/>
                <a:gd name="connsiteX2" fmla="*/ 0 w 661806"/>
                <a:gd name="connsiteY2" fmla="*/ 257129 h 302509"/>
                <a:gd name="connsiteX0" fmla="*/ 0 w 640147"/>
                <a:gd name="connsiteY0" fmla="*/ 208807 h 291769"/>
                <a:gd name="connsiteX1" fmla="*/ 640147 w 640147"/>
                <a:gd name="connsiteY1" fmla="*/ 96016 h 291769"/>
                <a:gd name="connsiteX2" fmla="*/ 0 w 640147"/>
                <a:gd name="connsiteY2" fmla="*/ 208807 h 291769"/>
                <a:gd name="connsiteX0" fmla="*/ 0 w 640147"/>
                <a:gd name="connsiteY0" fmla="*/ 312593 h 395555"/>
                <a:gd name="connsiteX1" fmla="*/ 640147 w 640147"/>
                <a:gd name="connsiteY1" fmla="*/ 199802 h 395555"/>
                <a:gd name="connsiteX2" fmla="*/ 0 w 640147"/>
                <a:gd name="connsiteY2" fmla="*/ 312593 h 395555"/>
                <a:gd name="connsiteX0" fmla="*/ 0 w 640147"/>
                <a:gd name="connsiteY0" fmla="*/ 315528 h 398490"/>
                <a:gd name="connsiteX1" fmla="*/ 640147 w 640147"/>
                <a:gd name="connsiteY1" fmla="*/ 202737 h 398490"/>
                <a:gd name="connsiteX2" fmla="*/ 0 w 640147"/>
                <a:gd name="connsiteY2" fmla="*/ 315528 h 398490"/>
                <a:gd name="connsiteX0" fmla="*/ 0 w 640147"/>
                <a:gd name="connsiteY0" fmla="*/ 315528 h 333312"/>
                <a:gd name="connsiteX1" fmla="*/ 640147 w 640147"/>
                <a:gd name="connsiteY1" fmla="*/ 202737 h 333312"/>
                <a:gd name="connsiteX2" fmla="*/ 0 w 640147"/>
                <a:gd name="connsiteY2" fmla="*/ 315528 h 333312"/>
                <a:gd name="connsiteX0" fmla="*/ 0 w 640147"/>
                <a:gd name="connsiteY0" fmla="*/ 316521 h 334305"/>
                <a:gd name="connsiteX1" fmla="*/ 640147 w 640147"/>
                <a:gd name="connsiteY1" fmla="*/ 203730 h 334305"/>
                <a:gd name="connsiteX2" fmla="*/ 0 w 640147"/>
                <a:gd name="connsiteY2" fmla="*/ 316521 h 334305"/>
                <a:gd name="connsiteX0" fmla="*/ 0 w 640147"/>
                <a:gd name="connsiteY0" fmla="*/ 316521 h 355267"/>
                <a:gd name="connsiteX1" fmla="*/ 640147 w 640147"/>
                <a:gd name="connsiteY1" fmla="*/ 203730 h 355267"/>
                <a:gd name="connsiteX2" fmla="*/ 0 w 640147"/>
                <a:gd name="connsiteY2" fmla="*/ 316521 h 35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0147" h="355267">
                  <a:moveTo>
                    <a:pt x="0" y="316521"/>
                  </a:moveTo>
                  <a:cubicBezTo>
                    <a:pt x="174145" y="-33382"/>
                    <a:pt x="622463" y="-124842"/>
                    <a:pt x="640147" y="203730"/>
                  </a:cubicBezTo>
                  <a:cubicBezTo>
                    <a:pt x="466422" y="557068"/>
                    <a:pt x="388823" y="160130"/>
                    <a:pt x="0" y="31652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56">
              <a:extLst>
                <a:ext uri="{FF2B5EF4-FFF2-40B4-BE49-F238E27FC236}">
                  <a16:creationId xmlns:a16="http://schemas.microsoft.com/office/drawing/2014/main" id="{00E27935-E9C4-4A0A-C061-89014A3CF33D}"/>
                </a:ext>
              </a:extLst>
            </p:cNvPr>
            <p:cNvSpPr/>
            <p:nvPr/>
          </p:nvSpPr>
          <p:spPr>
            <a:xfrm rot="10800000">
              <a:off x="5646879" y="2139574"/>
              <a:ext cx="1053763" cy="2475556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  <a:gd name="connsiteX0" fmla="*/ 0 w 661806"/>
                <a:gd name="connsiteY0" fmla="*/ 257129 h 302509"/>
                <a:gd name="connsiteX1" fmla="*/ 661806 w 661806"/>
                <a:gd name="connsiteY1" fmla="*/ 54720 h 302509"/>
                <a:gd name="connsiteX2" fmla="*/ 0 w 661806"/>
                <a:gd name="connsiteY2" fmla="*/ 257129 h 302509"/>
                <a:gd name="connsiteX0" fmla="*/ 0 w 640147"/>
                <a:gd name="connsiteY0" fmla="*/ 208807 h 291769"/>
                <a:gd name="connsiteX1" fmla="*/ 640147 w 640147"/>
                <a:gd name="connsiteY1" fmla="*/ 96016 h 291769"/>
                <a:gd name="connsiteX2" fmla="*/ 0 w 640147"/>
                <a:gd name="connsiteY2" fmla="*/ 208807 h 291769"/>
                <a:gd name="connsiteX0" fmla="*/ 0 w 640147"/>
                <a:gd name="connsiteY0" fmla="*/ 312593 h 395555"/>
                <a:gd name="connsiteX1" fmla="*/ 640147 w 640147"/>
                <a:gd name="connsiteY1" fmla="*/ 199802 h 395555"/>
                <a:gd name="connsiteX2" fmla="*/ 0 w 640147"/>
                <a:gd name="connsiteY2" fmla="*/ 312593 h 395555"/>
                <a:gd name="connsiteX0" fmla="*/ 0 w 640147"/>
                <a:gd name="connsiteY0" fmla="*/ 315528 h 398490"/>
                <a:gd name="connsiteX1" fmla="*/ 640147 w 640147"/>
                <a:gd name="connsiteY1" fmla="*/ 202737 h 398490"/>
                <a:gd name="connsiteX2" fmla="*/ 0 w 640147"/>
                <a:gd name="connsiteY2" fmla="*/ 315528 h 398490"/>
                <a:gd name="connsiteX0" fmla="*/ 0 w 640147"/>
                <a:gd name="connsiteY0" fmla="*/ 315528 h 333312"/>
                <a:gd name="connsiteX1" fmla="*/ 640147 w 640147"/>
                <a:gd name="connsiteY1" fmla="*/ 202737 h 333312"/>
                <a:gd name="connsiteX2" fmla="*/ 0 w 640147"/>
                <a:gd name="connsiteY2" fmla="*/ 315528 h 333312"/>
                <a:gd name="connsiteX0" fmla="*/ 0 w 640147"/>
                <a:gd name="connsiteY0" fmla="*/ 316521 h 334305"/>
                <a:gd name="connsiteX1" fmla="*/ 640147 w 640147"/>
                <a:gd name="connsiteY1" fmla="*/ 203730 h 334305"/>
                <a:gd name="connsiteX2" fmla="*/ 0 w 640147"/>
                <a:gd name="connsiteY2" fmla="*/ 316521 h 334305"/>
                <a:gd name="connsiteX0" fmla="*/ 0 w 640147"/>
                <a:gd name="connsiteY0" fmla="*/ 316521 h 355267"/>
                <a:gd name="connsiteX1" fmla="*/ 640147 w 640147"/>
                <a:gd name="connsiteY1" fmla="*/ 203730 h 355267"/>
                <a:gd name="connsiteX2" fmla="*/ 0 w 640147"/>
                <a:gd name="connsiteY2" fmla="*/ 316521 h 355267"/>
                <a:gd name="connsiteX0" fmla="*/ 0 w 263823"/>
                <a:gd name="connsiteY0" fmla="*/ 126758 h 636499"/>
                <a:gd name="connsiteX1" fmla="*/ 263823 w 263823"/>
                <a:gd name="connsiteY1" fmla="*/ 556393 h 636499"/>
                <a:gd name="connsiteX2" fmla="*/ 0 w 263823"/>
                <a:gd name="connsiteY2" fmla="*/ 126758 h 636499"/>
                <a:gd name="connsiteX0" fmla="*/ 73916 w 337739"/>
                <a:gd name="connsiteY0" fmla="*/ 126758 h 653918"/>
                <a:gd name="connsiteX1" fmla="*/ 337739 w 337739"/>
                <a:gd name="connsiteY1" fmla="*/ 556393 h 653918"/>
                <a:gd name="connsiteX2" fmla="*/ 73916 w 337739"/>
                <a:gd name="connsiteY2" fmla="*/ 126758 h 653918"/>
                <a:gd name="connsiteX0" fmla="*/ 109962 w 216617"/>
                <a:gd name="connsiteY0" fmla="*/ 115120 h 712864"/>
                <a:gd name="connsiteX1" fmla="*/ 205928 w 216617"/>
                <a:gd name="connsiteY1" fmla="*/ 622581 h 712864"/>
                <a:gd name="connsiteX2" fmla="*/ 109962 w 216617"/>
                <a:gd name="connsiteY2" fmla="*/ 115120 h 712864"/>
                <a:gd name="connsiteX0" fmla="*/ 220302 w 326957"/>
                <a:gd name="connsiteY0" fmla="*/ 115120 h 722623"/>
                <a:gd name="connsiteX1" fmla="*/ 316268 w 326957"/>
                <a:gd name="connsiteY1" fmla="*/ 622581 h 722623"/>
                <a:gd name="connsiteX2" fmla="*/ 220302 w 326957"/>
                <a:gd name="connsiteY2" fmla="*/ 115120 h 722623"/>
                <a:gd name="connsiteX0" fmla="*/ 218047 w 328931"/>
                <a:gd name="connsiteY0" fmla="*/ 115443 h 720834"/>
                <a:gd name="connsiteX1" fmla="*/ 322135 w 328931"/>
                <a:gd name="connsiteY1" fmla="*/ 620546 h 720834"/>
                <a:gd name="connsiteX2" fmla="*/ 218047 w 328931"/>
                <a:gd name="connsiteY2" fmla="*/ 115443 h 720834"/>
                <a:gd name="connsiteX0" fmla="*/ 225733 w 323693"/>
                <a:gd name="connsiteY0" fmla="*/ 115443 h 720834"/>
                <a:gd name="connsiteX1" fmla="*/ 302748 w 323693"/>
                <a:gd name="connsiteY1" fmla="*/ 620546 h 720834"/>
                <a:gd name="connsiteX2" fmla="*/ 225733 w 323693"/>
                <a:gd name="connsiteY2" fmla="*/ 115443 h 720834"/>
                <a:gd name="connsiteX0" fmla="*/ 217259 w 315219"/>
                <a:gd name="connsiteY0" fmla="*/ 115443 h 719927"/>
                <a:gd name="connsiteX1" fmla="*/ 294274 w 315219"/>
                <a:gd name="connsiteY1" fmla="*/ 620546 h 719927"/>
                <a:gd name="connsiteX2" fmla="*/ 217259 w 315219"/>
                <a:gd name="connsiteY2" fmla="*/ 115443 h 719927"/>
                <a:gd name="connsiteX0" fmla="*/ 217259 w 294274"/>
                <a:gd name="connsiteY0" fmla="*/ 0 h 604484"/>
                <a:gd name="connsiteX1" fmla="*/ 294274 w 294274"/>
                <a:gd name="connsiteY1" fmla="*/ 505103 h 604484"/>
                <a:gd name="connsiteX2" fmla="*/ 217259 w 294274"/>
                <a:gd name="connsiteY2" fmla="*/ 0 h 604484"/>
                <a:gd name="connsiteX0" fmla="*/ 217259 w 294274"/>
                <a:gd name="connsiteY0" fmla="*/ 0 h 604484"/>
                <a:gd name="connsiteX1" fmla="*/ 294274 w 294274"/>
                <a:gd name="connsiteY1" fmla="*/ 505103 h 604484"/>
                <a:gd name="connsiteX2" fmla="*/ 217259 w 294274"/>
                <a:gd name="connsiteY2" fmla="*/ 0 h 604484"/>
                <a:gd name="connsiteX0" fmla="*/ 215284 w 299519"/>
                <a:gd name="connsiteY0" fmla="*/ 0 h 612943"/>
                <a:gd name="connsiteX1" fmla="*/ 299519 w 299519"/>
                <a:gd name="connsiteY1" fmla="*/ 514537 h 612943"/>
                <a:gd name="connsiteX2" fmla="*/ 215284 w 299519"/>
                <a:gd name="connsiteY2" fmla="*/ 0 h 612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9519" h="612943">
                  <a:moveTo>
                    <a:pt x="215284" y="0"/>
                  </a:moveTo>
                  <a:cubicBezTo>
                    <a:pt x="6788" y="345031"/>
                    <a:pt x="216858" y="292878"/>
                    <a:pt x="299519" y="514537"/>
                  </a:cubicBezTo>
                  <a:cubicBezTo>
                    <a:pt x="160990" y="865517"/>
                    <a:pt x="-248713" y="178498"/>
                    <a:pt x="215284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10E0A9E-292B-DEB3-BC60-2FE9B016C2F9}"/>
                </a:ext>
              </a:extLst>
            </p:cNvPr>
            <p:cNvSpPr/>
            <p:nvPr/>
          </p:nvSpPr>
          <p:spPr>
            <a:xfrm>
              <a:off x="6178333" y="3387999"/>
              <a:ext cx="330041" cy="787477"/>
            </a:xfrm>
            <a:custGeom>
              <a:avLst/>
              <a:gdLst>
                <a:gd name="connsiteX0" fmla="*/ 0 w 257344"/>
                <a:gd name="connsiteY0" fmla="*/ 0 h 787400"/>
                <a:gd name="connsiteX1" fmla="*/ 228600 w 257344"/>
                <a:gd name="connsiteY1" fmla="*/ 368300 h 787400"/>
                <a:gd name="connsiteX2" fmla="*/ 254000 w 257344"/>
                <a:gd name="connsiteY2" fmla="*/ 584200 h 787400"/>
                <a:gd name="connsiteX3" fmla="*/ 228600 w 257344"/>
                <a:gd name="connsiteY3" fmla="*/ 787400 h 787400"/>
                <a:gd name="connsiteX4" fmla="*/ 228600 w 257344"/>
                <a:gd name="connsiteY4" fmla="*/ 787400 h 787400"/>
                <a:gd name="connsiteX0" fmla="*/ 0 w 254000"/>
                <a:gd name="connsiteY0" fmla="*/ 0 h 787400"/>
                <a:gd name="connsiteX1" fmla="*/ 254000 w 254000"/>
                <a:gd name="connsiteY1" fmla="*/ 584200 h 787400"/>
                <a:gd name="connsiteX2" fmla="*/ 228600 w 254000"/>
                <a:gd name="connsiteY2" fmla="*/ 787400 h 787400"/>
                <a:gd name="connsiteX3" fmla="*/ 228600 w 254000"/>
                <a:gd name="connsiteY3" fmla="*/ 787400 h 787400"/>
                <a:gd name="connsiteX0" fmla="*/ 0 w 228600"/>
                <a:gd name="connsiteY0" fmla="*/ 0 h 787400"/>
                <a:gd name="connsiteX1" fmla="*/ 228600 w 228600"/>
                <a:gd name="connsiteY1" fmla="*/ 787400 h 787400"/>
                <a:gd name="connsiteX2" fmla="*/ 228600 w 228600"/>
                <a:gd name="connsiteY2" fmla="*/ 787400 h 787400"/>
                <a:gd name="connsiteX0" fmla="*/ 0 w 251167"/>
                <a:gd name="connsiteY0" fmla="*/ 0 h 787400"/>
                <a:gd name="connsiteX1" fmla="*/ 228600 w 251167"/>
                <a:gd name="connsiteY1" fmla="*/ 787400 h 787400"/>
                <a:gd name="connsiteX2" fmla="*/ 228600 w 251167"/>
                <a:gd name="connsiteY2" fmla="*/ 787400 h 787400"/>
                <a:gd name="connsiteX0" fmla="*/ 0 w 250182"/>
                <a:gd name="connsiteY0" fmla="*/ 0 h 787400"/>
                <a:gd name="connsiteX1" fmla="*/ 228600 w 250182"/>
                <a:gd name="connsiteY1" fmla="*/ 787400 h 787400"/>
                <a:gd name="connsiteX2" fmla="*/ 228600 w 250182"/>
                <a:gd name="connsiteY2" fmla="*/ 787400 h 787400"/>
                <a:gd name="connsiteX0" fmla="*/ 0 w 265846"/>
                <a:gd name="connsiteY0" fmla="*/ 0 h 775494"/>
                <a:gd name="connsiteX1" fmla="*/ 245269 w 265846"/>
                <a:gd name="connsiteY1" fmla="*/ 775494 h 775494"/>
                <a:gd name="connsiteX2" fmla="*/ 245269 w 265846"/>
                <a:gd name="connsiteY2" fmla="*/ 775494 h 775494"/>
                <a:gd name="connsiteX0" fmla="*/ 0 w 270338"/>
                <a:gd name="connsiteY0" fmla="*/ 0 h 773113"/>
                <a:gd name="connsiteX1" fmla="*/ 250031 w 270338"/>
                <a:gd name="connsiteY1" fmla="*/ 773113 h 773113"/>
                <a:gd name="connsiteX2" fmla="*/ 250031 w 270338"/>
                <a:gd name="connsiteY2" fmla="*/ 773113 h 773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338" h="773113">
                  <a:moveTo>
                    <a:pt x="0" y="0"/>
                  </a:moveTo>
                  <a:cubicBezTo>
                    <a:pt x="60325" y="106892"/>
                    <a:pt x="348456" y="310621"/>
                    <a:pt x="250031" y="773113"/>
                  </a:cubicBezTo>
                  <a:lnTo>
                    <a:pt x="250031" y="773113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031DBB2A-B51F-8CE5-2A5F-2EDE30B6800D}"/>
                </a:ext>
              </a:extLst>
            </p:cNvPr>
            <p:cNvSpPr/>
            <p:nvPr/>
          </p:nvSpPr>
          <p:spPr>
            <a:xfrm rot="17374230" flipH="1">
              <a:off x="4977609" y="2081078"/>
              <a:ext cx="845585" cy="845585"/>
            </a:xfrm>
            <a:prstGeom prst="arc">
              <a:avLst>
                <a:gd name="adj1" fmla="val 19625685"/>
                <a:gd name="adj2" fmla="val 20508898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33FE906-5C4E-CF3E-7554-F0C355D3040D}"/>
                </a:ext>
              </a:extLst>
            </p:cNvPr>
            <p:cNvSpPr/>
            <p:nvPr/>
          </p:nvSpPr>
          <p:spPr>
            <a:xfrm rot="2582464">
              <a:off x="5122328" y="2649856"/>
              <a:ext cx="138704" cy="128079"/>
            </a:xfrm>
            <a:prstGeom prst="ellipse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304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ADD18D1-9A91-B11C-8108-286DC266F333}"/>
              </a:ext>
            </a:extLst>
          </p:cNvPr>
          <p:cNvGrpSpPr/>
          <p:nvPr/>
        </p:nvGrpSpPr>
        <p:grpSpPr>
          <a:xfrm>
            <a:off x="4771651" y="1539168"/>
            <a:ext cx="4335814" cy="4678305"/>
            <a:chOff x="4771651" y="1539168"/>
            <a:chExt cx="4335814" cy="4678305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4ABECC1-0143-C05E-51CC-BD5B12E9838A}"/>
                </a:ext>
              </a:extLst>
            </p:cNvPr>
            <p:cNvSpPr/>
            <p:nvPr/>
          </p:nvSpPr>
          <p:spPr>
            <a:xfrm rot="561313" flipH="1">
              <a:off x="4771651" y="1881661"/>
              <a:ext cx="4335814" cy="4335812"/>
            </a:xfrm>
            <a:prstGeom prst="ellipse">
              <a:avLst/>
            </a:prstGeom>
            <a:solidFill>
              <a:srgbClr val="4472C4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56">
              <a:extLst>
                <a:ext uri="{FF2B5EF4-FFF2-40B4-BE49-F238E27FC236}">
                  <a16:creationId xmlns:a16="http://schemas.microsoft.com/office/drawing/2014/main" id="{5B8A6CEC-A1BD-25D7-0477-911816BB1D06}"/>
                </a:ext>
              </a:extLst>
            </p:cNvPr>
            <p:cNvSpPr/>
            <p:nvPr/>
          </p:nvSpPr>
          <p:spPr>
            <a:xfrm rot="14352869">
              <a:off x="5575246" y="1865693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56">
              <a:extLst>
                <a:ext uri="{FF2B5EF4-FFF2-40B4-BE49-F238E27FC236}">
                  <a16:creationId xmlns:a16="http://schemas.microsoft.com/office/drawing/2014/main" id="{B3A42887-21D5-BB2C-6030-EC8D7FF70EA0}"/>
                </a:ext>
              </a:extLst>
            </p:cNvPr>
            <p:cNvSpPr/>
            <p:nvPr/>
          </p:nvSpPr>
          <p:spPr>
            <a:xfrm rot="16515860">
              <a:off x="5789678" y="1765026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56">
              <a:extLst>
                <a:ext uri="{FF2B5EF4-FFF2-40B4-BE49-F238E27FC236}">
                  <a16:creationId xmlns:a16="http://schemas.microsoft.com/office/drawing/2014/main" id="{67AEAFD4-4F99-B645-E90C-C3C696AC24E7}"/>
                </a:ext>
              </a:extLst>
            </p:cNvPr>
            <p:cNvSpPr/>
            <p:nvPr/>
          </p:nvSpPr>
          <p:spPr>
            <a:xfrm rot="17279563">
              <a:off x="5937768" y="1747581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01DAC387-58B2-1048-8595-1C790ADA0CA0}"/>
                </a:ext>
              </a:extLst>
            </p:cNvPr>
            <p:cNvSpPr/>
            <p:nvPr/>
          </p:nvSpPr>
          <p:spPr>
            <a:xfrm rot="17279563">
              <a:off x="6075578" y="1726087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56">
              <a:extLst>
                <a:ext uri="{FF2B5EF4-FFF2-40B4-BE49-F238E27FC236}">
                  <a16:creationId xmlns:a16="http://schemas.microsoft.com/office/drawing/2014/main" id="{CD116192-1B9E-0C5E-CB0D-C119D839F5E4}"/>
                </a:ext>
              </a:extLst>
            </p:cNvPr>
            <p:cNvSpPr/>
            <p:nvPr/>
          </p:nvSpPr>
          <p:spPr>
            <a:xfrm rot="17279563">
              <a:off x="6221773" y="1727004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ctangle 56">
              <a:extLst>
                <a:ext uri="{FF2B5EF4-FFF2-40B4-BE49-F238E27FC236}">
                  <a16:creationId xmlns:a16="http://schemas.microsoft.com/office/drawing/2014/main" id="{118A0615-CC6E-6B6C-C78B-72E1C5280AA1}"/>
                </a:ext>
              </a:extLst>
            </p:cNvPr>
            <p:cNvSpPr/>
            <p:nvPr/>
          </p:nvSpPr>
          <p:spPr>
            <a:xfrm rot="4635665">
              <a:off x="5502400" y="2074173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" name="Rectangle 56">
              <a:extLst>
                <a:ext uri="{FF2B5EF4-FFF2-40B4-BE49-F238E27FC236}">
                  <a16:creationId xmlns:a16="http://schemas.microsoft.com/office/drawing/2014/main" id="{3CA0C0DB-1A69-023F-15EA-220B590C9AE1}"/>
                </a:ext>
              </a:extLst>
            </p:cNvPr>
            <p:cNvSpPr/>
            <p:nvPr/>
          </p:nvSpPr>
          <p:spPr>
            <a:xfrm rot="17505706">
              <a:off x="6336373" y="1749868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56">
              <a:extLst>
                <a:ext uri="{FF2B5EF4-FFF2-40B4-BE49-F238E27FC236}">
                  <a16:creationId xmlns:a16="http://schemas.microsoft.com/office/drawing/2014/main" id="{F90EA495-21BC-1F1B-3053-C33EF97F0773}"/>
                </a:ext>
              </a:extLst>
            </p:cNvPr>
            <p:cNvSpPr/>
            <p:nvPr/>
          </p:nvSpPr>
          <p:spPr>
            <a:xfrm rot="17279563">
              <a:off x="6484463" y="1732423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56">
              <a:extLst>
                <a:ext uri="{FF2B5EF4-FFF2-40B4-BE49-F238E27FC236}">
                  <a16:creationId xmlns:a16="http://schemas.microsoft.com/office/drawing/2014/main" id="{99291D29-5804-9BA9-6FBF-A6250C52A897}"/>
                </a:ext>
              </a:extLst>
            </p:cNvPr>
            <p:cNvSpPr/>
            <p:nvPr/>
          </p:nvSpPr>
          <p:spPr>
            <a:xfrm rot="17279563">
              <a:off x="6622273" y="1710929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56">
              <a:extLst>
                <a:ext uri="{FF2B5EF4-FFF2-40B4-BE49-F238E27FC236}">
                  <a16:creationId xmlns:a16="http://schemas.microsoft.com/office/drawing/2014/main" id="{5BA94B0F-D5D2-095B-A550-B5C7F791A3C3}"/>
                </a:ext>
              </a:extLst>
            </p:cNvPr>
            <p:cNvSpPr/>
            <p:nvPr/>
          </p:nvSpPr>
          <p:spPr>
            <a:xfrm rot="17279563">
              <a:off x="6768473" y="1711847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6">
              <a:extLst>
                <a:ext uri="{FF2B5EF4-FFF2-40B4-BE49-F238E27FC236}">
                  <a16:creationId xmlns:a16="http://schemas.microsoft.com/office/drawing/2014/main" id="{60F90809-D23A-10D2-499D-6B91223E6CC1}"/>
                </a:ext>
              </a:extLst>
            </p:cNvPr>
            <p:cNvSpPr/>
            <p:nvPr/>
          </p:nvSpPr>
          <p:spPr>
            <a:xfrm rot="17505706">
              <a:off x="6907387" y="1763460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56">
              <a:extLst>
                <a:ext uri="{FF2B5EF4-FFF2-40B4-BE49-F238E27FC236}">
                  <a16:creationId xmlns:a16="http://schemas.microsoft.com/office/drawing/2014/main" id="{AAEADFFD-E41E-4A8D-4C6A-5F5CB0835D4F}"/>
                </a:ext>
              </a:extLst>
            </p:cNvPr>
            <p:cNvSpPr/>
            <p:nvPr/>
          </p:nvSpPr>
          <p:spPr>
            <a:xfrm rot="17279563">
              <a:off x="7055477" y="1746015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56">
              <a:extLst>
                <a:ext uri="{FF2B5EF4-FFF2-40B4-BE49-F238E27FC236}">
                  <a16:creationId xmlns:a16="http://schemas.microsoft.com/office/drawing/2014/main" id="{D5E5A9C6-0B67-938B-25E9-4FED742C59C6}"/>
                </a:ext>
              </a:extLst>
            </p:cNvPr>
            <p:cNvSpPr/>
            <p:nvPr/>
          </p:nvSpPr>
          <p:spPr>
            <a:xfrm rot="17279563">
              <a:off x="7193287" y="1724521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56">
              <a:extLst>
                <a:ext uri="{FF2B5EF4-FFF2-40B4-BE49-F238E27FC236}">
                  <a16:creationId xmlns:a16="http://schemas.microsoft.com/office/drawing/2014/main" id="{C63F0564-BB64-CA35-6F8D-2EC8ACEEAF44}"/>
                </a:ext>
              </a:extLst>
            </p:cNvPr>
            <p:cNvSpPr/>
            <p:nvPr/>
          </p:nvSpPr>
          <p:spPr>
            <a:xfrm rot="18786310">
              <a:off x="7339486" y="1725439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56">
              <a:extLst>
                <a:ext uri="{FF2B5EF4-FFF2-40B4-BE49-F238E27FC236}">
                  <a16:creationId xmlns:a16="http://schemas.microsoft.com/office/drawing/2014/main" id="{6A001A99-0AC0-0638-02EB-0F2D05C38758}"/>
                </a:ext>
              </a:extLst>
            </p:cNvPr>
            <p:cNvSpPr/>
            <p:nvPr/>
          </p:nvSpPr>
          <p:spPr>
            <a:xfrm rot="19302491">
              <a:off x="7273715" y="2009155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56">
              <a:extLst>
                <a:ext uri="{FF2B5EF4-FFF2-40B4-BE49-F238E27FC236}">
                  <a16:creationId xmlns:a16="http://schemas.microsoft.com/office/drawing/2014/main" id="{4394FB62-A1E5-5281-D390-B80CE06DA2B4}"/>
                </a:ext>
              </a:extLst>
            </p:cNvPr>
            <p:cNvSpPr/>
            <p:nvPr/>
          </p:nvSpPr>
          <p:spPr>
            <a:xfrm rot="19992294">
              <a:off x="7187999" y="2137606"/>
              <a:ext cx="640083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56">
              <a:extLst>
                <a:ext uri="{FF2B5EF4-FFF2-40B4-BE49-F238E27FC236}">
                  <a16:creationId xmlns:a16="http://schemas.microsoft.com/office/drawing/2014/main" id="{3F7F3D83-2773-9AB6-3BF2-C498D3A7D1D7}"/>
                </a:ext>
              </a:extLst>
            </p:cNvPr>
            <p:cNvSpPr/>
            <p:nvPr/>
          </p:nvSpPr>
          <p:spPr>
            <a:xfrm rot="5758786">
              <a:off x="5619759" y="2180086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56">
              <a:extLst>
                <a:ext uri="{FF2B5EF4-FFF2-40B4-BE49-F238E27FC236}">
                  <a16:creationId xmlns:a16="http://schemas.microsoft.com/office/drawing/2014/main" id="{A7B18FF8-69A3-8B6E-F98A-46E7D1632A17}"/>
                </a:ext>
              </a:extLst>
            </p:cNvPr>
            <p:cNvSpPr/>
            <p:nvPr/>
          </p:nvSpPr>
          <p:spPr>
            <a:xfrm rot="5758786">
              <a:off x="5829479" y="2169887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angle 56">
              <a:extLst>
                <a:ext uri="{FF2B5EF4-FFF2-40B4-BE49-F238E27FC236}">
                  <a16:creationId xmlns:a16="http://schemas.microsoft.com/office/drawing/2014/main" id="{319E3411-63EE-DC8E-B436-0983DD651077}"/>
                </a:ext>
              </a:extLst>
            </p:cNvPr>
            <p:cNvSpPr/>
            <p:nvPr/>
          </p:nvSpPr>
          <p:spPr>
            <a:xfrm rot="5758786">
              <a:off x="5980953" y="2166584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56">
              <a:extLst>
                <a:ext uri="{FF2B5EF4-FFF2-40B4-BE49-F238E27FC236}">
                  <a16:creationId xmlns:a16="http://schemas.microsoft.com/office/drawing/2014/main" id="{DFE5B150-ECD5-A63E-4702-F284EC831CC0}"/>
                </a:ext>
              </a:extLst>
            </p:cNvPr>
            <p:cNvSpPr/>
            <p:nvPr/>
          </p:nvSpPr>
          <p:spPr>
            <a:xfrm rot="5758786">
              <a:off x="6190674" y="2156385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56">
              <a:extLst>
                <a:ext uri="{FF2B5EF4-FFF2-40B4-BE49-F238E27FC236}">
                  <a16:creationId xmlns:a16="http://schemas.microsoft.com/office/drawing/2014/main" id="{0646E787-A393-BFFD-7048-6314F2259AA0}"/>
                </a:ext>
              </a:extLst>
            </p:cNvPr>
            <p:cNvSpPr/>
            <p:nvPr/>
          </p:nvSpPr>
          <p:spPr>
            <a:xfrm rot="5028789">
              <a:off x="6392980" y="2138097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56">
              <a:extLst>
                <a:ext uri="{FF2B5EF4-FFF2-40B4-BE49-F238E27FC236}">
                  <a16:creationId xmlns:a16="http://schemas.microsoft.com/office/drawing/2014/main" id="{7ACE84A3-B03C-ECE5-1014-1AB364A471BF}"/>
                </a:ext>
              </a:extLst>
            </p:cNvPr>
            <p:cNvSpPr/>
            <p:nvPr/>
          </p:nvSpPr>
          <p:spPr>
            <a:xfrm rot="4441895">
              <a:off x="6606050" y="2149690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56">
              <a:extLst>
                <a:ext uri="{FF2B5EF4-FFF2-40B4-BE49-F238E27FC236}">
                  <a16:creationId xmlns:a16="http://schemas.microsoft.com/office/drawing/2014/main" id="{544ACDCB-9C90-CF56-51DC-4C6087AA44EE}"/>
                </a:ext>
              </a:extLst>
            </p:cNvPr>
            <p:cNvSpPr/>
            <p:nvPr/>
          </p:nvSpPr>
          <p:spPr>
            <a:xfrm rot="5028789">
              <a:off x="6790694" y="2170325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56">
              <a:extLst>
                <a:ext uri="{FF2B5EF4-FFF2-40B4-BE49-F238E27FC236}">
                  <a16:creationId xmlns:a16="http://schemas.microsoft.com/office/drawing/2014/main" id="{23DE40A3-4D05-3F99-8C20-DD084536FC93}"/>
                </a:ext>
              </a:extLst>
            </p:cNvPr>
            <p:cNvSpPr/>
            <p:nvPr/>
          </p:nvSpPr>
          <p:spPr>
            <a:xfrm rot="4441895">
              <a:off x="7009805" y="2127808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6896B9-D3A9-7A5F-C140-37B65D9F5F7D}"/>
              </a:ext>
            </a:extLst>
          </p:cNvPr>
          <p:cNvGrpSpPr/>
          <p:nvPr/>
        </p:nvGrpSpPr>
        <p:grpSpPr>
          <a:xfrm>
            <a:off x="127080" y="1118253"/>
            <a:ext cx="4335814" cy="4678305"/>
            <a:chOff x="4771651" y="1539168"/>
            <a:chExt cx="4335814" cy="4678305"/>
          </a:xfrm>
          <a:solidFill>
            <a:schemeClr val="bg1"/>
          </a:solidFill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1688656-609A-E0FB-CCD1-8F1181B14AA5}"/>
                </a:ext>
              </a:extLst>
            </p:cNvPr>
            <p:cNvSpPr/>
            <p:nvPr/>
          </p:nvSpPr>
          <p:spPr>
            <a:xfrm rot="561313" flipH="1">
              <a:off x="4771651" y="1881661"/>
              <a:ext cx="4335814" cy="4335812"/>
            </a:xfrm>
            <a:prstGeom prst="ellipse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 56">
              <a:extLst>
                <a:ext uri="{FF2B5EF4-FFF2-40B4-BE49-F238E27FC236}">
                  <a16:creationId xmlns:a16="http://schemas.microsoft.com/office/drawing/2014/main" id="{71DDB922-0D34-BB79-217E-1525DD88478F}"/>
                </a:ext>
              </a:extLst>
            </p:cNvPr>
            <p:cNvSpPr/>
            <p:nvPr/>
          </p:nvSpPr>
          <p:spPr>
            <a:xfrm rot="14352869">
              <a:off x="5575246" y="1865693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56">
              <a:extLst>
                <a:ext uri="{FF2B5EF4-FFF2-40B4-BE49-F238E27FC236}">
                  <a16:creationId xmlns:a16="http://schemas.microsoft.com/office/drawing/2014/main" id="{2BBAC15C-7B18-E937-062A-9A455B5E5ED7}"/>
                </a:ext>
              </a:extLst>
            </p:cNvPr>
            <p:cNvSpPr/>
            <p:nvPr/>
          </p:nvSpPr>
          <p:spPr>
            <a:xfrm rot="16515860">
              <a:off x="5789678" y="1765026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56">
              <a:extLst>
                <a:ext uri="{FF2B5EF4-FFF2-40B4-BE49-F238E27FC236}">
                  <a16:creationId xmlns:a16="http://schemas.microsoft.com/office/drawing/2014/main" id="{E6655156-C563-E404-998E-39054AB170EC}"/>
                </a:ext>
              </a:extLst>
            </p:cNvPr>
            <p:cNvSpPr/>
            <p:nvPr/>
          </p:nvSpPr>
          <p:spPr>
            <a:xfrm rot="17279563">
              <a:off x="5937768" y="1747581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56">
              <a:extLst>
                <a:ext uri="{FF2B5EF4-FFF2-40B4-BE49-F238E27FC236}">
                  <a16:creationId xmlns:a16="http://schemas.microsoft.com/office/drawing/2014/main" id="{6F122D89-ACEA-4787-DE95-41CD90E4FFFC}"/>
                </a:ext>
              </a:extLst>
            </p:cNvPr>
            <p:cNvSpPr/>
            <p:nvPr/>
          </p:nvSpPr>
          <p:spPr>
            <a:xfrm rot="17279563">
              <a:off x="6075578" y="1726087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56">
              <a:extLst>
                <a:ext uri="{FF2B5EF4-FFF2-40B4-BE49-F238E27FC236}">
                  <a16:creationId xmlns:a16="http://schemas.microsoft.com/office/drawing/2014/main" id="{CEE6C59C-730C-6D27-E7F9-BDE4092B68B6}"/>
                </a:ext>
              </a:extLst>
            </p:cNvPr>
            <p:cNvSpPr/>
            <p:nvPr/>
          </p:nvSpPr>
          <p:spPr>
            <a:xfrm rot="17279563">
              <a:off x="6221773" y="1727004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 56">
              <a:extLst>
                <a:ext uri="{FF2B5EF4-FFF2-40B4-BE49-F238E27FC236}">
                  <a16:creationId xmlns:a16="http://schemas.microsoft.com/office/drawing/2014/main" id="{A95330FD-098E-8D61-96E8-0838A2373DA7}"/>
                </a:ext>
              </a:extLst>
            </p:cNvPr>
            <p:cNvSpPr/>
            <p:nvPr/>
          </p:nvSpPr>
          <p:spPr>
            <a:xfrm rot="4635665">
              <a:off x="5502400" y="2074173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56">
              <a:extLst>
                <a:ext uri="{FF2B5EF4-FFF2-40B4-BE49-F238E27FC236}">
                  <a16:creationId xmlns:a16="http://schemas.microsoft.com/office/drawing/2014/main" id="{72A8AE78-533A-91BF-BDB3-012B39CCE961}"/>
                </a:ext>
              </a:extLst>
            </p:cNvPr>
            <p:cNvSpPr/>
            <p:nvPr/>
          </p:nvSpPr>
          <p:spPr>
            <a:xfrm rot="17505706">
              <a:off x="6336373" y="1749868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56">
              <a:extLst>
                <a:ext uri="{FF2B5EF4-FFF2-40B4-BE49-F238E27FC236}">
                  <a16:creationId xmlns:a16="http://schemas.microsoft.com/office/drawing/2014/main" id="{86988C72-C8C1-DCD6-F852-55BB7B8AF349}"/>
                </a:ext>
              </a:extLst>
            </p:cNvPr>
            <p:cNvSpPr/>
            <p:nvPr/>
          </p:nvSpPr>
          <p:spPr>
            <a:xfrm rot="17279563">
              <a:off x="6484463" y="1732423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56">
              <a:extLst>
                <a:ext uri="{FF2B5EF4-FFF2-40B4-BE49-F238E27FC236}">
                  <a16:creationId xmlns:a16="http://schemas.microsoft.com/office/drawing/2014/main" id="{1DC773AD-754A-0D24-4104-793E4C11B761}"/>
                </a:ext>
              </a:extLst>
            </p:cNvPr>
            <p:cNvSpPr/>
            <p:nvPr/>
          </p:nvSpPr>
          <p:spPr>
            <a:xfrm rot="17279563">
              <a:off x="6622273" y="1710929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56">
              <a:extLst>
                <a:ext uri="{FF2B5EF4-FFF2-40B4-BE49-F238E27FC236}">
                  <a16:creationId xmlns:a16="http://schemas.microsoft.com/office/drawing/2014/main" id="{8E07A31F-897E-F173-4AC1-8D6BC19C6C9B}"/>
                </a:ext>
              </a:extLst>
            </p:cNvPr>
            <p:cNvSpPr/>
            <p:nvPr/>
          </p:nvSpPr>
          <p:spPr>
            <a:xfrm rot="17279563">
              <a:off x="6768473" y="1711847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Rectangle 56">
              <a:extLst>
                <a:ext uri="{FF2B5EF4-FFF2-40B4-BE49-F238E27FC236}">
                  <a16:creationId xmlns:a16="http://schemas.microsoft.com/office/drawing/2014/main" id="{1C33BF52-2D92-721D-5A45-56F26D2C69A1}"/>
                </a:ext>
              </a:extLst>
            </p:cNvPr>
            <p:cNvSpPr/>
            <p:nvPr/>
          </p:nvSpPr>
          <p:spPr>
            <a:xfrm rot="17505706">
              <a:off x="6907387" y="1763460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Rectangle 56">
              <a:extLst>
                <a:ext uri="{FF2B5EF4-FFF2-40B4-BE49-F238E27FC236}">
                  <a16:creationId xmlns:a16="http://schemas.microsoft.com/office/drawing/2014/main" id="{BE8AA030-E20B-1C17-0EF1-437B741A5CDA}"/>
                </a:ext>
              </a:extLst>
            </p:cNvPr>
            <p:cNvSpPr/>
            <p:nvPr/>
          </p:nvSpPr>
          <p:spPr>
            <a:xfrm rot="17279563">
              <a:off x="7055477" y="1746015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ctangle 56">
              <a:extLst>
                <a:ext uri="{FF2B5EF4-FFF2-40B4-BE49-F238E27FC236}">
                  <a16:creationId xmlns:a16="http://schemas.microsoft.com/office/drawing/2014/main" id="{3371BB5F-A064-6632-D611-D02D17C2FDBE}"/>
                </a:ext>
              </a:extLst>
            </p:cNvPr>
            <p:cNvSpPr/>
            <p:nvPr/>
          </p:nvSpPr>
          <p:spPr>
            <a:xfrm rot="17279563">
              <a:off x="7193287" y="1724521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ctangle 56">
              <a:extLst>
                <a:ext uri="{FF2B5EF4-FFF2-40B4-BE49-F238E27FC236}">
                  <a16:creationId xmlns:a16="http://schemas.microsoft.com/office/drawing/2014/main" id="{E6F20B74-C4F5-25A5-8D32-B36B141A2820}"/>
                </a:ext>
              </a:extLst>
            </p:cNvPr>
            <p:cNvSpPr/>
            <p:nvPr/>
          </p:nvSpPr>
          <p:spPr>
            <a:xfrm rot="18786310">
              <a:off x="7339486" y="1725439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Rectangle 56">
              <a:extLst>
                <a:ext uri="{FF2B5EF4-FFF2-40B4-BE49-F238E27FC236}">
                  <a16:creationId xmlns:a16="http://schemas.microsoft.com/office/drawing/2014/main" id="{E2654C61-5980-D63D-6818-A9FE7265CFAC}"/>
                </a:ext>
              </a:extLst>
            </p:cNvPr>
            <p:cNvSpPr/>
            <p:nvPr/>
          </p:nvSpPr>
          <p:spPr>
            <a:xfrm rot="19302491">
              <a:off x="7273715" y="2009155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 56">
              <a:extLst>
                <a:ext uri="{FF2B5EF4-FFF2-40B4-BE49-F238E27FC236}">
                  <a16:creationId xmlns:a16="http://schemas.microsoft.com/office/drawing/2014/main" id="{1C8178AC-13FA-CB67-B23E-F19083180D2F}"/>
                </a:ext>
              </a:extLst>
            </p:cNvPr>
            <p:cNvSpPr/>
            <p:nvPr/>
          </p:nvSpPr>
          <p:spPr>
            <a:xfrm rot="19992294">
              <a:off x="7187999" y="2137606"/>
              <a:ext cx="640083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56">
              <a:extLst>
                <a:ext uri="{FF2B5EF4-FFF2-40B4-BE49-F238E27FC236}">
                  <a16:creationId xmlns:a16="http://schemas.microsoft.com/office/drawing/2014/main" id="{6DE16B27-78E0-4DE9-135B-292C20FC4F61}"/>
                </a:ext>
              </a:extLst>
            </p:cNvPr>
            <p:cNvSpPr/>
            <p:nvPr/>
          </p:nvSpPr>
          <p:spPr>
            <a:xfrm rot="5758786">
              <a:off x="5619759" y="2180086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Rectangle 56">
              <a:extLst>
                <a:ext uri="{FF2B5EF4-FFF2-40B4-BE49-F238E27FC236}">
                  <a16:creationId xmlns:a16="http://schemas.microsoft.com/office/drawing/2014/main" id="{0BB40C42-FD1A-A8AF-7F07-BA993CC7EFD9}"/>
                </a:ext>
              </a:extLst>
            </p:cNvPr>
            <p:cNvSpPr/>
            <p:nvPr/>
          </p:nvSpPr>
          <p:spPr>
            <a:xfrm rot="5758786">
              <a:off x="5829479" y="2169887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Rectangle 56">
              <a:extLst>
                <a:ext uri="{FF2B5EF4-FFF2-40B4-BE49-F238E27FC236}">
                  <a16:creationId xmlns:a16="http://schemas.microsoft.com/office/drawing/2014/main" id="{C8CE87FF-23CE-0006-F49E-C291B8E942A6}"/>
                </a:ext>
              </a:extLst>
            </p:cNvPr>
            <p:cNvSpPr/>
            <p:nvPr/>
          </p:nvSpPr>
          <p:spPr>
            <a:xfrm rot="5758786">
              <a:off x="5980953" y="2166584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56">
              <a:extLst>
                <a:ext uri="{FF2B5EF4-FFF2-40B4-BE49-F238E27FC236}">
                  <a16:creationId xmlns:a16="http://schemas.microsoft.com/office/drawing/2014/main" id="{F8E9DA1C-69DE-7828-A580-61955557484B}"/>
                </a:ext>
              </a:extLst>
            </p:cNvPr>
            <p:cNvSpPr/>
            <p:nvPr/>
          </p:nvSpPr>
          <p:spPr>
            <a:xfrm rot="5758786">
              <a:off x="6190674" y="2156385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6">
              <a:extLst>
                <a:ext uri="{FF2B5EF4-FFF2-40B4-BE49-F238E27FC236}">
                  <a16:creationId xmlns:a16="http://schemas.microsoft.com/office/drawing/2014/main" id="{C7E1E3EE-5F88-064D-AE1C-2A442CE3AF47}"/>
                </a:ext>
              </a:extLst>
            </p:cNvPr>
            <p:cNvSpPr/>
            <p:nvPr/>
          </p:nvSpPr>
          <p:spPr>
            <a:xfrm rot="5028789">
              <a:off x="6392980" y="2138097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Rectangle 56">
              <a:extLst>
                <a:ext uri="{FF2B5EF4-FFF2-40B4-BE49-F238E27FC236}">
                  <a16:creationId xmlns:a16="http://schemas.microsoft.com/office/drawing/2014/main" id="{BFF984C2-D3F4-E1F7-7844-9A96FF25E75A}"/>
                </a:ext>
              </a:extLst>
            </p:cNvPr>
            <p:cNvSpPr/>
            <p:nvPr/>
          </p:nvSpPr>
          <p:spPr>
            <a:xfrm rot="4441895">
              <a:off x="6606050" y="2149690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ectangle 56">
              <a:extLst>
                <a:ext uri="{FF2B5EF4-FFF2-40B4-BE49-F238E27FC236}">
                  <a16:creationId xmlns:a16="http://schemas.microsoft.com/office/drawing/2014/main" id="{AD6599F0-8AE3-7882-BE22-82A9502CD63E}"/>
                </a:ext>
              </a:extLst>
            </p:cNvPr>
            <p:cNvSpPr/>
            <p:nvPr/>
          </p:nvSpPr>
          <p:spPr>
            <a:xfrm rot="5028789">
              <a:off x="6790694" y="2170325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6">
              <a:extLst>
                <a:ext uri="{FF2B5EF4-FFF2-40B4-BE49-F238E27FC236}">
                  <a16:creationId xmlns:a16="http://schemas.microsoft.com/office/drawing/2014/main" id="{B221ECBC-4B69-95CF-3BB1-2AB56C95482C}"/>
                </a:ext>
              </a:extLst>
            </p:cNvPr>
            <p:cNvSpPr/>
            <p:nvPr/>
          </p:nvSpPr>
          <p:spPr>
            <a:xfrm rot="4441895">
              <a:off x="7009805" y="2127808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B535F16-1CAC-ADEA-25AB-687B22F48002}"/>
              </a:ext>
            </a:extLst>
          </p:cNvPr>
          <p:cNvGrpSpPr/>
          <p:nvPr/>
        </p:nvGrpSpPr>
        <p:grpSpPr>
          <a:xfrm>
            <a:off x="1606871" y="2338035"/>
            <a:ext cx="4335814" cy="4678305"/>
            <a:chOff x="4771651" y="1539168"/>
            <a:chExt cx="4335814" cy="4678305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763B3AC-22C0-2310-4FF8-B07044D901ED}"/>
                </a:ext>
              </a:extLst>
            </p:cNvPr>
            <p:cNvSpPr/>
            <p:nvPr/>
          </p:nvSpPr>
          <p:spPr>
            <a:xfrm rot="561313" flipH="1">
              <a:off x="4771651" y="1881661"/>
              <a:ext cx="4335814" cy="4335812"/>
            </a:xfrm>
            <a:prstGeom prst="ellipse">
              <a:avLst/>
            </a:prstGeom>
            <a:solidFill>
              <a:srgbClr val="4472C4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Rectangle 56">
              <a:extLst>
                <a:ext uri="{FF2B5EF4-FFF2-40B4-BE49-F238E27FC236}">
                  <a16:creationId xmlns:a16="http://schemas.microsoft.com/office/drawing/2014/main" id="{4EBCA5FF-2762-CBAF-86C1-2EEE49B4FCA4}"/>
                </a:ext>
              </a:extLst>
            </p:cNvPr>
            <p:cNvSpPr/>
            <p:nvPr/>
          </p:nvSpPr>
          <p:spPr>
            <a:xfrm rot="14352869">
              <a:off x="5575246" y="1865693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56">
              <a:extLst>
                <a:ext uri="{FF2B5EF4-FFF2-40B4-BE49-F238E27FC236}">
                  <a16:creationId xmlns:a16="http://schemas.microsoft.com/office/drawing/2014/main" id="{C96D201D-B7C9-AE84-85D9-5B5AA9B528EB}"/>
                </a:ext>
              </a:extLst>
            </p:cNvPr>
            <p:cNvSpPr/>
            <p:nvPr/>
          </p:nvSpPr>
          <p:spPr>
            <a:xfrm rot="16515860">
              <a:off x="5789678" y="1765026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56">
              <a:extLst>
                <a:ext uri="{FF2B5EF4-FFF2-40B4-BE49-F238E27FC236}">
                  <a16:creationId xmlns:a16="http://schemas.microsoft.com/office/drawing/2014/main" id="{82DEC781-4F56-68FF-BED8-19E1D039DDC1}"/>
                </a:ext>
              </a:extLst>
            </p:cNvPr>
            <p:cNvSpPr/>
            <p:nvPr/>
          </p:nvSpPr>
          <p:spPr>
            <a:xfrm rot="17279563">
              <a:off x="5937768" y="1747581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Rectangle 56">
              <a:extLst>
                <a:ext uri="{FF2B5EF4-FFF2-40B4-BE49-F238E27FC236}">
                  <a16:creationId xmlns:a16="http://schemas.microsoft.com/office/drawing/2014/main" id="{25918292-437A-844A-5281-DC66695DF5BB}"/>
                </a:ext>
              </a:extLst>
            </p:cNvPr>
            <p:cNvSpPr/>
            <p:nvPr/>
          </p:nvSpPr>
          <p:spPr>
            <a:xfrm rot="17279563">
              <a:off x="6075578" y="1726087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 56">
              <a:extLst>
                <a:ext uri="{FF2B5EF4-FFF2-40B4-BE49-F238E27FC236}">
                  <a16:creationId xmlns:a16="http://schemas.microsoft.com/office/drawing/2014/main" id="{15B51DBC-1E1D-EC85-047A-FFF1E2EF5042}"/>
                </a:ext>
              </a:extLst>
            </p:cNvPr>
            <p:cNvSpPr/>
            <p:nvPr/>
          </p:nvSpPr>
          <p:spPr>
            <a:xfrm rot="17279563">
              <a:off x="6221773" y="1727004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ectangle 56">
              <a:extLst>
                <a:ext uri="{FF2B5EF4-FFF2-40B4-BE49-F238E27FC236}">
                  <a16:creationId xmlns:a16="http://schemas.microsoft.com/office/drawing/2014/main" id="{95DC3E71-BC37-065A-F5A0-A9041BFF0809}"/>
                </a:ext>
              </a:extLst>
            </p:cNvPr>
            <p:cNvSpPr/>
            <p:nvPr/>
          </p:nvSpPr>
          <p:spPr>
            <a:xfrm rot="4635665">
              <a:off x="5502400" y="2074173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Rectangle 56">
              <a:extLst>
                <a:ext uri="{FF2B5EF4-FFF2-40B4-BE49-F238E27FC236}">
                  <a16:creationId xmlns:a16="http://schemas.microsoft.com/office/drawing/2014/main" id="{7C03ED87-C5BA-0FF7-64A4-BAE93F60E26B}"/>
                </a:ext>
              </a:extLst>
            </p:cNvPr>
            <p:cNvSpPr/>
            <p:nvPr/>
          </p:nvSpPr>
          <p:spPr>
            <a:xfrm rot="17505706">
              <a:off x="6336373" y="1749868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Rectangle 56">
              <a:extLst>
                <a:ext uri="{FF2B5EF4-FFF2-40B4-BE49-F238E27FC236}">
                  <a16:creationId xmlns:a16="http://schemas.microsoft.com/office/drawing/2014/main" id="{28A17851-01E7-515F-B127-2AD84FA73CD2}"/>
                </a:ext>
              </a:extLst>
            </p:cNvPr>
            <p:cNvSpPr/>
            <p:nvPr/>
          </p:nvSpPr>
          <p:spPr>
            <a:xfrm rot="17279563">
              <a:off x="6484463" y="1732423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56">
              <a:extLst>
                <a:ext uri="{FF2B5EF4-FFF2-40B4-BE49-F238E27FC236}">
                  <a16:creationId xmlns:a16="http://schemas.microsoft.com/office/drawing/2014/main" id="{C1AC9108-7850-D4F5-F5F2-711C101A8013}"/>
                </a:ext>
              </a:extLst>
            </p:cNvPr>
            <p:cNvSpPr/>
            <p:nvPr/>
          </p:nvSpPr>
          <p:spPr>
            <a:xfrm rot="17279563">
              <a:off x="6622273" y="1710929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Rectangle 56">
              <a:extLst>
                <a:ext uri="{FF2B5EF4-FFF2-40B4-BE49-F238E27FC236}">
                  <a16:creationId xmlns:a16="http://schemas.microsoft.com/office/drawing/2014/main" id="{F705E295-5E5C-57C4-8952-EA55C92116BA}"/>
                </a:ext>
              </a:extLst>
            </p:cNvPr>
            <p:cNvSpPr/>
            <p:nvPr/>
          </p:nvSpPr>
          <p:spPr>
            <a:xfrm rot="17279563">
              <a:off x="6768473" y="1711847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Rectangle 56">
              <a:extLst>
                <a:ext uri="{FF2B5EF4-FFF2-40B4-BE49-F238E27FC236}">
                  <a16:creationId xmlns:a16="http://schemas.microsoft.com/office/drawing/2014/main" id="{3A0125E8-FC99-EF01-1282-1E07383E4ECF}"/>
                </a:ext>
              </a:extLst>
            </p:cNvPr>
            <p:cNvSpPr/>
            <p:nvPr/>
          </p:nvSpPr>
          <p:spPr>
            <a:xfrm rot="17505706">
              <a:off x="6907387" y="1763460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56">
              <a:extLst>
                <a:ext uri="{FF2B5EF4-FFF2-40B4-BE49-F238E27FC236}">
                  <a16:creationId xmlns:a16="http://schemas.microsoft.com/office/drawing/2014/main" id="{C79B8009-037A-D46E-165D-0E14C06BF52F}"/>
                </a:ext>
              </a:extLst>
            </p:cNvPr>
            <p:cNvSpPr/>
            <p:nvPr/>
          </p:nvSpPr>
          <p:spPr>
            <a:xfrm rot="17279563">
              <a:off x="7055477" y="1746015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Rectangle 56">
              <a:extLst>
                <a:ext uri="{FF2B5EF4-FFF2-40B4-BE49-F238E27FC236}">
                  <a16:creationId xmlns:a16="http://schemas.microsoft.com/office/drawing/2014/main" id="{EC55088D-FB65-0CE1-2AD2-8AC105941069}"/>
                </a:ext>
              </a:extLst>
            </p:cNvPr>
            <p:cNvSpPr/>
            <p:nvPr/>
          </p:nvSpPr>
          <p:spPr>
            <a:xfrm rot="17279563">
              <a:off x="7193287" y="1724521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Rectangle 56">
              <a:extLst>
                <a:ext uri="{FF2B5EF4-FFF2-40B4-BE49-F238E27FC236}">
                  <a16:creationId xmlns:a16="http://schemas.microsoft.com/office/drawing/2014/main" id="{87451B51-514B-A6DD-9CE6-78C87F7FA2C7}"/>
                </a:ext>
              </a:extLst>
            </p:cNvPr>
            <p:cNvSpPr/>
            <p:nvPr/>
          </p:nvSpPr>
          <p:spPr>
            <a:xfrm rot="18786310">
              <a:off x="7339486" y="1725439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Rectangle 56">
              <a:extLst>
                <a:ext uri="{FF2B5EF4-FFF2-40B4-BE49-F238E27FC236}">
                  <a16:creationId xmlns:a16="http://schemas.microsoft.com/office/drawing/2014/main" id="{A4CD0E58-686E-A964-0D2C-0BF26D8AA507}"/>
                </a:ext>
              </a:extLst>
            </p:cNvPr>
            <p:cNvSpPr/>
            <p:nvPr/>
          </p:nvSpPr>
          <p:spPr>
            <a:xfrm rot="19302491">
              <a:off x="7273715" y="2009155"/>
              <a:ext cx="640082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Rectangle 56">
              <a:extLst>
                <a:ext uri="{FF2B5EF4-FFF2-40B4-BE49-F238E27FC236}">
                  <a16:creationId xmlns:a16="http://schemas.microsoft.com/office/drawing/2014/main" id="{C32510BA-4DC7-82FE-48B5-A8030956EAD2}"/>
                </a:ext>
              </a:extLst>
            </p:cNvPr>
            <p:cNvSpPr/>
            <p:nvPr/>
          </p:nvSpPr>
          <p:spPr>
            <a:xfrm rot="19992294">
              <a:off x="7187999" y="2137606"/>
              <a:ext cx="640083" cy="29656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Rectangle 56">
              <a:extLst>
                <a:ext uri="{FF2B5EF4-FFF2-40B4-BE49-F238E27FC236}">
                  <a16:creationId xmlns:a16="http://schemas.microsoft.com/office/drawing/2014/main" id="{25FF99B1-149F-6866-C6D5-0E63B96632E4}"/>
                </a:ext>
              </a:extLst>
            </p:cNvPr>
            <p:cNvSpPr/>
            <p:nvPr/>
          </p:nvSpPr>
          <p:spPr>
            <a:xfrm rot="5758786">
              <a:off x="5619759" y="2180086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Rectangle 56">
              <a:extLst>
                <a:ext uri="{FF2B5EF4-FFF2-40B4-BE49-F238E27FC236}">
                  <a16:creationId xmlns:a16="http://schemas.microsoft.com/office/drawing/2014/main" id="{E75708D9-D841-7D11-BF2E-F93692250131}"/>
                </a:ext>
              </a:extLst>
            </p:cNvPr>
            <p:cNvSpPr/>
            <p:nvPr/>
          </p:nvSpPr>
          <p:spPr>
            <a:xfrm rot="5758786">
              <a:off x="5829479" y="2169887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Rectangle 56">
              <a:extLst>
                <a:ext uri="{FF2B5EF4-FFF2-40B4-BE49-F238E27FC236}">
                  <a16:creationId xmlns:a16="http://schemas.microsoft.com/office/drawing/2014/main" id="{3C52D856-819C-FC1A-9347-8C720C53B377}"/>
                </a:ext>
              </a:extLst>
            </p:cNvPr>
            <p:cNvSpPr/>
            <p:nvPr/>
          </p:nvSpPr>
          <p:spPr>
            <a:xfrm rot="5758786">
              <a:off x="5980953" y="2166584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Rectangle 56">
              <a:extLst>
                <a:ext uri="{FF2B5EF4-FFF2-40B4-BE49-F238E27FC236}">
                  <a16:creationId xmlns:a16="http://schemas.microsoft.com/office/drawing/2014/main" id="{C3138641-E770-2BE5-DFDD-666C55B7A7DA}"/>
                </a:ext>
              </a:extLst>
            </p:cNvPr>
            <p:cNvSpPr/>
            <p:nvPr/>
          </p:nvSpPr>
          <p:spPr>
            <a:xfrm rot="5758786">
              <a:off x="6190674" y="2156385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A2059196-B511-8AAB-FE0E-30F5659513C6}"/>
                </a:ext>
              </a:extLst>
            </p:cNvPr>
            <p:cNvSpPr/>
            <p:nvPr/>
          </p:nvSpPr>
          <p:spPr>
            <a:xfrm rot="5028789">
              <a:off x="6392980" y="2138097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Rectangle 56">
              <a:extLst>
                <a:ext uri="{FF2B5EF4-FFF2-40B4-BE49-F238E27FC236}">
                  <a16:creationId xmlns:a16="http://schemas.microsoft.com/office/drawing/2014/main" id="{70277A36-DAA0-C785-FEFD-94E162A60CE3}"/>
                </a:ext>
              </a:extLst>
            </p:cNvPr>
            <p:cNvSpPr/>
            <p:nvPr/>
          </p:nvSpPr>
          <p:spPr>
            <a:xfrm rot="4441895">
              <a:off x="6606050" y="2149690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Rectangle 56">
              <a:extLst>
                <a:ext uri="{FF2B5EF4-FFF2-40B4-BE49-F238E27FC236}">
                  <a16:creationId xmlns:a16="http://schemas.microsoft.com/office/drawing/2014/main" id="{08337ED3-D167-E7B9-91DF-8A7DF6DE1ABD}"/>
                </a:ext>
              </a:extLst>
            </p:cNvPr>
            <p:cNvSpPr/>
            <p:nvPr/>
          </p:nvSpPr>
          <p:spPr>
            <a:xfrm rot="5028789">
              <a:off x="6790694" y="2170325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Rectangle 56">
              <a:extLst>
                <a:ext uri="{FF2B5EF4-FFF2-40B4-BE49-F238E27FC236}">
                  <a16:creationId xmlns:a16="http://schemas.microsoft.com/office/drawing/2014/main" id="{1AFCF54C-5744-93F6-2ED6-EA902A72C082}"/>
                </a:ext>
              </a:extLst>
            </p:cNvPr>
            <p:cNvSpPr/>
            <p:nvPr/>
          </p:nvSpPr>
          <p:spPr>
            <a:xfrm rot="4441895">
              <a:off x="7009805" y="2127808"/>
              <a:ext cx="515432" cy="297641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4000">
                  <a:srgbClr val="002060"/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7206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143CE4C-D951-DA28-FFB0-B49F64FCB8D4}"/>
              </a:ext>
            </a:extLst>
          </p:cNvPr>
          <p:cNvGrpSpPr/>
          <p:nvPr/>
        </p:nvGrpSpPr>
        <p:grpSpPr>
          <a:xfrm>
            <a:off x="550084" y="1941286"/>
            <a:ext cx="4910239" cy="4297667"/>
            <a:chOff x="2679137" y="516730"/>
            <a:chExt cx="6579160" cy="5758383"/>
          </a:xfrm>
        </p:grpSpPr>
        <p:sp>
          <p:nvSpPr>
            <p:cNvPr id="3" name="Oval 3">
              <a:extLst>
                <a:ext uri="{FF2B5EF4-FFF2-40B4-BE49-F238E27FC236}">
                  <a16:creationId xmlns:a16="http://schemas.microsoft.com/office/drawing/2014/main" id="{C4CDB646-3E95-E0F5-0982-A0DC54770E2C}"/>
                </a:ext>
              </a:extLst>
            </p:cNvPr>
            <p:cNvSpPr/>
            <p:nvPr/>
          </p:nvSpPr>
          <p:spPr>
            <a:xfrm>
              <a:off x="2679137" y="516730"/>
              <a:ext cx="6579160" cy="5758383"/>
            </a:xfrm>
            <a:custGeom>
              <a:avLst/>
              <a:gdLst>
                <a:gd name="connsiteX0" fmla="*/ 0 w 6578600"/>
                <a:gd name="connsiteY0" fmla="*/ 2774950 h 5549900"/>
                <a:gd name="connsiteX1" fmla="*/ 3289300 w 6578600"/>
                <a:gd name="connsiteY1" fmla="*/ 0 h 5549900"/>
                <a:gd name="connsiteX2" fmla="*/ 6578600 w 6578600"/>
                <a:gd name="connsiteY2" fmla="*/ 2774950 h 5549900"/>
                <a:gd name="connsiteX3" fmla="*/ 3289300 w 6578600"/>
                <a:gd name="connsiteY3" fmla="*/ 5549900 h 5549900"/>
                <a:gd name="connsiteX4" fmla="*/ 0 w 6578600"/>
                <a:gd name="connsiteY4" fmla="*/ 2774950 h 5549900"/>
                <a:gd name="connsiteX0" fmla="*/ 242 w 6578842"/>
                <a:gd name="connsiteY0" fmla="*/ 2927350 h 5702300"/>
                <a:gd name="connsiteX1" fmla="*/ 3162542 w 6578842"/>
                <a:gd name="connsiteY1" fmla="*/ 0 h 5702300"/>
                <a:gd name="connsiteX2" fmla="*/ 6578842 w 6578842"/>
                <a:gd name="connsiteY2" fmla="*/ 2927350 h 5702300"/>
                <a:gd name="connsiteX3" fmla="*/ 3289542 w 6578842"/>
                <a:gd name="connsiteY3" fmla="*/ 5702300 h 5702300"/>
                <a:gd name="connsiteX4" fmla="*/ 242 w 6578842"/>
                <a:gd name="connsiteY4" fmla="*/ 2927350 h 5702300"/>
                <a:gd name="connsiteX0" fmla="*/ 10 w 6578610"/>
                <a:gd name="connsiteY0" fmla="*/ 2927350 h 5702300"/>
                <a:gd name="connsiteX1" fmla="*/ 3162310 w 6578610"/>
                <a:gd name="connsiteY1" fmla="*/ 0 h 5702300"/>
                <a:gd name="connsiteX2" fmla="*/ 6578610 w 6578610"/>
                <a:gd name="connsiteY2" fmla="*/ 2927350 h 5702300"/>
                <a:gd name="connsiteX3" fmla="*/ 3289310 w 6578610"/>
                <a:gd name="connsiteY3" fmla="*/ 5702300 h 5702300"/>
                <a:gd name="connsiteX4" fmla="*/ 10 w 6578610"/>
                <a:gd name="connsiteY4" fmla="*/ 2927350 h 5702300"/>
                <a:gd name="connsiteX0" fmla="*/ 12045 w 6590645"/>
                <a:gd name="connsiteY0" fmla="*/ 2927350 h 5702300"/>
                <a:gd name="connsiteX1" fmla="*/ 3174345 w 6590645"/>
                <a:gd name="connsiteY1" fmla="*/ 0 h 5702300"/>
                <a:gd name="connsiteX2" fmla="*/ 6590645 w 6590645"/>
                <a:gd name="connsiteY2" fmla="*/ 2927350 h 5702300"/>
                <a:gd name="connsiteX3" fmla="*/ 3301345 w 6590645"/>
                <a:gd name="connsiteY3" fmla="*/ 5702300 h 5702300"/>
                <a:gd name="connsiteX4" fmla="*/ 12045 w 6590645"/>
                <a:gd name="connsiteY4" fmla="*/ 2927350 h 5702300"/>
                <a:gd name="connsiteX0" fmla="*/ 487121 w 3776421"/>
                <a:gd name="connsiteY0" fmla="*/ 5774327 h 5858354"/>
                <a:gd name="connsiteX1" fmla="*/ 360121 w 3776421"/>
                <a:gd name="connsiteY1" fmla="*/ 72027 h 5858354"/>
                <a:gd name="connsiteX2" fmla="*/ 3776421 w 3776421"/>
                <a:gd name="connsiteY2" fmla="*/ 2999377 h 5858354"/>
                <a:gd name="connsiteX3" fmla="*/ 487121 w 3776421"/>
                <a:gd name="connsiteY3" fmla="*/ 5774327 h 5858354"/>
                <a:gd name="connsiteX0" fmla="*/ 384829 w 3674129"/>
                <a:gd name="connsiteY0" fmla="*/ 5772718 h 6292242"/>
                <a:gd name="connsiteX1" fmla="*/ 257830 w 3674129"/>
                <a:gd name="connsiteY1" fmla="*/ 5734618 h 6292242"/>
                <a:gd name="connsiteX2" fmla="*/ 257829 w 3674129"/>
                <a:gd name="connsiteY2" fmla="*/ 70418 h 6292242"/>
                <a:gd name="connsiteX3" fmla="*/ 3674129 w 3674129"/>
                <a:gd name="connsiteY3" fmla="*/ 2997768 h 6292242"/>
                <a:gd name="connsiteX4" fmla="*/ 384829 w 3674129"/>
                <a:gd name="connsiteY4" fmla="*/ 5772718 h 6292242"/>
                <a:gd name="connsiteX0" fmla="*/ 3843336 w 3843336"/>
                <a:gd name="connsiteY0" fmla="*/ 2983607 h 5788066"/>
                <a:gd name="connsiteX1" fmla="*/ 427037 w 3843336"/>
                <a:gd name="connsiteY1" fmla="*/ 5720457 h 5788066"/>
                <a:gd name="connsiteX2" fmla="*/ 427036 w 3843336"/>
                <a:gd name="connsiteY2" fmla="*/ 56257 h 5788066"/>
                <a:gd name="connsiteX3" fmla="*/ 3843336 w 3843336"/>
                <a:gd name="connsiteY3" fmla="*/ 2983607 h 5788066"/>
                <a:gd name="connsiteX0" fmla="*/ 5743144 w 5743144"/>
                <a:gd name="connsiteY0" fmla="*/ 2983607 h 5788066"/>
                <a:gd name="connsiteX1" fmla="*/ 2326845 w 5743144"/>
                <a:gd name="connsiteY1" fmla="*/ 5720457 h 5788066"/>
                <a:gd name="connsiteX2" fmla="*/ 2326844 w 5743144"/>
                <a:gd name="connsiteY2" fmla="*/ 56257 h 5788066"/>
                <a:gd name="connsiteX3" fmla="*/ 5743144 w 5743144"/>
                <a:gd name="connsiteY3" fmla="*/ 2983607 h 5788066"/>
                <a:gd name="connsiteX0" fmla="*/ 5743144 w 5743144"/>
                <a:gd name="connsiteY0" fmla="*/ 2984956 h 5826567"/>
                <a:gd name="connsiteX1" fmla="*/ 2326845 w 5743144"/>
                <a:gd name="connsiteY1" fmla="*/ 5759906 h 5826567"/>
                <a:gd name="connsiteX2" fmla="*/ 2326844 w 5743144"/>
                <a:gd name="connsiteY2" fmla="*/ 57606 h 5826567"/>
                <a:gd name="connsiteX3" fmla="*/ 5743144 w 5743144"/>
                <a:gd name="connsiteY3" fmla="*/ 2984956 h 5826567"/>
                <a:gd name="connsiteX0" fmla="*/ 6317706 w 6317706"/>
                <a:gd name="connsiteY0" fmla="*/ 2984956 h 5826567"/>
                <a:gd name="connsiteX1" fmla="*/ 2901407 w 6317706"/>
                <a:gd name="connsiteY1" fmla="*/ 5759906 h 5826567"/>
                <a:gd name="connsiteX2" fmla="*/ 2901406 w 6317706"/>
                <a:gd name="connsiteY2" fmla="*/ 57606 h 5826567"/>
                <a:gd name="connsiteX3" fmla="*/ 6317706 w 6317706"/>
                <a:gd name="connsiteY3" fmla="*/ 2984956 h 5826567"/>
                <a:gd name="connsiteX0" fmla="*/ 6533541 w 6533541"/>
                <a:gd name="connsiteY0" fmla="*/ 2941248 h 5782859"/>
                <a:gd name="connsiteX1" fmla="*/ 3117242 w 6533541"/>
                <a:gd name="connsiteY1" fmla="*/ 5716198 h 5782859"/>
                <a:gd name="connsiteX2" fmla="*/ 3117241 w 6533541"/>
                <a:gd name="connsiteY2" fmla="*/ 13898 h 5782859"/>
                <a:gd name="connsiteX3" fmla="*/ 6533541 w 6533541"/>
                <a:gd name="connsiteY3" fmla="*/ 2941248 h 5782859"/>
                <a:gd name="connsiteX0" fmla="*/ 6193850 w 6194128"/>
                <a:gd name="connsiteY0" fmla="*/ 3482465 h 6324076"/>
                <a:gd name="connsiteX1" fmla="*/ 2777551 w 6194128"/>
                <a:gd name="connsiteY1" fmla="*/ 6257415 h 6324076"/>
                <a:gd name="connsiteX2" fmla="*/ 2777550 w 6194128"/>
                <a:gd name="connsiteY2" fmla="*/ 555115 h 6324076"/>
                <a:gd name="connsiteX3" fmla="*/ 2968052 w 6194128"/>
                <a:gd name="connsiteY3" fmla="*/ 549747 h 6324076"/>
                <a:gd name="connsiteX4" fmla="*/ 6193850 w 6194128"/>
                <a:gd name="connsiteY4" fmla="*/ 3482465 h 6324076"/>
                <a:gd name="connsiteX0" fmla="*/ 3746374 w 3746652"/>
                <a:gd name="connsiteY0" fmla="*/ 2932718 h 5774329"/>
                <a:gd name="connsiteX1" fmla="*/ 330075 w 3746652"/>
                <a:gd name="connsiteY1" fmla="*/ 5707668 h 5774329"/>
                <a:gd name="connsiteX2" fmla="*/ 520576 w 3746652"/>
                <a:gd name="connsiteY2" fmla="*/ 0 h 5774329"/>
                <a:gd name="connsiteX3" fmla="*/ 3746374 w 3746652"/>
                <a:gd name="connsiteY3" fmla="*/ 2932718 h 5774329"/>
                <a:gd name="connsiteX0" fmla="*/ 6145646 w 6145924"/>
                <a:gd name="connsiteY0" fmla="*/ 2932718 h 5774329"/>
                <a:gd name="connsiteX1" fmla="*/ 2729347 w 6145924"/>
                <a:gd name="connsiteY1" fmla="*/ 5707668 h 5774329"/>
                <a:gd name="connsiteX2" fmla="*/ 2919848 w 6145924"/>
                <a:gd name="connsiteY2" fmla="*/ 0 h 5774329"/>
                <a:gd name="connsiteX3" fmla="*/ 6145646 w 6145924"/>
                <a:gd name="connsiteY3" fmla="*/ 2932718 h 5774329"/>
                <a:gd name="connsiteX0" fmla="*/ 6679549 w 6679827"/>
                <a:gd name="connsiteY0" fmla="*/ 2932718 h 5774329"/>
                <a:gd name="connsiteX1" fmla="*/ 3263250 w 6679827"/>
                <a:gd name="connsiteY1" fmla="*/ 5707668 h 5774329"/>
                <a:gd name="connsiteX2" fmla="*/ 3453751 w 6679827"/>
                <a:gd name="connsiteY2" fmla="*/ 0 h 5774329"/>
                <a:gd name="connsiteX3" fmla="*/ 6679549 w 6679827"/>
                <a:gd name="connsiteY3" fmla="*/ 2932718 h 5774329"/>
                <a:gd name="connsiteX0" fmla="*/ 6679549 w 6679549"/>
                <a:gd name="connsiteY0" fmla="*/ 2932718 h 5774329"/>
                <a:gd name="connsiteX1" fmla="*/ 3263250 w 6679549"/>
                <a:gd name="connsiteY1" fmla="*/ 5707668 h 5774329"/>
                <a:gd name="connsiteX2" fmla="*/ 3453751 w 6679549"/>
                <a:gd name="connsiteY2" fmla="*/ 0 h 5774329"/>
                <a:gd name="connsiteX3" fmla="*/ 6679549 w 6679549"/>
                <a:gd name="connsiteY3" fmla="*/ 2932718 h 5774329"/>
                <a:gd name="connsiteX0" fmla="*/ 6679549 w 6683498"/>
                <a:gd name="connsiteY0" fmla="*/ 2932718 h 5850884"/>
                <a:gd name="connsiteX1" fmla="*/ 3263250 w 6683498"/>
                <a:gd name="connsiteY1" fmla="*/ 5707668 h 5850884"/>
                <a:gd name="connsiteX2" fmla="*/ 3453751 w 6683498"/>
                <a:gd name="connsiteY2" fmla="*/ 0 h 5850884"/>
                <a:gd name="connsiteX3" fmla="*/ 6679549 w 6683498"/>
                <a:gd name="connsiteY3" fmla="*/ 2932718 h 5850884"/>
                <a:gd name="connsiteX0" fmla="*/ 6679549 w 6683226"/>
                <a:gd name="connsiteY0" fmla="*/ 2932718 h 5760855"/>
                <a:gd name="connsiteX1" fmla="*/ 3263250 w 6683226"/>
                <a:gd name="connsiteY1" fmla="*/ 5707668 h 5760855"/>
                <a:gd name="connsiteX2" fmla="*/ 3453751 w 6683226"/>
                <a:gd name="connsiteY2" fmla="*/ 0 h 5760855"/>
                <a:gd name="connsiteX3" fmla="*/ 6679549 w 6683226"/>
                <a:gd name="connsiteY3" fmla="*/ 2932718 h 5760855"/>
                <a:gd name="connsiteX0" fmla="*/ 6679549 w 6683482"/>
                <a:gd name="connsiteY0" fmla="*/ 2932718 h 5760855"/>
                <a:gd name="connsiteX1" fmla="*/ 3263250 w 6683482"/>
                <a:gd name="connsiteY1" fmla="*/ 5707668 h 5760855"/>
                <a:gd name="connsiteX2" fmla="*/ 3453751 w 6683482"/>
                <a:gd name="connsiteY2" fmla="*/ 0 h 5760855"/>
                <a:gd name="connsiteX3" fmla="*/ 6679549 w 6683482"/>
                <a:gd name="connsiteY3" fmla="*/ 2932718 h 5760855"/>
                <a:gd name="connsiteX0" fmla="*/ 6679549 w 6679549"/>
                <a:gd name="connsiteY0" fmla="*/ 2932718 h 5760855"/>
                <a:gd name="connsiteX1" fmla="*/ 3263250 w 6679549"/>
                <a:gd name="connsiteY1" fmla="*/ 5707668 h 5760855"/>
                <a:gd name="connsiteX2" fmla="*/ 3453751 w 6679549"/>
                <a:gd name="connsiteY2" fmla="*/ 0 h 5760855"/>
                <a:gd name="connsiteX3" fmla="*/ 6679549 w 6679549"/>
                <a:gd name="connsiteY3" fmla="*/ 2932718 h 5760855"/>
                <a:gd name="connsiteX0" fmla="*/ 6781688 w 6781688"/>
                <a:gd name="connsiteY0" fmla="*/ 2932718 h 5719899"/>
                <a:gd name="connsiteX1" fmla="*/ 3365389 w 6781688"/>
                <a:gd name="connsiteY1" fmla="*/ 5707668 h 5719899"/>
                <a:gd name="connsiteX2" fmla="*/ 3555890 w 6781688"/>
                <a:gd name="connsiteY2" fmla="*/ 0 h 5719899"/>
                <a:gd name="connsiteX3" fmla="*/ 6781688 w 6781688"/>
                <a:gd name="connsiteY3" fmla="*/ 2932718 h 5719899"/>
                <a:gd name="connsiteX0" fmla="*/ 6781688 w 6781688"/>
                <a:gd name="connsiteY0" fmla="*/ 2932718 h 5719899"/>
                <a:gd name="connsiteX1" fmla="*/ 3365389 w 6781688"/>
                <a:gd name="connsiteY1" fmla="*/ 5707668 h 5719899"/>
                <a:gd name="connsiteX2" fmla="*/ 3555890 w 6781688"/>
                <a:gd name="connsiteY2" fmla="*/ 0 h 5719899"/>
                <a:gd name="connsiteX3" fmla="*/ 6781688 w 6781688"/>
                <a:gd name="connsiteY3" fmla="*/ 2932718 h 5719899"/>
                <a:gd name="connsiteX0" fmla="*/ 6513730 w 6513730"/>
                <a:gd name="connsiteY0" fmla="*/ 2932718 h 5719899"/>
                <a:gd name="connsiteX1" fmla="*/ 3097431 w 6513730"/>
                <a:gd name="connsiteY1" fmla="*/ 5707668 h 5719899"/>
                <a:gd name="connsiteX2" fmla="*/ 3287932 w 6513730"/>
                <a:gd name="connsiteY2" fmla="*/ 0 h 5719899"/>
                <a:gd name="connsiteX3" fmla="*/ 6513730 w 6513730"/>
                <a:gd name="connsiteY3" fmla="*/ 2932718 h 5719899"/>
                <a:gd name="connsiteX0" fmla="*/ 6486436 w 6486436"/>
                <a:gd name="connsiteY0" fmla="*/ 2952708 h 5739889"/>
                <a:gd name="connsiteX1" fmla="*/ 3070137 w 6486436"/>
                <a:gd name="connsiteY1" fmla="*/ 5727658 h 5739889"/>
                <a:gd name="connsiteX2" fmla="*/ 367 w 6486436"/>
                <a:gd name="connsiteY2" fmla="*/ 1868747 h 5739889"/>
                <a:gd name="connsiteX3" fmla="*/ 3260638 w 6486436"/>
                <a:gd name="connsiteY3" fmla="*/ 19990 h 5739889"/>
                <a:gd name="connsiteX4" fmla="*/ 6486436 w 6486436"/>
                <a:gd name="connsiteY4" fmla="*/ 2952708 h 5739889"/>
                <a:gd name="connsiteX0" fmla="*/ 6486436 w 6486436"/>
                <a:gd name="connsiteY0" fmla="*/ 2962088 h 5749269"/>
                <a:gd name="connsiteX1" fmla="*/ 3070137 w 6486436"/>
                <a:gd name="connsiteY1" fmla="*/ 5737038 h 5749269"/>
                <a:gd name="connsiteX2" fmla="*/ 367 w 6486436"/>
                <a:gd name="connsiteY2" fmla="*/ 1878127 h 5749269"/>
                <a:gd name="connsiteX3" fmla="*/ 3260638 w 6486436"/>
                <a:gd name="connsiteY3" fmla="*/ 29370 h 5749269"/>
                <a:gd name="connsiteX4" fmla="*/ 6486436 w 6486436"/>
                <a:gd name="connsiteY4" fmla="*/ 2962088 h 5749269"/>
                <a:gd name="connsiteX0" fmla="*/ 6574119 w 6574119"/>
                <a:gd name="connsiteY0" fmla="*/ 2962088 h 5749269"/>
                <a:gd name="connsiteX1" fmla="*/ 3157820 w 6574119"/>
                <a:gd name="connsiteY1" fmla="*/ 5737038 h 5749269"/>
                <a:gd name="connsiteX2" fmla="*/ 88050 w 6574119"/>
                <a:gd name="connsiteY2" fmla="*/ 1878127 h 5749269"/>
                <a:gd name="connsiteX3" fmla="*/ 3348321 w 6574119"/>
                <a:gd name="connsiteY3" fmla="*/ 29370 h 5749269"/>
                <a:gd name="connsiteX4" fmla="*/ 6574119 w 6574119"/>
                <a:gd name="connsiteY4" fmla="*/ 2962088 h 5749269"/>
                <a:gd name="connsiteX0" fmla="*/ 6579160 w 6579160"/>
                <a:gd name="connsiteY0" fmla="*/ 2962088 h 5749269"/>
                <a:gd name="connsiteX1" fmla="*/ 3162861 w 6579160"/>
                <a:gd name="connsiteY1" fmla="*/ 5737038 h 5749269"/>
                <a:gd name="connsiteX2" fmla="*/ 93091 w 6579160"/>
                <a:gd name="connsiteY2" fmla="*/ 1878127 h 5749269"/>
                <a:gd name="connsiteX3" fmla="*/ 3353362 w 6579160"/>
                <a:gd name="connsiteY3" fmla="*/ 29370 h 5749269"/>
                <a:gd name="connsiteX4" fmla="*/ 6579160 w 6579160"/>
                <a:gd name="connsiteY4" fmla="*/ 2962088 h 5749269"/>
                <a:gd name="connsiteX0" fmla="*/ 6579160 w 6579160"/>
                <a:gd name="connsiteY0" fmla="*/ 2962088 h 5758383"/>
                <a:gd name="connsiteX1" fmla="*/ 3162861 w 6579160"/>
                <a:gd name="connsiteY1" fmla="*/ 5737038 h 5758383"/>
                <a:gd name="connsiteX2" fmla="*/ 93091 w 6579160"/>
                <a:gd name="connsiteY2" fmla="*/ 1878127 h 5758383"/>
                <a:gd name="connsiteX3" fmla="*/ 3353362 w 6579160"/>
                <a:gd name="connsiteY3" fmla="*/ 29370 h 5758383"/>
                <a:gd name="connsiteX4" fmla="*/ 6579160 w 6579160"/>
                <a:gd name="connsiteY4" fmla="*/ 2962088 h 5758383"/>
                <a:gd name="connsiteX0" fmla="*/ 6579160 w 6579160"/>
                <a:gd name="connsiteY0" fmla="*/ 2962088 h 5758383"/>
                <a:gd name="connsiteX1" fmla="*/ 3162861 w 6579160"/>
                <a:gd name="connsiteY1" fmla="*/ 5737038 h 5758383"/>
                <a:gd name="connsiteX2" fmla="*/ 93091 w 6579160"/>
                <a:gd name="connsiteY2" fmla="*/ 1878127 h 5758383"/>
                <a:gd name="connsiteX3" fmla="*/ 3353362 w 6579160"/>
                <a:gd name="connsiteY3" fmla="*/ 29370 h 5758383"/>
                <a:gd name="connsiteX4" fmla="*/ 6579160 w 6579160"/>
                <a:gd name="connsiteY4" fmla="*/ 2962088 h 5758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79160" h="5758383">
                  <a:moveTo>
                    <a:pt x="6579160" y="2962088"/>
                  </a:moveTo>
                  <a:cubicBezTo>
                    <a:pt x="6477560" y="5861921"/>
                    <a:pt x="3748573" y="5809459"/>
                    <a:pt x="3162861" y="5737038"/>
                  </a:cubicBezTo>
                  <a:cubicBezTo>
                    <a:pt x="1924612" y="5745064"/>
                    <a:pt x="-504716" y="5050091"/>
                    <a:pt x="93091" y="1878127"/>
                  </a:cubicBezTo>
                  <a:cubicBezTo>
                    <a:pt x="357069" y="505934"/>
                    <a:pt x="2289284" y="-151290"/>
                    <a:pt x="3353362" y="29370"/>
                  </a:cubicBezTo>
                  <a:cubicBezTo>
                    <a:pt x="3951773" y="168919"/>
                    <a:pt x="6204510" y="385210"/>
                    <a:pt x="6579160" y="2962088"/>
                  </a:cubicBezTo>
                  <a:close/>
                </a:path>
              </a:pathLst>
            </a:custGeom>
            <a:solidFill>
              <a:srgbClr val="62A45C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31DDFA8C-5613-FA3D-589E-1446C03D0839}"/>
                </a:ext>
              </a:extLst>
            </p:cNvPr>
            <p:cNvSpPr/>
            <p:nvPr/>
          </p:nvSpPr>
          <p:spPr>
            <a:xfrm>
              <a:off x="4432751" y="517410"/>
              <a:ext cx="3750402" cy="3817643"/>
            </a:xfrm>
            <a:custGeom>
              <a:avLst/>
              <a:gdLst>
                <a:gd name="connsiteX0" fmla="*/ 0 w 1190172"/>
                <a:gd name="connsiteY0" fmla="*/ 0 h 1001486"/>
                <a:gd name="connsiteX1" fmla="*/ 1190172 w 1190172"/>
                <a:gd name="connsiteY1" fmla="*/ 0 h 1001486"/>
                <a:gd name="connsiteX2" fmla="*/ 1190172 w 1190172"/>
                <a:gd name="connsiteY2" fmla="*/ 1001486 h 1001486"/>
                <a:gd name="connsiteX3" fmla="*/ 0 w 1190172"/>
                <a:gd name="connsiteY3" fmla="*/ 1001486 h 1001486"/>
                <a:gd name="connsiteX4" fmla="*/ 0 w 1190172"/>
                <a:gd name="connsiteY4" fmla="*/ 0 h 1001486"/>
                <a:gd name="connsiteX0" fmla="*/ 0 w 2598058"/>
                <a:gd name="connsiteY0" fmla="*/ 0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4" fmla="*/ 0 w 2598058"/>
                <a:gd name="connsiteY4" fmla="*/ 0 h 3497943"/>
                <a:gd name="connsiteX0" fmla="*/ 0 w 2598058"/>
                <a:gd name="connsiteY0" fmla="*/ 1001486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0" fmla="*/ 0 w 3744687"/>
                <a:gd name="connsiteY0" fmla="*/ 0 h 3526971"/>
                <a:gd name="connsiteX1" fmla="*/ 2336801 w 3744687"/>
                <a:gd name="connsiteY1" fmla="*/ 29028 h 3526971"/>
                <a:gd name="connsiteX2" fmla="*/ 3744687 w 3744687"/>
                <a:gd name="connsiteY2" fmla="*/ 3526971 h 3526971"/>
                <a:gd name="connsiteX3" fmla="*/ 0 w 3744687"/>
                <a:gd name="connsiteY3" fmla="*/ 0 h 3526971"/>
                <a:gd name="connsiteX0" fmla="*/ 0 w 3744687"/>
                <a:gd name="connsiteY0" fmla="*/ 156709 h 3683680"/>
                <a:gd name="connsiteX1" fmla="*/ 1303339 w 3744687"/>
                <a:gd name="connsiteY1" fmla="*/ 0 h 3683680"/>
                <a:gd name="connsiteX2" fmla="*/ 3744687 w 3744687"/>
                <a:gd name="connsiteY2" fmla="*/ 3683680 h 3683680"/>
                <a:gd name="connsiteX3" fmla="*/ 0 w 3744687"/>
                <a:gd name="connsiteY3" fmla="*/ 156709 h 3683680"/>
                <a:gd name="connsiteX0" fmla="*/ 0 w 3744687"/>
                <a:gd name="connsiteY0" fmla="*/ 175246 h 3702217"/>
                <a:gd name="connsiteX1" fmla="*/ 1303339 w 3744687"/>
                <a:gd name="connsiteY1" fmla="*/ 18537 h 3702217"/>
                <a:gd name="connsiteX2" fmla="*/ 3744687 w 3744687"/>
                <a:gd name="connsiteY2" fmla="*/ 3702217 h 3702217"/>
                <a:gd name="connsiteX3" fmla="*/ 0 w 3744687"/>
                <a:gd name="connsiteY3" fmla="*/ 175246 h 3702217"/>
                <a:gd name="connsiteX0" fmla="*/ 0 w 3754212"/>
                <a:gd name="connsiteY0" fmla="*/ 170857 h 3702591"/>
                <a:gd name="connsiteX1" fmla="*/ 1312864 w 3754212"/>
                <a:gd name="connsiteY1" fmla="*/ 18911 h 3702591"/>
                <a:gd name="connsiteX2" fmla="*/ 3754212 w 3754212"/>
                <a:gd name="connsiteY2" fmla="*/ 3702591 h 3702591"/>
                <a:gd name="connsiteX3" fmla="*/ 0 w 3754212"/>
                <a:gd name="connsiteY3" fmla="*/ 170857 h 3702591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16112"/>
                <a:gd name="connsiteY0" fmla="*/ 177892 h 3747726"/>
                <a:gd name="connsiteX1" fmla="*/ 1312864 w 3716112"/>
                <a:gd name="connsiteY1" fmla="*/ 25946 h 3747726"/>
                <a:gd name="connsiteX2" fmla="*/ 3716112 w 3716112"/>
                <a:gd name="connsiteY2" fmla="*/ 3747726 h 3747726"/>
                <a:gd name="connsiteX3" fmla="*/ 0 w 3716112"/>
                <a:gd name="connsiteY3" fmla="*/ 177892 h 374772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3731352"/>
                <a:gd name="connsiteY0" fmla="*/ 251654 h 3821488"/>
                <a:gd name="connsiteX1" fmla="*/ 1303339 w 3731352"/>
                <a:gd name="connsiteY1" fmla="*/ 17793 h 3821488"/>
                <a:gd name="connsiteX2" fmla="*/ 3731352 w 3731352"/>
                <a:gd name="connsiteY2" fmla="*/ 3821488 h 3821488"/>
                <a:gd name="connsiteX3" fmla="*/ 0 w 3731352"/>
                <a:gd name="connsiteY3" fmla="*/ 251654 h 3821488"/>
                <a:gd name="connsiteX0" fmla="*/ 0 w 3731352"/>
                <a:gd name="connsiteY0" fmla="*/ 254954 h 3824788"/>
                <a:gd name="connsiteX1" fmla="*/ 1303339 w 3731352"/>
                <a:gd name="connsiteY1" fmla="*/ 21093 h 3824788"/>
                <a:gd name="connsiteX2" fmla="*/ 3731352 w 3731352"/>
                <a:gd name="connsiteY2" fmla="*/ 3824788 h 3824788"/>
                <a:gd name="connsiteX3" fmla="*/ 0 w 3731352"/>
                <a:gd name="connsiteY3" fmla="*/ 254954 h 3824788"/>
                <a:gd name="connsiteX0" fmla="*/ 0 w 3740877"/>
                <a:gd name="connsiteY0" fmla="*/ 254954 h 3824788"/>
                <a:gd name="connsiteX1" fmla="*/ 1312864 w 3740877"/>
                <a:gd name="connsiteY1" fmla="*/ 21093 h 3824788"/>
                <a:gd name="connsiteX2" fmla="*/ 3740877 w 3740877"/>
                <a:gd name="connsiteY2" fmla="*/ 3824788 h 3824788"/>
                <a:gd name="connsiteX3" fmla="*/ 0 w 3740877"/>
                <a:gd name="connsiteY3" fmla="*/ 254954 h 3824788"/>
                <a:gd name="connsiteX0" fmla="*/ 0 w 3750402"/>
                <a:gd name="connsiteY0" fmla="*/ 254954 h 3824788"/>
                <a:gd name="connsiteX1" fmla="*/ 1322389 w 3750402"/>
                <a:gd name="connsiteY1" fmla="*/ 21093 h 3824788"/>
                <a:gd name="connsiteX2" fmla="*/ 3750402 w 3750402"/>
                <a:gd name="connsiteY2" fmla="*/ 3824788 h 3824788"/>
                <a:gd name="connsiteX3" fmla="*/ 0 w 3750402"/>
                <a:gd name="connsiteY3" fmla="*/ 254954 h 3824788"/>
                <a:gd name="connsiteX0" fmla="*/ 0 w 3750402"/>
                <a:gd name="connsiteY0" fmla="*/ 241830 h 3825952"/>
                <a:gd name="connsiteX1" fmla="*/ 1322389 w 3750402"/>
                <a:gd name="connsiteY1" fmla="*/ 22257 h 3825952"/>
                <a:gd name="connsiteX2" fmla="*/ 3750402 w 3750402"/>
                <a:gd name="connsiteY2" fmla="*/ 3825952 h 3825952"/>
                <a:gd name="connsiteX3" fmla="*/ 0 w 3750402"/>
                <a:gd name="connsiteY3" fmla="*/ 241830 h 3825952"/>
                <a:gd name="connsiteX0" fmla="*/ 0 w 3750402"/>
                <a:gd name="connsiteY0" fmla="*/ 233521 h 3817643"/>
                <a:gd name="connsiteX1" fmla="*/ 1322389 w 3750402"/>
                <a:gd name="connsiteY1" fmla="*/ 13948 h 3817643"/>
                <a:gd name="connsiteX2" fmla="*/ 3750402 w 3750402"/>
                <a:gd name="connsiteY2" fmla="*/ 3817643 h 3817643"/>
                <a:gd name="connsiteX3" fmla="*/ 0 w 3750402"/>
                <a:gd name="connsiteY3" fmla="*/ 233521 h 3817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50402" h="3817643">
                  <a:moveTo>
                    <a:pt x="0" y="233521"/>
                  </a:moveTo>
                  <a:cubicBezTo>
                    <a:pt x="324909" y="109848"/>
                    <a:pt x="954617" y="-48115"/>
                    <a:pt x="1322389" y="13948"/>
                  </a:cubicBezTo>
                  <a:cubicBezTo>
                    <a:pt x="2372392" y="434121"/>
                    <a:pt x="3530979" y="1035270"/>
                    <a:pt x="3750402" y="3817643"/>
                  </a:cubicBezTo>
                  <a:cubicBezTo>
                    <a:pt x="2765698" y="1604078"/>
                    <a:pt x="1632404" y="656386"/>
                    <a:pt x="0" y="233521"/>
                  </a:cubicBezTo>
                  <a:close/>
                </a:path>
              </a:pathLst>
            </a:custGeom>
            <a:gradFill>
              <a:gsLst>
                <a:gs pos="0">
                  <a:srgbClr val="92D050"/>
                </a:gs>
                <a:gs pos="16000">
                  <a:srgbClr val="4E7F47"/>
                </a:gs>
              </a:gsLst>
              <a:lin ang="10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4E50016-FDD1-DF4A-D5DF-05FB45780BA6}"/>
                </a:ext>
              </a:extLst>
            </p:cNvPr>
            <p:cNvSpPr/>
            <p:nvPr/>
          </p:nvSpPr>
          <p:spPr>
            <a:xfrm>
              <a:off x="2809306" y="1547075"/>
              <a:ext cx="5309575" cy="2723705"/>
            </a:xfrm>
            <a:custGeom>
              <a:avLst/>
              <a:gdLst>
                <a:gd name="connsiteX0" fmla="*/ 0 w 1190172"/>
                <a:gd name="connsiteY0" fmla="*/ 0 h 1001486"/>
                <a:gd name="connsiteX1" fmla="*/ 1190172 w 1190172"/>
                <a:gd name="connsiteY1" fmla="*/ 0 h 1001486"/>
                <a:gd name="connsiteX2" fmla="*/ 1190172 w 1190172"/>
                <a:gd name="connsiteY2" fmla="*/ 1001486 h 1001486"/>
                <a:gd name="connsiteX3" fmla="*/ 0 w 1190172"/>
                <a:gd name="connsiteY3" fmla="*/ 1001486 h 1001486"/>
                <a:gd name="connsiteX4" fmla="*/ 0 w 1190172"/>
                <a:gd name="connsiteY4" fmla="*/ 0 h 1001486"/>
                <a:gd name="connsiteX0" fmla="*/ 0 w 2598058"/>
                <a:gd name="connsiteY0" fmla="*/ 0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4" fmla="*/ 0 w 2598058"/>
                <a:gd name="connsiteY4" fmla="*/ 0 h 3497943"/>
                <a:gd name="connsiteX0" fmla="*/ 0 w 2598058"/>
                <a:gd name="connsiteY0" fmla="*/ 1001486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0" fmla="*/ 0 w 3744687"/>
                <a:gd name="connsiteY0" fmla="*/ 0 h 3526971"/>
                <a:gd name="connsiteX1" fmla="*/ 2336801 w 3744687"/>
                <a:gd name="connsiteY1" fmla="*/ 29028 h 3526971"/>
                <a:gd name="connsiteX2" fmla="*/ 3744687 w 3744687"/>
                <a:gd name="connsiteY2" fmla="*/ 3526971 h 3526971"/>
                <a:gd name="connsiteX3" fmla="*/ 0 w 3744687"/>
                <a:gd name="connsiteY3" fmla="*/ 0 h 3526971"/>
                <a:gd name="connsiteX0" fmla="*/ 0 w 3744687"/>
                <a:gd name="connsiteY0" fmla="*/ 156709 h 3683680"/>
                <a:gd name="connsiteX1" fmla="*/ 1303339 w 3744687"/>
                <a:gd name="connsiteY1" fmla="*/ 0 h 3683680"/>
                <a:gd name="connsiteX2" fmla="*/ 3744687 w 3744687"/>
                <a:gd name="connsiteY2" fmla="*/ 3683680 h 3683680"/>
                <a:gd name="connsiteX3" fmla="*/ 0 w 3744687"/>
                <a:gd name="connsiteY3" fmla="*/ 156709 h 3683680"/>
                <a:gd name="connsiteX0" fmla="*/ 0 w 3744687"/>
                <a:gd name="connsiteY0" fmla="*/ 175246 h 3702217"/>
                <a:gd name="connsiteX1" fmla="*/ 1303339 w 3744687"/>
                <a:gd name="connsiteY1" fmla="*/ 18537 h 3702217"/>
                <a:gd name="connsiteX2" fmla="*/ 3744687 w 3744687"/>
                <a:gd name="connsiteY2" fmla="*/ 3702217 h 3702217"/>
                <a:gd name="connsiteX3" fmla="*/ 0 w 3744687"/>
                <a:gd name="connsiteY3" fmla="*/ 175246 h 3702217"/>
                <a:gd name="connsiteX0" fmla="*/ 0 w 3754212"/>
                <a:gd name="connsiteY0" fmla="*/ 170857 h 3702591"/>
                <a:gd name="connsiteX1" fmla="*/ 1312864 w 3754212"/>
                <a:gd name="connsiteY1" fmla="*/ 18911 h 3702591"/>
                <a:gd name="connsiteX2" fmla="*/ 3754212 w 3754212"/>
                <a:gd name="connsiteY2" fmla="*/ 3702591 h 3702591"/>
                <a:gd name="connsiteX3" fmla="*/ 0 w 3754212"/>
                <a:gd name="connsiteY3" fmla="*/ 170857 h 3702591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16112"/>
                <a:gd name="connsiteY0" fmla="*/ 177892 h 3747726"/>
                <a:gd name="connsiteX1" fmla="*/ 1312864 w 3716112"/>
                <a:gd name="connsiteY1" fmla="*/ 25946 h 3747726"/>
                <a:gd name="connsiteX2" fmla="*/ 3716112 w 3716112"/>
                <a:gd name="connsiteY2" fmla="*/ 3747726 h 3747726"/>
                <a:gd name="connsiteX3" fmla="*/ 0 w 3716112"/>
                <a:gd name="connsiteY3" fmla="*/ 177892 h 374772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4327700"/>
                <a:gd name="connsiteY0" fmla="*/ 1098813 h 3740995"/>
                <a:gd name="connsiteX1" fmla="*/ 1947312 w 4327700"/>
                <a:gd name="connsiteY1" fmla="*/ 3975 h 3740995"/>
                <a:gd name="connsiteX2" fmla="*/ 4327700 w 4327700"/>
                <a:gd name="connsiteY2" fmla="*/ 3740995 h 3740995"/>
                <a:gd name="connsiteX3" fmla="*/ 0 w 4327700"/>
                <a:gd name="connsiteY3" fmla="*/ 1098813 h 3740995"/>
                <a:gd name="connsiteX0" fmla="*/ 0 w 4327700"/>
                <a:gd name="connsiteY0" fmla="*/ 690356 h 3332538"/>
                <a:gd name="connsiteX1" fmla="*/ 396807 w 4327700"/>
                <a:gd name="connsiteY1" fmla="*/ 6335 h 3332538"/>
                <a:gd name="connsiteX2" fmla="*/ 4327700 w 4327700"/>
                <a:gd name="connsiteY2" fmla="*/ 3332538 h 3332538"/>
                <a:gd name="connsiteX3" fmla="*/ 0 w 4327700"/>
                <a:gd name="connsiteY3" fmla="*/ 690356 h 3332538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22612 w 5185199"/>
                <a:gd name="connsiteY0" fmla="*/ 689352 h 2642420"/>
                <a:gd name="connsiteX1" fmla="*/ 419419 w 5185199"/>
                <a:gd name="connsiteY1" fmla="*/ 5331 h 2642420"/>
                <a:gd name="connsiteX2" fmla="*/ 5185199 w 5185199"/>
                <a:gd name="connsiteY2" fmla="*/ 2642420 h 2642420"/>
                <a:gd name="connsiteX3" fmla="*/ 22612 w 5185199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3480 w 5211787"/>
                <a:gd name="connsiteY0" fmla="*/ 704495 h 2642323"/>
                <a:gd name="connsiteX1" fmla="*/ 446007 w 5211787"/>
                <a:gd name="connsiteY1" fmla="*/ 5234 h 2642323"/>
                <a:gd name="connsiteX2" fmla="*/ 5211787 w 5211787"/>
                <a:gd name="connsiteY2" fmla="*/ 2642323 h 2642323"/>
                <a:gd name="connsiteX3" fmla="*/ 3480 w 5211787"/>
                <a:gd name="connsiteY3" fmla="*/ 704495 h 2642323"/>
                <a:gd name="connsiteX0" fmla="*/ 4844 w 5213151"/>
                <a:gd name="connsiteY0" fmla="*/ 734790 h 2672618"/>
                <a:gd name="connsiteX1" fmla="*/ 378791 w 5213151"/>
                <a:gd name="connsiteY1" fmla="*/ 5049 h 2672618"/>
                <a:gd name="connsiteX2" fmla="*/ 5213151 w 5213151"/>
                <a:gd name="connsiteY2" fmla="*/ 2672618 h 2672618"/>
                <a:gd name="connsiteX3" fmla="*/ 4844 w 5213151"/>
                <a:gd name="connsiteY3" fmla="*/ 734790 h 2672618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720 h 2670548"/>
                <a:gd name="connsiteX1" fmla="*/ 376976 w 5211336"/>
                <a:gd name="connsiteY1" fmla="*/ 2979 h 2670548"/>
                <a:gd name="connsiteX2" fmla="*/ 5211336 w 5211336"/>
                <a:gd name="connsiteY2" fmla="*/ 2670548 h 2670548"/>
                <a:gd name="connsiteX3" fmla="*/ 3029 w 5211336"/>
                <a:gd name="connsiteY3" fmla="*/ 732720 h 2670548"/>
                <a:gd name="connsiteX0" fmla="*/ 3029 w 5272296"/>
                <a:gd name="connsiteY0" fmla="*/ 732632 h 2723800"/>
                <a:gd name="connsiteX1" fmla="*/ 376976 w 5272296"/>
                <a:gd name="connsiteY1" fmla="*/ 2891 h 2723800"/>
                <a:gd name="connsiteX2" fmla="*/ 5272296 w 5272296"/>
                <a:gd name="connsiteY2" fmla="*/ 2723800 h 2723800"/>
                <a:gd name="connsiteX3" fmla="*/ 3029 w 5272296"/>
                <a:gd name="connsiteY3" fmla="*/ 732632 h 2723800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2602 w 5316319"/>
                <a:gd name="connsiteY0" fmla="*/ 732537 h 2723705"/>
                <a:gd name="connsiteX1" fmla="*/ 420999 w 5316319"/>
                <a:gd name="connsiteY1" fmla="*/ 2796 h 2723705"/>
                <a:gd name="connsiteX2" fmla="*/ 5316319 w 5316319"/>
                <a:gd name="connsiteY2" fmla="*/ 2723705 h 2723705"/>
                <a:gd name="connsiteX3" fmla="*/ 2602 w 5316319"/>
                <a:gd name="connsiteY3" fmla="*/ 732537 h 2723705"/>
                <a:gd name="connsiteX0" fmla="*/ 2101 w 5315818"/>
                <a:gd name="connsiteY0" fmla="*/ 732537 h 2723705"/>
                <a:gd name="connsiteX1" fmla="*/ 420498 w 5315818"/>
                <a:gd name="connsiteY1" fmla="*/ 2796 h 2723705"/>
                <a:gd name="connsiteX2" fmla="*/ 5315818 w 5315818"/>
                <a:gd name="connsiteY2" fmla="*/ 2723705 h 2723705"/>
                <a:gd name="connsiteX3" fmla="*/ 2101 w 5315818"/>
                <a:gd name="connsiteY3" fmla="*/ 732537 h 2723705"/>
                <a:gd name="connsiteX0" fmla="*/ 2066 w 5322133"/>
                <a:gd name="connsiteY0" fmla="*/ 700787 h 2723705"/>
                <a:gd name="connsiteX1" fmla="*/ 426813 w 5322133"/>
                <a:gd name="connsiteY1" fmla="*/ 2796 h 2723705"/>
                <a:gd name="connsiteX2" fmla="*/ 5322133 w 5322133"/>
                <a:gd name="connsiteY2" fmla="*/ 2723705 h 2723705"/>
                <a:gd name="connsiteX3" fmla="*/ 2066 w 5322133"/>
                <a:gd name="connsiteY3" fmla="*/ 700787 h 2723705"/>
                <a:gd name="connsiteX0" fmla="*/ 2136 w 5309503"/>
                <a:gd name="connsiteY0" fmla="*/ 719837 h 2723705"/>
                <a:gd name="connsiteX1" fmla="*/ 414183 w 5309503"/>
                <a:gd name="connsiteY1" fmla="*/ 2796 h 2723705"/>
                <a:gd name="connsiteX2" fmla="*/ 5309503 w 5309503"/>
                <a:gd name="connsiteY2" fmla="*/ 2723705 h 2723705"/>
                <a:gd name="connsiteX3" fmla="*/ 2136 w 5309503"/>
                <a:gd name="connsiteY3" fmla="*/ 719837 h 2723705"/>
                <a:gd name="connsiteX0" fmla="*/ 2208 w 5309575"/>
                <a:gd name="connsiteY0" fmla="*/ 719837 h 2723705"/>
                <a:gd name="connsiteX1" fmla="*/ 414255 w 5309575"/>
                <a:gd name="connsiteY1" fmla="*/ 2796 h 2723705"/>
                <a:gd name="connsiteX2" fmla="*/ 5309575 w 5309575"/>
                <a:gd name="connsiteY2" fmla="*/ 2723705 h 2723705"/>
                <a:gd name="connsiteX3" fmla="*/ 2208 w 5309575"/>
                <a:gd name="connsiteY3" fmla="*/ 719837 h 2723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9575" h="2723705">
                  <a:moveTo>
                    <a:pt x="2208" y="719837"/>
                  </a:moveTo>
                  <a:cubicBezTo>
                    <a:pt x="-30692" y="728686"/>
                    <a:pt x="313363" y="-31645"/>
                    <a:pt x="414255" y="2796"/>
                  </a:cubicBezTo>
                  <a:cubicBezTo>
                    <a:pt x="1456638" y="-79951"/>
                    <a:pt x="4023352" y="1693932"/>
                    <a:pt x="5309575" y="2723705"/>
                  </a:cubicBezTo>
                  <a:cubicBezTo>
                    <a:pt x="3210363" y="2108684"/>
                    <a:pt x="559529" y="1509125"/>
                    <a:pt x="2208" y="719837"/>
                  </a:cubicBezTo>
                  <a:close/>
                </a:path>
              </a:pathLst>
            </a:custGeom>
            <a:gradFill>
              <a:gsLst>
                <a:gs pos="0">
                  <a:srgbClr val="92D050"/>
                </a:gs>
                <a:gs pos="16000">
                  <a:srgbClr val="4E7F47"/>
                </a:gs>
              </a:gsLst>
              <a:lin ang="10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2C136DF8-4CDD-25D0-B0E9-7F4F41ED1937}"/>
                </a:ext>
              </a:extLst>
            </p:cNvPr>
            <p:cNvSpPr/>
            <p:nvPr/>
          </p:nvSpPr>
          <p:spPr>
            <a:xfrm>
              <a:off x="2689797" y="3622987"/>
              <a:ext cx="5516202" cy="1719590"/>
            </a:xfrm>
            <a:custGeom>
              <a:avLst/>
              <a:gdLst>
                <a:gd name="connsiteX0" fmla="*/ 0 w 1190172"/>
                <a:gd name="connsiteY0" fmla="*/ 0 h 1001486"/>
                <a:gd name="connsiteX1" fmla="*/ 1190172 w 1190172"/>
                <a:gd name="connsiteY1" fmla="*/ 0 h 1001486"/>
                <a:gd name="connsiteX2" fmla="*/ 1190172 w 1190172"/>
                <a:gd name="connsiteY2" fmla="*/ 1001486 h 1001486"/>
                <a:gd name="connsiteX3" fmla="*/ 0 w 1190172"/>
                <a:gd name="connsiteY3" fmla="*/ 1001486 h 1001486"/>
                <a:gd name="connsiteX4" fmla="*/ 0 w 1190172"/>
                <a:gd name="connsiteY4" fmla="*/ 0 h 1001486"/>
                <a:gd name="connsiteX0" fmla="*/ 0 w 2598058"/>
                <a:gd name="connsiteY0" fmla="*/ 0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4" fmla="*/ 0 w 2598058"/>
                <a:gd name="connsiteY4" fmla="*/ 0 h 3497943"/>
                <a:gd name="connsiteX0" fmla="*/ 0 w 2598058"/>
                <a:gd name="connsiteY0" fmla="*/ 1001486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0" fmla="*/ 0 w 3744687"/>
                <a:gd name="connsiteY0" fmla="*/ 0 h 3526971"/>
                <a:gd name="connsiteX1" fmla="*/ 2336801 w 3744687"/>
                <a:gd name="connsiteY1" fmla="*/ 29028 h 3526971"/>
                <a:gd name="connsiteX2" fmla="*/ 3744687 w 3744687"/>
                <a:gd name="connsiteY2" fmla="*/ 3526971 h 3526971"/>
                <a:gd name="connsiteX3" fmla="*/ 0 w 3744687"/>
                <a:gd name="connsiteY3" fmla="*/ 0 h 3526971"/>
                <a:gd name="connsiteX0" fmla="*/ 0 w 3744687"/>
                <a:gd name="connsiteY0" fmla="*/ 156709 h 3683680"/>
                <a:gd name="connsiteX1" fmla="*/ 1303339 w 3744687"/>
                <a:gd name="connsiteY1" fmla="*/ 0 h 3683680"/>
                <a:gd name="connsiteX2" fmla="*/ 3744687 w 3744687"/>
                <a:gd name="connsiteY2" fmla="*/ 3683680 h 3683680"/>
                <a:gd name="connsiteX3" fmla="*/ 0 w 3744687"/>
                <a:gd name="connsiteY3" fmla="*/ 156709 h 3683680"/>
                <a:gd name="connsiteX0" fmla="*/ 0 w 3744687"/>
                <a:gd name="connsiteY0" fmla="*/ 175246 h 3702217"/>
                <a:gd name="connsiteX1" fmla="*/ 1303339 w 3744687"/>
                <a:gd name="connsiteY1" fmla="*/ 18537 h 3702217"/>
                <a:gd name="connsiteX2" fmla="*/ 3744687 w 3744687"/>
                <a:gd name="connsiteY2" fmla="*/ 3702217 h 3702217"/>
                <a:gd name="connsiteX3" fmla="*/ 0 w 3744687"/>
                <a:gd name="connsiteY3" fmla="*/ 175246 h 3702217"/>
                <a:gd name="connsiteX0" fmla="*/ 0 w 3754212"/>
                <a:gd name="connsiteY0" fmla="*/ 170857 h 3702591"/>
                <a:gd name="connsiteX1" fmla="*/ 1312864 w 3754212"/>
                <a:gd name="connsiteY1" fmla="*/ 18911 h 3702591"/>
                <a:gd name="connsiteX2" fmla="*/ 3754212 w 3754212"/>
                <a:gd name="connsiteY2" fmla="*/ 3702591 h 3702591"/>
                <a:gd name="connsiteX3" fmla="*/ 0 w 3754212"/>
                <a:gd name="connsiteY3" fmla="*/ 170857 h 3702591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16112"/>
                <a:gd name="connsiteY0" fmla="*/ 177892 h 3747726"/>
                <a:gd name="connsiteX1" fmla="*/ 1312864 w 3716112"/>
                <a:gd name="connsiteY1" fmla="*/ 25946 h 3747726"/>
                <a:gd name="connsiteX2" fmla="*/ 3716112 w 3716112"/>
                <a:gd name="connsiteY2" fmla="*/ 3747726 h 3747726"/>
                <a:gd name="connsiteX3" fmla="*/ 0 w 3716112"/>
                <a:gd name="connsiteY3" fmla="*/ 177892 h 374772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4327700"/>
                <a:gd name="connsiteY0" fmla="*/ 1098813 h 3740995"/>
                <a:gd name="connsiteX1" fmla="*/ 1947312 w 4327700"/>
                <a:gd name="connsiteY1" fmla="*/ 3975 h 3740995"/>
                <a:gd name="connsiteX2" fmla="*/ 4327700 w 4327700"/>
                <a:gd name="connsiteY2" fmla="*/ 3740995 h 3740995"/>
                <a:gd name="connsiteX3" fmla="*/ 0 w 4327700"/>
                <a:gd name="connsiteY3" fmla="*/ 1098813 h 3740995"/>
                <a:gd name="connsiteX0" fmla="*/ 0 w 4327700"/>
                <a:gd name="connsiteY0" fmla="*/ 690356 h 3332538"/>
                <a:gd name="connsiteX1" fmla="*/ 396807 w 4327700"/>
                <a:gd name="connsiteY1" fmla="*/ 6335 h 3332538"/>
                <a:gd name="connsiteX2" fmla="*/ 4327700 w 4327700"/>
                <a:gd name="connsiteY2" fmla="*/ 3332538 h 3332538"/>
                <a:gd name="connsiteX3" fmla="*/ 0 w 4327700"/>
                <a:gd name="connsiteY3" fmla="*/ 690356 h 3332538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22612 w 5185199"/>
                <a:gd name="connsiteY0" fmla="*/ 689352 h 2642420"/>
                <a:gd name="connsiteX1" fmla="*/ 419419 w 5185199"/>
                <a:gd name="connsiteY1" fmla="*/ 5331 h 2642420"/>
                <a:gd name="connsiteX2" fmla="*/ 5185199 w 5185199"/>
                <a:gd name="connsiteY2" fmla="*/ 2642420 h 2642420"/>
                <a:gd name="connsiteX3" fmla="*/ 22612 w 5185199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3480 w 5211787"/>
                <a:gd name="connsiteY0" fmla="*/ 704495 h 2642323"/>
                <a:gd name="connsiteX1" fmla="*/ 446007 w 5211787"/>
                <a:gd name="connsiteY1" fmla="*/ 5234 h 2642323"/>
                <a:gd name="connsiteX2" fmla="*/ 5211787 w 5211787"/>
                <a:gd name="connsiteY2" fmla="*/ 2642323 h 2642323"/>
                <a:gd name="connsiteX3" fmla="*/ 3480 w 5211787"/>
                <a:gd name="connsiteY3" fmla="*/ 704495 h 2642323"/>
                <a:gd name="connsiteX0" fmla="*/ 4844 w 5213151"/>
                <a:gd name="connsiteY0" fmla="*/ 734790 h 2672618"/>
                <a:gd name="connsiteX1" fmla="*/ 378791 w 5213151"/>
                <a:gd name="connsiteY1" fmla="*/ 5049 h 2672618"/>
                <a:gd name="connsiteX2" fmla="*/ 5213151 w 5213151"/>
                <a:gd name="connsiteY2" fmla="*/ 2672618 h 2672618"/>
                <a:gd name="connsiteX3" fmla="*/ 4844 w 5213151"/>
                <a:gd name="connsiteY3" fmla="*/ 734790 h 2672618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720 h 2670548"/>
                <a:gd name="connsiteX1" fmla="*/ 376976 w 5211336"/>
                <a:gd name="connsiteY1" fmla="*/ 2979 h 2670548"/>
                <a:gd name="connsiteX2" fmla="*/ 5211336 w 5211336"/>
                <a:gd name="connsiteY2" fmla="*/ 2670548 h 2670548"/>
                <a:gd name="connsiteX3" fmla="*/ 3029 w 5211336"/>
                <a:gd name="connsiteY3" fmla="*/ 732720 h 2670548"/>
                <a:gd name="connsiteX0" fmla="*/ 3029 w 5272296"/>
                <a:gd name="connsiteY0" fmla="*/ 732632 h 2723800"/>
                <a:gd name="connsiteX1" fmla="*/ 376976 w 5272296"/>
                <a:gd name="connsiteY1" fmla="*/ 2891 h 2723800"/>
                <a:gd name="connsiteX2" fmla="*/ 5272296 w 5272296"/>
                <a:gd name="connsiteY2" fmla="*/ 2723800 h 2723800"/>
                <a:gd name="connsiteX3" fmla="*/ 3029 w 5272296"/>
                <a:gd name="connsiteY3" fmla="*/ 732632 h 2723800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301113 w 5570380"/>
                <a:gd name="connsiteY0" fmla="*/ 0 h 1991168"/>
                <a:gd name="connsiteX1" fmla="*/ 40060 w 5570380"/>
                <a:gd name="connsiteY1" fmla="*/ 197359 h 1991168"/>
                <a:gd name="connsiteX2" fmla="*/ 5570380 w 5570380"/>
                <a:gd name="connsiteY2" fmla="*/ 1991168 h 1991168"/>
                <a:gd name="connsiteX3" fmla="*/ 301113 w 5570380"/>
                <a:gd name="connsiteY3" fmla="*/ 0 h 1991168"/>
                <a:gd name="connsiteX0" fmla="*/ 396055 w 5563722"/>
                <a:gd name="connsiteY0" fmla="*/ 1141734 h 1799402"/>
                <a:gd name="connsiteX1" fmla="*/ 33402 w 5563722"/>
                <a:gd name="connsiteY1" fmla="*/ 5593 h 1799402"/>
                <a:gd name="connsiteX2" fmla="*/ 5563722 w 5563722"/>
                <a:gd name="connsiteY2" fmla="*/ 1799402 h 1799402"/>
                <a:gd name="connsiteX3" fmla="*/ 396055 w 5563722"/>
                <a:gd name="connsiteY3" fmla="*/ 1141734 h 1799402"/>
                <a:gd name="connsiteX0" fmla="*/ 396055 w 5538322"/>
                <a:gd name="connsiteY0" fmla="*/ 1185676 h 1399153"/>
                <a:gd name="connsiteX1" fmla="*/ 33402 w 5538322"/>
                <a:gd name="connsiteY1" fmla="*/ 49535 h 1399153"/>
                <a:gd name="connsiteX2" fmla="*/ 5538322 w 5538322"/>
                <a:gd name="connsiteY2" fmla="*/ 890844 h 1399153"/>
                <a:gd name="connsiteX3" fmla="*/ 396055 w 5538322"/>
                <a:gd name="connsiteY3" fmla="*/ 1185676 h 1399153"/>
                <a:gd name="connsiteX0" fmla="*/ 396055 w 5538322"/>
                <a:gd name="connsiteY0" fmla="*/ 1185676 h 1683208"/>
                <a:gd name="connsiteX1" fmla="*/ 33402 w 5538322"/>
                <a:gd name="connsiteY1" fmla="*/ 49535 h 1683208"/>
                <a:gd name="connsiteX2" fmla="*/ 5538322 w 5538322"/>
                <a:gd name="connsiteY2" fmla="*/ 890844 h 1683208"/>
                <a:gd name="connsiteX3" fmla="*/ 396055 w 5538322"/>
                <a:gd name="connsiteY3" fmla="*/ 1185676 h 1683208"/>
                <a:gd name="connsiteX0" fmla="*/ 396055 w 5538322"/>
                <a:gd name="connsiteY0" fmla="*/ 1185676 h 1801896"/>
                <a:gd name="connsiteX1" fmla="*/ 33402 w 5538322"/>
                <a:gd name="connsiteY1" fmla="*/ 49535 h 1801896"/>
                <a:gd name="connsiteX2" fmla="*/ 5538322 w 5538322"/>
                <a:gd name="connsiteY2" fmla="*/ 890844 h 1801896"/>
                <a:gd name="connsiteX3" fmla="*/ 396055 w 5538322"/>
                <a:gd name="connsiteY3" fmla="*/ 1185676 h 1801896"/>
                <a:gd name="connsiteX0" fmla="*/ 396055 w 5538322"/>
                <a:gd name="connsiteY0" fmla="*/ 1137880 h 1754100"/>
                <a:gd name="connsiteX1" fmla="*/ 33402 w 5538322"/>
                <a:gd name="connsiteY1" fmla="*/ 1739 h 1754100"/>
                <a:gd name="connsiteX2" fmla="*/ 5538322 w 5538322"/>
                <a:gd name="connsiteY2" fmla="*/ 843048 h 1754100"/>
                <a:gd name="connsiteX3" fmla="*/ 396055 w 5538322"/>
                <a:gd name="connsiteY3" fmla="*/ 1137880 h 1754100"/>
                <a:gd name="connsiteX0" fmla="*/ 396055 w 5538322"/>
                <a:gd name="connsiteY0" fmla="*/ 1137880 h 1754100"/>
                <a:gd name="connsiteX1" fmla="*/ 33402 w 5538322"/>
                <a:gd name="connsiteY1" fmla="*/ 1739 h 1754100"/>
                <a:gd name="connsiteX2" fmla="*/ 5538322 w 5538322"/>
                <a:gd name="connsiteY2" fmla="*/ 843048 h 1754100"/>
                <a:gd name="connsiteX3" fmla="*/ 396055 w 5538322"/>
                <a:gd name="connsiteY3" fmla="*/ 1137880 h 175410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46184"/>
                <a:gd name="connsiteX1" fmla="*/ 33402 w 5563722"/>
                <a:gd name="connsiteY1" fmla="*/ 1739 h 1746184"/>
                <a:gd name="connsiteX2" fmla="*/ 5563722 w 5563722"/>
                <a:gd name="connsiteY2" fmla="*/ 779548 h 1746184"/>
                <a:gd name="connsiteX3" fmla="*/ 396055 w 5563722"/>
                <a:gd name="connsiteY3" fmla="*/ 1137880 h 1746184"/>
                <a:gd name="connsiteX0" fmla="*/ 369120 w 5536787"/>
                <a:gd name="connsiteY0" fmla="*/ 1114103 h 1722407"/>
                <a:gd name="connsiteX1" fmla="*/ 35042 w 5536787"/>
                <a:gd name="connsiteY1" fmla="*/ 1774 h 1722407"/>
                <a:gd name="connsiteX2" fmla="*/ 5536787 w 5536787"/>
                <a:gd name="connsiteY2" fmla="*/ 755771 h 1722407"/>
                <a:gd name="connsiteX3" fmla="*/ 369120 w 5536787"/>
                <a:gd name="connsiteY3" fmla="*/ 1114103 h 1722407"/>
                <a:gd name="connsiteX0" fmla="*/ 369120 w 5536787"/>
                <a:gd name="connsiteY0" fmla="*/ 1114103 h 1722407"/>
                <a:gd name="connsiteX1" fmla="*/ 35042 w 5536787"/>
                <a:gd name="connsiteY1" fmla="*/ 1774 h 1722407"/>
                <a:gd name="connsiteX2" fmla="*/ 5536787 w 5536787"/>
                <a:gd name="connsiteY2" fmla="*/ 755771 h 1722407"/>
                <a:gd name="connsiteX3" fmla="*/ 369120 w 5536787"/>
                <a:gd name="connsiteY3" fmla="*/ 1114103 h 1722407"/>
                <a:gd name="connsiteX0" fmla="*/ 369120 w 5536787"/>
                <a:gd name="connsiteY0" fmla="*/ 1114103 h 1696139"/>
                <a:gd name="connsiteX1" fmla="*/ 35042 w 5536787"/>
                <a:gd name="connsiteY1" fmla="*/ 1774 h 1696139"/>
                <a:gd name="connsiteX2" fmla="*/ 5536787 w 5536787"/>
                <a:gd name="connsiteY2" fmla="*/ 755771 h 1696139"/>
                <a:gd name="connsiteX3" fmla="*/ 369120 w 5536787"/>
                <a:gd name="connsiteY3" fmla="*/ 1114103 h 1696139"/>
                <a:gd name="connsiteX0" fmla="*/ 369120 w 5536787"/>
                <a:gd name="connsiteY0" fmla="*/ 1114103 h 1711945"/>
                <a:gd name="connsiteX1" fmla="*/ 35042 w 5536787"/>
                <a:gd name="connsiteY1" fmla="*/ 1774 h 1711945"/>
                <a:gd name="connsiteX2" fmla="*/ 5536787 w 5536787"/>
                <a:gd name="connsiteY2" fmla="*/ 755771 h 1711945"/>
                <a:gd name="connsiteX3" fmla="*/ 369120 w 5536787"/>
                <a:gd name="connsiteY3" fmla="*/ 1114103 h 1711945"/>
                <a:gd name="connsiteX0" fmla="*/ 369120 w 5536787"/>
                <a:gd name="connsiteY0" fmla="*/ 1114103 h 1711945"/>
                <a:gd name="connsiteX1" fmla="*/ 35042 w 5536787"/>
                <a:gd name="connsiteY1" fmla="*/ 1774 h 1711945"/>
                <a:gd name="connsiteX2" fmla="*/ 5536787 w 5536787"/>
                <a:gd name="connsiteY2" fmla="*/ 755771 h 1711945"/>
                <a:gd name="connsiteX3" fmla="*/ 369120 w 5536787"/>
                <a:gd name="connsiteY3" fmla="*/ 1114103 h 1711945"/>
                <a:gd name="connsiteX0" fmla="*/ 353719 w 5521386"/>
                <a:gd name="connsiteY0" fmla="*/ 1113719 h 1711561"/>
                <a:gd name="connsiteX1" fmla="*/ 19641 w 5521386"/>
                <a:gd name="connsiteY1" fmla="*/ 1390 h 1711561"/>
                <a:gd name="connsiteX2" fmla="*/ 5521386 w 5521386"/>
                <a:gd name="connsiteY2" fmla="*/ 755387 h 1711561"/>
                <a:gd name="connsiteX3" fmla="*/ 353719 w 5521386"/>
                <a:gd name="connsiteY3" fmla="*/ 1113719 h 1711561"/>
                <a:gd name="connsiteX0" fmla="*/ 329380 w 5522447"/>
                <a:gd name="connsiteY0" fmla="*/ 1126404 h 1719569"/>
                <a:gd name="connsiteX1" fmla="*/ 20702 w 5522447"/>
                <a:gd name="connsiteY1" fmla="*/ 1375 h 1719569"/>
                <a:gd name="connsiteX2" fmla="*/ 5522447 w 5522447"/>
                <a:gd name="connsiteY2" fmla="*/ 755372 h 1719569"/>
                <a:gd name="connsiteX3" fmla="*/ 329380 w 5522447"/>
                <a:gd name="connsiteY3" fmla="*/ 1126404 h 1719569"/>
                <a:gd name="connsiteX0" fmla="*/ 331741 w 5524808"/>
                <a:gd name="connsiteY0" fmla="*/ 1126425 h 1719590"/>
                <a:gd name="connsiteX1" fmla="*/ 23063 w 5524808"/>
                <a:gd name="connsiteY1" fmla="*/ 1396 h 1719590"/>
                <a:gd name="connsiteX2" fmla="*/ 5524808 w 5524808"/>
                <a:gd name="connsiteY2" fmla="*/ 755393 h 1719590"/>
                <a:gd name="connsiteX3" fmla="*/ 331741 w 5524808"/>
                <a:gd name="connsiteY3" fmla="*/ 1126425 h 1719590"/>
                <a:gd name="connsiteX0" fmla="*/ 322425 w 5515492"/>
                <a:gd name="connsiteY0" fmla="*/ 1126425 h 1719590"/>
                <a:gd name="connsiteX1" fmla="*/ 13747 w 5515492"/>
                <a:gd name="connsiteY1" fmla="*/ 1396 h 1719590"/>
                <a:gd name="connsiteX2" fmla="*/ 5515492 w 5515492"/>
                <a:gd name="connsiteY2" fmla="*/ 755393 h 1719590"/>
                <a:gd name="connsiteX3" fmla="*/ 322425 w 5515492"/>
                <a:gd name="connsiteY3" fmla="*/ 1126425 h 1719590"/>
                <a:gd name="connsiteX0" fmla="*/ 323135 w 5516202"/>
                <a:gd name="connsiteY0" fmla="*/ 1126425 h 1719590"/>
                <a:gd name="connsiteX1" fmla="*/ 14457 w 5516202"/>
                <a:gd name="connsiteY1" fmla="*/ 1396 h 1719590"/>
                <a:gd name="connsiteX2" fmla="*/ 5516202 w 5516202"/>
                <a:gd name="connsiteY2" fmla="*/ 755393 h 1719590"/>
                <a:gd name="connsiteX3" fmla="*/ 323135 w 5516202"/>
                <a:gd name="connsiteY3" fmla="*/ 1126425 h 1719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16202" h="1719590">
                  <a:moveTo>
                    <a:pt x="323135" y="1126425"/>
                  </a:moveTo>
                  <a:cubicBezTo>
                    <a:pt x="220385" y="1116224"/>
                    <a:pt x="-67385" y="-45745"/>
                    <a:pt x="14457" y="1396"/>
                  </a:cubicBezTo>
                  <a:cubicBezTo>
                    <a:pt x="1796615" y="1456937"/>
                    <a:pt x="4407779" y="690820"/>
                    <a:pt x="5516202" y="755393"/>
                  </a:cubicBezTo>
                  <a:cubicBezTo>
                    <a:pt x="3701470" y="1755812"/>
                    <a:pt x="829656" y="2134153"/>
                    <a:pt x="323135" y="1126425"/>
                  </a:cubicBezTo>
                  <a:close/>
                </a:path>
              </a:pathLst>
            </a:custGeom>
            <a:gradFill>
              <a:gsLst>
                <a:gs pos="0">
                  <a:srgbClr val="92D050"/>
                </a:gs>
                <a:gs pos="16000">
                  <a:srgbClr val="4E7F47"/>
                </a:gs>
              </a:gsLst>
              <a:lin ang="10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772A2943-B314-83BD-4BA5-2DDB99700674}"/>
                </a:ext>
              </a:extLst>
            </p:cNvPr>
            <p:cNvSpPr/>
            <p:nvPr/>
          </p:nvSpPr>
          <p:spPr>
            <a:xfrm>
              <a:off x="5168753" y="4410508"/>
              <a:ext cx="2955093" cy="1855678"/>
            </a:xfrm>
            <a:custGeom>
              <a:avLst/>
              <a:gdLst>
                <a:gd name="connsiteX0" fmla="*/ 0 w 1190172"/>
                <a:gd name="connsiteY0" fmla="*/ 0 h 1001486"/>
                <a:gd name="connsiteX1" fmla="*/ 1190172 w 1190172"/>
                <a:gd name="connsiteY1" fmla="*/ 0 h 1001486"/>
                <a:gd name="connsiteX2" fmla="*/ 1190172 w 1190172"/>
                <a:gd name="connsiteY2" fmla="*/ 1001486 h 1001486"/>
                <a:gd name="connsiteX3" fmla="*/ 0 w 1190172"/>
                <a:gd name="connsiteY3" fmla="*/ 1001486 h 1001486"/>
                <a:gd name="connsiteX4" fmla="*/ 0 w 1190172"/>
                <a:gd name="connsiteY4" fmla="*/ 0 h 1001486"/>
                <a:gd name="connsiteX0" fmla="*/ 0 w 2598058"/>
                <a:gd name="connsiteY0" fmla="*/ 0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4" fmla="*/ 0 w 2598058"/>
                <a:gd name="connsiteY4" fmla="*/ 0 h 3497943"/>
                <a:gd name="connsiteX0" fmla="*/ 0 w 2598058"/>
                <a:gd name="connsiteY0" fmla="*/ 1001486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0" fmla="*/ 0 w 3744687"/>
                <a:gd name="connsiteY0" fmla="*/ 0 h 3526971"/>
                <a:gd name="connsiteX1" fmla="*/ 2336801 w 3744687"/>
                <a:gd name="connsiteY1" fmla="*/ 29028 h 3526971"/>
                <a:gd name="connsiteX2" fmla="*/ 3744687 w 3744687"/>
                <a:gd name="connsiteY2" fmla="*/ 3526971 h 3526971"/>
                <a:gd name="connsiteX3" fmla="*/ 0 w 3744687"/>
                <a:gd name="connsiteY3" fmla="*/ 0 h 3526971"/>
                <a:gd name="connsiteX0" fmla="*/ 0 w 3744687"/>
                <a:gd name="connsiteY0" fmla="*/ 156709 h 3683680"/>
                <a:gd name="connsiteX1" fmla="*/ 1303339 w 3744687"/>
                <a:gd name="connsiteY1" fmla="*/ 0 h 3683680"/>
                <a:gd name="connsiteX2" fmla="*/ 3744687 w 3744687"/>
                <a:gd name="connsiteY2" fmla="*/ 3683680 h 3683680"/>
                <a:gd name="connsiteX3" fmla="*/ 0 w 3744687"/>
                <a:gd name="connsiteY3" fmla="*/ 156709 h 3683680"/>
                <a:gd name="connsiteX0" fmla="*/ 0 w 3744687"/>
                <a:gd name="connsiteY0" fmla="*/ 175246 h 3702217"/>
                <a:gd name="connsiteX1" fmla="*/ 1303339 w 3744687"/>
                <a:gd name="connsiteY1" fmla="*/ 18537 h 3702217"/>
                <a:gd name="connsiteX2" fmla="*/ 3744687 w 3744687"/>
                <a:gd name="connsiteY2" fmla="*/ 3702217 h 3702217"/>
                <a:gd name="connsiteX3" fmla="*/ 0 w 3744687"/>
                <a:gd name="connsiteY3" fmla="*/ 175246 h 3702217"/>
                <a:gd name="connsiteX0" fmla="*/ 0 w 3754212"/>
                <a:gd name="connsiteY0" fmla="*/ 170857 h 3702591"/>
                <a:gd name="connsiteX1" fmla="*/ 1312864 w 3754212"/>
                <a:gd name="connsiteY1" fmla="*/ 18911 h 3702591"/>
                <a:gd name="connsiteX2" fmla="*/ 3754212 w 3754212"/>
                <a:gd name="connsiteY2" fmla="*/ 3702591 h 3702591"/>
                <a:gd name="connsiteX3" fmla="*/ 0 w 3754212"/>
                <a:gd name="connsiteY3" fmla="*/ 170857 h 3702591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16112"/>
                <a:gd name="connsiteY0" fmla="*/ 177892 h 3747726"/>
                <a:gd name="connsiteX1" fmla="*/ 1312864 w 3716112"/>
                <a:gd name="connsiteY1" fmla="*/ 25946 h 3747726"/>
                <a:gd name="connsiteX2" fmla="*/ 3716112 w 3716112"/>
                <a:gd name="connsiteY2" fmla="*/ 3747726 h 3747726"/>
                <a:gd name="connsiteX3" fmla="*/ 0 w 3716112"/>
                <a:gd name="connsiteY3" fmla="*/ 177892 h 374772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4327700"/>
                <a:gd name="connsiteY0" fmla="*/ 1098813 h 3740995"/>
                <a:gd name="connsiteX1" fmla="*/ 1947312 w 4327700"/>
                <a:gd name="connsiteY1" fmla="*/ 3975 h 3740995"/>
                <a:gd name="connsiteX2" fmla="*/ 4327700 w 4327700"/>
                <a:gd name="connsiteY2" fmla="*/ 3740995 h 3740995"/>
                <a:gd name="connsiteX3" fmla="*/ 0 w 4327700"/>
                <a:gd name="connsiteY3" fmla="*/ 1098813 h 3740995"/>
                <a:gd name="connsiteX0" fmla="*/ 0 w 4327700"/>
                <a:gd name="connsiteY0" fmla="*/ 690356 h 3332538"/>
                <a:gd name="connsiteX1" fmla="*/ 396807 w 4327700"/>
                <a:gd name="connsiteY1" fmla="*/ 6335 h 3332538"/>
                <a:gd name="connsiteX2" fmla="*/ 4327700 w 4327700"/>
                <a:gd name="connsiteY2" fmla="*/ 3332538 h 3332538"/>
                <a:gd name="connsiteX3" fmla="*/ 0 w 4327700"/>
                <a:gd name="connsiteY3" fmla="*/ 690356 h 3332538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22612 w 5185199"/>
                <a:gd name="connsiteY0" fmla="*/ 689352 h 2642420"/>
                <a:gd name="connsiteX1" fmla="*/ 419419 w 5185199"/>
                <a:gd name="connsiteY1" fmla="*/ 5331 h 2642420"/>
                <a:gd name="connsiteX2" fmla="*/ 5185199 w 5185199"/>
                <a:gd name="connsiteY2" fmla="*/ 2642420 h 2642420"/>
                <a:gd name="connsiteX3" fmla="*/ 22612 w 5185199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3480 w 5211787"/>
                <a:gd name="connsiteY0" fmla="*/ 704495 h 2642323"/>
                <a:gd name="connsiteX1" fmla="*/ 446007 w 5211787"/>
                <a:gd name="connsiteY1" fmla="*/ 5234 h 2642323"/>
                <a:gd name="connsiteX2" fmla="*/ 5211787 w 5211787"/>
                <a:gd name="connsiteY2" fmla="*/ 2642323 h 2642323"/>
                <a:gd name="connsiteX3" fmla="*/ 3480 w 5211787"/>
                <a:gd name="connsiteY3" fmla="*/ 704495 h 2642323"/>
                <a:gd name="connsiteX0" fmla="*/ 4844 w 5213151"/>
                <a:gd name="connsiteY0" fmla="*/ 734790 h 2672618"/>
                <a:gd name="connsiteX1" fmla="*/ 378791 w 5213151"/>
                <a:gd name="connsiteY1" fmla="*/ 5049 h 2672618"/>
                <a:gd name="connsiteX2" fmla="*/ 5213151 w 5213151"/>
                <a:gd name="connsiteY2" fmla="*/ 2672618 h 2672618"/>
                <a:gd name="connsiteX3" fmla="*/ 4844 w 5213151"/>
                <a:gd name="connsiteY3" fmla="*/ 734790 h 2672618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720 h 2670548"/>
                <a:gd name="connsiteX1" fmla="*/ 376976 w 5211336"/>
                <a:gd name="connsiteY1" fmla="*/ 2979 h 2670548"/>
                <a:gd name="connsiteX2" fmla="*/ 5211336 w 5211336"/>
                <a:gd name="connsiteY2" fmla="*/ 2670548 h 2670548"/>
                <a:gd name="connsiteX3" fmla="*/ 3029 w 5211336"/>
                <a:gd name="connsiteY3" fmla="*/ 732720 h 2670548"/>
                <a:gd name="connsiteX0" fmla="*/ 3029 w 5272296"/>
                <a:gd name="connsiteY0" fmla="*/ 732632 h 2723800"/>
                <a:gd name="connsiteX1" fmla="*/ 376976 w 5272296"/>
                <a:gd name="connsiteY1" fmla="*/ 2891 h 2723800"/>
                <a:gd name="connsiteX2" fmla="*/ 5272296 w 5272296"/>
                <a:gd name="connsiteY2" fmla="*/ 2723800 h 2723800"/>
                <a:gd name="connsiteX3" fmla="*/ 3029 w 5272296"/>
                <a:gd name="connsiteY3" fmla="*/ 732632 h 2723800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301113 w 5570380"/>
                <a:gd name="connsiteY0" fmla="*/ 0 h 1991168"/>
                <a:gd name="connsiteX1" fmla="*/ 40060 w 5570380"/>
                <a:gd name="connsiteY1" fmla="*/ 197359 h 1991168"/>
                <a:gd name="connsiteX2" fmla="*/ 5570380 w 5570380"/>
                <a:gd name="connsiteY2" fmla="*/ 1991168 h 1991168"/>
                <a:gd name="connsiteX3" fmla="*/ 301113 w 5570380"/>
                <a:gd name="connsiteY3" fmla="*/ 0 h 1991168"/>
                <a:gd name="connsiteX0" fmla="*/ 396055 w 5563722"/>
                <a:gd name="connsiteY0" fmla="*/ 1141734 h 1799402"/>
                <a:gd name="connsiteX1" fmla="*/ 33402 w 5563722"/>
                <a:gd name="connsiteY1" fmla="*/ 5593 h 1799402"/>
                <a:gd name="connsiteX2" fmla="*/ 5563722 w 5563722"/>
                <a:gd name="connsiteY2" fmla="*/ 1799402 h 1799402"/>
                <a:gd name="connsiteX3" fmla="*/ 396055 w 5563722"/>
                <a:gd name="connsiteY3" fmla="*/ 1141734 h 1799402"/>
                <a:gd name="connsiteX0" fmla="*/ 396055 w 5538322"/>
                <a:gd name="connsiteY0" fmla="*/ 1185676 h 1399153"/>
                <a:gd name="connsiteX1" fmla="*/ 33402 w 5538322"/>
                <a:gd name="connsiteY1" fmla="*/ 49535 h 1399153"/>
                <a:gd name="connsiteX2" fmla="*/ 5538322 w 5538322"/>
                <a:gd name="connsiteY2" fmla="*/ 890844 h 1399153"/>
                <a:gd name="connsiteX3" fmla="*/ 396055 w 5538322"/>
                <a:gd name="connsiteY3" fmla="*/ 1185676 h 1399153"/>
                <a:gd name="connsiteX0" fmla="*/ 396055 w 5538322"/>
                <a:gd name="connsiteY0" fmla="*/ 1185676 h 1683208"/>
                <a:gd name="connsiteX1" fmla="*/ 33402 w 5538322"/>
                <a:gd name="connsiteY1" fmla="*/ 49535 h 1683208"/>
                <a:gd name="connsiteX2" fmla="*/ 5538322 w 5538322"/>
                <a:gd name="connsiteY2" fmla="*/ 890844 h 1683208"/>
                <a:gd name="connsiteX3" fmla="*/ 396055 w 5538322"/>
                <a:gd name="connsiteY3" fmla="*/ 1185676 h 1683208"/>
                <a:gd name="connsiteX0" fmla="*/ 396055 w 5538322"/>
                <a:gd name="connsiteY0" fmla="*/ 1185676 h 1801896"/>
                <a:gd name="connsiteX1" fmla="*/ 33402 w 5538322"/>
                <a:gd name="connsiteY1" fmla="*/ 49535 h 1801896"/>
                <a:gd name="connsiteX2" fmla="*/ 5538322 w 5538322"/>
                <a:gd name="connsiteY2" fmla="*/ 890844 h 1801896"/>
                <a:gd name="connsiteX3" fmla="*/ 396055 w 5538322"/>
                <a:gd name="connsiteY3" fmla="*/ 1185676 h 1801896"/>
                <a:gd name="connsiteX0" fmla="*/ 396055 w 5538322"/>
                <a:gd name="connsiteY0" fmla="*/ 1137880 h 1754100"/>
                <a:gd name="connsiteX1" fmla="*/ 33402 w 5538322"/>
                <a:gd name="connsiteY1" fmla="*/ 1739 h 1754100"/>
                <a:gd name="connsiteX2" fmla="*/ 5538322 w 5538322"/>
                <a:gd name="connsiteY2" fmla="*/ 843048 h 1754100"/>
                <a:gd name="connsiteX3" fmla="*/ 396055 w 5538322"/>
                <a:gd name="connsiteY3" fmla="*/ 1137880 h 1754100"/>
                <a:gd name="connsiteX0" fmla="*/ 396055 w 5538322"/>
                <a:gd name="connsiteY0" fmla="*/ 1137880 h 1754100"/>
                <a:gd name="connsiteX1" fmla="*/ 33402 w 5538322"/>
                <a:gd name="connsiteY1" fmla="*/ 1739 h 1754100"/>
                <a:gd name="connsiteX2" fmla="*/ 5538322 w 5538322"/>
                <a:gd name="connsiteY2" fmla="*/ 843048 h 1754100"/>
                <a:gd name="connsiteX3" fmla="*/ 396055 w 5538322"/>
                <a:gd name="connsiteY3" fmla="*/ 1137880 h 175410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46184"/>
                <a:gd name="connsiteX1" fmla="*/ 33402 w 5563722"/>
                <a:gd name="connsiteY1" fmla="*/ 1739 h 1746184"/>
                <a:gd name="connsiteX2" fmla="*/ 5563722 w 5563722"/>
                <a:gd name="connsiteY2" fmla="*/ 779548 h 1746184"/>
                <a:gd name="connsiteX3" fmla="*/ 396055 w 5563722"/>
                <a:gd name="connsiteY3" fmla="*/ 1137880 h 1746184"/>
                <a:gd name="connsiteX0" fmla="*/ 369120 w 5536787"/>
                <a:gd name="connsiteY0" fmla="*/ 1114103 h 1722407"/>
                <a:gd name="connsiteX1" fmla="*/ 35042 w 5536787"/>
                <a:gd name="connsiteY1" fmla="*/ 1774 h 1722407"/>
                <a:gd name="connsiteX2" fmla="*/ 5536787 w 5536787"/>
                <a:gd name="connsiteY2" fmla="*/ 755771 h 1722407"/>
                <a:gd name="connsiteX3" fmla="*/ 369120 w 5536787"/>
                <a:gd name="connsiteY3" fmla="*/ 1114103 h 1722407"/>
                <a:gd name="connsiteX0" fmla="*/ 369120 w 5536787"/>
                <a:gd name="connsiteY0" fmla="*/ 1114103 h 1722407"/>
                <a:gd name="connsiteX1" fmla="*/ 35042 w 5536787"/>
                <a:gd name="connsiteY1" fmla="*/ 1774 h 1722407"/>
                <a:gd name="connsiteX2" fmla="*/ 5536787 w 5536787"/>
                <a:gd name="connsiteY2" fmla="*/ 755771 h 1722407"/>
                <a:gd name="connsiteX3" fmla="*/ 369120 w 5536787"/>
                <a:gd name="connsiteY3" fmla="*/ 1114103 h 1722407"/>
                <a:gd name="connsiteX0" fmla="*/ 369120 w 5536787"/>
                <a:gd name="connsiteY0" fmla="*/ 1114103 h 1696139"/>
                <a:gd name="connsiteX1" fmla="*/ 35042 w 5536787"/>
                <a:gd name="connsiteY1" fmla="*/ 1774 h 1696139"/>
                <a:gd name="connsiteX2" fmla="*/ 5536787 w 5536787"/>
                <a:gd name="connsiteY2" fmla="*/ 755771 h 1696139"/>
                <a:gd name="connsiteX3" fmla="*/ 369120 w 5536787"/>
                <a:gd name="connsiteY3" fmla="*/ 1114103 h 1696139"/>
                <a:gd name="connsiteX0" fmla="*/ 369120 w 5536787"/>
                <a:gd name="connsiteY0" fmla="*/ 1114103 h 1711945"/>
                <a:gd name="connsiteX1" fmla="*/ 35042 w 5536787"/>
                <a:gd name="connsiteY1" fmla="*/ 1774 h 1711945"/>
                <a:gd name="connsiteX2" fmla="*/ 5536787 w 5536787"/>
                <a:gd name="connsiteY2" fmla="*/ 755771 h 1711945"/>
                <a:gd name="connsiteX3" fmla="*/ 369120 w 5536787"/>
                <a:gd name="connsiteY3" fmla="*/ 1114103 h 1711945"/>
                <a:gd name="connsiteX0" fmla="*/ 369120 w 5536787"/>
                <a:gd name="connsiteY0" fmla="*/ 1114103 h 1711945"/>
                <a:gd name="connsiteX1" fmla="*/ 35042 w 5536787"/>
                <a:gd name="connsiteY1" fmla="*/ 1774 h 1711945"/>
                <a:gd name="connsiteX2" fmla="*/ 5536787 w 5536787"/>
                <a:gd name="connsiteY2" fmla="*/ 755771 h 1711945"/>
                <a:gd name="connsiteX3" fmla="*/ 369120 w 5536787"/>
                <a:gd name="connsiteY3" fmla="*/ 1114103 h 1711945"/>
                <a:gd name="connsiteX0" fmla="*/ 3052962 w 5507909"/>
                <a:gd name="connsiteY0" fmla="*/ 2172455 h 2517178"/>
                <a:gd name="connsiteX1" fmla="*/ 6164 w 5507909"/>
                <a:gd name="connsiteY1" fmla="*/ 946 h 2517178"/>
                <a:gd name="connsiteX2" fmla="*/ 5507909 w 5507909"/>
                <a:gd name="connsiteY2" fmla="*/ 754943 h 2517178"/>
                <a:gd name="connsiteX3" fmla="*/ 3052962 w 5507909"/>
                <a:gd name="connsiteY3" fmla="*/ 2172455 h 2517178"/>
                <a:gd name="connsiteX0" fmla="*/ 1466167 w 3921114"/>
                <a:gd name="connsiteY0" fmla="*/ 1418597 h 1763320"/>
                <a:gd name="connsiteX1" fmla="*/ 11949 w 3921114"/>
                <a:gd name="connsiteY1" fmla="*/ 1327348 h 1763320"/>
                <a:gd name="connsiteX2" fmla="*/ 3921114 w 3921114"/>
                <a:gd name="connsiteY2" fmla="*/ 1085 h 1763320"/>
                <a:gd name="connsiteX3" fmla="*/ 1466167 w 3921114"/>
                <a:gd name="connsiteY3" fmla="*/ 1418597 h 1763320"/>
                <a:gd name="connsiteX0" fmla="*/ 1466167 w 3121014"/>
                <a:gd name="connsiteY0" fmla="*/ 1837558 h 2129636"/>
                <a:gd name="connsiteX1" fmla="*/ 11949 w 3121014"/>
                <a:gd name="connsiteY1" fmla="*/ 1746309 h 2129636"/>
                <a:gd name="connsiteX2" fmla="*/ 3121014 w 3121014"/>
                <a:gd name="connsiteY2" fmla="*/ 946 h 2129636"/>
                <a:gd name="connsiteX3" fmla="*/ 1466167 w 3121014"/>
                <a:gd name="connsiteY3" fmla="*/ 1837558 h 2129636"/>
                <a:gd name="connsiteX0" fmla="*/ 1466167 w 3121014"/>
                <a:gd name="connsiteY0" fmla="*/ 1837558 h 2120437"/>
                <a:gd name="connsiteX1" fmla="*/ 11949 w 3121014"/>
                <a:gd name="connsiteY1" fmla="*/ 1746309 h 2120437"/>
                <a:gd name="connsiteX2" fmla="*/ 3121014 w 3121014"/>
                <a:gd name="connsiteY2" fmla="*/ 946 h 2120437"/>
                <a:gd name="connsiteX3" fmla="*/ 1466167 w 3121014"/>
                <a:gd name="connsiteY3" fmla="*/ 1837558 h 2120437"/>
                <a:gd name="connsiteX0" fmla="*/ 1466167 w 3121014"/>
                <a:gd name="connsiteY0" fmla="*/ 1837558 h 2120437"/>
                <a:gd name="connsiteX1" fmla="*/ 11949 w 3121014"/>
                <a:gd name="connsiteY1" fmla="*/ 1746309 h 2120437"/>
                <a:gd name="connsiteX2" fmla="*/ 3121014 w 3121014"/>
                <a:gd name="connsiteY2" fmla="*/ 946 h 2120437"/>
                <a:gd name="connsiteX3" fmla="*/ 1466167 w 3121014"/>
                <a:gd name="connsiteY3" fmla="*/ 1837558 h 2120437"/>
                <a:gd name="connsiteX0" fmla="*/ 1466167 w 3121014"/>
                <a:gd name="connsiteY0" fmla="*/ 1838411 h 1861583"/>
                <a:gd name="connsiteX1" fmla="*/ 11949 w 3121014"/>
                <a:gd name="connsiteY1" fmla="*/ 1747162 h 1861583"/>
                <a:gd name="connsiteX2" fmla="*/ 3121014 w 3121014"/>
                <a:gd name="connsiteY2" fmla="*/ 1799 h 1861583"/>
                <a:gd name="connsiteX3" fmla="*/ 1466167 w 3121014"/>
                <a:gd name="connsiteY3" fmla="*/ 1838411 h 1861583"/>
                <a:gd name="connsiteX0" fmla="*/ 1466167 w 3121014"/>
                <a:gd name="connsiteY0" fmla="*/ 1836612 h 1859784"/>
                <a:gd name="connsiteX1" fmla="*/ 11949 w 3121014"/>
                <a:gd name="connsiteY1" fmla="*/ 1745363 h 1859784"/>
                <a:gd name="connsiteX2" fmla="*/ 3121014 w 3121014"/>
                <a:gd name="connsiteY2" fmla="*/ 0 h 1859784"/>
                <a:gd name="connsiteX3" fmla="*/ 1466167 w 3121014"/>
                <a:gd name="connsiteY3" fmla="*/ 1836612 h 1859784"/>
                <a:gd name="connsiteX0" fmla="*/ 1466167 w 3121014"/>
                <a:gd name="connsiteY0" fmla="*/ 1836612 h 1868066"/>
                <a:gd name="connsiteX1" fmla="*/ 11949 w 3121014"/>
                <a:gd name="connsiteY1" fmla="*/ 1745363 h 1868066"/>
                <a:gd name="connsiteX2" fmla="*/ 3121014 w 3121014"/>
                <a:gd name="connsiteY2" fmla="*/ 0 h 1868066"/>
                <a:gd name="connsiteX3" fmla="*/ 1466167 w 3121014"/>
                <a:gd name="connsiteY3" fmla="*/ 1836612 h 1868066"/>
                <a:gd name="connsiteX0" fmla="*/ 1239425 w 3122872"/>
                <a:gd name="connsiteY0" fmla="*/ 1865187 h 1895827"/>
                <a:gd name="connsiteX1" fmla="*/ 13807 w 3122872"/>
                <a:gd name="connsiteY1" fmla="*/ 1745363 h 1895827"/>
                <a:gd name="connsiteX2" fmla="*/ 3122872 w 3122872"/>
                <a:gd name="connsiteY2" fmla="*/ 0 h 1895827"/>
                <a:gd name="connsiteX3" fmla="*/ 1239425 w 3122872"/>
                <a:gd name="connsiteY3" fmla="*/ 1865187 h 1895827"/>
                <a:gd name="connsiteX0" fmla="*/ 1239425 w 3122872"/>
                <a:gd name="connsiteY0" fmla="*/ 1865187 h 1871564"/>
                <a:gd name="connsiteX1" fmla="*/ 13807 w 3122872"/>
                <a:gd name="connsiteY1" fmla="*/ 1745363 h 1871564"/>
                <a:gd name="connsiteX2" fmla="*/ 3122872 w 3122872"/>
                <a:gd name="connsiteY2" fmla="*/ 0 h 1871564"/>
                <a:gd name="connsiteX3" fmla="*/ 1239425 w 3122872"/>
                <a:gd name="connsiteY3" fmla="*/ 1865187 h 1871564"/>
                <a:gd name="connsiteX0" fmla="*/ 1239425 w 3122872"/>
                <a:gd name="connsiteY0" fmla="*/ 1865187 h 1869168"/>
                <a:gd name="connsiteX1" fmla="*/ 13807 w 3122872"/>
                <a:gd name="connsiteY1" fmla="*/ 1745363 h 1869168"/>
                <a:gd name="connsiteX2" fmla="*/ 3122872 w 3122872"/>
                <a:gd name="connsiteY2" fmla="*/ 0 h 1869168"/>
                <a:gd name="connsiteX3" fmla="*/ 1239425 w 3122872"/>
                <a:gd name="connsiteY3" fmla="*/ 1865187 h 1869168"/>
                <a:gd name="connsiteX0" fmla="*/ 1220557 w 3123054"/>
                <a:gd name="connsiteY0" fmla="*/ 1874712 h 1878647"/>
                <a:gd name="connsiteX1" fmla="*/ 13989 w 3123054"/>
                <a:gd name="connsiteY1" fmla="*/ 1745363 h 1878647"/>
                <a:gd name="connsiteX2" fmla="*/ 3123054 w 3123054"/>
                <a:gd name="connsiteY2" fmla="*/ 0 h 1878647"/>
                <a:gd name="connsiteX3" fmla="*/ 1220557 w 3123054"/>
                <a:gd name="connsiteY3" fmla="*/ 1874712 h 1878647"/>
                <a:gd name="connsiteX0" fmla="*/ 1220557 w 3123054"/>
                <a:gd name="connsiteY0" fmla="*/ 1874712 h 1878647"/>
                <a:gd name="connsiteX1" fmla="*/ 13989 w 3123054"/>
                <a:gd name="connsiteY1" fmla="*/ 1745363 h 1878647"/>
                <a:gd name="connsiteX2" fmla="*/ 3123054 w 3123054"/>
                <a:gd name="connsiteY2" fmla="*/ 0 h 1878647"/>
                <a:gd name="connsiteX3" fmla="*/ 1220557 w 3123054"/>
                <a:gd name="connsiteY3" fmla="*/ 1874712 h 1878647"/>
                <a:gd name="connsiteX0" fmla="*/ 1220557 w 2961129"/>
                <a:gd name="connsiteY0" fmla="*/ 1893762 h 1897607"/>
                <a:gd name="connsiteX1" fmla="*/ 13989 w 2961129"/>
                <a:gd name="connsiteY1" fmla="*/ 1764413 h 1897607"/>
                <a:gd name="connsiteX2" fmla="*/ 2961129 w 2961129"/>
                <a:gd name="connsiteY2" fmla="*/ 0 h 1897607"/>
                <a:gd name="connsiteX3" fmla="*/ 1220557 w 2961129"/>
                <a:gd name="connsiteY3" fmla="*/ 1893762 h 1897607"/>
                <a:gd name="connsiteX0" fmla="*/ 1220557 w 2961129"/>
                <a:gd name="connsiteY0" fmla="*/ 1893762 h 1897607"/>
                <a:gd name="connsiteX1" fmla="*/ 13989 w 2961129"/>
                <a:gd name="connsiteY1" fmla="*/ 1764413 h 1897607"/>
                <a:gd name="connsiteX2" fmla="*/ 2961129 w 2961129"/>
                <a:gd name="connsiteY2" fmla="*/ 0 h 1897607"/>
                <a:gd name="connsiteX3" fmla="*/ 1220557 w 2961129"/>
                <a:gd name="connsiteY3" fmla="*/ 1893762 h 1897607"/>
                <a:gd name="connsiteX0" fmla="*/ 1220557 w 2961129"/>
                <a:gd name="connsiteY0" fmla="*/ 1893762 h 1897325"/>
                <a:gd name="connsiteX1" fmla="*/ 13989 w 2961129"/>
                <a:gd name="connsiteY1" fmla="*/ 1764413 h 1897325"/>
                <a:gd name="connsiteX2" fmla="*/ 2961129 w 2961129"/>
                <a:gd name="connsiteY2" fmla="*/ 0 h 1897325"/>
                <a:gd name="connsiteX3" fmla="*/ 1220557 w 2961129"/>
                <a:gd name="connsiteY3" fmla="*/ 1893762 h 1897325"/>
                <a:gd name="connsiteX0" fmla="*/ 1216444 w 2957016"/>
                <a:gd name="connsiteY0" fmla="*/ 1893762 h 1897325"/>
                <a:gd name="connsiteX1" fmla="*/ 9876 w 2957016"/>
                <a:gd name="connsiteY1" fmla="*/ 1764413 h 1897325"/>
                <a:gd name="connsiteX2" fmla="*/ 2957016 w 2957016"/>
                <a:gd name="connsiteY2" fmla="*/ 0 h 1897325"/>
                <a:gd name="connsiteX3" fmla="*/ 1216444 w 2957016"/>
                <a:gd name="connsiteY3" fmla="*/ 1893762 h 1897325"/>
                <a:gd name="connsiteX0" fmla="*/ 1216444 w 2957016"/>
                <a:gd name="connsiteY0" fmla="*/ 1893762 h 1897325"/>
                <a:gd name="connsiteX1" fmla="*/ 9876 w 2957016"/>
                <a:gd name="connsiteY1" fmla="*/ 1764413 h 1897325"/>
                <a:gd name="connsiteX2" fmla="*/ 2957016 w 2957016"/>
                <a:gd name="connsiteY2" fmla="*/ 0 h 1897325"/>
                <a:gd name="connsiteX3" fmla="*/ 1216444 w 2957016"/>
                <a:gd name="connsiteY3" fmla="*/ 1893762 h 1897325"/>
                <a:gd name="connsiteX0" fmla="*/ 1216444 w 2957016"/>
                <a:gd name="connsiteY0" fmla="*/ 1893762 h 1897325"/>
                <a:gd name="connsiteX1" fmla="*/ 9876 w 2957016"/>
                <a:gd name="connsiteY1" fmla="*/ 1764413 h 1897325"/>
                <a:gd name="connsiteX2" fmla="*/ 2957016 w 2957016"/>
                <a:gd name="connsiteY2" fmla="*/ 0 h 1897325"/>
                <a:gd name="connsiteX3" fmla="*/ 1216444 w 2957016"/>
                <a:gd name="connsiteY3" fmla="*/ 1893762 h 1897325"/>
                <a:gd name="connsiteX0" fmla="*/ 1487884 w 2955406"/>
                <a:gd name="connsiteY0" fmla="*/ 1839787 h 1848421"/>
                <a:gd name="connsiteX1" fmla="*/ 8266 w 2955406"/>
                <a:gd name="connsiteY1" fmla="*/ 1764413 h 1848421"/>
                <a:gd name="connsiteX2" fmla="*/ 2955406 w 2955406"/>
                <a:gd name="connsiteY2" fmla="*/ 0 h 1848421"/>
                <a:gd name="connsiteX3" fmla="*/ 1487884 w 2955406"/>
                <a:gd name="connsiteY3" fmla="*/ 1839787 h 1848421"/>
                <a:gd name="connsiteX0" fmla="*/ 1487884 w 2955406"/>
                <a:gd name="connsiteY0" fmla="*/ 1839787 h 1848421"/>
                <a:gd name="connsiteX1" fmla="*/ 8266 w 2955406"/>
                <a:gd name="connsiteY1" fmla="*/ 1764413 h 1848421"/>
                <a:gd name="connsiteX2" fmla="*/ 2955406 w 2955406"/>
                <a:gd name="connsiteY2" fmla="*/ 0 h 1848421"/>
                <a:gd name="connsiteX3" fmla="*/ 1487884 w 2955406"/>
                <a:gd name="connsiteY3" fmla="*/ 1839787 h 1848421"/>
                <a:gd name="connsiteX0" fmla="*/ 1488170 w 2955692"/>
                <a:gd name="connsiteY0" fmla="*/ 1839787 h 1863873"/>
                <a:gd name="connsiteX1" fmla="*/ 8552 w 2955692"/>
                <a:gd name="connsiteY1" fmla="*/ 1764413 h 1863873"/>
                <a:gd name="connsiteX2" fmla="*/ 2955692 w 2955692"/>
                <a:gd name="connsiteY2" fmla="*/ 0 h 1863873"/>
                <a:gd name="connsiteX3" fmla="*/ 1488170 w 2955692"/>
                <a:gd name="connsiteY3" fmla="*/ 1839787 h 1863873"/>
                <a:gd name="connsiteX0" fmla="*/ 1494487 w 2962009"/>
                <a:gd name="connsiteY0" fmla="*/ 1839787 h 1867869"/>
                <a:gd name="connsiteX1" fmla="*/ 8519 w 2962009"/>
                <a:gd name="connsiteY1" fmla="*/ 1777113 h 1867869"/>
                <a:gd name="connsiteX2" fmla="*/ 2962009 w 2962009"/>
                <a:gd name="connsiteY2" fmla="*/ 0 h 1867869"/>
                <a:gd name="connsiteX3" fmla="*/ 1494487 w 2962009"/>
                <a:gd name="connsiteY3" fmla="*/ 1839787 h 1867869"/>
                <a:gd name="connsiteX0" fmla="*/ 1487571 w 2955093"/>
                <a:gd name="connsiteY0" fmla="*/ 1839787 h 1855678"/>
                <a:gd name="connsiteX1" fmla="*/ 1603 w 2955093"/>
                <a:gd name="connsiteY1" fmla="*/ 1777113 h 1855678"/>
                <a:gd name="connsiteX2" fmla="*/ 2955093 w 2955093"/>
                <a:gd name="connsiteY2" fmla="*/ 0 h 1855678"/>
                <a:gd name="connsiteX3" fmla="*/ 1487571 w 2955093"/>
                <a:gd name="connsiteY3" fmla="*/ 1839787 h 185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5093" h="1855678">
                  <a:moveTo>
                    <a:pt x="1487571" y="1839787"/>
                  </a:moveTo>
                  <a:cubicBezTo>
                    <a:pt x="1397521" y="1883561"/>
                    <a:pt x="-54839" y="1828397"/>
                    <a:pt x="1603" y="1777113"/>
                  </a:cubicBezTo>
                  <a:cubicBezTo>
                    <a:pt x="974136" y="1765804"/>
                    <a:pt x="2722970" y="745052"/>
                    <a:pt x="2955093" y="0"/>
                  </a:cubicBezTo>
                  <a:cubicBezTo>
                    <a:pt x="2900581" y="1133769"/>
                    <a:pt x="1914717" y="1882315"/>
                    <a:pt x="1487571" y="1839787"/>
                  </a:cubicBezTo>
                  <a:close/>
                </a:path>
              </a:pathLst>
            </a:custGeom>
            <a:gradFill>
              <a:gsLst>
                <a:gs pos="0">
                  <a:srgbClr val="92D050"/>
                </a:gs>
                <a:gs pos="16000">
                  <a:srgbClr val="4E7F47"/>
                </a:gs>
              </a:gsLst>
              <a:lin ang="10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0377B19-559E-86B9-6091-5FDA98B72FD9}"/>
                </a:ext>
              </a:extLst>
            </p:cNvPr>
            <p:cNvSpPr/>
            <p:nvPr/>
          </p:nvSpPr>
          <p:spPr>
            <a:xfrm>
              <a:off x="8226424" y="4356100"/>
              <a:ext cx="547687" cy="1330325"/>
            </a:xfrm>
            <a:custGeom>
              <a:avLst/>
              <a:gdLst>
                <a:gd name="connsiteX0" fmla="*/ 0 w 190500"/>
                <a:gd name="connsiteY0" fmla="*/ 0 h 466725"/>
                <a:gd name="connsiteX1" fmla="*/ 190500 w 190500"/>
                <a:gd name="connsiteY1" fmla="*/ 0 h 466725"/>
                <a:gd name="connsiteX2" fmla="*/ 190500 w 190500"/>
                <a:gd name="connsiteY2" fmla="*/ 466725 h 466725"/>
                <a:gd name="connsiteX3" fmla="*/ 0 w 190500"/>
                <a:gd name="connsiteY3" fmla="*/ 466725 h 466725"/>
                <a:gd name="connsiteX4" fmla="*/ 0 w 190500"/>
                <a:gd name="connsiteY4" fmla="*/ 0 h 466725"/>
                <a:gd name="connsiteX0" fmla="*/ 0 w 349250"/>
                <a:gd name="connsiteY0" fmla="*/ 0 h 466725"/>
                <a:gd name="connsiteX1" fmla="*/ 190500 w 349250"/>
                <a:gd name="connsiteY1" fmla="*/ 0 h 466725"/>
                <a:gd name="connsiteX2" fmla="*/ 349250 w 349250"/>
                <a:gd name="connsiteY2" fmla="*/ 346075 h 466725"/>
                <a:gd name="connsiteX3" fmla="*/ 0 w 349250"/>
                <a:gd name="connsiteY3" fmla="*/ 466725 h 466725"/>
                <a:gd name="connsiteX4" fmla="*/ 0 w 349250"/>
                <a:gd name="connsiteY4" fmla="*/ 0 h 466725"/>
                <a:gd name="connsiteX0" fmla="*/ 203200 w 552450"/>
                <a:gd name="connsiteY0" fmla="*/ 0 h 885825"/>
                <a:gd name="connsiteX1" fmla="*/ 393700 w 552450"/>
                <a:gd name="connsiteY1" fmla="*/ 0 h 885825"/>
                <a:gd name="connsiteX2" fmla="*/ 552450 w 552450"/>
                <a:gd name="connsiteY2" fmla="*/ 346075 h 885825"/>
                <a:gd name="connsiteX3" fmla="*/ 0 w 552450"/>
                <a:gd name="connsiteY3" fmla="*/ 885825 h 885825"/>
                <a:gd name="connsiteX4" fmla="*/ 203200 w 552450"/>
                <a:gd name="connsiteY4" fmla="*/ 0 h 885825"/>
                <a:gd name="connsiteX0" fmla="*/ 203200 w 552450"/>
                <a:gd name="connsiteY0" fmla="*/ 0 h 885825"/>
                <a:gd name="connsiteX1" fmla="*/ 393700 w 552450"/>
                <a:gd name="connsiteY1" fmla="*/ 0 h 885825"/>
                <a:gd name="connsiteX2" fmla="*/ 552450 w 552450"/>
                <a:gd name="connsiteY2" fmla="*/ 346075 h 885825"/>
                <a:gd name="connsiteX3" fmla="*/ 0 w 552450"/>
                <a:gd name="connsiteY3" fmla="*/ 885825 h 885825"/>
                <a:gd name="connsiteX4" fmla="*/ 203200 w 552450"/>
                <a:gd name="connsiteY4" fmla="*/ 0 h 885825"/>
                <a:gd name="connsiteX0" fmla="*/ 69850 w 552450"/>
                <a:gd name="connsiteY0" fmla="*/ 0 h 1228725"/>
                <a:gd name="connsiteX1" fmla="*/ 393700 w 552450"/>
                <a:gd name="connsiteY1" fmla="*/ 342900 h 1228725"/>
                <a:gd name="connsiteX2" fmla="*/ 552450 w 552450"/>
                <a:gd name="connsiteY2" fmla="*/ 688975 h 1228725"/>
                <a:gd name="connsiteX3" fmla="*/ 0 w 552450"/>
                <a:gd name="connsiteY3" fmla="*/ 1228725 h 1228725"/>
                <a:gd name="connsiteX4" fmla="*/ 69850 w 552450"/>
                <a:gd name="connsiteY4" fmla="*/ 0 h 1228725"/>
                <a:gd name="connsiteX0" fmla="*/ 69850 w 552450"/>
                <a:gd name="connsiteY0" fmla="*/ 0 h 1228725"/>
                <a:gd name="connsiteX1" fmla="*/ 552450 w 552450"/>
                <a:gd name="connsiteY1" fmla="*/ 688975 h 1228725"/>
                <a:gd name="connsiteX2" fmla="*/ 0 w 552450"/>
                <a:gd name="connsiteY2" fmla="*/ 1228725 h 1228725"/>
                <a:gd name="connsiteX3" fmla="*/ 69850 w 552450"/>
                <a:gd name="connsiteY3" fmla="*/ 0 h 1228725"/>
                <a:gd name="connsiteX0" fmla="*/ 31750 w 552450"/>
                <a:gd name="connsiteY0" fmla="*/ 0 h 1330325"/>
                <a:gd name="connsiteX1" fmla="*/ 552450 w 552450"/>
                <a:gd name="connsiteY1" fmla="*/ 790575 h 1330325"/>
                <a:gd name="connsiteX2" fmla="*/ 0 w 552450"/>
                <a:gd name="connsiteY2" fmla="*/ 1330325 h 1330325"/>
                <a:gd name="connsiteX3" fmla="*/ 31750 w 552450"/>
                <a:gd name="connsiteY3" fmla="*/ 0 h 1330325"/>
                <a:gd name="connsiteX0" fmla="*/ 31750 w 552450"/>
                <a:gd name="connsiteY0" fmla="*/ 0 h 1330325"/>
                <a:gd name="connsiteX1" fmla="*/ 552450 w 552450"/>
                <a:gd name="connsiteY1" fmla="*/ 790575 h 1330325"/>
                <a:gd name="connsiteX2" fmla="*/ 0 w 552450"/>
                <a:gd name="connsiteY2" fmla="*/ 1330325 h 1330325"/>
                <a:gd name="connsiteX3" fmla="*/ 31750 w 552450"/>
                <a:gd name="connsiteY3" fmla="*/ 0 h 1330325"/>
                <a:gd name="connsiteX0" fmla="*/ 31750 w 552450"/>
                <a:gd name="connsiteY0" fmla="*/ 0 h 1330325"/>
                <a:gd name="connsiteX1" fmla="*/ 552450 w 552450"/>
                <a:gd name="connsiteY1" fmla="*/ 790575 h 1330325"/>
                <a:gd name="connsiteX2" fmla="*/ 0 w 552450"/>
                <a:gd name="connsiteY2" fmla="*/ 1330325 h 1330325"/>
                <a:gd name="connsiteX3" fmla="*/ 31750 w 552450"/>
                <a:gd name="connsiteY3" fmla="*/ 0 h 1330325"/>
                <a:gd name="connsiteX0" fmla="*/ 31750 w 552450"/>
                <a:gd name="connsiteY0" fmla="*/ 0 h 1330325"/>
                <a:gd name="connsiteX1" fmla="*/ 552450 w 552450"/>
                <a:gd name="connsiteY1" fmla="*/ 790575 h 1330325"/>
                <a:gd name="connsiteX2" fmla="*/ 0 w 552450"/>
                <a:gd name="connsiteY2" fmla="*/ 1330325 h 1330325"/>
                <a:gd name="connsiteX3" fmla="*/ 31750 w 552450"/>
                <a:gd name="connsiteY3" fmla="*/ 0 h 1330325"/>
                <a:gd name="connsiteX0" fmla="*/ 31750 w 547687"/>
                <a:gd name="connsiteY0" fmla="*/ 0 h 1330325"/>
                <a:gd name="connsiteX1" fmla="*/ 547687 w 547687"/>
                <a:gd name="connsiteY1" fmla="*/ 778669 h 1330325"/>
                <a:gd name="connsiteX2" fmla="*/ 0 w 547687"/>
                <a:gd name="connsiteY2" fmla="*/ 1330325 h 1330325"/>
                <a:gd name="connsiteX3" fmla="*/ 31750 w 547687"/>
                <a:gd name="connsiteY3" fmla="*/ 0 h 1330325"/>
                <a:gd name="connsiteX0" fmla="*/ 31750 w 547687"/>
                <a:gd name="connsiteY0" fmla="*/ 0 h 1330325"/>
                <a:gd name="connsiteX1" fmla="*/ 547687 w 547687"/>
                <a:gd name="connsiteY1" fmla="*/ 778669 h 1330325"/>
                <a:gd name="connsiteX2" fmla="*/ 0 w 547687"/>
                <a:gd name="connsiteY2" fmla="*/ 1330325 h 1330325"/>
                <a:gd name="connsiteX3" fmla="*/ 31750 w 547687"/>
                <a:gd name="connsiteY3" fmla="*/ 0 h 133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687" h="1330325">
                  <a:moveTo>
                    <a:pt x="31750" y="0"/>
                  </a:moveTo>
                  <a:cubicBezTo>
                    <a:pt x="205317" y="263525"/>
                    <a:pt x="494770" y="546894"/>
                    <a:pt x="547687" y="778669"/>
                  </a:cubicBezTo>
                  <a:cubicBezTo>
                    <a:pt x="363537" y="1025261"/>
                    <a:pt x="209550" y="1175808"/>
                    <a:pt x="0" y="1330325"/>
                  </a:cubicBezTo>
                  <a:cubicBezTo>
                    <a:pt x="86783" y="1026583"/>
                    <a:pt x="116417" y="589492"/>
                    <a:pt x="31750" y="0"/>
                  </a:cubicBezTo>
                  <a:close/>
                </a:path>
              </a:pathLst>
            </a:custGeom>
            <a:gradFill>
              <a:gsLst>
                <a:gs pos="0">
                  <a:srgbClr val="92D050"/>
                </a:gs>
                <a:gs pos="16000">
                  <a:srgbClr val="4E7F47"/>
                </a:gs>
              </a:gsLst>
              <a:lin ang="10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7BF85B4B-2FA3-2E14-929F-54E53A43665F}"/>
                </a:ext>
              </a:extLst>
            </p:cNvPr>
            <p:cNvSpPr/>
            <p:nvPr/>
          </p:nvSpPr>
          <p:spPr>
            <a:xfrm>
              <a:off x="8181976" y="3740150"/>
              <a:ext cx="1053306" cy="715591"/>
            </a:xfrm>
            <a:custGeom>
              <a:avLst/>
              <a:gdLst>
                <a:gd name="connsiteX0" fmla="*/ 0 w 282575"/>
                <a:gd name="connsiteY0" fmla="*/ 0 h 171450"/>
                <a:gd name="connsiteX1" fmla="*/ 282575 w 282575"/>
                <a:gd name="connsiteY1" fmla="*/ 0 h 171450"/>
                <a:gd name="connsiteX2" fmla="*/ 282575 w 282575"/>
                <a:gd name="connsiteY2" fmla="*/ 171450 h 171450"/>
                <a:gd name="connsiteX3" fmla="*/ 0 w 282575"/>
                <a:gd name="connsiteY3" fmla="*/ 171450 h 171450"/>
                <a:gd name="connsiteX4" fmla="*/ 0 w 282575"/>
                <a:gd name="connsiteY4" fmla="*/ 0 h 171450"/>
                <a:gd name="connsiteX0" fmla="*/ 0 w 454025"/>
                <a:gd name="connsiteY0" fmla="*/ 444500 h 615950"/>
                <a:gd name="connsiteX1" fmla="*/ 454025 w 454025"/>
                <a:gd name="connsiteY1" fmla="*/ 0 h 615950"/>
                <a:gd name="connsiteX2" fmla="*/ 282575 w 454025"/>
                <a:gd name="connsiteY2" fmla="*/ 615950 h 615950"/>
                <a:gd name="connsiteX3" fmla="*/ 0 w 454025"/>
                <a:gd name="connsiteY3" fmla="*/ 615950 h 615950"/>
                <a:gd name="connsiteX4" fmla="*/ 0 w 454025"/>
                <a:gd name="connsiteY4" fmla="*/ 444500 h 615950"/>
                <a:gd name="connsiteX0" fmla="*/ 0 w 454025"/>
                <a:gd name="connsiteY0" fmla="*/ 444500 h 717550"/>
                <a:gd name="connsiteX1" fmla="*/ 454025 w 454025"/>
                <a:gd name="connsiteY1" fmla="*/ 0 h 717550"/>
                <a:gd name="connsiteX2" fmla="*/ 346075 w 454025"/>
                <a:gd name="connsiteY2" fmla="*/ 717550 h 717550"/>
                <a:gd name="connsiteX3" fmla="*/ 0 w 454025"/>
                <a:gd name="connsiteY3" fmla="*/ 615950 h 717550"/>
                <a:gd name="connsiteX4" fmla="*/ 0 w 454025"/>
                <a:gd name="connsiteY4" fmla="*/ 444500 h 717550"/>
                <a:gd name="connsiteX0" fmla="*/ 0 w 454025"/>
                <a:gd name="connsiteY0" fmla="*/ 444500 h 717550"/>
                <a:gd name="connsiteX1" fmla="*/ 454025 w 454025"/>
                <a:gd name="connsiteY1" fmla="*/ 0 h 717550"/>
                <a:gd name="connsiteX2" fmla="*/ 346075 w 454025"/>
                <a:gd name="connsiteY2" fmla="*/ 717550 h 717550"/>
                <a:gd name="connsiteX3" fmla="*/ 0 w 454025"/>
                <a:gd name="connsiteY3" fmla="*/ 615950 h 717550"/>
                <a:gd name="connsiteX4" fmla="*/ 0 w 454025"/>
                <a:gd name="connsiteY4" fmla="*/ 444500 h 717550"/>
                <a:gd name="connsiteX0" fmla="*/ 0 w 454025"/>
                <a:gd name="connsiteY0" fmla="*/ 444500 h 717550"/>
                <a:gd name="connsiteX1" fmla="*/ 454025 w 454025"/>
                <a:gd name="connsiteY1" fmla="*/ 0 h 717550"/>
                <a:gd name="connsiteX2" fmla="*/ 346075 w 454025"/>
                <a:gd name="connsiteY2" fmla="*/ 717550 h 717550"/>
                <a:gd name="connsiteX3" fmla="*/ 0 w 454025"/>
                <a:gd name="connsiteY3" fmla="*/ 444500 h 717550"/>
                <a:gd name="connsiteX0" fmla="*/ 0 w 1050925"/>
                <a:gd name="connsiteY0" fmla="*/ 603250 h 717550"/>
                <a:gd name="connsiteX1" fmla="*/ 1050925 w 1050925"/>
                <a:gd name="connsiteY1" fmla="*/ 0 h 717550"/>
                <a:gd name="connsiteX2" fmla="*/ 942975 w 1050925"/>
                <a:gd name="connsiteY2" fmla="*/ 717550 h 717550"/>
                <a:gd name="connsiteX3" fmla="*/ 0 w 1050925"/>
                <a:gd name="connsiteY3" fmla="*/ 603250 h 717550"/>
                <a:gd name="connsiteX0" fmla="*/ 0 w 1050925"/>
                <a:gd name="connsiteY0" fmla="*/ 603250 h 717550"/>
                <a:gd name="connsiteX1" fmla="*/ 1050925 w 1050925"/>
                <a:gd name="connsiteY1" fmla="*/ 0 h 717550"/>
                <a:gd name="connsiteX2" fmla="*/ 942975 w 1050925"/>
                <a:gd name="connsiteY2" fmla="*/ 717550 h 717550"/>
                <a:gd name="connsiteX3" fmla="*/ 0 w 1050925"/>
                <a:gd name="connsiteY3" fmla="*/ 603250 h 717550"/>
                <a:gd name="connsiteX0" fmla="*/ 0 w 1050925"/>
                <a:gd name="connsiteY0" fmla="*/ 603250 h 717550"/>
                <a:gd name="connsiteX1" fmla="*/ 1050925 w 1050925"/>
                <a:gd name="connsiteY1" fmla="*/ 0 h 717550"/>
                <a:gd name="connsiteX2" fmla="*/ 942975 w 1050925"/>
                <a:gd name="connsiteY2" fmla="*/ 717550 h 717550"/>
                <a:gd name="connsiteX3" fmla="*/ 0 w 1050925"/>
                <a:gd name="connsiteY3" fmla="*/ 603250 h 717550"/>
                <a:gd name="connsiteX0" fmla="*/ 0 w 1050925"/>
                <a:gd name="connsiteY0" fmla="*/ 603250 h 717550"/>
                <a:gd name="connsiteX1" fmla="*/ 1050925 w 1050925"/>
                <a:gd name="connsiteY1" fmla="*/ 0 h 717550"/>
                <a:gd name="connsiteX2" fmla="*/ 942975 w 1050925"/>
                <a:gd name="connsiteY2" fmla="*/ 717550 h 717550"/>
                <a:gd name="connsiteX3" fmla="*/ 0 w 1050925"/>
                <a:gd name="connsiteY3" fmla="*/ 603250 h 717550"/>
                <a:gd name="connsiteX0" fmla="*/ 0 w 1050925"/>
                <a:gd name="connsiteY0" fmla="*/ 603250 h 717550"/>
                <a:gd name="connsiteX1" fmla="*/ 1050925 w 1050925"/>
                <a:gd name="connsiteY1" fmla="*/ 0 h 717550"/>
                <a:gd name="connsiteX2" fmla="*/ 942975 w 1050925"/>
                <a:gd name="connsiteY2" fmla="*/ 717550 h 717550"/>
                <a:gd name="connsiteX3" fmla="*/ 0 w 1050925"/>
                <a:gd name="connsiteY3" fmla="*/ 603250 h 717550"/>
                <a:gd name="connsiteX0" fmla="*/ 0 w 1050925"/>
                <a:gd name="connsiteY0" fmla="*/ 603250 h 718647"/>
                <a:gd name="connsiteX1" fmla="*/ 1050925 w 1050925"/>
                <a:gd name="connsiteY1" fmla="*/ 0 h 718647"/>
                <a:gd name="connsiteX2" fmla="*/ 942975 w 1050925"/>
                <a:gd name="connsiteY2" fmla="*/ 717550 h 718647"/>
                <a:gd name="connsiteX3" fmla="*/ 0 w 1050925"/>
                <a:gd name="connsiteY3" fmla="*/ 603250 h 718647"/>
                <a:gd name="connsiteX0" fmla="*/ 0 w 1050925"/>
                <a:gd name="connsiteY0" fmla="*/ 603250 h 715591"/>
                <a:gd name="connsiteX1" fmla="*/ 1050925 w 1050925"/>
                <a:gd name="connsiteY1" fmla="*/ 0 h 715591"/>
                <a:gd name="connsiteX2" fmla="*/ 923925 w 1050925"/>
                <a:gd name="connsiteY2" fmla="*/ 714375 h 715591"/>
                <a:gd name="connsiteX3" fmla="*/ 0 w 1050925"/>
                <a:gd name="connsiteY3" fmla="*/ 603250 h 715591"/>
                <a:gd name="connsiteX0" fmla="*/ 0 w 1050925"/>
                <a:gd name="connsiteY0" fmla="*/ 603250 h 715591"/>
                <a:gd name="connsiteX1" fmla="*/ 1050925 w 1050925"/>
                <a:gd name="connsiteY1" fmla="*/ 0 h 715591"/>
                <a:gd name="connsiteX2" fmla="*/ 923925 w 1050925"/>
                <a:gd name="connsiteY2" fmla="*/ 714375 h 715591"/>
                <a:gd name="connsiteX3" fmla="*/ 0 w 1050925"/>
                <a:gd name="connsiteY3" fmla="*/ 603250 h 715591"/>
                <a:gd name="connsiteX0" fmla="*/ 0 w 1050925"/>
                <a:gd name="connsiteY0" fmla="*/ 603250 h 715591"/>
                <a:gd name="connsiteX1" fmla="*/ 1050925 w 1050925"/>
                <a:gd name="connsiteY1" fmla="*/ 0 h 715591"/>
                <a:gd name="connsiteX2" fmla="*/ 916781 w 1050925"/>
                <a:gd name="connsiteY2" fmla="*/ 714375 h 715591"/>
                <a:gd name="connsiteX3" fmla="*/ 0 w 1050925"/>
                <a:gd name="connsiteY3" fmla="*/ 603250 h 715591"/>
                <a:gd name="connsiteX0" fmla="*/ 0 w 1050925"/>
                <a:gd name="connsiteY0" fmla="*/ 603250 h 715591"/>
                <a:gd name="connsiteX1" fmla="*/ 1050925 w 1050925"/>
                <a:gd name="connsiteY1" fmla="*/ 0 h 715591"/>
                <a:gd name="connsiteX2" fmla="*/ 916781 w 1050925"/>
                <a:gd name="connsiteY2" fmla="*/ 714375 h 715591"/>
                <a:gd name="connsiteX3" fmla="*/ 0 w 1050925"/>
                <a:gd name="connsiteY3" fmla="*/ 603250 h 715591"/>
                <a:gd name="connsiteX0" fmla="*/ 0 w 1053306"/>
                <a:gd name="connsiteY0" fmla="*/ 603250 h 715591"/>
                <a:gd name="connsiteX1" fmla="*/ 1053306 w 1053306"/>
                <a:gd name="connsiteY1" fmla="*/ 0 h 715591"/>
                <a:gd name="connsiteX2" fmla="*/ 916781 w 1053306"/>
                <a:gd name="connsiteY2" fmla="*/ 714375 h 715591"/>
                <a:gd name="connsiteX3" fmla="*/ 0 w 1053306"/>
                <a:gd name="connsiteY3" fmla="*/ 603250 h 715591"/>
                <a:gd name="connsiteX0" fmla="*/ 0 w 1053306"/>
                <a:gd name="connsiteY0" fmla="*/ 603250 h 715591"/>
                <a:gd name="connsiteX1" fmla="*/ 1053306 w 1053306"/>
                <a:gd name="connsiteY1" fmla="*/ 0 h 715591"/>
                <a:gd name="connsiteX2" fmla="*/ 916781 w 1053306"/>
                <a:gd name="connsiteY2" fmla="*/ 714375 h 715591"/>
                <a:gd name="connsiteX3" fmla="*/ 0 w 1053306"/>
                <a:gd name="connsiteY3" fmla="*/ 603250 h 715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3306" h="715591">
                  <a:moveTo>
                    <a:pt x="0" y="603250"/>
                  </a:moveTo>
                  <a:cubicBezTo>
                    <a:pt x="509058" y="491067"/>
                    <a:pt x="779198" y="239183"/>
                    <a:pt x="1053306" y="0"/>
                  </a:cubicBezTo>
                  <a:cubicBezTo>
                    <a:pt x="1029230" y="241565"/>
                    <a:pt x="1037695" y="260086"/>
                    <a:pt x="916781" y="714375"/>
                  </a:cubicBezTo>
                  <a:cubicBezTo>
                    <a:pt x="621506" y="720725"/>
                    <a:pt x="314325" y="704850"/>
                    <a:pt x="0" y="603250"/>
                  </a:cubicBezTo>
                  <a:close/>
                </a:path>
              </a:pathLst>
            </a:custGeom>
            <a:gradFill>
              <a:gsLst>
                <a:gs pos="0">
                  <a:srgbClr val="92D050"/>
                </a:gs>
                <a:gs pos="16000">
                  <a:srgbClr val="4E7F47"/>
                </a:gs>
              </a:gsLst>
              <a:lin ang="10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1CD8F154-F2F3-129E-5F85-557C7B25CC82}"/>
                </a:ext>
              </a:extLst>
            </p:cNvPr>
            <p:cNvSpPr/>
            <p:nvPr/>
          </p:nvSpPr>
          <p:spPr>
            <a:xfrm>
              <a:off x="8145780" y="1417320"/>
              <a:ext cx="822960" cy="2971800"/>
            </a:xfrm>
            <a:custGeom>
              <a:avLst/>
              <a:gdLst>
                <a:gd name="connsiteX0" fmla="*/ 0 w 289560"/>
                <a:gd name="connsiteY0" fmla="*/ 0 h 304800"/>
                <a:gd name="connsiteX1" fmla="*/ 289560 w 289560"/>
                <a:gd name="connsiteY1" fmla="*/ 0 h 304800"/>
                <a:gd name="connsiteX2" fmla="*/ 289560 w 289560"/>
                <a:gd name="connsiteY2" fmla="*/ 304800 h 304800"/>
                <a:gd name="connsiteX3" fmla="*/ 0 w 289560"/>
                <a:gd name="connsiteY3" fmla="*/ 304800 h 304800"/>
                <a:gd name="connsiteX4" fmla="*/ 0 w 289560"/>
                <a:gd name="connsiteY4" fmla="*/ 0 h 304800"/>
                <a:gd name="connsiteX0" fmla="*/ 0 w 457200"/>
                <a:gd name="connsiteY0" fmla="*/ 0 h 502920"/>
                <a:gd name="connsiteX1" fmla="*/ 457200 w 457200"/>
                <a:gd name="connsiteY1" fmla="*/ 198120 h 502920"/>
                <a:gd name="connsiteX2" fmla="*/ 457200 w 457200"/>
                <a:gd name="connsiteY2" fmla="*/ 502920 h 502920"/>
                <a:gd name="connsiteX3" fmla="*/ 167640 w 457200"/>
                <a:gd name="connsiteY3" fmla="*/ 502920 h 502920"/>
                <a:gd name="connsiteX4" fmla="*/ 0 w 457200"/>
                <a:gd name="connsiteY4" fmla="*/ 0 h 502920"/>
                <a:gd name="connsiteX0" fmla="*/ 0 w 815340"/>
                <a:gd name="connsiteY0" fmla="*/ 0 h 929640"/>
                <a:gd name="connsiteX1" fmla="*/ 815340 w 815340"/>
                <a:gd name="connsiteY1" fmla="*/ 929640 h 929640"/>
                <a:gd name="connsiteX2" fmla="*/ 457200 w 815340"/>
                <a:gd name="connsiteY2" fmla="*/ 502920 h 929640"/>
                <a:gd name="connsiteX3" fmla="*/ 167640 w 815340"/>
                <a:gd name="connsiteY3" fmla="*/ 502920 h 929640"/>
                <a:gd name="connsiteX4" fmla="*/ 0 w 815340"/>
                <a:gd name="connsiteY4" fmla="*/ 0 h 929640"/>
                <a:gd name="connsiteX0" fmla="*/ 0 w 815340"/>
                <a:gd name="connsiteY0" fmla="*/ 0 h 929640"/>
                <a:gd name="connsiteX1" fmla="*/ 815340 w 815340"/>
                <a:gd name="connsiteY1" fmla="*/ 929640 h 929640"/>
                <a:gd name="connsiteX2" fmla="*/ 167640 w 815340"/>
                <a:gd name="connsiteY2" fmla="*/ 502920 h 929640"/>
                <a:gd name="connsiteX3" fmla="*/ 0 w 815340"/>
                <a:gd name="connsiteY3" fmla="*/ 0 h 9296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7620 w 822960"/>
                <a:gd name="connsiteY0" fmla="*/ 0 h 2865120"/>
                <a:gd name="connsiteX1" fmla="*/ 822960 w 822960"/>
                <a:gd name="connsiteY1" fmla="*/ 929640 h 2865120"/>
                <a:gd name="connsiteX2" fmla="*/ 0 w 822960"/>
                <a:gd name="connsiteY2" fmla="*/ 2865120 h 2865120"/>
                <a:gd name="connsiteX3" fmla="*/ 7620 w 822960"/>
                <a:gd name="connsiteY3" fmla="*/ 0 h 2865120"/>
                <a:gd name="connsiteX0" fmla="*/ 7620 w 822960"/>
                <a:gd name="connsiteY0" fmla="*/ 0 h 2865120"/>
                <a:gd name="connsiteX1" fmla="*/ 822960 w 822960"/>
                <a:gd name="connsiteY1" fmla="*/ 929640 h 2865120"/>
                <a:gd name="connsiteX2" fmla="*/ 0 w 822960"/>
                <a:gd name="connsiteY2" fmla="*/ 2865120 h 2865120"/>
                <a:gd name="connsiteX3" fmla="*/ 7620 w 822960"/>
                <a:gd name="connsiteY3" fmla="*/ 0 h 2865120"/>
                <a:gd name="connsiteX0" fmla="*/ 7620 w 822960"/>
                <a:gd name="connsiteY0" fmla="*/ 0 h 2865120"/>
                <a:gd name="connsiteX1" fmla="*/ 822960 w 822960"/>
                <a:gd name="connsiteY1" fmla="*/ 929640 h 2865120"/>
                <a:gd name="connsiteX2" fmla="*/ 0 w 822960"/>
                <a:gd name="connsiteY2" fmla="*/ 2865120 h 2865120"/>
                <a:gd name="connsiteX3" fmla="*/ 7620 w 822960"/>
                <a:gd name="connsiteY3" fmla="*/ 0 h 2865120"/>
                <a:gd name="connsiteX0" fmla="*/ 22860 w 822960"/>
                <a:gd name="connsiteY0" fmla="*/ 0 h 2956560"/>
                <a:gd name="connsiteX1" fmla="*/ 822960 w 822960"/>
                <a:gd name="connsiteY1" fmla="*/ 1021080 h 2956560"/>
                <a:gd name="connsiteX2" fmla="*/ 0 w 822960"/>
                <a:gd name="connsiteY2" fmla="*/ 2956560 h 2956560"/>
                <a:gd name="connsiteX3" fmla="*/ 22860 w 822960"/>
                <a:gd name="connsiteY3" fmla="*/ 0 h 2956560"/>
                <a:gd name="connsiteX0" fmla="*/ 22860 w 822960"/>
                <a:gd name="connsiteY0" fmla="*/ 0 h 2956560"/>
                <a:gd name="connsiteX1" fmla="*/ 822960 w 822960"/>
                <a:gd name="connsiteY1" fmla="*/ 1021080 h 2956560"/>
                <a:gd name="connsiteX2" fmla="*/ 0 w 822960"/>
                <a:gd name="connsiteY2" fmla="*/ 2956560 h 2956560"/>
                <a:gd name="connsiteX3" fmla="*/ 22860 w 822960"/>
                <a:gd name="connsiteY3" fmla="*/ 0 h 2956560"/>
                <a:gd name="connsiteX0" fmla="*/ 22860 w 822960"/>
                <a:gd name="connsiteY0" fmla="*/ 0 h 2956560"/>
                <a:gd name="connsiteX1" fmla="*/ 822960 w 822960"/>
                <a:gd name="connsiteY1" fmla="*/ 1021080 h 2956560"/>
                <a:gd name="connsiteX2" fmla="*/ 0 w 822960"/>
                <a:gd name="connsiteY2" fmla="*/ 2956560 h 2956560"/>
                <a:gd name="connsiteX3" fmla="*/ 22860 w 822960"/>
                <a:gd name="connsiteY3" fmla="*/ 0 h 2956560"/>
                <a:gd name="connsiteX0" fmla="*/ 30480 w 822960"/>
                <a:gd name="connsiteY0" fmla="*/ 0 h 2971800"/>
                <a:gd name="connsiteX1" fmla="*/ 822960 w 822960"/>
                <a:gd name="connsiteY1" fmla="*/ 1036320 h 2971800"/>
                <a:gd name="connsiteX2" fmla="*/ 0 w 822960"/>
                <a:gd name="connsiteY2" fmla="*/ 2971800 h 2971800"/>
                <a:gd name="connsiteX3" fmla="*/ 30480 w 822960"/>
                <a:gd name="connsiteY3" fmla="*/ 0 h 2971800"/>
                <a:gd name="connsiteX0" fmla="*/ 30480 w 822960"/>
                <a:gd name="connsiteY0" fmla="*/ 0 h 2971800"/>
                <a:gd name="connsiteX1" fmla="*/ 822960 w 822960"/>
                <a:gd name="connsiteY1" fmla="*/ 1036320 h 2971800"/>
                <a:gd name="connsiteX2" fmla="*/ 0 w 822960"/>
                <a:gd name="connsiteY2" fmla="*/ 2971800 h 2971800"/>
                <a:gd name="connsiteX3" fmla="*/ 30480 w 822960"/>
                <a:gd name="connsiteY3" fmla="*/ 0 h 297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2960" h="2971800">
                  <a:moveTo>
                    <a:pt x="30480" y="0"/>
                  </a:moveTo>
                  <a:cubicBezTo>
                    <a:pt x="309880" y="187960"/>
                    <a:pt x="657860" y="711200"/>
                    <a:pt x="822960" y="1036320"/>
                  </a:cubicBezTo>
                  <a:cubicBezTo>
                    <a:pt x="807720" y="1874520"/>
                    <a:pt x="502920" y="2400300"/>
                    <a:pt x="0" y="2971800"/>
                  </a:cubicBezTo>
                  <a:cubicBezTo>
                    <a:pt x="314960" y="2319020"/>
                    <a:pt x="683260" y="1216660"/>
                    <a:pt x="30480" y="0"/>
                  </a:cubicBezTo>
                  <a:close/>
                </a:path>
              </a:pathLst>
            </a:custGeom>
            <a:gradFill>
              <a:gsLst>
                <a:gs pos="0">
                  <a:srgbClr val="92D050"/>
                </a:gs>
                <a:gs pos="16000">
                  <a:srgbClr val="4E7F47"/>
                </a:gs>
              </a:gsLst>
              <a:lin ang="10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3FE6410-6A3F-9035-CB5E-C08A41F47126}"/>
                </a:ext>
              </a:extLst>
            </p:cNvPr>
            <p:cNvGrpSpPr/>
            <p:nvPr/>
          </p:nvGrpSpPr>
          <p:grpSpPr>
            <a:xfrm>
              <a:off x="7935061" y="4160150"/>
              <a:ext cx="1240539" cy="672387"/>
              <a:chOff x="11149991" y="2633663"/>
              <a:chExt cx="1240539" cy="67238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F90746E-F8E4-4589-60C1-DBC8A62546A3}"/>
                  </a:ext>
                </a:extLst>
              </p:cNvPr>
              <p:cNvSpPr/>
              <p:nvPr/>
            </p:nvSpPr>
            <p:spPr>
              <a:xfrm>
                <a:off x="11149991" y="2633663"/>
                <a:ext cx="941718" cy="672387"/>
              </a:xfrm>
              <a:custGeom>
                <a:avLst/>
                <a:gdLst>
                  <a:gd name="connsiteX0" fmla="*/ 0 w 464101"/>
                  <a:gd name="connsiteY0" fmla="*/ 0 h 381000"/>
                  <a:gd name="connsiteX1" fmla="*/ 464101 w 464101"/>
                  <a:gd name="connsiteY1" fmla="*/ 0 h 381000"/>
                  <a:gd name="connsiteX2" fmla="*/ 464101 w 464101"/>
                  <a:gd name="connsiteY2" fmla="*/ 381000 h 381000"/>
                  <a:gd name="connsiteX3" fmla="*/ 0 w 464101"/>
                  <a:gd name="connsiteY3" fmla="*/ 381000 h 381000"/>
                  <a:gd name="connsiteX4" fmla="*/ 0 w 464101"/>
                  <a:gd name="connsiteY4" fmla="*/ 0 h 381000"/>
                  <a:gd name="connsiteX0" fmla="*/ 0 w 583164"/>
                  <a:gd name="connsiteY0" fmla="*/ 0 h 452438"/>
                  <a:gd name="connsiteX1" fmla="*/ 583164 w 583164"/>
                  <a:gd name="connsiteY1" fmla="*/ 71438 h 452438"/>
                  <a:gd name="connsiteX2" fmla="*/ 583164 w 583164"/>
                  <a:gd name="connsiteY2" fmla="*/ 452438 h 452438"/>
                  <a:gd name="connsiteX3" fmla="*/ 119063 w 583164"/>
                  <a:gd name="connsiteY3" fmla="*/ 452438 h 452438"/>
                  <a:gd name="connsiteX4" fmla="*/ 0 w 583164"/>
                  <a:gd name="connsiteY4" fmla="*/ 0 h 452438"/>
                  <a:gd name="connsiteX0" fmla="*/ 33058 w 616222"/>
                  <a:gd name="connsiteY0" fmla="*/ 0 h 452438"/>
                  <a:gd name="connsiteX1" fmla="*/ 616222 w 616222"/>
                  <a:gd name="connsiteY1" fmla="*/ 71438 h 452438"/>
                  <a:gd name="connsiteX2" fmla="*/ 616222 w 616222"/>
                  <a:gd name="connsiteY2" fmla="*/ 452438 h 452438"/>
                  <a:gd name="connsiteX3" fmla="*/ 152121 w 616222"/>
                  <a:gd name="connsiteY3" fmla="*/ 452438 h 452438"/>
                  <a:gd name="connsiteX4" fmla="*/ 0 w 616222"/>
                  <a:gd name="connsiteY4" fmla="*/ 114301 h 452438"/>
                  <a:gd name="connsiteX5" fmla="*/ 33058 w 616222"/>
                  <a:gd name="connsiteY5" fmla="*/ 0 h 452438"/>
                  <a:gd name="connsiteX0" fmla="*/ 55404 w 638568"/>
                  <a:gd name="connsiteY0" fmla="*/ 0 h 452438"/>
                  <a:gd name="connsiteX1" fmla="*/ 638568 w 638568"/>
                  <a:gd name="connsiteY1" fmla="*/ 71438 h 452438"/>
                  <a:gd name="connsiteX2" fmla="*/ 638568 w 638568"/>
                  <a:gd name="connsiteY2" fmla="*/ 452438 h 452438"/>
                  <a:gd name="connsiteX3" fmla="*/ 174467 w 638568"/>
                  <a:gd name="connsiteY3" fmla="*/ 452438 h 452438"/>
                  <a:gd name="connsiteX4" fmla="*/ 8058 w 638568"/>
                  <a:gd name="connsiteY4" fmla="*/ 285751 h 452438"/>
                  <a:gd name="connsiteX5" fmla="*/ 22346 w 638568"/>
                  <a:gd name="connsiteY5" fmla="*/ 114301 h 452438"/>
                  <a:gd name="connsiteX6" fmla="*/ 55404 w 638568"/>
                  <a:gd name="connsiteY6" fmla="*/ 0 h 452438"/>
                  <a:gd name="connsiteX0" fmla="*/ 58231 w 641395"/>
                  <a:gd name="connsiteY0" fmla="*/ 0 h 452438"/>
                  <a:gd name="connsiteX1" fmla="*/ 641395 w 641395"/>
                  <a:gd name="connsiteY1" fmla="*/ 71438 h 452438"/>
                  <a:gd name="connsiteX2" fmla="*/ 641395 w 641395"/>
                  <a:gd name="connsiteY2" fmla="*/ 452438 h 452438"/>
                  <a:gd name="connsiteX3" fmla="*/ 177294 w 641395"/>
                  <a:gd name="connsiteY3" fmla="*/ 452438 h 452438"/>
                  <a:gd name="connsiteX4" fmla="*/ 10885 w 641395"/>
                  <a:gd name="connsiteY4" fmla="*/ 419101 h 452438"/>
                  <a:gd name="connsiteX5" fmla="*/ 10885 w 641395"/>
                  <a:gd name="connsiteY5" fmla="*/ 285751 h 452438"/>
                  <a:gd name="connsiteX6" fmla="*/ 25173 w 641395"/>
                  <a:gd name="connsiteY6" fmla="*/ 114301 h 452438"/>
                  <a:gd name="connsiteX7" fmla="*/ 58231 w 641395"/>
                  <a:gd name="connsiteY7" fmla="*/ 0 h 452438"/>
                  <a:gd name="connsiteX0" fmla="*/ 58231 w 901194"/>
                  <a:gd name="connsiteY0" fmla="*/ 0 h 614363"/>
                  <a:gd name="connsiteX1" fmla="*/ 641395 w 901194"/>
                  <a:gd name="connsiteY1" fmla="*/ 71438 h 614363"/>
                  <a:gd name="connsiteX2" fmla="*/ 641395 w 901194"/>
                  <a:gd name="connsiteY2" fmla="*/ 452438 h 614363"/>
                  <a:gd name="connsiteX3" fmla="*/ 901194 w 901194"/>
                  <a:gd name="connsiteY3" fmla="*/ 614363 h 614363"/>
                  <a:gd name="connsiteX4" fmla="*/ 10885 w 901194"/>
                  <a:gd name="connsiteY4" fmla="*/ 419101 h 614363"/>
                  <a:gd name="connsiteX5" fmla="*/ 10885 w 901194"/>
                  <a:gd name="connsiteY5" fmla="*/ 285751 h 614363"/>
                  <a:gd name="connsiteX6" fmla="*/ 25173 w 901194"/>
                  <a:gd name="connsiteY6" fmla="*/ 114301 h 614363"/>
                  <a:gd name="connsiteX7" fmla="*/ 58231 w 901194"/>
                  <a:gd name="connsiteY7" fmla="*/ 0 h 614363"/>
                  <a:gd name="connsiteX0" fmla="*/ 58231 w 901194"/>
                  <a:gd name="connsiteY0" fmla="*/ 0 h 614363"/>
                  <a:gd name="connsiteX1" fmla="*/ 641395 w 901194"/>
                  <a:gd name="connsiteY1" fmla="*/ 71438 h 614363"/>
                  <a:gd name="connsiteX2" fmla="*/ 793795 w 901194"/>
                  <a:gd name="connsiteY2" fmla="*/ 481013 h 614363"/>
                  <a:gd name="connsiteX3" fmla="*/ 901194 w 901194"/>
                  <a:gd name="connsiteY3" fmla="*/ 614363 h 614363"/>
                  <a:gd name="connsiteX4" fmla="*/ 10885 w 901194"/>
                  <a:gd name="connsiteY4" fmla="*/ 419101 h 614363"/>
                  <a:gd name="connsiteX5" fmla="*/ 10885 w 901194"/>
                  <a:gd name="connsiteY5" fmla="*/ 285751 h 614363"/>
                  <a:gd name="connsiteX6" fmla="*/ 25173 w 901194"/>
                  <a:gd name="connsiteY6" fmla="*/ 114301 h 614363"/>
                  <a:gd name="connsiteX7" fmla="*/ 58231 w 901194"/>
                  <a:gd name="connsiteY7" fmla="*/ 0 h 614363"/>
                  <a:gd name="connsiteX0" fmla="*/ 58231 w 901194"/>
                  <a:gd name="connsiteY0" fmla="*/ 0 h 614363"/>
                  <a:gd name="connsiteX1" fmla="*/ 641395 w 901194"/>
                  <a:gd name="connsiteY1" fmla="*/ 71438 h 614363"/>
                  <a:gd name="connsiteX2" fmla="*/ 730023 w 901194"/>
                  <a:gd name="connsiteY2" fmla="*/ 257176 h 614363"/>
                  <a:gd name="connsiteX3" fmla="*/ 793795 w 901194"/>
                  <a:gd name="connsiteY3" fmla="*/ 481013 h 614363"/>
                  <a:gd name="connsiteX4" fmla="*/ 901194 w 901194"/>
                  <a:gd name="connsiteY4" fmla="*/ 614363 h 614363"/>
                  <a:gd name="connsiteX5" fmla="*/ 10885 w 901194"/>
                  <a:gd name="connsiteY5" fmla="*/ 419101 h 614363"/>
                  <a:gd name="connsiteX6" fmla="*/ 10885 w 901194"/>
                  <a:gd name="connsiteY6" fmla="*/ 285751 h 614363"/>
                  <a:gd name="connsiteX7" fmla="*/ 25173 w 901194"/>
                  <a:gd name="connsiteY7" fmla="*/ 114301 h 614363"/>
                  <a:gd name="connsiteX8" fmla="*/ 58231 w 901194"/>
                  <a:gd name="connsiteY8" fmla="*/ 0 h 614363"/>
                  <a:gd name="connsiteX0" fmla="*/ 58231 w 901194"/>
                  <a:gd name="connsiteY0" fmla="*/ 0 h 614363"/>
                  <a:gd name="connsiteX1" fmla="*/ 846182 w 901194"/>
                  <a:gd name="connsiteY1" fmla="*/ 80963 h 614363"/>
                  <a:gd name="connsiteX2" fmla="*/ 730023 w 901194"/>
                  <a:gd name="connsiteY2" fmla="*/ 257176 h 614363"/>
                  <a:gd name="connsiteX3" fmla="*/ 793795 w 901194"/>
                  <a:gd name="connsiteY3" fmla="*/ 481013 h 614363"/>
                  <a:gd name="connsiteX4" fmla="*/ 901194 w 901194"/>
                  <a:gd name="connsiteY4" fmla="*/ 614363 h 614363"/>
                  <a:gd name="connsiteX5" fmla="*/ 10885 w 901194"/>
                  <a:gd name="connsiteY5" fmla="*/ 419101 h 614363"/>
                  <a:gd name="connsiteX6" fmla="*/ 10885 w 901194"/>
                  <a:gd name="connsiteY6" fmla="*/ 285751 h 614363"/>
                  <a:gd name="connsiteX7" fmla="*/ 25173 w 901194"/>
                  <a:gd name="connsiteY7" fmla="*/ 114301 h 614363"/>
                  <a:gd name="connsiteX8" fmla="*/ 58231 w 901194"/>
                  <a:gd name="connsiteY8" fmla="*/ 0 h 614363"/>
                  <a:gd name="connsiteX0" fmla="*/ 58231 w 901194"/>
                  <a:gd name="connsiteY0" fmla="*/ 38143 h 652506"/>
                  <a:gd name="connsiteX1" fmla="*/ 234723 w 901194"/>
                  <a:gd name="connsiteY1" fmla="*/ 44 h 652506"/>
                  <a:gd name="connsiteX2" fmla="*/ 846182 w 901194"/>
                  <a:gd name="connsiteY2" fmla="*/ 119106 h 652506"/>
                  <a:gd name="connsiteX3" fmla="*/ 730023 w 901194"/>
                  <a:gd name="connsiteY3" fmla="*/ 295319 h 652506"/>
                  <a:gd name="connsiteX4" fmla="*/ 793795 w 901194"/>
                  <a:gd name="connsiteY4" fmla="*/ 519156 h 652506"/>
                  <a:gd name="connsiteX5" fmla="*/ 901194 w 901194"/>
                  <a:gd name="connsiteY5" fmla="*/ 652506 h 652506"/>
                  <a:gd name="connsiteX6" fmla="*/ 10885 w 901194"/>
                  <a:gd name="connsiteY6" fmla="*/ 457244 h 652506"/>
                  <a:gd name="connsiteX7" fmla="*/ 10885 w 901194"/>
                  <a:gd name="connsiteY7" fmla="*/ 323894 h 652506"/>
                  <a:gd name="connsiteX8" fmla="*/ 25173 w 901194"/>
                  <a:gd name="connsiteY8" fmla="*/ 152444 h 652506"/>
                  <a:gd name="connsiteX9" fmla="*/ 58231 w 901194"/>
                  <a:gd name="connsiteY9" fmla="*/ 38143 h 652506"/>
                  <a:gd name="connsiteX0" fmla="*/ 58231 w 901194"/>
                  <a:gd name="connsiteY0" fmla="*/ 38143 h 672431"/>
                  <a:gd name="connsiteX1" fmla="*/ 234723 w 901194"/>
                  <a:gd name="connsiteY1" fmla="*/ 44 h 672431"/>
                  <a:gd name="connsiteX2" fmla="*/ 846182 w 901194"/>
                  <a:gd name="connsiteY2" fmla="*/ 119106 h 672431"/>
                  <a:gd name="connsiteX3" fmla="*/ 730023 w 901194"/>
                  <a:gd name="connsiteY3" fmla="*/ 295319 h 672431"/>
                  <a:gd name="connsiteX4" fmla="*/ 793795 w 901194"/>
                  <a:gd name="connsiteY4" fmla="*/ 519156 h 672431"/>
                  <a:gd name="connsiteX5" fmla="*/ 901194 w 901194"/>
                  <a:gd name="connsiteY5" fmla="*/ 652506 h 672431"/>
                  <a:gd name="connsiteX6" fmla="*/ 10885 w 901194"/>
                  <a:gd name="connsiteY6" fmla="*/ 457244 h 672431"/>
                  <a:gd name="connsiteX7" fmla="*/ 10885 w 901194"/>
                  <a:gd name="connsiteY7" fmla="*/ 323894 h 672431"/>
                  <a:gd name="connsiteX8" fmla="*/ 25173 w 901194"/>
                  <a:gd name="connsiteY8" fmla="*/ 152444 h 672431"/>
                  <a:gd name="connsiteX9" fmla="*/ 58231 w 901194"/>
                  <a:gd name="connsiteY9" fmla="*/ 38143 h 672431"/>
                  <a:gd name="connsiteX0" fmla="*/ 58231 w 901194"/>
                  <a:gd name="connsiteY0" fmla="*/ 38143 h 672431"/>
                  <a:gd name="connsiteX1" fmla="*/ 234723 w 901194"/>
                  <a:gd name="connsiteY1" fmla="*/ 44 h 672431"/>
                  <a:gd name="connsiteX2" fmla="*/ 846182 w 901194"/>
                  <a:gd name="connsiteY2" fmla="*/ 119106 h 672431"/>
                  <a:gd name="connsiteX3" fmla="*/ 730023 w 901194"/>
                  <a:gd name="connsiteY3" fmla="*/ 295319 h 672431"/>
                  <a:gd name="connsiteX4" fmla="*/ 793795 w 901194"/>
                  <a:gd name="connsiteY4" fmla="*/ 519156 h 672431"/>
                  <a:gd name="connsiteX5" fmla="*/ 901194 w 901194"/>
                  <a:gd name="connsiteY5" fmla="*/ 652506 h 672431"/>
                  <a:gd name="connsiteX6" fmla="*/ 10885 w 901194"/>
                  <a:gd name="connsiteY6" fmla="*/ 457244 h 672431"/>
                  <a:gd name="connsiteX7" fmla="*/ 10885 w 901194"/>
                  <a:gd name="connsiteY7" fmla="*/ 323894 h 672431"/>
                  <a:gd name="connsiteX8" fmla="*/ 25173 w 901194"/>
                  <a:gd name="connsiteY8" fmla="*/ 152444 h 672431"/>
                  <a:gd name="connsiteX9" fmla="*/ 58231 w 901194"/>
                  <a:gd name="connsiteY9" fmla="*/ 38143 h 672431"/>
                  <a:gd name="connsiteX0" fmla="*/ 58231 w 901194"/>
                  <a:gd name="connsiteY0" fmla="*/ 38143 h 672431"/>
                  <a:gd name="connsiteX1" fmla="*/ 234723 w 901194"/>
                  <a:gd name="connsiteY1" fmla="*/ 44 h 672431"/>
                  <a:gd name="connsiteX2" fmla="*/ 846182 w 901194"/>
                  <a:gd name="connsiteY2" fmla="*/ 119106 h 672431"/>
                  <a:gd name="connsiteX3" fmla="*/ 730023 w 901194"/>
                  <a:gd name="connsiteY3" fmla="*/ 295319 h 672431"/>
                  <a:gd name="connsiteX4" fmla="*/ 793795 w 901194"/>
                  <a:gd name="connsiteY4" fmla="*/ 519156 h 672431"/>
                  <a:gd name="connsiteX5" fmla="*/ 901194 w 901194"/>
                  <a:gd name="connsiteY5" fmla="*/ 652506 h 672431"/>
                  <a:gd name="connsiteX6" fmla="*/ 10885 w 901194"/>
                  <a:gd name="connsiteY6" fmla="*/ 457244 h 672431"/>
                  <a:gd name="connsiteX7" fmla="*/ 10885 w 901194"/>
                  <a:gd name="connsiteY7" fmla="*/ 323894 h 672431"/>
                  <a:gd name="connsiteX8" fmla="*/ 25173 w 901194"/>
                  <a:gd name="connsiteY8" fmla="*/ 152444 h 672431"/>
                  <a:gd name="connsiteX9" fmla="*/ 58231 w 901194"/>
                  <a:gd name="connsiteY9" fmla="*/ 38143 h 672431"/>
                  <a:gd name="connsiteX0" fmla="*/ 98755 w 941718"/>
                  <a:gd name="connsiteY0" fmla="*/ 38143 h 672431"/>
                  <a:gd name="connsiteX1" fmla="*/ 275247 w 941718"/>
                  <a:gd name="connsiteY1" fmla="*/ 44 h 672431"/>
                  <a:gd name="connsiteX2" fmla="*/ 886706 w 941718"/>
                  <a:gd name="connsiteY2" fmla="*/ 119106 h 672431"/>
                  <a:gd name="connsiteX3" fmla="*/ 770547 w 941718"/>
                  <a:gd name="connsiteY3" fmla="*/ 295319 h 672431"/>
                  <a:gd name="connsiteX4" fmla="*/ 834319 w 941718"/>
                  <a:gd name="connsiteY4" fmla="*/ 519156 h 672431"/>
                  <a:gd name="connsiteX5" fmla="*/ 941718 w 941718"/>
                  <a:gd name="connsiteY5" fmla="*/ 652506 h 672431"/>
                  <a:gd name="connsiteX6" fmla="*/ 51409 w 941718"/>
                  <a:gd name="connsiteY6" fmla="*/ 457244 h 672431"/>
                  <a:gd name="connsiteX7" fmla="*/ 51409 w 941718"/>
                  <a:gd name="connsiteY7" fmla="*/ 323894 h 672431"/>
                  <a:gd name="connsiteX8" fmla="*/ 65697 w 941718"/>
                  <a:gd name="connsiteY8" fmla="*/ 152444 h 672431"/>
                  <a:gd name="connsiteX9" fmla="*/ 98755 w 941718"/>
                  <a:gd name="connsiteY9" fmla="*/ 38143 h 672431"/>
                  <a:gd name="connsiteX0" fmla="*/ 98755 w 941718"/>
                  <a:gd name="connsiteY0" fmla="*/ 38099 h 672387"/>
                  <a:gd name="connsiteX1" fmla="*/ 275247 w 941718"/>
                  <a:gd name="connsiteY1" fmla="*/ 0 h 672387"/>
                  <a:gd name="connsiteX2" fmla="*/ 886706 w 941718"/>
                  <a:gd name="connsiteY2" fmla="*/ 119062 h 672387"/>
                  <a:gd name="connsiteX3" fmla="*/ 770547 w 941718"/>
                  <a:gd name="connsiteY3" fmla="*/ 295275 h 672387"/>
                  <a:gd name="connsiteX4" fmla="*/ 834319 w 941718"/>
                  <a:gd name="connsiteY4" fmla="*/ 519112 h 672387"/>
                  <a:gd name="connsiteX5" fmla="*/ 941718 w 941718"/>
                  <a:gd name="connsiteY5" fmla="*/ 652462 h 672387"/>
                  <a:gd name="connsiteX6" fmla="*/ 51409 w 941718"/>
                  <a:gd name="connsiteY6" fmla="*/ 457200 h 672387"/>
                  <a:gd name="connsiteX7" fmla="*/ 51409 w 941718"/>
                  <a:gd name="connsiteY7" fmla="*/ 323850 h 672387"/>
                  <a:gd name="connsiteX8" fmla="*/ 65697 w 941718"/>
                  <a:gd name="connsiteY8" fmla="*/ 152400 h 672387"/>
                  <a:gd name="connsiteX9" fmla="*/ 98755 w 941718"/>
                  <a:gd name="connsiteY9" fmla="*/ 38099 h 672387"/>
                  <a:gd name="connsiteX0" fmla="*/ 98755 w 941718"/>
                  <a:gd name="connsiteY0" fmla="*/ 38099 h 672387"/>
                  <a:gd name="connsiteX1" fmla="*/ 275247 w 941718"/>
                  <a:gd name="connsiteY1" fmla="*/ 0 h 672387"/>
                  <a:gd name="connsiteX2" fmla="*/ 886706 w 941718"/>
                  <a:gd name="connsiteY2" fmla="*/ 119062 h 672387"/>
                  <a:gd name="connsiteX3" fmla="*/ 770547 w 941718"/>
                  <a:gd name="connsiteY3" fmla="*/ 295275 h 672387"/>
                  <a:gd name="connsiteX4" fmla="*/ 834319 w 941718"/>
                  <a:gd name="connsiteY4" fmla="*/ 519112 h 672387"/>
                  <a:gd name="connsiteX5" fmla="*/ 941718 w 941718"/>
                  <a:gd name="connsiteY5" fmla="*/ 652462 h 672387"/>
                  <a:gd name="connsiteX6" fmla="*/ 51409 w 941718"/>
                  <a:gd name="connsiteY6" fmla="*/ 457200 h 672387"/>
                  <a:gd name="connsiteX7" fmla="*/ 51409 w 941718"/>
                  <a:gd name="connsiteY7" fmla="*/ 323850 h 672387"/>
                  <a:gd name="connsiteX8" fmla="*/ 65697 w 941718"/>
                  <a:gd name="connsiteY8" fmla="*/ 152400 h 672387"/>
                  <a:gd name="connsiteX9" fmla="*/ 98755 w 941718"/>
                  <a:gd name="connsiteY9" fmla="*/ 38099 h 672387"/>
                  <a:gd name="connsiteX0" fmla="*/ 98755 w 941718"/>
                  <a:gd name="connsiteY0" fmla="*/ 38099 h 672387"/>
                  <a:gd name="connsiteX1" fmla="*/ 275247 w 941718"/>
                  <a:gd name="connsiteY1" fmla="*/ 0 h 672387"/>
                  <a:gd name="connsiteX2" fmla="*/ 886706 w 941718"/>
                  <a:gd name="connsiteY2" fmla="*/ 119062 h 672387"/>
                  <a:gd name="connsiteX3" fmla="*/ 770547 w 941718"/>
                  <a:gd name="connsiteY3" fmla="*/ 295275 h 672387"/>
                  <a:gd name="connsiteX4" fmla="*/ 834319 w 941718"/>
                  <a:gd name="connsiteY4" fmla="*/ 519112 h 672387"/>
                  <a:gd name="connsiteX5" fmla="*/ 941718 w 941718"/>
                  <a:gd name="connsiteY5" fmla="*/ 652462 h 672387"/>
                  <a:gd name="connsiteX6" fmla="*/ 51409 w 941718"/>
                  <a:gd name="connsiteY6" fmla="*/ 457200 h 672387"/>
                  <a:gd name="connsiteX7" fmla="*/ 51409 w 941718"/>
                  <a:gd name="connsiteY7" fmla="*/ 323850 h 672387"/>
                  <a:gd name="connsiteX8" fmla="*/ 65697 w 941718"/>
                  <a:gd name="connsiteY8" fmla="*/ 152400 h 672387"/>
                  <a:gd name="connsiteX9" fmla="*/ 98755 w 941718"/>
                  <a:gd name="connsiteY9" fmla="*/ 38099 h 672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41718" h="672387">
                    <a:moveTo>
                      <a:pt x="98755" y="38099"/>
                    </a:moveTo>
                    <a:cubicBezTo>
                      <a:pt x="141711" y="39687"/>
                      <a:pt x="222766" y="79374"/>
                      <a:pt x="275247" y="0"/>
                    </a:cubicBezTo>
                    <a:lnTo>
                      <a:pt x="886706" y="119062"/>
                    </a:lnTo>
                    <a:cubicBezTo>
                      <a:pt x="905136" y="180975"/>
                      <a:pt x="823555" y="276224"/>
                      <a:pt x="770547" y="295275"/>
                    </a:cubicBezTo>
                    <a:lnTo>
                      <a:pt x="834319" y="519112"/>
                    </a:lnTo>
                    <a:cubicBezTo>
                      <a:pt x="870119" y="563562"/>
                      <a:pt x="891630" y="460375"/>
                      <a:pt x="941718" y="652462"/>
                    </a:cubicBezTo>
                    <a:cubicBezTo>
                      <a:pt x="536596" y="745331"/>
                      <a:pt x="79144" y="484981"/>
                      <a:pt x="51409" y="457200"/>
                    </a:cubicBezTo>
                    <a:cubicBezTo>
                      <a:pt x="23674" y="429419"/>
                      <a:pt x="58553" y="368300"/>
                      <a:pt x="51409" y="323850"/>
                    </a:cubicBezTo>
                    <a:cubicBezTo>
                      <a:pt x="44265" y="279400"/>
                      <a:pt x="-69194" y="164306"/>
                      <a:pt x="65697" y="152400"/>
                    </a:cubicBezTo>
                    <a:lnTo>
                      <a:pt x="98755" y="38099"/>
                    </a:lnTo>
                    <a:close/>
                  </a:path>
                </a:pathLst>
              </a:custGeom>
              <a:gradFill>
                <a:gsLst>
                  <a:gs pos="0">
                    <a:srgbClr val="4E7F47"/>
                  </a:gs>
                  <a:gs pos="39000">
                    <a:srgbClr val="AD6943"/>
                  </a:gs>
                </a:gsLst>
                <a:lin ang="0" scaled="0"/>
              </a:gra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Star: 7 Points 12">
                <a:extLst>
                  <a:ext uri="{FF2B5EF4-FFF2-40B4-BE49-F238E27FC236}">
                    <a16:creationId xmlns:a16="http://schemas.microsoft.com/office/drawing/2014/main" id="{B1FD78B1-6DA8-4A8F-25B5-2A9F439954AD}"/>
                  </a:ext>
                </a:extLst>
              </p:cNvPr>
              <p:cNvSpPr/>
              <p:nvPr/>
            </p:nvSpPr>
            <p:spPr>
              <a:xfrm>
                <a:off x="11896182" y="2673968"/>
                <a:ext cx="494348" cy="632082"/>
              </a:xfrm>
              <a:prstGeom prst="star7">
                <a:avLst>
                  <a:gd name="adj" fmla="val 48261"/>
                  <a:gd name="hf" fmla="val 102572"/>
                  <a:gd name="vf" fmla="val 105210"/>
                </a:avLst>
              </a:prstGeom>
              <a:gradFill>
                <a:gsLst>
                  <a:gs pos="0">
                    <a:srgbClr val="4E7F47"/>
                  </a:gs>
                  <a:gs pos="60000">
                    <a:srgbClr val="AD6943"/>
                  </a:gs>
                </a:gsLst>
                <a:lin ang="0" scaled="0"/>
              </a:gra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2AF477-680C-85A9-98EB-37FEF5E22D30}"/>
              </a:ext>
            </a:extLst>
          </p:cNvPr>
          <p:cNvGrpSpPr/>
          <p:nvPr/>
        </p:nvGrpSpPr>
        <p:grpSpPr>
          <a:xfrm>
            <a:off x="4863284" y="936311"/>
            <a:ext cx="4910239" cy="4297667"/>
            <a:chOff x="2679137" y="516730"/>
            <a:chExt cx="6579160" cy="5758383"/>
          </a:xfrm>
          <a:solidFill>
            <a:schemeClr val="bg1"/>
          </a:solidFill>
        </p:grpSpPr>
        <p:sp>
          <p:nvSpPr>
            <p:cNvPr id="15" name="Oval 3">
              <a:extLst>
                <a:ext uri="{FF2B5EF4-FFF2-40B4-BE49-F238E27FC236}">
                  <a16:creationId xmlns:a16="http://schemas.microsoft.com/office/drawing/2014/main" id="{91A7D717-146B-6765-8680-46AE10566B8A}"/>
                </a:ext>
              </a:extLst>
            </p:cNvPr>
            <p:cNvSpPr/>
            <p:nvPr/>
          </p:nvSpPr>
          <p:spPr>
            <a:xfrm>
              <a:off x="2679137" y="516730"/>
              <a:ext cx="6579160" cy="5758383"/>
            </a:xfrm>
            <a:custGeom>
              <a:avLst/>
              <a:gdLst>
                <a:gd name="connsiteX0" fmla="*/ 0 w 6578600"/>
                <a:gd name="connsiteY0" fmla="*/ 2774950 h 5549900"/>
                <a:gd name="connsiteX1" fmla="*/ 3289300 w 6578600"/>
                <a:gd name="connsiteY1" fmla="*/ 0 h 5549900"/>
                <a:gd name="connsiteX2" fmla="*/ 6578600 w 6578600"/>
                <a:gd name="connsiteY2" fmla="*/ 2774950 h 5549900"/>
                <a:gd name="connsiteX3" fmla="*/ 3289300 w 6578600"/>
                <a:gd name="connsiteY3" fmla="*/ 5549900 h 5549900"/>
                <a:gd name="connsiteX4" fmla="*/ 0 w 6578600"/>
                <a:gd name="connsiteY4" fmla="*/ 2774950 h 5549900"/>
                <a:gd name="connsiteX0" fmla="*/ 242 w 6578842"/>
                <a:gd name="connsiteY0" fmla="*/ 2927350 h 5702300"/>
                <a:gd name="connsiteX1" fmla="*/ 3162542 w 6578842"/>
                <a:gd name="connsiteY1" fmla="*/ 0 h 5702300"/>
                <a:gd name="connsiteX2" fmla="*/ 6578842 w 6578842"/>
                <a:gd name="connsiteY2" fmla="*/ 2927350 h 5702300"/>
                <a:gd name="connsiteX3" fmla="*/ 3289542 w 6578842"/>
                <a:gd name="connsiteY3" fmla="*/ 5702300 h 5702300"/>
                <a:gd name="connsiteX4" fmla="*/ 242 w 6578842"/>
                <a:gd name="connsiteY4" fmla="*/ 2927350 h 5702300"/>
                <a:gd name="connsiteX0" fmla="*/ 10 w 6578610"/>
                <a:gd name="connsiteY0" fmla="*/ 2927350 h 5702300"/>
                <a:gd name="connsiteX1" fmla="*/ 3162310 w 6578610"/>
                <a:gd name="connsiteY1" fmla="*/ 0 h 5702300"/>
                <a:gd name="connsiteX2" fmla="*/ 6578610 w 6578610"/>
                <a:gd name="connsiteY2" fmla="*/ 2927350 h 5702300"/>
                <a:gd name="connsiteX3" fmla="*/ 3289310 w 6578610"/>
                <a:gd name="connsiteY3" fmla="*/ 5702300 h 5702300"/>
                <a:gd name="connsiteX4" fmla="*/ 10 w 6578610"/>
                <a:gd name="connsiteY4" fmla="*/ 2927350 h 5702300"/>
                <a:gd name="connsiteX0" fmla="*/ 12045 w 6590645"/>
                <a:gd name="connsiteY0" fmla="*/ 2927350 h 5702300"/>
                <a:gd name="connsiteX1" fmla="*/ 3174345 w 6590645"/>
                <a:gd name="connsiteY1" fmla="*/ 0 h 5702300"/>
                <a:gd name="connsiteX2" fmla="*/ 6590645 w 6590645"/>
                <a:gd name="connsiteY2" fmla="*/ 2927350 h 5702300"/>
                <a:gd name="connsiteX3" fmla="*/ 3301345 w 6590645"/>
                <a:gd name="connsiteY3" fmla="*/ 5702300 h 5702300"/>
                <a:gd name="connsiteX4" fmla="*/ 12045 w 6590645"/>
                <a:gd name="connsiteY4" fmla="*/ 2927350 h 5702300"/>
                <a:gd name="connsiteX0" fmla="*/ 487121 w 3776421"/>
                <a:gd name="connsiteY0" fmla="*/ 5774327 h 5858354"/>
                <a:gd name="connsiteX1" fmla="*/ 360121 w 3776421"/>
                <a:gd name="connsiteY1" fmla="*/ 72027 h 5858354"/>
                <a:gd name="connsiteX2" fmla="*/ 3776421 w 3776421"/>
                <a:gd name="connsiteY2" fmla="*/ 2999377 h 5858354"/>
                <a:gd name="connsiteX3" fmla="*/ 487121 w 3776421"/>
                <a:gd name="connsiteY3" fmla="*/ 5774327 h 5858354"/>
                <a:gd name="connsiteX0" fmla="*/ 384829 w 3674129"/>
                <a:gd name="connsiteY0" fmla="*/ 5772718 h 6292242"/>
                <a:gd name="connsiteX1" fmla="*/ 257830 w 3674129"/>
                <a:gd name="connsiteY1" fmla="*/ 5734618 h 6292242"/>
                <a:gd name="connsiteX2" fmla="*/ 257829 w 3674129"/>
                <a:gd name="connsiteY2" fmla="*/ 70418 h 6292242"/>
                <a:gd name="connsiteX3" fmla="*/ 3674129 w 3674129"/>
                <a:gd name="connsiteY3" fmla="*/ 2997768 h 6292242"/>
                <a:gd name="connsiteX4" fmla="*/ 384829 w 3674129"/>
                <a:gd name="connsiteY4" fmla="*/ 5772718 h 6292242"/>
                <a:gd name="connsiteX0" fmla="*/ 3843336 w 3843336"/>
                <a:gd name="connsiteY0" fmla="*/ 2983607 h 5788066"/>
                <a:gd name="connsiteX1" fmla="*/ 427037 w 3843336"/>
                <a:gd name="connsiteY1" fmla="*/ 5720457 h 5788066"/>
                <a:gd name="connsiteX2" fmla="*/ 427036 w 3843336"/>
                <a:gd name="connsiteY2" fmla="*/ 56257 h 5788066"/>
                <a:gd name="connsiteX3" fmla="*/ 3843336 w 3843336"/>
                <a:gd name="connsiteY3" fmla="*/ 2983607 h 5788066"/>
                <a:gd name="connsiteX0" fmla="*/ 5743144 w 5743144"/>
                <a:gd name="connsiteY0" fmla="*/ 2983607 h 5788066"/>
                <a:gd name="connsiteX1" fmla="*/ 2326845 w 5743144"/>
                <a:gd name="connsiteY1" fmla="*/ 5720457 h 5788066"/>
                <a:gd name="connsiteX2" fmla="*/ 2326844 w 5743144"/>
                <a:gd name="connsiteY2" fmla="*/ 56257 h 5788066"/>
                <a:gd name="connsiteX3" fmla="*/ 5743144 w 5743144"/>
                <a:gd name="connsiteY3" fmla="*/ 2983607 h 5788066"/>
                <a:gd name="connsiteX0" fmla="*/ 5743144 w 5743144"/>
                <a:gd name="connsiteY0" fmla="*/ 2984956 h 5826567"/>
                <a:gd name="connsiteX1" fmla="*/ 2326845 w 5743144"/>
                <a:gd name="connsiteY1" fmla="*/ 5759906 h 5826567"/>
                <a:gd name="connsiteX2" fmla="*/ 2326844 w 5743144"/>
                <a:gd name="connsiteY2" fmla="*/ 57606 h 5826567"/>
                <a:gd name="connsiteX3" fmla="*/ 5743144 w 5743144"/>
                <a:gd name="connsiteY3" fmla="*/ 2984956 h 5826567"/>
                <a:gd name="connsiteX0" fmla="*/ 6317706 w 6317706"/>
                <a:gd name="connsiteY0" fmla="*/ 2984956 h 5826567"/>
                <a:gd name="connsiteX1" fmla="*/ 2901407 w 6317706"/>
                <a:gd name="connsiteY1" fmla="*/ 5759906 h 5826567"/>
                <a:gd name="connsiteX2" fmla="*/ 2901406 w 6317706"/>
                <a:gd name="connsiteY2" fmla="*/ 57606 h 5826567"/>
                <a:gd name="connsiteX3" fmla="*/ 6317706 w 6317706"/>
                <a:gd name="connsiteY3" fmla="*/ 2984956 h 5826567"/>
                <a:gd name="connsiteX0" fmla="*/ 6533541 w 6533541"/>
                <a:gd name="connsiteY0" fmla="*/ 2941248 h 5782859"/>
                <a:gd name="connsiteX1" fmla="*/ 3117242 w 6533541"/>
                <a:gd name="connsiteY1" fmla="*/ 5716198 h 5782859"/>
                <a:gd name="connsiteX2" fmla="*/ 3117241 w 6533541"/>
                <a:gd name="connsiteY2" fmla="*/ 13898 h 5782859"/>
                <a:gd name="connsiteX3" fmla="*/ 6533541 w 6533541"/>
                <a:gd name="connsiteY3" fmla="*/ 2941248 h 5782859"/>
                <a:gd name="connsiteX0" fmla="*/ 6193850 w 6194128"/>
                <a:gd name="connsiteY0" fmla="*/ 3482465 h 6324076"/>
                <a:gd name="connsiteX1" fmla="*/ 2777551 w 6194128"/>
                <a:gd name="connsiteY1" fmla="*/ 6257415 h 6324076"/>
                <a:gd name="connsiteX2" fmla="*/ 2777550 w 6194128"/>
                <a:gd name="connsiteY2" fmla="*/ 555115 h 6324076"/>
                <a:gd name="connsiteX3" fmla="*/ 2968052 w 6194128"/>
                <a:gd name="connsiteY3" fmla="*/ 549747 h 6324076"/>
                <a:gd name="connsiteX4" fmla="*/ 6193850 w 6194128"/>
                <a:gd name="connsiteY4" fmla="*/ 3482465 h 6324076"/>
                <a:gd name="connsiteX0" fmla="*/ 3746374 w 3746652"/>
                <a:gd name="connsiteY0" fmla="*/ 2932718 h 5774329"/>
                <a:gd name="connsiteX1" fmla="*/ 330075 w 3746652"/>
                <a:gd name="connsiteY1" fmla="*/ 5707668 h 5774329"/>
                <a:gd name="connsiteX2" fmla="*/ 520576 w 3746652"/>
                <a:gd name="connsiteY2" fmla="*/ 0 h 5774329"/>
                <a:gd name="connsiteX3" fmla="*/ 3746374 w 3746652"/>
                <a:gd name="connsiteY3" fmla="*/ 2932718 h 5774329"/>
                <a:gd name="connsiteX0" fmla="*/ 6145646 w 6145924"/>
                <a:gd name="connsiteY0" fmla="*/ 2932718 h 5774329"/>
                <a:gd name="connsiteX1" fmla="*/ 2729347 w 6145924"/>
                <a:gd name="connsiteY1" fmla="*/ 5707668 h 5774329"/>
                <a:gd name="connsiteX2" fmla="*/ 2919848 w 6145924"/>
                <a:gd name="connsiteY2" fmla="*/ 0 h 5774329"/>
                <a:gd name="connsiteX3" fmla="*/ 6145646 w 6145924"/>
                <a:gd name="connsiteY3" fmla="*/ 2932718 h 5774329"/>
                <a:gd name="connsiteX0" fmla="*/ 6679549 w 6679827"/>
                <a:gd name="connsiteY0" fmla="*/ 2932718 h 5774329"/>
                <a:gd name="connsiteX1" fmla="*/ 3263250 w 6679827"/>
                <a:gd name="connsiteY1" fmla="*/ 5707668 h 5774329"/>
                <a:gd name="connsiteX2" fmla="*/ 3453751 w 6679827"/>
                <a:gd name="connsiteY2" fmla="*/ 0 h 5774329"/>
                <a:gd name="connsiteX3" fmla="*/ 6679549 w 6679827"/>
                <a:gd name="connsiteY3" fmla="*/ 2932718 h 5774329"/>
                <a:gd name="connsiteX0" fmla="*/ 6679549 w 6679549"/>
                <a:gd name="connsiteY0" fmla="*/ 2932718 h 5774329"/>
                <a:gd name="connsiteX1" fmla="*/ 3263250 w 6679549"/>
                <a:gd name="connsiteY1" fmla="*/ 5707668 h 5774329"/>
                <a:gd name="connsiteX2" fmla="*/ 3453751 w 6679549"/>
                <a:gd name="connsiteY2" fmla="*/ 0 h 5774329"/>
                <a:gd name="connsiteX3" fmla="*/ 6679549 w 6679549"/>
                <a:gd name="connsiteY3" fmla="*/ 2932718 h 5774329"/>
                <a:gd name="connsiteX0" fmla="*/ 6679549 w 6683498"/>
                <a:gd name="connsiteY0" fmla="*/ 2932718 h 5850884"/>
                <a:gd name="connsiteX1" fmla="*/ 3263250 w 6683498"/>
                <a:gd name="connsiteY1" fmla="*/ 5707668 h 5850884"/>
                <a:gd name="connsiteX2" fmla="*/ 3453751 w 6683498"/>
                <a:gd name="connsiteY2" fmla="*/ 0 h 5850884"/>
                <a:gd name="connsiteX3" fmla="*/ 6679549 w 6683498"/>
                <a:gd name="connsiteY3" fmla="*/ 2932718 h 5850884"/>
                <a:gd name="connsiteX0" fmla="*/ 6679549 w 6683226"/>
                <a:gd name="connsiteY0" fmla="*/ 2932718 h 5760855"/>
                <a:gd name="connsiteX1" fmla="*/ 3263250 w 6683226"/>
                <a:gd name="connsiteY1" fmla="*/ 5707668 h 5760855"/>
                <a:gd name="connsiteX2" fmla="*/ 3453751 w 6683226"/>
                <a:gd name="connsiteY2" fmla="*/ 0 h 5760855"/>
                <a:gd name="connsiteX3" fmla="*/ 6679549 w 6683226"/>
                <a:gd name="connsiteY3" fmla="*/ 2932718 h 5760855"/>
                <a:gd name="connsiteX0" fmla="*/ 6679549 w 6683482"/>
                <a:gd name="connsiteY0" fmla="*/ 2932718 h 5760855"/>
                <a:gd name="connsiteX1" fmla="*/ 3263250 w 6683482"/>
                <a:gd name="connsiteY1" fmla="*/ 5707668 h 5760855"/>
                <a:gd name="connsiteX2" fmla="*/ 3453751 w 6683482"/>
                <a:gd name="connsiteY2" fmla="*/ 0 h 5760855"/>
                <a:gd name="connsiteX3" fmla="*/ 6679549 w 6683482"/>
                <a:gd name="connsiteY3" fmla="*/ 2932718 h 5760855"/>
                <a:gd name="connsiteX0" fmla="*/ 6679549 w 6679549"/>
                <a:gd name="connsiteY0" fmla="*/ 2932718 h 5760855"/>
                <a:gd name="connsiteX1" fmla="*/ 3263250 w 6679549"/>
                <a:gd name="connsiteY1" fmla="*/ 5707668 h 5760855"/>
                <a:gd name="connsiteX2" fmla="*/ 3453751 w 6679549"/>
                <a:gd name="connsiteY2" fmla="*/ 0 h 5760855"/>
                <a:gd name="connsiteX3" fmla="*/ 6679549 w 6679549"/>
                <a:gd name="connsiteY3" fmla="*/ 2932718 h 5760855"/>
                <a:gd name="connsiteX0" fmla="*/ 6781688 w 6781688"/>
                <a:gd name="connsiteY0" fmla="*/ 2932718 h 5719899"/>
                <a:gd name="connsiteX1" fmla="*/ 3365389 w 6781688"/>
                <a:gd name="connsiteY1" fmla="*/ 5707668 h 5719899"/>
                <a:gd name="connsiteX2" fmla="*/ 3555890 w 6781688"/>
                <a:gd name="connsiteY2" fmla="*/ 0 h 5719899"/>
                <a:gd name="connsiteX3" fmla="*/ 6781688 w 6781688"/>
                <a:gd name="connsiteY3" fmla="*/ 2932718 h 5719899"/>
                <a:gd name="connsiteX0" fmla="*/ 6781688 w 6781688"/>
                <a:gd name="connsiteY0" fmla="*/ 2932718 h 5719899"/>
                <a:gd name="connsiteX1" fmla="*/ 3365389 w 6781688"/>
                <a:gd name="connsiteY1" fmla="*/ 5707668 h 5719899"/>
                <a:gd name="connsiteX2" fmla="*/ 3555890 w 6781688"/>
                <a:gd name="connsiteY2" fmla="*/ 0 h 5719899"/>
                <a:gd name="connsiteX3" fmla="*/ 6781688 w 6781688"/>
                <a:gd name="connsiteY3" fmla="*/ 2932718 h 5719899"/>
                <a:gd name="connsiteX0" fmla="*/ 6513730 w 6513730"/>
                <a:gd name="connsiteY0" fmla="*/ 2932718 h 5719899"/>
                <a:gd name="connsiteX1" fmla="*/ 3097431 w 6513730"/>
                <a:gd name="connsiteY1" fmla="*/ 5707668 h 5719899"/>
                <a:gd name="connsiteX2" fmla="*/ 3287932 w 6513730"/>
                <a:gd name="connsiteY2" fmla="*/ 0 h 5719899"/>
                <a:gd name="connsiteX3" fmla="*/ 6513730 w 6513730"/>
                <a:gd name="connsiteY3" fmla="*/ 2932718 h 5719899"/>
                <a:gd name="connsiteX0" fmla="*/ 6486436 w 6486436"/>
                <a:gd name="connsiteY0" fmla="*/ 2952708 h 5739889"/>
                <a:gd name="connsiteX1" fmla="*/ 3070137 w 6486436"/>
                <a:gd name="connsiteY1" fmla="*/ 5727658 h 5739889"/>
                <a:gd name="connsiteX2" fmla="*/ 367 w 6486436"/>
                <a:gd name="connsiteY2" fmla="*/ 1868747 h 5739889"/>
                <a:gd name="connsiteX3" fmla="*/ 3260638 w 6486436"/>
                <a:gd name="connsiteY3" fmla="*/ 19990 h 5739889"/>
                <a:gd name="connsiteX4" fmla="*/ 6486436 w 6486436"/>
                <a:gd name="connsiteY4" fmla="*/ 2952708 h 5739889"/>
                <a:gd name="connsiteX0" fmla="*/ 6486436 w 6486436"/>
                <a:gd name="connsiteY0" fmla="*/ 2962088 h 5749269"/>
                <a:gd name="connsiteX1" fmla="*/ 3070137 w 6486436"/>
                <a:gd name="connsiteY1" fmla="*/ 5737038 h 5749269"/>
                <a:gd name="connsiteX2" fmla="*/ 367 w 6486436"/>
                <a:gd name="connsiteY2" fmla="*/ 1878127 h 5749269"/>
                <a:gd name="connsiteX3" fmla="*/ 3260638 w 6486436"/>
                <a:gd name="connsiteY3" fmla="*/ 29370 h 5749269"/>
                <a:gd name="connsiteX4" fmla="*/ 6486436 w 6486436"/>
                <a:gd name="connsiteY4" fmla="*/ 2962088 h 5749269"/>
                <a:gd name="connsiteX0" fmla="*/ 6574119 w 6574119"/>
                <a:gd name="connsiteY0" fmla="*/ 2962088 h 5749269"/>
                <a:gd name="connsiteX1" fmla="*/ 3157820 w 6574119"/>
                <a:gd name="connsiteY1" fmla="*/ 5737038 h 5749269"/>
                <a:gd name="connsiteX2" fmla="*/ 88050 w 6574119"/>
                <a:gd name="connsiteY2" fmla="*/ 1878127 h 5749269"/>
                <a:gd name="connsiteX3" fmla="*/ 3348321 w 6574119"/>
                <a:gd name="connsiteY3" fmla="*/ 29370 h 5749269"/>
                <a:gd name="connsiteX4" fmla="*/ 6574119 w 6574119"/>
                <a:gd name="connsiteY4" fmla="*/ 2962088 h 5749269"/>
                <a:gd name="connsiteX0" fmla="*/ 6579160 w 6579160"/>
                <a:gd name="connsiteY0" fmla="*/ 2962088 h 5749269"/>
                <a:gd name="connsiteX1" fmla="*/ 3162861 w 6579160"/>
                <a:gd name="connsiteY1" fmla="*/ 5737038 h 5749269"/>
                <a:gd name="connsiteX2" fmla="*/ 93091 w 6579160"/>
                <a:gd name="connsiteY2" fmla="*/ 1878127 h 5749269"/>
                <a:gd name="connsiteX3" fmla="*/ 3353362 w 6579160"/>
                <a:gd name="connsiteY3" fmla="*/ 29370 h 5749269"/>
                <a:gd name="connsiteX4" fmla="*/ 6579160 w 6579160"/>
                <a:gd name="connsiteY4" fmla="*/ 2962088 h 5749269"/>
                <a:gd name="connsiteX0" fmla="*/ 6579160 w 6579160"/>
                <a:gd name="connsiteY0" fmla="*/ 2962088 h 5758383"/>
                <a:gd name="connsiteX1" fmla="*/ 3162861 w 6579160"/>
                <a:gd name="connsiteY1" fmla="*/ 5737038 h 5758383"/>
                <a:gd name="connsiteX2" fmla="*/ 93091 w 6579160"/>
                <a:gd name="connsiteY2" fmla="*/ 1878127 h 5758383"/>
                <a:gd name="connsiteX3" fmla="*/ 3353362 w 6579160"/>
                <a:gd name="connsiteY3" fmla="*/ 29370 h 5758383"/>
                <a:gd name="connsiteX4" fmla="*/ 6579160 w 6579160"/>
                <a:gd name="connsiteY4" fmla="*/ 2962088 h 5758383"/>
                <a:gd name="connsiteX0" fmla="*/ 6579160 w 6579160"/>
                <a:gd name="connsiteY0" fmla="*/ 2962088 h 5758383"/>
                <a:gd name="connsiteX1" fmla="*/ 3162861 w 6579160"/>
                <a:gd name="connsiteY1" fmla="*/ 5737038 h 5758383"/>
                <a:gd name="connsiteX2" fmla="*/ 93091 w 6579160"/>
                <a:gd name="connsiteY2" fmla="*/ 1878127 h 5758383"/>
                <a:gd name="connsiteX3" fmla="*/ 3353362 w 6579160"/>
                <a:gd name="connsiteY3" fmla="*/ 29370 h 5758383"/>
                <a:gd name="connsiteX4" fmla="*/ 6579160 w 6579160"/>
                <a:gd name="connsiteY4" fmla="*/ 2962088 h 5758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79160" h="5758383">
                  <a:moveTo>
                    <a:pt x="6579160" y="2962088"/>
                  </a:moveTo>
                  <a:cubicBezTo>
                    <a:pt x="6477560" y="5861921"/>
                    <a:pt x="3748573" y="5809459"/>
                    <a:pt x="3162861" y="5737038"/>
                  </a:cubicBezTo>
                  <a:cubicBezTo>
                    <a:pt x="1924612" y="5745064"/>
                    <a:pt x="-504716" y="5050091"/>
                    <a:pt x="93091" y="1878127"/>
                  </a:cubicBezTo>
                  <a:cubicBezTo>
                    <a:pt x="357069" y="505934"/>
                    <a:pt x="2289284" y="-151290"/>
                    <a:pt x="3353362" y="29370"/>
                  </a:cubicBezTo>
                  <a:cubicBezTo>
                    <a:pt x="3951773" y="168919"/>
                    <a:pt x="6204510" y="385210"/>
                    <a:pt x="6579160" y="296208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4">
              <a:extLst>
                <a:ext uri="{FF2B5EF4-FFF2-40B4-BE49-F238E27FC236}">
                  <a16:creationId xmlns:a16="http://schemas.microsoft.com/office/drawing/2014/main" id="{CBA7F727-B32F-4935-53CC-A81D474E962E}"/>
                </a:ext>
              </a:extLst>
            </p:cNvPr>
            <p:cNvSpPr/>
            <p:nvPr/>
          </p:nvSpPr>
          <p:spPr>
            <a:xfrm>
              <a:off x="4432751" y="517410"/>
              <a:ext cx="3750402" cy="3817643"/>
            </a:xfrm>
            <a:custGeom>
              <a:avLst/>
              <a:gdLst>
                <a:gd name="connsiteX0" fmla="*/ 0 w 1190172"/>
                <a:gd name="connsiteY0" fmla="*/ 0 h 1001486"/>
                <a:gd name="connsiteX1" fmla="*/ 1190172 w 1190172"/>
                <a:gd name="connsiteY1" fmla="*/ 0 h 1001486"/>
                <a:gd name="connsiteX2" fmla="*/ 1190172 w 1190172"/>
                <a:gd name="connsiteY2" fmla="*/ 1001486 h 1001486"/>
                <a:gd name="connsiteX3" fmla="*/ 0 w 1190172"/>
                <a:gd name="connsiteY3" fmla="*/ 1001486 h 1001486"/>
                <a:gd name="connsiteX4" fmla="*/ 0 w 1190172"/>
                <a:gd name="connsiteY4" fmla="*/ 0 h 1001486"/>
                <a:gd name="connsiteX0" fmla="*/ 0 w 2598058"/>
                <a:gd name="connsiteY0" fmla="*/ 0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4" fmla="*/ 0 w 2598058"/>
                <a:gd name="connsiteY4" fmla="*/ 0 h 3497943"/>
                <a:gd name="connsiteX0" fmla="*/ 0 w 2598058"/>
                <a:gd name="connsiteY0" fmla="*/ 1001486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0" fmla="*/ 0 w 3744687"/>
                <a:gd name="connsiteY0" fmla="*/ 0 h 3526971"/>
                <a:gd name="connsiteX1" fmla="*/ 2336801 w 3744687"/>
                <a:gd name="connsiteY1" fmla="*/ 29028 h 3526971"/>
                <a:gd name="connsiteX2" fmla="*/ 3744687 w 3744687"/>
                <a:gd name="connsiteY2" fmla="*/ 3526971 h 3526971"/>
                <a:gd name="connsiteX3" fmla="*/ 0 w 3744687"/>
                <a:gd name="connsiteY3" fmla="*/ 0 h 3526971"/>
                <a:gd name="connsiteX0" fmla="*/ 0 w 3744687"/>
                <a:gd name="connsiteY0" fmla="*/ 156709 h 3683680"/>
                <a:gd name="connsiteX1" fmla="*/ 1303339 w 3744687"/>
                <a:gd name="connsiteY1" fmla="*/ 0 h 3683680"/>
                <a:gd name="connsiteX2" fmla="*/ 3744687 w 3744687"/>
                <a:gd name="connsiteY2" fmla="*/ 3683680 h 3683680"/>
                <a:gd name="connsiteX3" fmla="*/ 0 w 3744687"/>
                <a:gd name="connsiteY3" fmla="*/ 156709 h 3683680"/>
                <a:gd name="connsiteX0" fmla="*/ 0 w 3744687"/>
                <a:gd name="connsiteY0" fmla="*/ 175246 h 3702217"/>
                <a:gd name="connsiteX1" fmla="*/ 1303339 w 3744687"/>
                <a:gd name="connsiteY1" fmla="*/ 18537 h 3702217"/>
                <a:gd name="connsiteX2" fmla="*/ 3744687 w 3744687"/>
                <a:gd name="connsiteY2" fmla="*/ 3702217 h 3702217"/>
                <a:gd name="connsiteX3" fmla="*/ 0 w 3744687"/>
                <a:gd name="connsiteY3" fmla="*/ 175246 h 3702217"/>
                <a:gd name="connsiteX0" fmla="*/ 0 w 3754212"/>
                <a:gd name="connsiteY0" fmla="*/ 170857 h 3702591"/>
                <a:gd name="connsiteX1" fmla="*/ 1312864 w 3754212"/>
                <a:gd name="connsiteY1" fmla="*/ 18911 h 3702591"/>
                <a:gd name="connsiteX2" fmla="*/ 3754212 w 3754212"/>
                <a:gd name="connsiteY2" fmla="*/ 3702591 h 3702591"/>
                <a:gd name="connsiteX3" fmla="*/ 0 w 3754212"/>
                <a:gd name="connsiteY3" fmla="*/ 170857 h 3702591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16112"/>
                <a:gd name="connsiteY0" fmla="*/ 177892 h 3747726"/>
                <a:gd name="connsiteX1" fmla="*/ 1312864 w 3716112"/>
                <a:gd name="connsiteY1" fmla="*/ 25946 h 3747726"/>
                <a:gd name="connsiteX2" fmla="*/ 3716112 w 3716112"/>
                <a:gd name="connsiteY2" fmla="*/ 3747726 h 3747726"/>
                <a:gd name="connsiteX3" fmla="*/ 0 w 3716112"/>
                <a:gd name="connsiteY3" fmla="*/ 177892 h 374772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3731352"/>
                <a:gd name="connsiteY0" fmla="*/ 251654 h 3821488"/>
                <a:gd name="connsiteX1" fmla="*/ 1303339 w 3731352"/>
                <a:gd name="connsiteY1" fmla="*/ 17793 h 3821488"/>
                <a:gd name="connsiteX2" fmla="*/ 3731352 w 3731352"/>
                <a:gd name="connsiteY2" fmla="*/ 3821488 h 3821488"/>
                <a:gd name="connsiteX3" fmla="*/ 0 w 3731352"/>
                <a:gd name="connsiteY3" fmla="*/ 251654 h 3821488"/>
                <a:gd name="connsiteX0" fmla="*/ 0 w 3731352"/>
                <a:gd name="connsiteY0" fmla="*/ 254954 h 3824788"/>
                <a:gd name="connsiteX1" fmla="*/ 1303339 w 3731352"/>
                <a:gd name="connsiteY1" fmla="*/ 21093 h 3824788"/>
                <a:gd name="connsiteX2" fmla="*/ 3731352 w 3731352"/>
                <a:gd name="connsiteY2" fmla="*/ 3824788 h 3824788"/>
                <a:gd name="connsiteX3" fmla="*/ 0 w 3731352"/>
                <a:gd name="connsiteY3" fmla="*/ 254954 h 3824788"/>
                <a:gd name="connsiteX0" fmla="*/ 0 w 3740877"/>
                <a:gd name="connsiteY0" fmla="*/ 254954 h 3824788"/>
                <a:gd name="connsiteX1" fmla="*/ 1312864 w 3740877"/>
                <a:gd name="connsiteY1" fmla="*/ 21093 h 3824788"/>
                <a:gd name="connsiteX2" fmla="*/ 3740877 w 3740877"/>
                <a:gd name="connsiteY2" fmla="*/ 3824788 h 3824788"/>
                <a:gd name="connsiteX3" fmla="*/ 0 w 3740877"/>
                <a:gd name="connsiteY3" fmla="*/ 254954 h 3824788"/>
                <a:gd name="connsiteX0" fmla="*/ 0 w 3750402"/>
                <a:gd name="connsiteY0" fmla="*/ 254954 h 3824788"/>
                <a:gd name="connsiteX1" fmla="*/ 1322389 w 3750402"/>
                <a:gd name="connsiteY1" fmla="*/ 21093 h 3824788"/>
                <a:gd name="connsiteX2" fmla="*/ 3750402 w 3750402"/>
                <a:gd name="connsiteY2" fmla="*/ 3824788 h 3824788"/>
                <a:gd name="connsiteX3" fmla="*/ 0 w 3750402"/>
                <a:gd name="connsiteY3" fmla="*/ 254954 h 3824788"/>
                <a:gd name="connsiteX0" fmla="*/ 0 w 3750402"/>
                <a:gd name="connsiteY0" fmla="*/ 241830 h 3825952"/>
                <a:gd name="connsiteX1" fmla="*/ 1322389 w 3750402"/>
                <a:gd name="connsiteY1" fmla="*/ 22257 h 3825952"/>
                <a:gd name="connsiteX2" fmla="*/ 3750402 w 3750402"/>
                <a:gd name="connsiteY2" fmla="*/ 3825952 h 3825952"/>
                <a:gd name="connsiteX3" fmla="*/ 0 w 3750402"/>
                <a:gd name="connsiteY3" fmla="*/ 241830 h 3825952"/>
                <a:gd name="connsiteX0" fmla="*/ 0 w 3750402"/>
                <a:gd name="connsiteY0" fmla="*/ 233521 h 3817643"/>
                <a:gd name="connsiteX1" fmla="*/ 1322389 w 3750402"/>
                <a:gd name="connsiteY1" fmla="*/ 13948 h 3817643"/>
                <a:gd name="connsiteX2" fmla="*/ 3750402 w 3750402"/>
                <a:gd name="connsiteY2" fmla="*/ 3817643 h 3817643"/>
                <a:gd name="connsiteX3" fmla="*/ 0 w 3750402"/>
                <a:gd name="connsiteY3" fmla="*/ 233521 h 3817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50402" h="3817643">
                  <a:moveTo>
                    <a:pt x="0" y="233521"/>
                  </a:moveTo>
                  <a:cubicBezTo>
                    <a:pt x="324909" y="109848"/>
                    <a:pt x="954617" y="-48115"/>
                    <a:pt x="1322389" y="13948"/>
                  </a:cubicBezTo>
                  <a:cubicBezTo>
                    <a:pt x="2372392" y="434121"/>
                    <a:pt x="3530979" y="1035270"/>
                    <a:pt x="3750402" y="3817643"/>
                  </a:cubicBezTo>
                  <a:cubicBezTo>
                    <a:pt x="2765698" y="1604078"/>
                    <a:pt x="1632404" y="656386"/>
                    <a:pt x="0" y="23352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4">
              <a:extLst>
                <a:ext uri="{FF2B5EF4-FFF2-40B4-BE49-F238E27FC236}">
                  <a16:creationId xmlns:a16="http://schemas.microsoft.com/office/drawing/2014/main" id="{161FE4F9-53F4-3756-2FF7-A0C5CFC0060A}"/>
                </a:ext>
              </a:extLst>
            </p:cNvPr>
            <p:cNvSpPr/>
            <p:nvPr/>
          </p:nvSpPr>
          <p:spPr>
            <a:xfrm>
              <a:off x="2809306" y="1547075"/>
              <a:ext cx="5309575" cy="2723705"/>
            </a:xfrm>
            <a:custGeom>
              <a:avLst/>
              <a:gdLst>
                <a:gd name="connsiteX0" fmla="*/ 0 w 1190172"/>
                <a:gd name="connsiteY0" fmla="*/ 0 h 1001486"/>
                <a:gd name="connsiteX1" fmla="*/ 1190172 w 1190172"/>
                <a:gd name="connsiteY1" fmla="*/ 0 h 1001486"/>
                <a:gd name="connsiteX2" fmla="*/ 1190172 w 1190172"/>
                <a:gd name="connsiteY2" fmla="*/ 1001486 h 1001486"/>
                <a:gd name="connsiteX3" fmla="*/ 0 w 1190172"/>
                <a:gd name="connsiteY3" fmla="*/ 1001486 h 1001486"/>
                <a:gd name="connsiteX4" fmla="*/ 0 w 1190172"/>
                <a:gd name="connsiteY4" fmla="*/ 0 h 1001486"/>
                <a:gd name="connsiteX0" fmla="*/ 0 w 2598058"/>
                <a:gd name="connsiteY0" fmla="*/ 0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4" fmla="*/ 0 w 2598058"/>
                <a:gd name="connsiteY4" fmla="*/ 0 h 3497943"/>
                <a:gd name="connsiteX0" fmla="*/ 0 w 2598058"/>
                <a:gd name="connsiteY0" fmla="*/ 1001486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0" fmla="*/ 0 w 3744687"/>
                <a:gd name="connsiteY0" fmla="*/ 0 h 3526971"/>
                <a:gd name="connsiteX1" fmla="*/ 2336801 w 3744687"/>
                <a:gd name="connsiteY1" fmla="*/ 29028 h 3526971"/>
                <a:gd name="connsiteX2" fmla="*/ 3744687 w 3744687"/>
                <a:gd name="connsiteY2" fmla="*/ 3526971 h 3526971"/>
                <a:gd name="connsiteX3" fmla="*/ 0 w 3744687"/>
                <a:gd name="connsiteY3" fmla="*/ 0 h 3526971"/>
                <a:gd name="connsiteX0" fmla="*/ 0 w 3744687"/>
                <a:gd name="connsiteY0" fmla="*/ 156709 h 3683680"/>
                <a:gd name="connsiteX1" fmla="*/ 1303339 w 3744687"/>
                <a:gd name="connsiteY1" fmla="*/ 0 h 3683680"/>
                <a:gd name="connsiteX2" fmla="*/ 3744687 w 3744687"/>
                <a:gd name="connsiteY2" fmla="*/ 3683680 h 3683680"/>
                <a:gd name="connsiteX3" fmla="*/ 0 w 3744687"/>
                <a:gd name="connsiteY3" fmla="*/ 156709 h 3683680"/>
                <a:gd name="connsiteX0" fmla="*/ 0 w 3744687"/>
                <a:gd name="connsiteY0" fmla="*/ 175246 h 3702217"/>
                <a:gd name="connsiteX1" fmla="*/ 1303339 w 3744687"/>
                <a:gd name="connsiteY1" fmla="*/ 18537 h 3702217"/>
                <a:gd name="connsiteX2" fmla="*/ 3744687 w 3744687"/>
                <a:gd name="connsiteY2" fmla="*/ 3702217 h 3702217"/>
                <a:gd name="connsiteX3" fmla="*/ 0 w 3744687"/>
                <a:gd name="connsiteY3" fmla="*/ 175246 h 3702217"/>
                <a:gd name="connsiteX0" fmla="*/ 0 w 3754212"/>
                <a:gd name="connsiteY0" fmla="*/ 170857 h 3702591"/>
                <a:gd name="connsiteX1" fmla="*/ 1312864 w 3754212"/>
                <a:gd name="connsiteY1" fmla="*/ 18911 h 3702591"/>
                <a:gd name="connsiteX2" fmla="*/ 3754212 w 3754212"/>
                <a:gd name="connsiteY2" fmla="*/ 3702591 h 3702591"/>
                <a:gd name="connsiteX3" fmla="*/ 0 w 3754212"/>
                <a:gd name="connsiteY3" fmla="*/ 170857 h 3702591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16112"/>
                <a:gd name="connsiteY0" fmla="*/ 177892 h 3747726"/>
                <a:gd name="connsiteX1" fmla="*/ 1312864 w 3716112"/>
                <a:gd name="connsiteY1" fmla="*/ 25946 h 3747726"/>
                <a:gd name="connsiteX2" fmla="*/ 3716112 w 3716112"/>
                <a:gd name="connsiteY2" fmla="*/ 3747726 h 3747726"/>
                <a:gd name="connsiteX3" fmla="*/ 0 w 3716112"/>
                <a:gd name="connsiteY3" fmla="*/ 177892 h 374772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4327700"/>
                <a:gd name="connsiteY0" fmla="*/ 1098813 h 3740995"/>
                <a:gd name="connsiteX1" fmla="*/ 1947312 w 4327700"/>
                <a:gd name="connsiteY1" fmla="*/ 3975 h 3740995"/>
                <a:gd name="connsiteX2" fmla="*/ 4327700 w 4327700"/>
                <a:gd name="connsiteY2" fmla="*/ 3740995 h 3740995"/>
                <a:gd name="connsiteX3" fmla="*/ 0 w 4327700"/>
                <a:gd name="connsiteY3" fmla="*/ 1098813 h 3740995"/>
                <a:gd name="connsiteX0" fmla="*/ 0 w 4327700"/>
                <a:gd name="connsiteY0" fmla="*/ 690356 h 3332538"/>
                <a:gd name="connsiteX1" fmla="*/ 396807 w 4327700"/>
                <a:gd name="connsiteY1" fmla="*/ 6335 h 3332538"/>
                <a:gd name="connsiteX2" fmla="*/ 4327700 w 4327700"/>
                <a:gd name="connsiteY2" fmla="*/ 3332538 h 3332538"/>
                <a:gd name="connsiteX3" fmla="*/ 0 w 4327700"/>
                <a:gd name="connsiteY3" fmla="*/ 690356 h 3332538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22612 w 5185199"/>
                <a:gd name="connsiteY0" fmla="*/ 689352 h 2642420"/>
                <a:gd name="connsiteX1" fmla="*/ 419419 w 5185199"/>
                <a:gd name="connsiteY1" fmla="*/ 5331 h 2642420"/>
                <a:gd name="connsiteX2" fmla="*/ 5185199 w 5185199"/>
                <a:gd name="connsiteY2" fmla="*/ 2642420 h 2642420"/>
                <a:gd name="connsiteX3" fmla="*/ 22612 w 5185199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3480 w 5211787"/>
                <a:gd name="connsiteY0" fmla="*/ 704495 h 2642323"/>
                <a:gd name="connsiteX1" fmla="*/ 446007 w 5211787"/>
                <a:gd name="connsiteY1" fmla="*/ 5234 h 2642323"/>
                <a:gd name="connsiteX2" fmla="*/ 5211787 w 5211787"/>
                <a:gd name="connsiteY2" fmla="*/ 2642323 h 2642323"/>
                <a:gd name="connsiteX3" fmla="*/ 3480 w 5211787"/>
                <a:gd name="connsiteY3" fmla="*/ 704495 h 2642323"/>
                <a:gd name="connsiteX0" fmla="*/ 4844 w 5213151"/>
                <a:gd name="connsiteY0" fmla="*/ 734790 h 2672618"/>
                <a:gd name="connsiteX1" fmla="*/ 378791 w 5213151"/>
                <a:gd name="connsiteY1" fmla="*/ 5049 h 2672618"/>
                <a:gd name="connsiteX2" fmla="*/ 5213151 w 5213151"/>
                <a:gd name="connsiteY2" fmla="*/ 2672618 h 2672618"/>
                <a:gd name="connsiteX3" fmla="*/ 4844 w 5213151"/>
                <a:gd name="connsiteY3" fmla="*/ 734790 h 2672618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720 h 2670548"/>
                <a:gd name="connsiteX1" fmla="*/ 376976 w 5211336"/>
                <a:gd name="connsiteY1" fmla="*/ 2979 h 2670548"/>
                <a:gd name="connsiteX2" fmla="*/ 5211336 w 5211336"/>
                <a:gd name="connsiteY2" fmla="*/ 2670548 h 2670548"/>
                <a:gd name="connsiteX3" fmla="*/ 3029 w 5211336"/>
                <a:gd name="connsiteY3" fmla="*/ 732720 h 2670548"/>
                <a:gd name="connsiteX0" fmla="*/ 3029 w 5272296"/>
                <a:gd name="connsiteY0" fmla="*/ 732632 h 2723800"/>
                <a:gd name="connsiteX1" fmla="*/ 376976 w 5272296"/>
                <a:gd name="connsiteY1" fmla="*/ 2891 h 2723800"/>
                <a:gd name="connsiteX2" fmla="*/ 5272296 w 5272296"/>
                <a:gd name="connsiteY2" fmla="*/ 2723800 h 2723800"/>
                <a:gd name="connsiteX3" fmla="*/ 3029 w 5272296"/>
                <a:gd name="connsiteY3" fmla="*/ 732632 h 2723800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2602 w 5316319"/>
                <a:gd name="connsiteY0" fmla="*/ 732537 h 2723705"/>
                <a:gd name="connsiteX1" fmla="*/ 420999 w 5316319"/>
                <a:gd name="connsiteY1" fmla="*/ 2796 h 2723705"/>
                <a:gd name="connsiteX2" fmla="*/ 5316319 w 5316319"/>
                <a:gd name="connsiteY2" fmla="*/ 2723705 h 2723705"/>
                <a:gd name="connsiteX3" fmla="*/ 2602 w 5316319"/>
                <a:gd name="connsiteY3" fmla="*/ 732537 h 2723705"/>
                <a:gd name="connsiteX0" fmla="*/ 2101 w 5315818"/>
                <a:gd name="connsiteY0" fmla="*/ 732537 h 2723705"/>
                <a:gd name="connsiteX1" fmla="*/ 420498 w 5315818"/>
                <a:gd name="connsiteY1" fmla="*/ 2796 h 2723705"/>
                <a:gd name="connsiteX2" fmla="*/ 5315818 w 5315818"/>
                <a:gd name="connsiteY2" fmla="*/ 2723705 h 2723705"/>
                <a:gd name="connsiteX3" fmla="*/ 2101 w 5315818"/>
                <a:gd name="connsiteY3" fmla="*/ 732537 h 2723705"/>
                <a:gd name="connsiteX0" fmla="*/ 2066 w 5322133"/>
                <a:gd name="connsiteY0" fmla="*/ 700787 h 2723705"/>
                <a:gd name="connsiteX1" fmla="*/ 426813 w 5322133"/>
                <a:gd name="connsiteY1" fmla="*/ 2796 h 2723705"/>
                <a:gd name="connsiteX2" fmla="*/ 5322133 w 5322133"/>
                <a:gd name="connsiteY2" fmla="*/ 2723705 h 2723705"/>
                <a:gd name="connsiteX3" fmla="*/ 2066 w 5322133"/>
                <a:gd name="connsiteY3" fmla="*/ 700787 h 2723705"/>
                <a:gd name="connsiteX0" fmla="*/ 2136 w 5309503"/>
                <a:gd name="connsiteY0" fmla="*/ 719837 h 2723705"/>
                <a:gd name="connsiteX1" fmla="*/ 414183 w 5309503"/>
                <a:gd name="connsiteY1" fmla="*/ 2796 h 2723705"/>
                <a:gd name="connsiteX2" fmla="*/ 5309503 w 5309503"/>
                <a:gd name="connsiteY2" fmla="*/ 2723705 h 2723705"/>
                <a:gd name="connsiteX3" fmla="*/ 2136 w 5309503"/>
                <a:gd name="connsiteY3" fmla="*/ 719837 h 2723705"/>
                <a:gd name="connsiteX0" fmla="*/ 2208 w 5309575"/>
                <a:gd name="connsiteY0" fmla="*/ 719837 h 2723705"/>
                <a:gd name="connsiteX1" fmla="*/ 414255 w 5309575"/>
                <a:gd name="connsiteY1" fmla="*/ 2796 h 2723705"/>
                <a:gd name="connsiteX2" fmla="*/ 5309575 w 5309575"/>
                <a:gd name="connsiteY2" fmla="*/ 2723705 h 2723705"/>
                <a:gd name="connsiteX3" fmla="*/ 2208 w 5309575"/>
                <a:gd name="connsiteY3" fmla="*/ 719837 h 2723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9575" h="2723705">
                  <a:moveTo>
                    <a:pt x="2208" y="719837"/>
                  </a:moveTo>
                  <a:cubicBezTo>
                    <a:pt x="-30692" y="728686"/>
                    <a:pt x="313363" y="-31645"/>
                    <a:pt x="414255" y="2796"/>
                  </a:cubicBezTo>
                  <a:cubicBezTo>
                    <a:pt x="1456638" y="-79951"/>
                    <a:pt x="4023352" y="1693932"/>
                    <a:pt x="5309575" y="2723705"/>
                  </a:cubicBezTo>
                  <a:cubicBezTo>
                    <a:pt x="3210363" y="2108684"/>
                    <a:pt x="559529" y="1509125"/>
                    <a:pt x="2208" y="719837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4">
              <a:extLst>
                <a:ext uri="{FF2B5EF4-FFF2-40B4-BE49-F238E27FC236}">
                  <a16:creationId xmlns:a16="http://schemas.microsoft.com/office/drawing/2014/main" id="{6087FFB5-CFAF-932A-66BC-0A78E8605E0A}"/>
                </a:ext>
              </a:extLst>
            </p:cNvPr>
            <p:cNvSpPr/>
            <p:nvPr/>
          </p:nvSpPr>
          <p:spPr>
            <a:xfrm>
              <a:off x="2689797" y="3622987"/>
              <a:ext cx="5516202" cy="1719590"/>
            </a:xfrm>
            <a:custGeom>
              <a:avLst/>
              <a:gdLst>
                <a:gd name="connsiteX0" fmla="*/ 0 w 1190172"/>
                <a:gd name="connsiteY0" fmla="*/ 0 h 1001486"/>
                <a:gd name="connsiteX1" fmla="*/ 1190172 w 1190172"/>
                <a:gd name="connsiteY1" fmla="*/ 0 h 1001486"/>
                <a:gd name="connsiteX2" fmla="*/ 1190172 w 1190172"/>
                <a:gd name="connsiteY2" fmla="*/ 1001486 h 1001486"/>
                <a:gd name="connsiteX3" fmla="*/ 0 w 1190172"/>
                <a:gd name="connsiteY3" fmla="*/ 1001486 h 1001486"/>
                <a:gd name="connsiteX4" fmla="*/ 0 w 1190172"/>
                <a:gd name="connsiteY4" fmla="*/ 0 h 1001486"/>
                <a:gd name="connsiteX0" fmla="*/ 0 w 2598058"/>
                <a:gd name="connsiteY0" fmla="*/ 0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4" fmla="*/ 0 w 2598058"/>
                <a:gd name="connsiteY4" fmla="*/ 0 h 3497943"/>
                <a:gd name="connsiteX0" fmla="*/ 0 w 2598058"/>
                <a:gd name="connsiteY0" fmla="*/ 1001486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0" fmla="*/ 0 w 3744687"/>
                <a:gd name="connsiteY0" fmla="*/ 0 h 3526971"/>
                <a:gd name="connsiteX1" fmla="*/ 2336801 w 3744687"/>
                <a:gd name="connsiteY1" fmla="*/ 29028 h 3526971"/>
                <a:gd name="connsiteX2" fmla="*/ 3744687 w 3744687"/>
                <a:gd name="connsiteY2" fmla="*/ 3526971 h 3526971"/>
                <a:gd name="connsiteX3" fmla="*/ 0 w 3744687"/>
                <a:gd name="connsiteY3" fmla="*/ 0 h 3526971"/>
                <a:gd name="connsiteX0" fmla="*/ 0 w 3744687"/>
                <a:gd name="connsiteY0" fmla="*/ 156709 h 3683680"/>
                <a:gd name="connsiteX1" fmla="*/ 1303339 w 3744687"/>
                <a:gd name="connsiteY1" fmla="*/ 0 h 3683680"/>
                <a:gd name="connsiteX2" fmla="*/ 3744687 w 3744687"/>
                <a:gd name="connsiteY2" fmla="*/ 3683680 h 3683680"/>
                <a:gd name="connsiteX3" fmla="*/ 0 w 3744687"/>
                <a:gd name="connsiteY3" fmla="*/ 156709 h 3683680"/>
                <a:gd name="connsiteX0" fmla="*/ 0 w 3744687"/>
                <a:gd name="connsiteY0" fmla="*/ 175246 h 3702217"/>
                <a:gd name="connsiteX1" fmla="*/ 1303339 w 3744687"/>
                <a:gd name="connsiteY1" fmla="*/ 18537 h 3702217"/>
                <a:gd name="connsiteX2" fmla="*/ 3744687 w 3744687"/>
                <a:gd name="connsiteY2" fmla="*/ 3702217 h 3702217"/>
                <a:gd name="connsiteX3" fmla="*/ 0 w 3744687"/>
                <a:gd name="connsiteY3" fmla="*/ 175246 h 3702217"/>
                <a:gd name="connsiteX0" fmla="*/ 0 w 3754212"/>
                <a:gd name="connsiteY0" fmla="*/ 170857 h 3702591"/>
                <a:gd name="connsiteX1" fmla="*/ 1312864 w 3754212"/>
                <a:gd name="connsiteY1" fmla="*/ 18911 h 3702591"/>
                <a:gd name="connsiteX2" fmla="*/ 3754212 w 3754212"/>
                <a:gd name="connsiteY2" fmla="*/ 3702591 h 3702591"/>
                <a:gd name="connsiteX3" fmla="*/ 0 w 3754212"/>
                <a:gd name="connsiteY3" fmla="*/ 170857 h 3702591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16112"/>
                <a:gd name="connsiteY0" fmla="*/ 177892 h 3747726"/>
                <a:gd name="connsiteX1" fmla="*/ 1312864 w 3716112"/>
                <a:gd name="connsiteY1" fmla="*/ 25946 h 3747726"/>
                <a:gd name="connsiteX2" fmla="*/ 3716112 w 3716112"/>
                <a:gd name="connsiteY2" fmla="*/ 3747726 h 3747726"/>
                <a:gd name="connsiteX3" fmla="*/ 0 w 3716112"/>
                <a:gd name="connsiteY3" fmla="*/ 177892 h 374772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4327700"/>
                <a:gd name="connsiteY0" fmla="*/ 1098813 h 3740995"/>
                <a:gd name="connsiteX1" fmla="*/ 1947312 w 4327700"/>
                <a:gd name="connsiteY1" fmla="*/ 3975 h 3740995"/>
                <a:gd name="connsiteX2" fmla="*/ 4327700 w 4327700"/>
                <a:gd name="connsiteY2" fmla="*/ 3740995 h 3740995"/>
                <a:gd name="connsiteX3" fmla="*/ 0 w 4327700"/>
                <a:gd name="connsiteY3" fmla="*/ 1098813 h 3740995"/>
                <a:gd name="connsiteX0" fmla="*/ 0 w 4327700"/>
                <a:gd name="connsiteY0" fmla="*/ 690356 h 3332538"/>
                <a:gd name="connsiteX1" fmla="*/ 396807 w 4327700"/>
                <a:gd name="connsiteY1" fmla="*/ 6335 h 3332538"/>
                <a:gd name="connsiteX2" fmla="*/ 4327700 w 4327700"/>
                <a:gd name="connsiteY2" fmla="*/ 3332538 h 3332538"/>
                <a:gd name="connsiteX3" fmla="*/ 0 w 4327700"/>
                <a:gd name="connsiteY3" fmla="*/ 690356 h 3332538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22612 w 5185199"/>
                <a:gd name="connsiteY0" fmla="*/ 689352 h 2642420"/>
                <a:gd name="connsiteX1" fmla="*/ 419419 w 5185199"/>
                <a:gd name="connsiteY1" fmla="*/ 5331 h 2642420"/>
                <a:gd name="connsiteX2" fmla="*/ 5185199 w 5185199"/>
                <a:gd name="connsiteY2" fmla="*/ 2642420 h 2642420"/>
                <a:gd name="connsiteX3" fmla="*/ 22612 w 5185199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3480 w 5211787"/>
                <a:gd name="connsiteY0" fmla="*/ 704495 h 2642323"/>
                <a:gd name="connsiteX1" fmla="*/ 446007 w 5211787"/>
                <a:gd name="connsiteY1" fmla="*/ 5234 h 2642323"/>
                <a:gd name="connsiteX2" fmla="*/ 5211787 w 5211787"/>
                <a:gd name="connsiteY2" fmla="*/ 2642323 h 2642323"/>
                <a:gd name="connsiteX3" fmla="*/ 3480 w 5211787"/>
                <a:gd name="connsiteY3" fmla="*/ 704495 h 2642323"/>
                <a:gd name="connsiteX0" fmla="*/ 4844 w 5213151"/>
                <a:gd name="connsiteY0" fmla="*/ 734790 h 2672618"/>
                <a:gd name="connsiteX1" fmla="*/ 378791 w 5213151"/>
                <a:gd name="connsiteY1" fmla="*/ 5049 h 2672618"/>
                <a:gd name="connsiteX2" fmla="*/ 5213151 w 5213151"/>
                <a:gd name="connsiteY2" fmla="*/ 2672618 h 2672618"/>
                <a:gd name="connsiteX3" fmla="*/ 4844 w 5213151"/>
                <a:gd name="connsiteY3" fmla="*/ 734790 h 2672618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720 h 2670548"/>
                <a:gd name="connsiteX1" fmla="*/ 376976 w 5211336"/>
                <a:gd name="connsiteY1" fmla="*/ 2979 h 2670548"/>
                <a:gd name="connsiteX2" fmla="*/ 5211336 w 5211336"/>
                <a:gd name="connsiteY2" fmla="*/ 2670548 h 2670548"/>
                <a:gd name="connsiteX3" fmla="*/ 3029 w 5211336"/>
                <a:gd name="connsiteY3" fmla="*/ 732720 h 2670548"/>
                <a:gd name="connsiteX0" fmla="*/ 3029 w 5272296"/>
                <a:gd name="connsiteY0" fmla="*/ 732632 h 2723800"/>
                <a:gd name="connsiteX1" fmla="*/ 376976 w 5272296"/>
                <a:gd name="connsiteY1" fmla="*/ 2891 h 2723800"/>
                <a:gd name="connsiteX2" fmla="*/ 5272296 w 5272296"/>
                <a:gd name="connsiteY2" fmla="*/ 2723800 h 2723800"/>
                <a:gd name="connsiteX3" fmla="*/ 3029 w 5272296"/>
                <a:gd name="connsiteY3" fmla="*/ 732632 h 2723800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301113 w 5570380"/>
                <a:gd name="connsiteY0" fmla="*/ 0 h 1991168"/>
                <a:gd name="connsiteX1" fmla="*/ 40060 w 5570380"/>
                <a:gd name="connsiteY1" fmla="*/ 197359 h 1991168"/>
                <a:gd name="connsiteX2" fmla="*/ 5570380 w 5570380"/>
                <a:gd name="connsiteY2" fmla="*/ 1991168 h 1991168"/>
                <a:gd name="connsiteX3" fmla="*/ 301113 w 5570380"/>
                <a:gd name="connsiteY3" fmla="*/ 0 h 1991168"/>
                <a:gd name="connsiteX0" fmla="*/ 396055 w 5563722"/>
                <a:gd name="connsiteY0" fmla="*/ 1141734 h 1799402"/>
                <a:gd name="connsiteX1" fmla="*/ 33402 w 5563722"/>
                <a:gd name="connsiteY1" fmla="*/ 5593 h 1799402"/>
                <a:gd name="connsiteX2" fmla="*/ 5563722 w 5563722"/>
                <a:gd name="connsiteY2" fmla="*/ 1799402 h 1799402"/>
                <a:gd name="connsiteX3" fmla="*/ 396055 w 5563722"/>
                <a:gd name="connsiteY3" fmla="*/ 1141734 h 1799402"/>
                <a:gd name="connsiteX0" fmla="*/ 396055 w 5538322"/>
                <a:gd name="connsiteY0" fmla="*/ 1185676 h 1399153"/>
                <a:gd name="connsiteX1" fmla="*/ 33402 w 5538322"/>
                <a:gd name="connsiteY1" fmla="*/ 49535 h 1399153"/>
                <a:gd name="connsiteX2" fmla="*/ 5538322 w 5538322"/>
                <a:gd name="connsiteY2" fmla="*/ 890844 h 1399153"/>
                <a:gd name="connsiteX3" fmla="*/ 396055 w 5538322"/>
                <a:gd name="connsiteY3" fmla="*/ 1185676 h 1399153"/>
                <a:gd name="connsiteX0" fmla="*/ 396055 w 5538322"/>
                <a:gd name="connsiteY0" fmla="*/ 1185676 h 1683208"/>
                <a:gd name="connsiteX1" fmla="*/ 33402 w 5538322"/>
                <a:gd name="connsiteY1" fmla="*/ 49535 h 1683208"/>
                <a:gd name="connsiteX2" fmla="*/ 5538322 w 5538322"/>
                <a:gd name="connsiteY2" fmla="*/ 890844 h 1683208"/>
                <a:gd name="connsiteX3" fmla="*/ 396055 w 5538322"/>
                <a:gd name="connsiteY3" fmla="*/ 1185676 h 1683208"/>
                <a:gd name="connsiteX0" fmla="*/ 396055 w 5538322"/>
                <a:gd name="connsiteY0" fmla="*/ 1185676 h 1801896"/>
                <a:gd name="connsiteX1" fmla="*/ 33402 w 5538322"/>
                <a:gd name="connsiteY1" fmla="*/ 49535 h 1801896"/>
                <a:gd name="connsiteX2" fmla="*/ 5538322 w 5538322"/>
                <a:gd name="connsiteY2" fmla="*/ 890844 h 1801896"/>
                <a:gd name="connsiteX3" fmla="*/ 396055 w 5538322"/>
                <a:gd name="connsiteY3" fmla="*/ 1185676 h 1801896"/>
                <a:gd name="connsiteX0" fmla="*/ 396055 w 5538322"/>
                <a:gd name="connsiteY0" fmla="*/ 1137880 h 1754100"/>
                <a:gd name="connsiteX1" fmla="*/ 33402 w 5538322"/>
                <a:gd name="connsiteY1" fmla="*/ 1739 h 1754100"/>
                <a:gd name="connsiteX2" fmla="*/ 5538322 w 5538322"/>
                <a:gd name="connsiteY2" fmla="*/ 843048 h 1754100"/>
                <a:gd name="connsiteX3" fmla="*/ 396055 w 5538322"/>
                <a:gd name="connsiteY3" fmla="*/ 1137880 h 1754100"/>
                <a:gd name="connsiteX0" fmla="*/ 396055 w 5538322"/>
                <a:gd name="connsiteY0" fmla="*/ 1137880 h 1754100"/>
                <a:gd name="connsiteX1" fmla="*/ 33402 w 5538322"/>
                <a:gd name="connsiteY1" fmla="*/ 1739 h 1754100"/>
                <a:gd name="connsiteX2" fmla="*/ 5538322 w 5538322"/>
                <a:gd name="connsiteY2" fmla="*/ 843048 h 1754100"/>
                <a:gd name="connsiteX3" fmla="*/ 396055 w 5538322"/>
                <a:gd name="connsiteY3" fmla="*/ 1137880 h 175410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46184"/>
                <a:gd name="connsiteX1" fmla="*/ 33402 w 5563722"/>
                <a:gd name="connsiteY1" fmla="*/ 1739 h 1746184"/>
                <a:gd name="connsiteX2" fmla="*/ 5563722 w 5563722"/>
                <a:gd name="connsiteY2" fmla="*/ 779548 h 1746184"/>
                <a:gd name="connsiteX3" fmla="*/ 396055 w 5563722"/>
                <a:gd name="connsiteY3" fmla="*/ 1137880 h 1746184"/>
                <a:gd name="connsiteX0" fmla="*/ 369120 w 5536787"/>
                <a:gd name="connsiteY0" fmla="*/ 1114103 h 1722407"/>
                <a:gd name="connsiteX1" fmla="*/ 35042 w 5536787"/>
                <a:gd name="connsiteY1" fmla="*/ 1774 h 1722407"/>
                <a:gd name="connsiteX2" fmla="*/ 5536787 w 5536787"/>
                <a:gd name="connsiteY2" fmla="*/ 755771 h 1722407"/>
                <a:gd name="connsiteX3" fmla="*/ 369120 w 5536787"/>
                <a:gd name="connsiteY3" fmla="*/ 1114103 h 1722407"/>
                <a:gd name="connsiteX0" fmla="*/ 369120 w 5536787"/>
                <a:gd name="connsiteY0" fmla="*/ 1114103 h 1722407"/>
                <a:gd name="connsiteX1" fmla="*/ 35042 w 5536787"/>
                <a:gd name="connsiteY1" fmla="*/ 1774 h 1722407"/>
                <a:gd name="connsiteX2" fmla="*/ 5536787 w 5536787"/>
                <a:gd name="connsiteY2" fmla="*/ 755771 h 1722407"/>
                <a:gd name="connsiteX3" fmla="*/ 369120 w 5536787"/>
                <a:gd name="connsiteY3" fmla="*/ 1114103 h 1722407"/>
                <a:gd name="connsiteX0" fmla="*/ 369120 w 5536787"/>
                <a:gd name="connsiteY0" fmla="*/ 1114103 h 1696139"/>
                <a:gd name="connsiteX1" fmla="*/ 35042 w 5536787"/>
                <a:gd name="connsiteY1" fmla="*/ 1774 h 1696139"/>
                <a:gd name="connsiteX2" fmla="*/ 5536787 w 5536787"/>
                <a:gd name="connsiteY2" fmla="*/ 755771 h 1696139"/>
                <a:gd name="connsiteX3" fmla="*/ 369120 w 5536787"/>
                <a:gd name="connsiteY3" fmla="*/ 1114103 h 1696139"/>
                <a:gd name="connsiteX0" fmla="*/ 369120 w 5536787"/>
                <a:gd name="connsiteY0" fmla="*/ 1114103 h 1711945"/>
                <a:gd name="connsiteX1" fmla="*/ 35042 w 5536787"/>
                <a:gd name="connsiteY1" fmla="*/ 1774 h 1711945"/>
                <a:gd name="connsiteX2" fmla="*/ 5536787 w 5536787"/>
                <a:gd name="connsiteY2" fmla="*/ 755771 h 1711945"/>
                <a:gd name="connsiteX3" fmla="*/ 369120 w 5536787"/>
                <a:gd name="connsiteY3" fmla="*/ 1114103 h 1711945"/>
                <a:gd name="connsiteX0" fmla="*/ 369120 w 5536787"/>
                <a:gd name="connsiteY0" fmla="*/ 1114103 h 1711945"/>
                <a:gd name="connsiteX1" fmla="*/ 35042 w 5536787"/>
                <a:gd name="connsiteY1" fmla="*/ 1774 h 1711945"/>
                <a:gd name="connsiteX2" fmla="*/ 5536787 w 5536787"/>
                <a:gd name="connsiteY2" fmla="*/ 755771 h 1711945"/>
                <a:gd name="connsiteX3" fmla="*/ 369120 w 5536787"/>
                <a:gd name="connsiteY3" fmla="*/ 1114103 h 1711945"/>
                <a:gd name="connsiteX0" fmla="*/ 353719 w 5521386"/>
                <a:gd name="connsiteY0" fmla="*/ 1113719 h 1711561"/>
                <a:gd name="connsiteX1" fmla="*/ 19641 w 5521386"/>
                <a:gd name="connsiteY1" fmla="*/ 1390 h 1711561"/>
                <a:gd name="connsiteX2" fmla="*/ 5521386 w 5521386"/>
                <a:gd name="connsiteY2" fmla="*/ 755387 h 1711561"/>
                <a:gd name="connsiteX3" fmla="*/ 353719 w 5521386"/>
                <a:gd name="connsiteY3" fmla="*/ 1113719 h 1711561"/>
                <a:gd name="connsiteX0" fmla="*/ 329380 w 5522447"/>
                <a:gd name="connsiteY0" fmla="*/ 1126404 h 1719569"/>
                <a:gd name="connsiteX1" fmla="*/ 20702 w 5522447"/>
                <a:gd name="connsiteY1" fmla="*/ 1375 h 1719569"/>
                <a:gd name="connsiteX2" fmla="*/ 5522447 w 5522447"/>
                <a:gd name="connsiteY2" fmla="*/ 755372 h 1719569"/>
                <a:gd name="connsiteX3" fmla="*/ 329380 w 5522447"/>
                <a:gd name="connsiteY3" fmla="*/ 1126404 h 1719569"/>
                <a:gd name="connsiteX0" fmla="*/ 331741 w 5524808"/>
                <a:gd name="connsiteY0" fmla="*/ 1126425 h 1719590"/>
                <a:gd name="connsiteX1" fmla="*/ 23063 w 5524808"/>
                <a:gd name="connsiteY1" fmla="*/ 1396 h 1719590"/>
                <a:gd name="connsiteX2" fmla="*/ 5524808 w 5524808"/>
                <a:gd name="connsiteY2" fmla="*/ 755393 h 1719590"/>
                <a:gd name="connsiteX3" fmla="*/ 331741 w 5524808"/>
                <a:gd name="connsiteY3" fmla="*/ 1126425 h 1719590"/>
                <a:gd name="connsiteX0" fmla="*/ 322425 w 5515492"/>
                <a:gd name="connsiteY0" fmla="*/ 1126425 h 1719590"/>
                <a:gd name="connsiteX1" fmla="*/ 13747 w 5515492"/>
                <a:gd name="connsiteY1" fmla="*/ 1396 h 1719590"/>
                <a:gd name="connsiteX2" fmla="*/ 5515492 w 5515492"/>
                <a:gd name="connsiteY2" fmla="*/ 755393 h 1719590"/>
                <a:gd name="connsiteX3" fmla="*/ 322425 w 5515492"/>
                <a:gd name="connsiteY3" fmla="*/ 1126425 h 1719590"/>
                <a:gd name="connsiteX0" fmla="*/ 323135 w 5516202"/>
                <a:gd name="connsiteY0" fmla="*/ 1126425 h 1719590"/>
                <a:gd name="connsiteX1" fmla="*/ 14457 w 5516202"/>
                <a:gd name="connsiteY1" fmla="*/ 1396 h 1719590"/>
                <a:gd name="connsiteX2" fmla="*/ 5516202 w 5516202"/>
                <a:gd name="connsiteY2" fmla="*/ 755393 h 1719590"/>
                <a:gd name="connsiteX3" fmla="*/ 323135 w 5516202"/>
                <a:gd name="connsiteY3" fmla="*/ 1126425 h 1719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16202" h="1719590">
                  <a:moveTo>
                    <a:pt x="323135" y="1126425"/>
                  </a:moveTo>
                  <a:cubicBezTo>
                    <a:pt x="220385" y="1116224"/>
                    <a:pt x="-67385" y="-45745"/>
                    <a:pt x="14457" y="1396"/>
                  </a:cubicBezTo>
                  <a:cubicBezTo>
                    <a:pt x="1796615" y="1456937"/>
                    <a:pt x="4407779" y="690820"/>
                    <a:pt x="5516202" y="755393"/>
                  </a:cubicBezTo>
                  <a:cubicBezTo>
                    <a:pt x="3701470" y="1755812"/>
                    <a:pt x="829656" y="2134153"/>
                    <a:pt x="323135" y="1126425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F00CFFA2-A600-5411-AEA3-227B3D3EBA1F}"/>
                </a:ext>
              </a:extLst>
            </p:cNvPr>
            <p:cNvSpPr/>
            <p:nvPr/>
          </p:nvSpPr>
          <p:spPr>
            <a:xfrm>
              <a:off x="5168753" y="4410508"/>
              <a:ext cx="2955093" cy="1855678"/>
            </a:xfrm>
            <a:custGeom>
              <a:avLst/>
              <a:gdLst>
                <a:gd name="connsiteX0" fmla="*/ 0 w 1190172"/>
                <a:gd name="connsiteY0" fmla="*/ 0 h 1001486"/>
                <a:gd name="connsiteX1" fmla="*/ 1190172 w 1190172"/>
                <a:gd name="connsiteY1" fmla="*/ 0 h 1001486"/>
                <a:gd name="connsiteX2" fmla="*/ 1190172 w 1190172"/>
                <a:gd name="connsiteY2" fmla="*/ 1001486 h 1001486"/>
                <a:gd name="connsiteX3" fmla="*/ 0 w 1190172"/>
                <a:gd name="connsiteY3" fmla="*/ 1001486 h 1001486"/>
                <a:gd name="connsiteX4" fmla="*/ 0 w 1190172"/>
                <a:gd name="connsiteY4" fmla="*/ 0 h 1001486"/>
                <a:gd name="connsiteX0" fmla="*/ 0 w 2598058"/>
                <a:gd name="connsiteY0" fmla="*/ 0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4" fmla="*/ 0 w 2598058"/>
                <a:gd name="connsiteY4" fmla="*/ 0 h 3497943"/>
                <a:gd name="connsiteX0" fmla="*/ 0 w 2598058"/>
                <a:gd name="connsiteY0" fmla="*/ 1001486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0" fmla="*/ 0 w 3744687"/>
                <a:gd name="connsiteY0" fmla="*/ 0 h 3526971"/>
                <a:gd name="connsiteX1" fmla="*/ 2336801 w 3744687"/>
                <a:gd name="connsiteY1" fmla="*/ 29028 h 3526971"/>
                <a:gd name="connsiteX2" fmla="*/ 3744687 w 3744687"/>
                <a:gd name="connsiteY2" fmla="*/ 3526971 h 3526971"/>
                <a:gd name="connsiteX3" fmla="*/ 0 w 3744687"/>
                <a:gd name="connsiteY3" fmla="*/ 0 h 3526971"/>
                <a:gd name="connsiteX0" fmla="*/ 0 w 3744687"/>
                <a:gd name="connsiteY0" fmla="*/ 156709 h 3683680"/>
                <a:gd name="connsiteX1" fmla="*/ 1303339 w 3744687"/>
                <a:gd name="connsiteY1" fmla="*/ 0 h 3683680"/>
                <a:gd name="connsiteX2" fmla="*/ 3744687 w 3744687"/>
                <a:gd name="connsiteY2" fmla="*/ 3683680 h 3683680"/>
                <a:gd name="connsiteX3" fmla="*/ 0 w 3744687"/>
                <a:gd name="connsiteY3" fmla="*/ 156709 h 3683680"/>
                <a:gd name="connsiteX0" fmla="*/ 0 w 3744687"/>
                <a:gd name="connsiteY0" fmla="*/ 175246 h 3702217"/>
                <a:gd name="connsiteX1" fmla="*/ 1303339 w 3744687"/>
                <a:gd name="connsiteY1" fmla="*/ 18537 h 3702217"/>
                <a:gd name="connsiteX2" fmla="*/ 3744687 w 3744687"/>
                <a:gd name="connsiteY2" fmla="*/ 3702217 h 3702217"/>
                <a:gd name="connsiteX3" fmla="*/ 0 w 3744687"/>
                <a:gd name="connsiteY3" fmla="*/ 175246 h 3702217"/>
                <a:gd name="connsiteX0" fmla="*/ 0 w 3754212"/>
                <a:gd name="connsiteY0" fmla="*/ 170857 h 3702591"/>
                <a:gd name="connsiteX1" fmla="*/ 1312864 w 3754212"/>
                <a:gd name="connsiteY1" fmla="*/ 18911 h 3702591"/>
                <a:gd name="connsiteX2" fmla="*/ 3754212 w 3754212"/>
                <a:gd name="connsiteY2" fmla="*/ 3702591 h 3702591"/>
                <a:gd name="connsiteX3" fmla="*/ 0 w 3754212"/>
                <a:gd name="connsiteY3" fmla="*/ 170857 h 3702591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16112"/>
                <a:gd name="connsiteY0" fmla="*/ 177892 h 3747726"/>
                <a:gd name="connsiteX1" fmla="*/ 1312864 w 3716112"/>
                <a:gd name="connsiteY1" fmla="*/ 25946 h 3747726"/>
                <a:gd name="connsiteX2" fmla="*/ 3716112 w 3716112"/>
                <a:gd name="connsiteY2" fmla="*/ 3747726 h 3747726"/>
                <a:gd name="connsiteX3" fmla="*/ 0 w 3716112"/>
                <a:gd name="connsiteY3" fmla="*/ 177892 h 374772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4327700"/>
                <a:gd name="connsiteY0" fmla="*/ 1098813 h 3740995"/>
                <a:gd name="connsiteX1" fmla="*/ 1947312 w 4327700"/>
                <a:gd name="connsiteY1" fmla="*/ 3975 h 3740995"/>
                <a:gd name="connsiteX2" fmla="*/ 4327700 w 4327700"/>
                <a:gd name="connsiteY2" fmla="*/ 3740995 h 3740995"/>
                <a:gd name="connsiteX3" fmla="*/ 0 w 4327700"/>
                <a:gd name="connsiteY3" fmla="*/ 1098813 h 3740995"/>
                <a:gd name="connsiteX0" fmla="*/ 0 w 4327700"/>
                <a:gd name="connsiteY0" fmla="*/ 690356 h 3332538"/>
                <a:gd name="connsiteX1" fmla="*/ 396807 w 4327700"/>
                <a:gd name="connsiteY1" fmla="*/ 6335 h 3332538"/>
                <a:gd name="connsiteX2" fmla="*/ 4327700 w 4327700"/>
                <a:gd name="connsiteY2" fmla="*/ 3332538 h 3332538"/>
                <a:gd name="connsiteX3" fmla="*/ 0 w 4327700"/>
                <a:gd name="connsiteY3" fmla="*/ 690356 h 3332538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22612 w 5185199"/>
                <a:gd name="connsiteY0" fmla="*/ 689352 h 2642420"/>
                <a:gd name="connsiteX1" fmla="*/ 419419 w 5185199"/>
                <a:gd name="connsiteY1" fmla="*/ 5331 h 2642420"/>
                <a:gd name="connsiteX2" fmla="*/ 5185199 w 5185199"/>
                <a:gd name="connsiteY2" fmla="*/ 2642420 h 2642420"/>
                <a:gd name="connsiteX3" fmla="*/ 22612 w 5185199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3480 w 5211787"/>
                <a:gd name="connsiteY0" fmla="*/ 704495 h 2642323"/>
                <a:gd name="connsiteX1" fmla="*/ 446007 w 5211787"/>
                <a:gd name="connsiteY1" fmla="*/ 5234 h 2642323"/>
                <a:gd name="connsiteX2" fmla="*/ 5211787 w 5211787"/>
                <a:gd name="connsiteY2" fmla="*/ 2642323 h 2642323"/>
                <a:gd name="connsiteX3" fmla="*/ 3480 w 5211787"/>
                <a:gd name="connsiteY3" fmla="*/ 704495 h 2642323"/>
                <a:gd name="connsiteX0" fmla="*/ 4844 w 5213151"/>
                <a:gd name="connsiteY0" fmla="*/ 734790 h 2672618"/>
                <a:gd name="connsiteX1" fmla="*/ 378791 w 5213151"/>
                <a:gd name="connsiteY1" fmla="*/ 5049 h 2672618"/>
                <a:gd name="connsiteX2" fmla="*/ 5213151 w 5213151"/>
                <a:gd name="connsiteY2" fmla="*/ 2672618 h 2672618"/>
                <a:gd name="connsiteX3" fmla="*/ 4844 w 5213151"/>
                <a:gd name="connsiteY3" fmla="*/ 734790 h 2672618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720 h 2670548"/>
                <a:gd name="connsiteX1" fmla="*/ 376976 w 5211336"/>
                <a:gd name="connsiteY1" fmla="*/ 2979 h 2670548"/>
                <a:gd name="connsiteX2" fmla="*/ 5211336 w 5211336"/>
                <a:gd name="connsiteY2" fmla="*/ 2670548 h 2670548"/>
                <a:gd name="connsiteX3" fmla="*/ 3029 w 5211336"/>
                <a:gd name="connsiteY3" fmla="*/ 732720 h 2670548"/>
                <a:gd name="connsiteX0" fmla="*/ 3029 w 5272296"/>
                <a:gd name="connsiteY0" fmla="*/ 732632 h 2723800"/>
                <a:gd name="connsiteX1" fmla="*/ 376976 w 5272296"/>
                <a:gd name="connsiteY1" fmla="*/ 2891 h 2723800"/>
                <a:gd name="connsiteX2" fmla="*/ 5272296 w 5272296"/>
                <a:gd name="connsiteY2" fmla="*/ 2723800 h 2723800"/>
                <a:gd name="connsiteX3" fmla="*/ 3029 w 5272296"/>
                <a:gd name="connsiteY3" fmla="*/ 732632 h 2723800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301113 w 5570380"/>
                <a:gd name="connsiteY0" fmla="*/ 0 h 1991168"/>
                <a:gd name="connsiteX1" fmla="*/ 40060 w 5570380"/>
                <a:gd name="connsiteY1" fmla="*/ 197359 h 1991168"/>
                <a:gd name="connsiteX2" fmla="*/ 5570380 w 5570380"/>
                <a:gd name="connsiteY2" fmla="*/ 1991168 h 1991168"/>
                <a:gd name="connsiteX3" fmla="*/ 301113 w 5570380"/>
                <a:gd name="connsiteY3" fmla="*/ 0 h 1991168"/>
                <a:gd name="connsiteX0" fmla="*/ 396055 w 5563722"/>
                <a:gd name="connsiteY0" fmla="*/ 1141734 h 1799402"/>
                <a:gd name="connsiteX1" fmla="*/ 33402 w 5563722"/>
                <a:gd name="connsiteY1" fmla="*/ 5593 h 1799402"/>
                <a:gd name="connsiteX2" fmla="*/ 5563722 w 5563722"/>
                <a:gd name="connsiteY2" fmla="*/ 1799402 h 1799402"/>
                <a:gd name="connsiteX3" fmla="*/ 396055 w 5563722"/>
                <a:gd name="connsiteY3" fmla="*/ 1141734 h 1799402"/>
                <a:gd name="connsiteX0" fmla="*/ 396055 w 5538322"/>
                <a:gd name="connsiteY0" fmla="*/ 1185676 h 1399153"/>
                <a:gd name="connsiteX1" fmla="*/ 33402 w 5538322"/>
                <a:gd name="connsiteY1" fmla="*/ 49535 h 1399153"/>
                <a:gd name="connsiteX2" fmla="*/ 5538322 w 5538322"/>
                <a:gd name="connsiteY2" fmla="*/ 890844 h 1399153"/>
                <a:gd name="connsiteX3" fmla="*/ 396055 w 5538322"/>
                <a:gd name="connsiteY3" fmla="*/ 1185676 h 1399153"/>
                <a:gd name="connsiteX0" fmla="*/ 396055 w 5538322"/>
                <a:gd name="connsiteY0" fmla="*/ 1185676 h 1683208"/>
                <a:gd name="connsiteX1" fmla="*/ 33402 w 5538322"/>
                <a:gd name="connsiteY1" fmla="*/ 49535 h 1683208"/>
                <a:gd name="connsiteX2" fmla="*/ 5538322 w 5538322"/>
                <a:gd name="connsiteY2" fmla="*/ 890844 h 1683208"/>
                <a:gd name="connsiteX3" fmla="*/ 396055 w 5538322"/>
                <a:gd name="connsiteY3" fmla="*/ 1185676 h 1683208"/>
                <a:gd name="connsiteX0" fmla="*/ 396055 w 5538322"/>
                <a:gd name="connsiteY0" fmla="*/ 1185676 h 1801896"/>
                <a:gd name="connsiteX1" fmla="*/ 33402 w 5538322"/>
                <a:gd name="connsiteY1" fmla="*/ 49535 h 1801896"/>
                <a:gd name="connsiteX2" fmla="*/ 5538322 w 5538322"/>
                <a:gd name="connsiteY2" fmla="*/ 890844 h 1801896"/>
                <a:gd name="connsiteX3" fmla="*/ 396055 w 5538322"/>
                <a:gd name="connsiteY3" fmla="*/ 1185676 h 1801896"/>
                <a:gd name="connsiteX0" fmla="*/ 396055 w 5538322"/>
                <a:gd name="connsiteY0" fmla="*/ 1137880 h 1754100"/>
                <a:gd name="connsiteX1" fmla="*/ 33402 w 5538322"/>
                <a:gd name="connsiteY1" fmla="*/ 1739 h 1754100"/>
                <a:gd name="connsiteX2" fmla="*/ 5538322 w 5538322"/>
                <a:gd name="connsiteY2" fmla="*/ 843048 h 1754100"/>
                <a:gd name="connsiteX3" fmla="*/ 396055 w 5538322"/>
                <a:gd name="connsiteY3" fmla="*/ 1137880 h 1754100"/>
                <a:gd name="connsiteX0" fmla="*/ 396055 w 5538322"/>
                <a:gd name="connsiteY0" fmla="*/ 1137880 h 1754100"/>
                <a:gd name="connsiteX1" fmla="*/ 33402 w 5538322"/>
                <a:gd name="connsiteY1" fmla="*/ 1739 h 1754100"/>
                <a:gd name="connsiteX2" fmla="*/ 5538322 w 5538322"/>
                <a:gd name="connsiteY2" fmla="*/ 843048 h 1754100"/>
                <a:gd name="connsiteX3" fmla="*/ 396055 w 5538322"/>
                <a:gd name="connsiteY3" fmla="*/ 1137880 h 175410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46184"/>
                <a:gd name="connsiteX1" fmla="*/ 33402 w 5563722"/>
                <a:gd name="connsiteY1" fmla="*/ 1739 h 1746184"/>
                <a:gd name="connsiteX2" fmla="*/ 5563722 w 5563722"/>
                <a:gd name="connsiteY2" fmla="*/ 779548 h 1746184"/>
                <a:gd name="connsiteX3" fmla="*/ 396055 w 5563722"/>
                <a:gd name="connsiteY3" fmla="*/ 1137880 h 1746184"/>
                <a:gd name="connsiteX0" fmla="*/ 369120 w 5536787"/>
                <a:gd name="connsiteY0" fmla="*/ 1114103 h 1722407"/>
                <a:gd name="connsiteX1" fmla="*/ 35042 w 5536787"/>
                <a:gd name="connsiteY1" fmla="*/ 1774 h 1722407"/>
                <a:gd name="connsiteX2" fmla="*/ 5536787 w 5536787"/>
                <a:gd name="connsiteY2" fmla="*/ 755771 h 1722407"/>
                <a:gd name="connsiteX3" fmla="*/ 369120 w 5536787"/>
                <a:gd name="connsiteY3" fmla="*/ 1114103 h 1722407"/>
                <a:gd name="connsiteX0" fmla="*/ 369120 w 5536787"/>
                <a:gd name="connsiteY0" fmla="*/ 1114103 h 1722407"/>
                <a:gd name="connsiteX1" fmla="*/ 35042 w 5536787"/>
                <a:gd name="connsiteY1" fmla="*/ 1774 h 1722407"/>
                <a:gd name="connsiteX2" fmla="*/ 5536787 w 5536787"/>
                <a:gd name="connsiteY2" fmla="*/ 755771 h 1722407"/>
                <a:gd name="connsiteX3" fmla="*/ 369120 w 5536787"/>
                <a:gd name="connsiteY3" fmla="*/ 1114103 h 1722407"/>
                <a:gd name="connsiteX0" fmla="*/ 369120 w 5536787"/>
                <a:gd name="connsiteY0" fmla="*/ 1114103 h 1696139"/>
                <a:gd name="connsiteX1" fmla="*/ 35042 w 5536787"/>
                <a:gd name="connsiteY1" fmla="*/ 1774 h 1696139"/>
                <a:gd name="connsiteX2" fmla="*/ 5536787 w 5536787"/>
                <a:gd name="connsiteY2" fmla="*/ 755771 h 1696139"/>
                <a:gd name="connsiteX3" fmla="*/ 369120 w 5536787"/>
                <a:gd name="connsiteY3" fmla="*/ 1114103 h 1696139"/>
                <a:gd name="connsiteX0" fmla="*/ 369120 w 5536787"/>
                <a:gd name="connsiteY0" fmla="*/ 1114103 h 1711945"/>
                <a:gd name="connsiteX1" fmla="*/ 35042 w 5536787"/>
                <a:gd name="connsiteY1" fmla="*/ 1774 h 1711945"/>
                <a:gd name="connsiteX2" fmla="*/ 5536787 w 5536787"/>
                <a:gd name="connsiteY2" fmla="*/ 755771 h 1711945"/>
                <a:gd name="connsiteX3" fmla="*/ 369120 w 5536787"/>
                <a:gd name="connsiteY3" fmla="*/ 1114103 h 1711945"/>
                <a:gd name="connsiteX0" fmla="*/ 369120 w 5536787"/>
                <a:gd name="connsiteY0" fmla="*/ 1114103 h 1711945"/>
                <a:gd name="connsiteX1" fmla="*/ 35042 w 5536787"/>
                <a:gd name="connsiteY1" fmla="*/ 1774 h 1711945"/>
                <a:gd name="connsiteX2" fmla="*/ 5536787 w 5536787"/>
                <a:gd name="connsiteY2" fmla="*/ 755771 h 1711945"/>
                <a:gd name="connsiteX3" fmla="*/ 369120 w 5536787"/>
                <a:gd name="connsiteY3" fmla="*/ 1114103 h 1711945"/>
                <a:gd name="connsiteX0" fmla="*/ 3052962 w 5507909"/>
                <a:gd name="connsiteY0" fmla="*/ 2172455 h 2517178"/>
                <a:gd name="connsiteX1" fmla="*/ 6164 w 5507909"/>
                <a:gd name="connsiteY1" fmla="*/ 946 h 2517178"/>
                <a:gd name="connsiteX2" fmla="*/ 5507909 w 5507909"/>
                <a:gd name="connsiteY2" fmla="*/ 754943 h 2517178"/>
                <a:gd name="connsiteX3" fmla="*/ 3052962 w 5507909"/>
                <a:gd name="connsiteY3" fmla="*/ 2172455 h 2517178"/>
                <a:gd name="connsiteX0" fmla="*/ 1466167 w 3921114"/>
                <a:gd name="connsiteY0" fmla="*/ 1418597 h 1763320"/>
                <a:gd name="connsiteX1" fmla="*/ 11949 w 3921114"/>
                <a:gd name="connsiteY1" fmla="*/ 1327348 h 1763320"/>
                <a:gd name="connsiteX2" fmla="*/ 3921114 w 3921114"/>
                <a:gd name="connsiteY2" fmla="*/ 1085 h 1763320"/>
                <a:gd name="connsiteX3" fmla="*/ 1466167 w 3921114"/>
                <a:gd name="connsiteY3" fmla="*/ 1418597 h 1763320"/>
                <a:gd name="connsiteX0" fmla="*/ 1466167 w 3121014"/>
                <a:gd name="connsiteY0" fmla="*/ 1837558 h 2129636"/>
                <a:gd name="connsiteX1" fmla="*/ 11949 w 3121014"/>
                <a:gd name="connsiteY1" fmla="*/ 1746309 h 2129636"/>
                <a:gd name="connsiteX2" fmla="*/ 3121014 w 3121014"/>
                <a:gd name="connsiteY2" fmla="*/ 946 h 2129636"/>
                <a:gd name="connsiteX3" fmla="*/ 1466167 w 3121014"/>
                <a:gd name="connsiteY3" fmla="*/ 1837558 h 2129636"/>
                <a:gd name="connsiteX0" fmla="*/ 1466167 w 3121014"/>
                <a:gd name="connsiteY0" fmla="*/ 1837558 h 2120437"/>
                <a:gd name="connsiteX1" fmla="*/ 11949 w 3121014"/>
                <a:gd name="connsiteY1" fmla="*/ 1746309 h 2120437"/>
                <a:gd name="connsiteX2" fmla="*/ 3121014 w 3121014"/>
                <a:gd name="connsiteY2" fmla="*/ 946 h 2120437"/>
                <a:gd name="connsiteX3" fmla="*/ 1466167 w 3121014"/>
                <a:gd name="connsiteY3" fmla="*/ 1837558 h 2120437"/>
                <a:gd name="connsiteX0" fmla="*/ 1466167 w 3121014"/>
                <a:gd name="connsiteY0" fmla="*/ 1837558 h 2120437"/>
                <a:gd name="connsiteX1" fmla="*/ 11949 w 3121014"/>
                <a:gd name="connsiteY1" fmla="*/ 1746309 h 2120437"/>
                <a:gd name="connsiteX2" fmla="*/ 3121014 w 3121014"/>
                <a:gd name="connsiteY2" fmla="*/ 946 h 2120437"/>
                <a:gd name="connsiteX3" fmla="*/ 1466167 w 3121014"/>
                <a:gd name="connsiteY3" fmla="*/ 1837558 h 2120437"/>
                <a:gd name="connsiteX0" fmla="*/ 1466167 w 3121014"/>
                <a:gd name="connsiteY0" fmla="*/ 1838411 h 1861583"/>
                <a:gd name="connsiteX1" fmla="*/ 11949 w 3121014"/>
                <a:gd name="connsiteY1" fmla="*/ 1747162 h 1861583"/>
                <a:gd name="connsiteX2" fmla="*/ 3121014 w 3121014"/>
                <a:gd name="connsiteY2" fmla="*/ 1799 h 1861583"/>
                <a:gd name="connsiteX3" fmla="*/ 1466167 w 3121014"/>
                <a:gd name="connsiteY3" fmla="*/ 1838411 h 1861583"/>
                <a:gd name="connsiteX0" fmla="*/ 1466167 w 3121014"/>
                <a:gd name="connsiteY0" fmla="*/ 1836612 h 1859784"/>
                <a:gd name="connsiteX1" fmla="*/ 11949 w 3121014"/>
                <a:gd name="connsiteY1" fmla="*/ 1745363 h 1859784"/>
                <a:gd name="connsiteX2" fmla="*/ 3121014 w 3121014"/>
                <a:gd name="connsiteY2" fmla="*/ 0 h 1859784"/>
                <a:gd name="connsiteX3" fmla="*/ 1466167 w 3121014"/>
                <a:gd name="connsiteY3" fmla="*/ 1836612 h 1859784"/>
                <a:gd name="connsiteX0" fmla="*/ 1466167 w 3121014"/>
                <a:gd name="connsiteY0" fmla="*/ 1836612 h 1868066"/>
                <a:gd name="connsiteX1" fmla="*/ 11949 w 3121014"/>
                <a:gd name="connsiteY1" fmla="*/ 1745363 h 1868066"/>
                <a:gd name="connsiteX2" fmla="*/ 3121014 w 3121014"/>
                <a:gd name="connsiteY2" fmla="*/ 0 h 1868066"/>
                <a:gd name="connsiteX3" fmla="*/ 1466167 w 3121014"/>
                <a:gd name="connsiteY3" fmla="*/ 1836612 h 1868066"/>
                <a:gd name="connsiteX0" fmla="*/ 1239425 w 3122872"/>
                <a:gd name="connsiteY0" fmla="*/ 1865187 h 1895827"/>
                <a:gd name="connsiteX1" fmla="*/ 13807 w 3122872"/>
                <a:gd name="connsiteY1" fmla="*/ 1745363 h 1895827"/>
                <a:gd name="connsiteX2" fmla="*/ 3122872 w 3122872"/>
                <a:gd name="connsiteY2" fmla="*/ 0 h 1895827"/>
                <a:gd name="connsiteX3" fmla="*/ 1239425 w 3122872"/>
                <a:gd name="connsiteY3" fmla="*/ 1865187 h 1895827"/>
                <a:gd name="connsiteX0" fmla="*/ 1239425 w 3122872"/>
                <a:gd name="connsiteY0" fmla="*/ 1865187 h 1871564"/>
                <a:gd name="connsiteX1" fmla="*/ 13807 w 3122872"/>
                <a:gd name="connsiteY1" fmla="*/ 1745363 h 1871564"/>
                <a:gd name="connsiteX2" fmla="*/ 3122872 w 3122872"/>
                <a:gd name="connsiteY2" fmla="*/ 0 h 1871564"/>
                <a:gd name="connsiteX3" fmla="*/ 1239425 w 3122872"/>
                <a:gd name="connsiteY3" fmla="*/ 1865187 h 1871564"/>
                <a:gd name="connsiteX0" fmla="*/ 1239425 w 3122872"/>
                <a:gd name="connsiteY0" fmla="*/ 1865187 h 1869168"/>
                <a:gd name="connsiteX1" fmla="*/ 13807 w 3122872"/>
                <a:gd name="connsiteY1" fmla="*/ 1745363 h 1869168"/>
                <a:gd name="connsiteX2" fmla="*/ 3122872 w 3122872"/>
                <a:gd name="connsiteY2" fmla="*/ 0 h 1869168"/>
                <a:gd name="connsiteX3" fmla="*/ 1239425 w 3122872"/>
                <a:gd name="connsiteY3" fmla="*/ 1865187 h 1869168"/>
                <a:gd name="connsiteX0" fmla="*/ 1220557 w 3123054"/>
                <a:gd name="connsiteY0" fmla="*/ 1874712 h 1878647"/>
                <a:gd name="connsiteX1" fmla="*/ 13989 w 3123054"/>
                <a:gd name="connsiteY1" fmla="*/ 1745363 h 1878647"/>
                <a:gd name="connsiteX2" fmla="*/ 3123054 w 3123054"/>
                <a:gd name="connsiteY2" fmla="*/ 0 h 1878647"/>
                <a:gd name="connsiteX3" fmla="*/ 1220557 w 3123054"/>
                <a:gd name="connsiteY3" fmla="*/ 1874712 h 1878647"/>
                <a:gd name="connsiteX0" fmla="*/ 1220557 w 3123054"/>
                <a:gd name="connsiteY0" fmla="*/ 1874712 h 1878647"/>
                <a:gd name="connsiteX1" fmla="*/ 13989 w 3123054"/>
                <a:gd name="connsiteY1" fmla="*/ 1745363 h 1878647"/>
                <a:gd name="connsiteX2" fmla="*/ 3123054 w 3123054"/>
                <a:gd name="connsiteY2" fmla="*/ 0 h 1878647"/>
                <a:gd name="connsiteX3" fmla="*/ 1220557 w 3123054"/>
                <a:gd name="connsiteY3" fmla="*/ 1874712 h 1878647"/>
                <a:gd name="connsiteX0" fmla="*/ 1220557 w 2961129"/>
                <a:gd name="connsiteY0" fmla="*/ 1893762 h 1897607"/>
                <a:gd name="connsiteX1" fmla="*/ 13989 w 2961129"/>
                <a:gd name="connsiteY1" fmla="*/ 1764413 h 1897607"/>
                <a:gd name="connsiteX2" fmla="*/ 2961129 w 2961129"/>
                <a:gd name="connsiteY2" fmla="*/ 0 h 1897607"/>
                <a:gd name="connsiteX3" fmla="*/ 1220557 w 2961129"/>
                <a:gd name="connsiteY3" fmla="*/ 1893762 h 1897607"/>
                <a:gd name="connsiteX0" fmla="*/ 1220557 w 2961129"/>
                <a:gd name="connsiteY0" fmla="*/ 1893762 h 1897607"/>
                <a:gd name="connsiteX1" fmla="*/ 13989 w 2961129"/>
                <a:gd name="connsiteY1" fmla="*/ 1764413 h 1897607"/>
                <a:gd name="connsiteX2" fmla="*/ 2961129 w 2961129"/>
                <a:gd name="connsiteY2" fmla="*/ 0 h 1897607"/>
                <a:gd name="connsiteX3" fmla="*/ 1220557 w 2961129"/>
                <a:gd name="connsiteY3" fmla="*/ 1893762 h 1897607"/>
                <a:gd name="connsiteX0" fmla="*/ 1220557 w 2961129"/>
                <a:gd name="connsiteY0" fmla="*/ 1893762 h 1897325"/>
                <a:gd name="connsiteX1" fmla="*/ 13989 w 2961129"/>
                <a:gd name="connsiteY1" fmla="*/ 1764413 h 1897325"/>
                <a:gd name="connsiteX2" fmla="*/ 2961129 w 2961129"/>
                <a:gd name="connsiteY2" fmla="*/ 0 h 1897325"/>
                <a:gd name="connsiteX3" fmla="*/ 1220557 w 2961129"/>
                <a:gd name="connsiteY3" fmla="*/ 1893762 h 1897325"/>
                <a:gd name="connsiteX0" fmla="*/ 1216444 w 2957016"/>
                <a:gd name="connsiteY0" fmla="*/ 1893762 h 1897325"/>
                <a:gd name="connsiteX1" fmla="*/ 9876 w 2957016"/>
                <a:gd name="connsiteY1" fmla="*/ 1764413 h 1897325"/>
                <a:gd name="connsiteX2" fmla="*/ 2957016 w 2957016"/>
                <a:gd name="connsiteY2" fmla="*/ 0 h 1897325"/>
                <a:gd name="connsiteX3" fmla="*/ 1216444 w 2957016"/>
                <a:gd name="connsiteY3" fmla="*/ 1893762 h 1897325"/>
                <a:gd name="connsiteX0" fmla="*/ 1216444 w 2957016"/>
                <a:gd name="connsiteY0" fmla="*/ 1893762 h 1897325"/>
                <a:gd name="connsiteX1" fmla="*/ 9876 w 2957016"/>
                <a:gd name="connsiteY1" fmla="*/ 1764413 h 1897325"/>
                <a:gd name="connsiteX2" fmla="*/ 2957016 w 2957016"/>
                <a:gd name="connsiteY2" fmla="*/ 0 h 1897325"/>
                <a:gd name="connsiteX3" fmla="*/ 1216444 w 2957016"/>
                <a:gd name="connsiteY3" fmla="*/ 1893762 h 1897325"/>
                <a:gd name="connsiteX0" fmla="*/ 1216444 w 2957016"/>
                <a:gd name="connsiteY0" fmla="*/ 1893762 h 1897325"/>
                <a:gd name="connsiteX1" fmla="*/ 9876 w 2957016"/>
                <a:gd name="connsiteY1" fmla="*/ 1764413 h 1897325"/>
                <a:gd name="connsiteX2" fmla="*/ 2957016 w 2957016"/>
                <a:gd name="connsiteY2" fmla="*/ 0 h 1897325"/>
                <a:gd name="connsiteX3" fmla="*/ 1216444 w 2957016"/>
                <a:gd name="connsiteY3" fmla="*/ 1893762 h 1897325"/>
                <a:gd name="connsiteX0" fmla="*/ 1487884 w 2955406"/>
                <a:gd name="connsiteY0" fmla="*/ 1839787 h 1848421"/>
                <a:gd name="connsiteX1" fmla="*/ 8266 w 2955406"/>
                <a:gd name="connsiteY1" fmla="*/ 1764413 h 1848421"/>
                <a:gd name="connsiteX2" fmla="*/ 2955406 w 2955406"/>
                <a:gd name="connsiteY2" fmla="*/ 0 h 1848421"/>
                <a:gd name="connsiteX3" fmla="*/ 1487884 w 2955406"/>
                <a:gd name="connsiteY3" fmla="*/ 1839787 h 1848421"/>
                <a:gd name="connsiteX0" fmla="*/ 1487884 w 2955406"/>
                <a:gd name="connsiteY0" fmla="*/ 1839787 h 1848421"/>
                <a:gd name="connsiteX1" fmla="*/ 8266 w 2955406"/>
                <a:gd name="connsiteY1" fmla="*/ 1764413 h 1848421"/>
                <a:gd name="connsiteX2" fmla="*/ 2955406 w 2955406"/>
                <a:gd name="connsiteY2" fmla="*/ 0 h 1848421"/>
                <a:gd name="connsiteX3" fmla="*/ 1487884 w 2955406"/>
                <a:gd name="connsiteY3" fmla="*/ 1839787 h 1848421"/>
                <a:gd name="connsiteX0" fmla="*/ 1488170 w 2955692"/>
                <a:gd name="connsiteY0" fmla="*/ 1839787 h 1863873"/>
                <a:gd name="connsiteX1" fmla="*/ 8552 w 2955692"/>
                <a:gd name="connsiteY1" fmla="*/ 1764413 h 1863873"/>
                <a:gd name="connsiteX2" fmla="*/ 2955692 w 2955692"/>
                <a:gd name="connsiteY2" fmla="*/ 0 h 1863873"/>
                <a:gd name="connsiteX3" fmla="*/ 1488170 w 2955692"/>
                <a:gd name="connsiteY3" fmla="*/ 1839787 h 1863873"/>
                <a:gd name="connsiteX0" fmla="*/ 1494487 w 2962009"/>
                <a:gd name="connsiteY0" fmla="*/ 1839787 h 1867869"/>
                <a:gd name="connsiteX1" fmla="*/ 8519 w 2962009"/>
                <a:gd name="connsiteY1" fmla="*/ 1777113 h 1867869"/>
                <a:gd name="connsiteX2" fmla="*/ 2962009 w 2962009"/>
                <a:gd name="connsiteY2" fmla="*/ 0 h 1867869"/>
                <a:gd name="connsiteX3" fmla="*/ 1494487 w 2962009"/>
                <a:gd name="connsiteY3" fmla="*/ 1839787 h 1867869"/>
                <a:gd name="connsiteX0" fmla="*/ 1487571 w 2955093"/>
                <a:gd name="connsiteY0" fmla="*/ 1839787 h 1855678"/>
                <a:gd name="connsiteX1" fmla="*/ 1603 w 2955093"/>
                <a:gd name="connsiteY1" fmla="*/ 1777113 h 1855678"/>
                <a:gd name="connsiteX2" fmla="*/ 2955093 w 2955093"/>
                <a:gd name="connsiteY2" fmla="*/ 0 h 1855678"/>
                <a:gd name="connsiteX3" fmla="*/ 1487571 w 2955093"/>
                <a:gd name="connsiteY3" fmla="*/ 1839787 h 185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5093" h="1855678">
                  <a:moveTo>
                    <a:pt x="1487571" y="1839787"/>
                  </a:moveTo>
                  <a:cubicBezTo>
                    <a:pt x="1397521" y="1883561"/>
                    <a:pt x="-54839" y="1828397"/>
                    <a:pt x="1603" y="1777113"/>
                  </a:cubicBezTo>
                  <a:cubicBezTo>
                    <a:pt x="974136" y="1765804"/>
                    <a:pt x="2722970" y="745052"/>
                    <a:pt x="2955093" y="0"/>
                  </a:cubicBezTo>
                  <a:cubicBezTo>
                    <a:pt x="2900581" y="1133769"/>
                    <a:pt x="1914717" y="1882315"/>
                    <a:pt x="1487571" y="1839787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A5D8A6D8-8FE3-AF29-554B-B9F5F8E8F003}"/>
                </a:ext>
              </a:extLst>
            </p:cNvPr>
            <p:cNvSpPr/>
            <p:nvPr/>
          </p:nvSpPr>
          <p:spPr>
            <a:xfrm>
              <a:off x="8226424" y="4356100"/>
              <a:ext cx="547687" cy="1330325"/>
            </a:xfrm>
            <a:custGeom>
              <a:avLst/>
              <a:gdLst>
                <a:gd name="connsiteX0" fmla="*/ 0 w 190500"/>
                <a:gd name="connsiteY0" fmla="*/ 0 h 466725"/>
                <a:gd name="connsiteX1" fmla="*/ 190500 w 190500"/>
                <a:gd name="connsiteY1" fmla="*/ 0 h 466725"/>
                <a:gd name="connsiteX2" fmla="*/ 190500 w 190500"/>
                <a:gd name="connsiteY2" fmla="*/ 466725 h 466725"/>
                <a:gd name="connsiteX3" fmla="*/ 0 w 190500"/>
                <a:gd name="connsiteY3" fmla="*/ 466725 h 466725"/>
                <a:gd name="connsiteX4" fmla="*/ 0 w 190500"/>
                <a:gd name="connsiteY4" fmla="*/ 0 h 466725"/>
                <a:gd name="connsiteX0" fmla="*/ 0 w 349250"/>
                <a:gd name="connsiteY0" fmla="*/ 0 h 466725"/>
                <a:gd name="connsiteX1" fmla="*/ 190500 w 349250"/>
                <a:gd name="connsiteY1" fmla="*/ 0 h 466725"/>
                <a:gd name="connsiteX2" fmla="*/ 349250 w 349250"/>
                <a:gd name="connsiteY2" fmla="*/ 346075 h 466725"/>
                <a:gd name="connsiteX3" fmla="*/ 0 w 349250"/>
                <a:gd name="connsiteY3" fmla="*/ 466725 h 466725"/>
                <a:gd name="connsiteX4" fmla="*/ 0 w 349250"/>
                <a:gd name="connsiteY4" fmla="*/ 0 h 466725"/>
                <a:gd name="connsiteX0" fmla="*/ 203200 w 552450"/>
                <a:gd name="connsiteY0" fmla="*/ 0 h 885825"/>
                <a:gd name="connsiteX1" fmla="*/ 393700 w 552450"/>
                <a:gd name="connsiteY1" fmla="*/ 0 h 885825"/>
                <a:gd name="connsiteX2" fmla="*/ 552450 w 552450"/>
                <a:gd name="connsiteY2" fmla="*/ 346075 h 885825"/>
                <a:gd name="connsiteX3" fmla="*/ 0 w 552450"/>
                <a:gd name="connsiteY3" fmla="*/ 885825 h 885825"/>
                <a:gd name="connsiteX4" fmla="*/ 203200 w 552450"/>
                <a:gd name="connsiteY4" fmla="*/ 0 h 885825"/>
                <a:gd name="connsiteX0" fmla="*/ 203200 w 552450"/>
                <a:gd name="connsiteY0" fmla="*/ 0 h 885825"/>
                <a:gd name="connsiteX1" fmla="*/ 393700 w 552450"/>
                <a:gd name="connsiteY1" fmla="*/ 0 h 885825"/>
                <a:gd name="connsiteX2" fmla="*/ 552450 w 552450"/>
                <a:gd name="connsiteY2" fmla="*/ 346075 h 885825"/>
                <a:gd name="connsiteX3" fmla="*/ 0 w 552450"/>
                <a:gd name="connsiteY3" fmla="*/ 885825 h 885825"/>
                <a:gd name="connsiteX4" fmla="*/ 203200 w 552450"/>
                <a:gd name="connsiteY4" fmla="*/ 0 h 885825"/>
                <a:gd name="connsiteX0" fmla="*/ 69850 w 552450"/>
                <a:gd name="connsiteY0" fmla="*/ 0 h 1228725"/>
                <a:gd name="connsiteX1" fmla="*/ 393700 w 552450"/>
                <a:gd name="connsiteY1" fmla="*/ 342900 h 1228725"/>
                <a:gd name="connsiteX2" fmla="*/ 552450 w 552450"/>
                <a:gd name="connsiteY2" fmla="*/ 688975 h 1228725"/>
                <a:gd name="connsiteX3" fmla="*/ 0 w 552450"/>
                <a:gd name="connsiteY3" fmla="*/ 1228725 h 1228725"/>
                <a:gd name="connsiteX4" fmla="*/ 69850 w 552450"/>
                <a:gd name="connsiteY4" fmla="*/ 0 h 1228725"/>
                <a:gd name="connsiteX0" fmla="*/ 69850 w 552450"/>
                <a:gd name="connsiteY0" fmla="*/ 0 h 1228725"/>
                <a:gd name="connsiteX1" fmla="*/ 552450 w 552450"/>
                <a:gd name="connsiteY1" fmla="*/ 688975 h 1228725"/>
                <a:gd name="connsiteX2" fmla="*/ 0 w 552450"/>
                <a:gd name="connsiteY2" fmla="*/ 1228725 h 1228725"/>
                <a:gd name="connsiteX3" fmla="*/ 69850 w 552450"/>
                <a:gd name="connsiteY3" fmla="*/ 0 h 1228725"/>
                <a:gd name="connsiteX0" fmla="*/ 31750 w 552450"/>
                <a:gd name="connsiteY0" fmla="*/ 0 h 1330325"/>
                <a:gd name="connsiteX1" fmla="*/ 552450 w 552450"/>
                <a:gd name="connsiteY1" fmla="*/ 790575 h 1330325"/>
                <a:gd name="connsiteX2" fmla="*/ 0 w 552450"/>
                <a:gd name="connsiteY2" fmla="*/ 1330325 h 1330325"/>
                <a:gd name="connsiteX3" fmla="*/ 31750 w 552450"/>
                <a:gd name="connsiteY3" fmla="*/ 0 h 1330325"/>
                <a:gd name="connsiteX0" fmla="*/ 31750 w 552450"/>
                <a:gd name="connsiteY0" fmla="*/ 0 h 1330325"/>
                <a:gd name="connsiteX1" fmla="*/ 552450 w 552450"/>
                <a:gd name="connsiteY1" fmla="*/ 790575 h 1330325"/>
                <a:gd name="connsiteX2" fmla="*/ 0 w 552450"/>
                <a:gd name="connsiteY2" fmla="*/ 1330325 h 1330325"/>
                <a:gd name="connsiteX3" fmla="*/ 31750 w 552450"/>
                <a:gd name="connsiteY3" fmla="*/ 0 h 1330325"/>
                <a:gd name="connsiteX0" fmla="*/ 31750 w 552450"/>
                <a:gd name="connsiteY0" fmla="*/ 0 h 1330325"/>
                <a:gd name="connsiteX1" fmla="*/ 552450 w 552450"/>
                <a:gd name="connsiteY1" fmla="*/ 790575 h 1330325"/>
                <a:gd name="connsiteX2" fmla="*/ 0 w 552450"/>
                <a:gd name="connsiteY2" fmla="*/ 1330325 h 1330325"/>
                <a:gd name="connsiteX3" fmla="*/ 31750 w 552450"/>
                <a:gd name="connsiteY3" fmla="*/ 0 h 1330325"/>
                <a:gd name="connsiteX0" fmla="*/ 31750 w 552450"/>
                <a:gd name="connsiteY0" fmla="*/ 0 h 1330325"/>
                <a:gd name="connsiteX1" fmla="*/ 552450 w 552450"/>
                <a:gd name="connsiteY1" fmla="*/ 790575 h 1330325"/>
                <a:gd name="connsiteX2" fmla="*/ 0 w 552450"/>
                <a:gd name="connsiteY2" fmla="*/ 1330325 h 1330325"/>
                <a:gd name="connsiteX3" fmla="*/ 31750 w 552450"/>
                <a:gd name="connsiteY3" fmla="*/ 0 h 1330325"/>
                <a:gd name="connsiteX0" fmla="*/ 31750 w 547687"/>
                <a:gd name="connsiteY0" fmla="*/ 0 h 1330325"/>
                <a:gd name="connsiteX1" fmla="*/ 547687 w 547687"/>
                <a:gd name="connsiteY1" fmla="*/ 778669 h 1330325"/>
                <a:gd name="connsiteX2" fmla="*/ 0 w 547687"/>
                <a:gd name="connsiteY2" fmla="*/ 1330325 h 1330325"/>
                <a:gd name="connsiteX3" fmla="*/ 31750 w 547687"/>
                <a:gd name="connsiteY3" fmla="*/ 0 h 1330325"/>
                <a:gd name="connsiteX0" fmla="*/ 31750 w 547687"/>
                <a:gd name="connsiteY0" fmla="*/ 0 h 1330325"/>
                <a:gd name="connsiteX1" fmla="*/ 547687 w 547687"/>
                <a:gd name="connsiteY1" fmla="*/ 778669 h 1330325"/>
                <a:gd name="connsiteX2" fmla="*/ 0 w 547687"/>
                <a:gd name="connsiteY2" fmla="*/ 1330325 h 1330325"/>
                <a:gd name="connsiteX3" fmla="*/ 31750 w 547687"/>
                <a:gd name="connsiteY3" fmla="*/ 0 h 133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687" h="1330325">
                  <a:moveTo>
                    <a:pt x="31750" y="0"/>
                  </a:moveTo>
                  <a:cubicBezTo>
                    <a:pt x="205317" y="263525"/>
                    <a:pt x="494770" y="546894"/>
                    <a:pt x="547687" y="778669"/>
                  </a:cubicBezTo>
                  <a:cubicBezTo>
                    <a:pt x="363537" y="1025261"/>
                    <a:pt x="209550" y="1175808"/>
                    <a:pt x="0" y="1330325"/>
                  </a:cubicBezTo>
                  <a:cubicBezTo>
                    <a:pt x="86783" y="1026583"/>
                    <a:pt x="116417" y="589492"/>
                    <a:pt x="31750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26486E47-36E0-3A28-EEAE-902359CB5990}"/>
                </a:ext>
              </a:extLst>
            </p:cNvPr>
            <p:cNvSpPr/>
            <p:nvPr/>
          </p:nvSpPr>
          <p:spPr>
            <a:xfrm>
              <a:off x="8181976" y="3740150"/>
              <a:ext cx="1053306" cy="715591"/>
            </a:xfrm>
            <a:custGeom>
              <a:avLst/>
              <a:gdLst>
                <a:gd name="connsiteX0" fmla="*/ 0 w 282575"/>
                <a:gd name="connsiteY0" fmla="*/ 0 h 171450"/>
                <a:gd name="connsiteX1" fmla="*/ 282575 w 282575"/>
                <a:gd name="connsiteY1" fmla="*/ 0 h 171450"/>
                <a:gd name="connsiteX2" fmla="*/ 282575 w 282575"/>
                <a:gd name="connsiteY2" fmla="*/ 171450 h 171450"/>
                <a:gd name="connsiteX3" fmla="*/ 0 w 282575"/>
                <a:gd name="connsiteY3" fmla="*/ 171450 h 171450"/>
                <a:gd name="connsiteX4" fmla="*/ 0 w 282575"/>
                <a:gd name="connsiteY4" fmla="*/ 0 h 171450"/>
                <a:gd name="connsiteX0" fmla="*/ 0 w 454025"/>
                <a:gd name="connsiteY0" fmla="*/ 444500 h 615950"/>
                <a:gd name="connsiteX1" fmla="*/ 454025 w 454025"/>
                <a:gd name="connsiteY1" fmla="*/ 0 h 615950"/>
                <a:gd name="connsiteX2" fmla="*/ 282575 w 454025"/>
                <a:gd name="connsiteY2" fmla="*/ 615950 h 615950"/>
                <a:gd name="connsiteX3" fmla="*/ 0 w 454025"/>
                <a:gd name="connsiteY3" fmla="*/ 615950 h 615950"/>
                <a:gd name="connsiteX4" fmla="*/ 0 w 454025"/>
                <a:gd name="connsiteY4" fmla="*/ 444500 h 615950"/>
                <a:gd name="connsiteX0" fmla="*/ 0 w 454025"/>
                <a:gd name="connsiteY0" fmla="*/ 444500 h 717550"/>
                <a:gd name="connsiteX1" fmla="*/ 454025 w 454025"/>
                <a:gd name="connsiteY1" fmla="*/ 0 h 717550"/>
                <a:gd name="connsiteX2" fmla="*/ 346075 w 454025"/>
                <a:gd name="connsiteY2" fmla="*/ 717550 h 717550"/>
                <a:gd name="connsiteX3" fmla="*/ 0 w 454025"/>
                <a:gd name="connsiteY3" fmla="*/ 615950 h 717550"/>
                <a:gd name="connsiteX4" fmla="*/ 0 w 454025"/>
                <a:gd name="connsiteY4" fmla="*/ 444500 h 717550"/>
                <a:gd name="connsiteX0" fmla="*/ 0 w 454025"/>
                <a:gd name="connsiteY0" fmla="*/ 444500 h 717550"/>
                <a:gd name="connsiteX1" fmla="*/ 454025 w 454025"/>
                <a:gd name="connsiteY1" fmla="*/ 0 h 717550"/>
                <a:gd name="connsiteX2" fmla="*/ 346075 w 454025"/>
                <a:gd name="connsiteY2" fmla="*/ 717550 h 717550"/>
                <a:gd name="connsiteX3" fmla="*/ 0 w 454025"/>
                <a:gd name="connsiteY3" fmla="*/ 615950 h 717550"/>
                <a:gd name="connsiteX4" fmla="*/ 0 w 454025"/>
                <a:gd name="connsiteY4" fmla="*/ 444500 h 717550"/>
                <a:gd name="connsiteX0" fmla="*/ 0 w 454025"/>
                <a:gd name="connsiteY0" fmla="*/ 444500 h 717550"/>
                <a:gd name="connsiteX1" fmla="*/ 454025 w 454025"/>
                <a:gd name="connsiteY1" fmla="*/ 0 h 717550"/>
                <a:gd name="connsiteX2" fmla="*/ 346075 w 454025"/>
                <a:gd name="connsiteY2" fmla="*/ 717550 h 717550"/>
                <a:gd name="connsiteX3" fmla="*/ 0 w 454025"/>
                <a:gd name="connsiteY3" fmla="*/ 444500 h 717550"/>
                <a:gd name="connsiteX0" fmla="*/ 0 w 1050925"/>
                <a:gd name="connsiteY0" fmla="*/ 603250 h 717550"/>
                <a:gd name="connsiteX1" fmla="*/ 1050925 w 1050925"/>
                <a:gd name="connsiteY1" fmla="*/ 0 h 717550"/>
                <a:gd name="connsiteX2" fmla="*/ 942975 w 1050925"/>
                <a:gd name="connsiteY2" fmla="*/ 717550 h 717550"/>
                <a:gd name="connsiteX3" fmla="*/ 0 w 1050925"/>
                <a:gd name="connsiteY3" fmla="*/ 603250 h 717550"/>
                <a:gd name="connsiteX0" fmla="*/ 0 w 1050925"/>
                <a:gd name="connsiteY0" fmla="*/ 603250 h 717550"/>
                <a:gd name="connsiteX1" fmla="*/ 1050925 w 1050925"/>
                <a:gd name="connsiteY1" fmla="*/ 0 h 717550"/>
                <a:gd name="connsiteX2" fmla="*/ 942975 w 1050925"/>
                <a:gd name="connsiteY2" fmla="*/ 717550 h 717550"/>
                <a:gd name="connsiteX3" fmla="*/ 0 w 1050925"/>
                <a:gd name="connsiteY3" fmla="*/ 603250 h 717550"/>
                <a:gd name="connsiteX0" fmla="*/ 0 w 1050925"/>
                <a:gd name="connsiteY0" fmla="*/ 603250 h 717550"/>
                <a:gd name="connsiteX1" fmla="*/ 1050925 w 1050925"/>
                <a:gd name="connsiteY1" fmla="*/ 0 h 717550"/>
                <a:gd name="connsiteX2" fmla="*/ 942975 w 1050925"/>
                <a:gd name="connsiteY2" fmla="*/ 717550 h 717550"/>
                <a:gd name="connsiteX3" fmla="*/ 0 w 1050925"/>
                <a:gd name="connsiteY3" fmla="*/ 603250 h 717550"/>
                <a:gd name="connsiteX0" fmla="*/ 0 w 1050925"/>
                <a:gd name="connsiteY0" fmla="*/ 603250 h 717550"/>
                <a:gd name="connsiteX1" fmla="*/ 1050925 w 1050925"/>
                <a:gd name="connsiteY1" fmla="*/ 0 h 717550"/>
                <a:gd name="connsiteX2" fmla="*/ 942975 w 1050925"/>
                <a:gd name="connsiteY2" fmla="*/ 717550 h 717550"/>
                <a:gd name="connsiteX3" fmla="*/ 0 w 1050925"/>
                <a:gd name="connsiteY3" fmla="*/ 603250 h 717550"/>
                <a:gd name="connsiteX0" fmla="*/ 0 w 1050925"/>
                <a:gd name="connsiteY0" fmla="*/ 603250 h 717550"/>
                <a:gd name="connsiteX1" fmla="*/ 1050925 w 1050925"/>
                <a:gd name="connsiteY1" fmla="*/ 0 h 717550"/>
                <a:gd name="connsiteX2" fmla="*/ 942975 w 1050925"/>
                <a:gd name="connsiteY2" fmla="*/ 717550 h 717550"/>
                <a:gd name="connsiteX3" fmla="*/ 0 w 1050925"/>
                <a:gd name="connsiteY3" fmla="*/ 603250 h 717550"/>
                <a:gd name="connsiteX0" fmla="*/ 0 w 1050925"/>
                <a:gd name="connsiteY0" fmla="*/ 603250 h 718647"/>
                <a:gd name="connsiteX1" fmla="*/ 1050925 w 1050925"/>
                <a:gd name="connsiteY1" fmla="*/ 0 h 718647"/>
                <a:gd name="connsiteX2" fmla="*/ 942975 w 1050925"/>
                <a:gd name="connsiteY2" fmla="*/ 717550 h 718647"/>
                <a:gd name="connsiteX3" fmla="*/ 0 w 1050925"/>
                <a:gd name="connsiteY3" fmla="*/ 603250 h 718647"/>
                <a:gd name="connsiteX0" fmla="*/ 0 w 1050925"/>
                <a:gd name="connsiteY0" fmla="*/ 603250 h 715591"/>
                <a:gd name="connsiteX1" fmla="*/ 1050925 w 1050925"/>
                <a:gd name="connsiteY1" fmla="*/ 0 h 715591"/>
                <a:gd name="connsiteX2" fmla="*/ 923925 w 1050925"/>
                <a:gd name="connsiteY2" fmla="*/ 714375 h 715591"/>
                <a:gd name="connsiteX3" fmla="*/ 0 w 1050925"/>
                <a:gd name="connsiteY3" fmla="*/ 603250 h 715591"/>
                <a:gd name="connsiteX0" fmla="*/ 0 w 1050925"/>
                <a:gd name="connsiteY0" fmla="*/ 603250 h 715591"/>
                <a:gd name="connsiteX1" fmla="*/ 1050925 w 1050925"/>
                <a:gd name="connsiteY1" fmla="*/ 0 h 715591"/>
                <a:gd name="connsiteX2" fmla="*/ 923925 w 1050925"/>
                <a:gd name="connsiteY2" fmla="*/ 714375 h 715591"/>
                <a:gd name="connsiteX3" fmla="*/ 0 w 1050925"/>
                <a:gd name="connsiteY3" fmla="*/ 603250 h 715591"/>
                <a:gd name="connsiteX0" fmla="*/ 0 w 1050925"/>
                <a:gd name="connsiteY0" fmla="*/ 603250 h 715591"/>
                <a:gd name="connsiteX1" fmla="*/ 1050925 w 1050925"/>
                <a:gd name="connsiteY1" fmla="*/ 0 h 715591"/>
                <a:gd name="connsiteX2" fmla="*/ 916781 w 1050925"/>
                <a:gd name="connsiteY2" fmla="*/ 714375 h 715591"/>
                <a:gd name="connsiteX3" fmla="*/ 0 w 1050925"/>
                <a:gd name="connsiteY3" fmla="*/ 603250 h 715591"/>
                <a:gd name="connsiteX0" fmla="*/ 0 w 1050925"/>
                <a:gd name="connsiteY0" fmla="*/ 603250 h 715591"/>
                <a:gd name="connsiteX1" fmla="*/ 1050925 w 1050925"/>
                <a:gd name="connsiteY1" fmla="*/ 0 h 715591"/>
                <a:gd name="connsiteX2" fmla="*/ 916781 w 1050925"/>
                <a:gd name="connsiteY2" fmla="*/ 714375 h 715591"/>
                <a:gd name="connsiteX3" fmla="*/ 0 w 1050925"/>
                <a:gd name="connsiteY3" fmla="*/ 603250 h 715591"/>
                <a:gd name="connsiteX0" fmla="*/ 0 w 1053306"/>
                <a:gd name="connsiteY0" fmla="*/ 603250 h 715591"/>
                <a:gd name="connsiteX1" fmla="*/ 1053306 w 1053306"/>
                <a:gd name="connsiteY1" fmla="*/ 0 h 715591"/>
                <a:gd name="connsiteX2" fmla="*/ 916781 w 1053306"/>
                <a:gd name="connsiteY2" fmla="*/ 714375 h 715591"/>
                <a:gd name="connsiteX3" fmla="*/ 0 w 1053306"/>
                <a:gd name="connsiteY3" fmla="*/ 603250 h 715591"/>
                <a:gd name="connsiteX0" fmla="*/ 0 w 1053306"/>
                <a:gd name="connsiteY0" fmla="*/ 603250 h 715591"/>
                <a:gd name="connsiteX1" fmla="*/ 1053306 w 1053306"/>
                <a:gd name="connsiteY1" fmla="*/ 0 h 715591"/>
                <a:gd name="connsiteX2" fmla="*/ 916781 w 1053306"/>
                <a:gd name="connsiteY2" fmla="*/ 714375 h 715591"/>
                <a:gd name="connsiteX3" fmla="*/ 0 w 1053306"/>
                <a:gd name="connsiteY3" fmla="*/ 603250 h 715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3306" h="715591">
                  <a:moveTo>
                    <a:pt x="0" y="603250"/>
                  </a:moveTo>
                  <a:cubicBezTo>
                    <a:pt x="509058" y="491067"/>
                    <a:pt x="779198" y="239183"/>
                    <a:pt x="1053306" y="0"/>
                  </a:cubicBezTo>
                  <a:cubicBezTo>
                    <a:pt x="1029230" y="241565"/>
                    <a:pt x="1037695" y="260086"/>
                    <a:pt x="916781" y="714375"/>
                  </a:cubicBezTo>
                  <a:cubicBezTo>
                    <a:pt x="621506" y="720725"/>
                    <a:pt x="314325" y="704850"/>
                    <a:pt x="0" y="60325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C782A0F6-F919-E23F-9712-12385FBFDE90}"/>
                </a:ext>
              </a:extLst>
            </p:cNvPr>
            <p:cNvSpPr/>
            <p:nvPr/>
          </p:nvSpPr>
          <p:spPr>
            <a:xfrm>
              <a:off x="8145780" y="1417320"/>
              <a:ext cx="822960" cy="2971800"/>
            </a:xfrm>
            <a:custGeom>
              <a:avLst/>
              <a:gdLst>
                <a:gd name="connsiteX0" fmla="*/ 0 w 289560"/>
                <a:gd name="connsiteY0" fmla="*/ 0 h 304800"/>
                <a:gd name="connsiteX1" fmla="*/ 289560 w 289560"/>
                <a:gd name="connsiteY1" fmla="*/ 0 h 304800"/>
                <a:gd name="connsiteX2" fmla="*/ 289560 w 289560"/>
                <a:gd name="connsiteY2" fmla="*/ 304800 h 304800"/>
                <a:gd name="connsiteX3" fmla="*/ 0 w 289560"/>
                <a:gd name="connsiteY3" fmla="*/ 304800 h 304800"/>
                <a:gd name="connsiteX4" fmla="*/ 0 w 289560"/>
                <a:gd name="connsiteY4" fmla="*/ 0 h 304800"/>
                <a:gd name="connsiteX0" fmla="*/ 0 w 457200"/>
                <a:gd name="connsiteY0" fmla="*/ 0 h 502920"/>
                <a:gd name="connsiteX1" fmla="*/ 457200 w 457200"/>
                <a:gd name="connsiteY1" fmla="*/ 198120 h 502920"/>
                <a:gd name="connsiteX2" fmla="*/ 457200 w 457200"/>
                <a:gd name="connsiteY2" fmla="*/ 502920 h 502920"/>
                <a:gd name="connsiteX3" fmla="*/ 167640 w 457200"/>
                <a:gd name="connsiteY3" fmla="*/ 502920 h 502920"/>
                <a:gd name="connsiteX4" fmla="*/ 0 w 457200"/>
                <a:gd name="connsiteY4" fmla="*/ 0 h 502920"/>
                <a:gd name="connsiteX0" fmla="*/ 0 w 815340"/>
                <a:gd name="connsiteY0" fmla="*/ 0 h 929640"/>
                <a:gd name="connsiteX1" fmla="*/ 815340 w 815340"/>
                <a:gd name="connsiteY1" fmla="*/ 929640 h 929640"/>
                <a:gd name="connsiteX2" fmla="*/ 457200 w 815340"/>
                <a:gd name="connsiteY2" fmla="*/ 502920 h 929640"/>
                <a:gd name="connsiteX3" fmla="*/ 167640 w 815340"/>
                <a:gd name="connsiteY3" fmla="*/ 502920 h 929640"/>
                <a:gd name="connsiteX4" fmla="*/ 0 w 815340"/>
                <a:gd name="connsiteY4" fmla="*/ 0 h 929640"/>
                <a:gd name="connsiteX0" fmla="*/ 0 w 815340"/>
                <a:gd name="connsiteY0" fmla="*/ 0 h 929640"/>
                <a:gd name="connsiteX1" fmla="*/ 815340 w 815340"/>
                <a:gd name="connsiteY1" fmla="*/ 929640 h 929640"/>
                <a:gd name="connsiteX2" fmla="*/ 167640 w 815340"/>
                <a:gd name="connsiteY2" fmla="*/ 502920 h 929640"/>
                <a:gd name="connsiteX3" fmla="*/ 0 w 815340"/>
                <a:gd name="connsiteY3" fmla="*/ 0 h 9296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7620 w 822960"/>
                <a:gd name="connsiteY0" fmla="*/ 0 h 2865120"/>
                <a:gd name="connsiteX1" fmla="*/ 822960 w 822960"/>
                <a:gd name="connsiteY1" fmla="*/ 929640 h 2865120"/>
                <a:gd name="connsiteX2" fmla="*/ 0 w 822960"/>
                <a:gd name="connsiteY2" fmla="*/ 2865120 h 2865120"/>
                <a:gd name="connsiteX3" fmla="*/ 7620 w 822960"/>
                <a:gd name="connsiteY3" fmla="*/ 0 h 2865120"/>
                <a:gd name="connsiteX0" fmla="*/ 7620 w 822960"/>
                <a:gd name="connsiteY0" fmla="*/ 0 h 2865120"/>
                <a:gd name="connsiteX1" fmla="*/ 822960 w 822960"/>
                <a:gd name="connsiteY1" fmla="*/ 929640 h 2865120"/>
                <a:gd name="connsiteX2" fmla="*/ 0 w 822960"/>
                <a:gd name="connsiteY2" fmla="*/ 2865120 h 2865120"/>
                <a:gd name="connsiteX3" fmla="*/ 7620 w 822960"/>
                <a:gd name="connsiteY3" fmla="*/ 0 h 2865120"/>
                <a:gd name="connsiteX0" fmla="*/ 7620 w 822960"/>
                <a:gd name="connsiteY0" fmla="*/ 0 h 2865120"/>
                <a:gd name="connsiteX1" fmla="*/ 822960 w 822960"/>
                <a:gd name="connsiteY1" fmla="*/ 929640 h 2865120"/>
                <a:gd name="connsiteX2" fmla="*/ 0 w 822960"/>
                <a:gd name="connsiteY2" fmla="*/ 2865120 h 2865120"/>
                <a:gd name="connsiteX3" fmla="*/ 7620 w 822960"/>
                <a:gd name="connsiteY3" fmla="*/ 0 h 2865120"/>
                <a:gd name="connsiteX0" fmla="*/ 22860 w 822960"/>
                <a:gd name="connsiteY0" fmla="*/ 0 h 2956560"/>
                <a:gd name="connsiteX1" fmla="*/ 822960 w 822960"/>
                <a:gd name="connsiteY1" fmla="*/ 1021080 h 2956560"/>
                <a:gd name="connsiteX2" fmla="*/ 0 w 822960"/>
                <a:gd name="connsiteY2" fmla="*/ 2956560 h 2956560"/>
                <a:gd name="connsiteX3" fmla="*/ 22860 w 822960"/>
                <a:gd name="connsiteY3" fmla="*/ 0 h 2956560"/>
                <a:gd name="connsiteX0" fmla="*/ 22860 w 822960"/>
                <a:gd name="connsiteY0" fmla="*/ 0 h 2956560"/>
                <a:gd name="connsiteX1" fmla="*/ 822960 w 822960"/>
                <a:gd name="connsiteY1" fmla="*/ 1021080 h 2956560"/>
                <a:gd name="connsiteX2" fmla="*/ 0 w 822960"/>
                <a:gd name="connsiteY2" fmla="*/ 2956560 h 2956560"/>
                <a:gd name="connsiteX3" fmla="*/ 22860 w 822960"/>
                <a:gd name="connsiteY3" fmla="*/ 0 h 2956560"/>
                <a:gd name="connsiteX0" fmla="*/ 22860 w 822960"/>
                <a:gd name="connsiteY0" fmla="*/ 0 h 2956560"/>
                <a:gd name="connsiteX1" fmla="*/ 822960 w 822960"/>
                <a:gd name="connsiteY1" fmla="*/ 1021080 h 2956560"/>
                <a:gd name="connsiteX2" fmla="*/ 0 w 822960"/>
                <a:gd name="connsiteY2" fmla="*/ 2956560 h 2956560"/>
                <a:gd name="connsiteX3" fmla="*/ 22860 w 822960"/>
                <a:gd name="connsiteY3" fmla="*/ 0 h 2956560"/>
                <a:gd name="connsiteX0" fmla="*/ 30480 w 822960"/>
                <a:gd name="connsiteY0" fmla="*/ 0 h 2971800"/>
                <a:gd name="connsiteX1" fmla="*/ 822960 w 822960"/>
                <a:gd name="connsiteY1" fmla="*/ 1036320 h 2971800"/>
                <a:gd name="connsiteX2" fmla="*/ 0 w 822960"/>
                <a:gd name="connsiteY2" fmla="*/ 2971800 h 2971800"/>
                <a:gd name="connsiteX3" fmla="*/ 30480 w 822960"/>
                <a:gd name="connsiteY3" fmla="*/ 0 h 2971800"/>
                <a:gd name="connsiteX0" fmla="*/ 30480 w 822960"/>
                <a:gd name="connsiteY0" fmla="*/ 0 h 2971800"/>
                <a:gd name="connsiteX1" fmla="*/ 822960 w 822960"/>
                <a:gd name="connsiteY1" fmla="*/ 1036320 h 2971800"/>
                <a:gd name="connsiteX2" fmla="*/ 0 w 822960"/>
                <a:gd name="connsiteY2" fmla="*/ 2971800 h 2971800"/>
                <a:gd name="connsiteX3" fmla="*/ 30480 w 822960"/>
                <a:gd name="connsiteY3" fmla="*/ 0 h 297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2960" h="2971800">
                  <a:moveTo>
                    <a:pt x="30480" y="0"/>
                  </a:moveTo>
                  <a:cubicBezTo>
                    <a:pt x="309880" y="187960"/>
                    <a:pt x="657860" y="711200"/>
                    <a:pt x="822960" y="1036320"/>
                  </a:cubicBezTo>
                  <a:cubicBezTo>
                    <a:pt x="807720" y="1874520"/>
                    <a:pt x="502920" y="2400300"/>
                    <a:pt x="0" y="2971800"/>
                  </a:cubicBezTo>
                  <a:cubicBezTo>
                    <a:pt x="314960" y="2319020"/>
                    <a:pt x="683260" y="1216660"/>
                    <a:pt x="30480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71E4088-1D4E-25B4-01C3-031F41F98946}"/>
                </a:ext>
              </a:extLst>
            </p:cNvPr>
            <p:cNvGrpSpPr/>
            <p:nvPr/>
          </p:nvGrpSpPr>
          <p:grpSpPr>
            <a:xfrm>
              <a:off x="7935061" y="4160150"/>
              <a:ext cx="1240539" cy="672387"/>
              <a:chOff x="11149991" y="2633663"/>
              <a:chExt cx="1240539" cy="672387"/>
            </a:xfrm>
            <a:grpFill/>
          </p:grpSpPr>
          <p:sp>
            <p:nvSpPr>
              <p:cNvPr id="24" name="Rectangle 11">
                <a:extLst>
                  <a:ext uri="{FF2B5EF4-FFF2-40B4-BE49-F238E27FC236}">
                    <a16:creationId xmlns:a16="http://schemas.microsoft.com/office/drawing/2014/main" id="{CE2B7EF9-7F7B-CCAC-245F-71709FD52AB7}"/>
                  </a:ext>
                </a:extLst>
              </p:cNvPr>
              <p:cNvSpPr/>
              <p:nvPr/>
            </p:nvSpPr>
            <p:spPr>
              <a:xfrm>
                <a:off x="11149991" y="2633663"/>
                <a:ext cx="941718" cy="672387"/>
              </a:xfrm>
              <a:custGeom>
                <a:avLst/>
                <a:gdLst>
                  <a:gd name="connsiteX0" fmla="*/ 0 w 464101"/>
                  <a:gd name="connsiteY0" fmla="*/ 0 h 381000"/>
                  <a:gd name="connsiteX1" fmla="*/ 464101 w 464101"/>
                  <a:gd name="connsiteY1" fmla="*/ 0 h 381000"/>
                  <a:gd name="connsiteX2" fmla="*/ 464101 w 464101"/>
                  <a:gd name="connsiteY2" fmla="*/ 381000 h 381000"/>
                  <a:gd name="connsiteX3" fmla="*/ 0 w 464101"/>
                  <a:gd name="connsiteY3" fmla="*/ 381000 h 381000"/>
                  <a:gd name="connsiteX4" fmla="*/ 0 w 464101"/>
                  <a:gd name="connsiteY4" fmla="*/ 0 h 381000"/>
                  <a:gd name="connsiteX0" fmla="*/ 0 w 583164"/>
                  <a:gd name="connsiteY0" fmla="*/ 0 h 452438"/>
                  <a:gd name="connsiteX1" fmla="*/ 583164 w 583164"/>
                  <a:gd name="connsiteY1" fmla="*/ 71438 h 452438"/>
                  <a:gd name="connsiteX2" fmla="*/ 583164 w 583164"/>
                  <a:gd name="connsiteY2" fmla="*/ 452438 h 452438"/>
                  <a:gd name="connsiteX3" fmla="*/ 119063 w 583164"/>
                  <a:gd name="connsiteY3" fmla="*/ 452438 h 452438"/>
                  <a:gd name="connsiteX4" fmla="*/ 0 w 583164"/>
                  <a:gd name="connsiteY4" fmla="*/ 0 h 452438"/>
                  <a:gd name="connsiteX0" fmla="*/ 33058 w 616222"/>
                  <a:gd name="connsiteY0" fmla="*/ 0 h 452438"/>
                  <a:gd name="connsiteX1" fmla="*/ 616222 w 616222"/>
                  <a:gd name="connsiteY1" fmla="*/ 71438 h 452438"/>
                  <a:gd name="connsiteX2" fmla="*/ 616222 w 616222"/>
                  <a:gd name="connsiteY2" fmla="*/ 452438 h 452438"/>
                  <a:gd name="connsiteX3" fmla="*/ 152121 w 616222"/>
                  <a:gd name="connsiteY3" fmla="*/ 452438 h 452438"/>
                  <a:gd name="connsiteX4" fmla="*/ 0 w 616222"/>
                  <a:gd name="connsiteY4" fmla="*/ 114301 h 452438"/>
                  <a:gd name="connsiteX5" fmla="*/ 33058 w 616222"/>
                  <a:gd name="connsiteY5" fmla="*/ 0 h 452438"/>
                  <a:gd name="connsiteX0" fmla="*/ 55404 w 638568"/>
                  <a:gd name="connsiteY0" fmla="*/ 0 h 452438"/>
                  <a:gd name="connsiteX1" fmla="*/ 638568 w 638568"/>
                  <a:gd name="connsiteY1" fmla="*/ 71438 h 452438"/>
                  <a:gd name="connsiteX2" fmla="*/ 638568 w 638568"/>
                  <a:gd name="connsiteY2" fmla="*/ 452438 h 452438"/>
                  <a:gd name="connsiteX3" fmla="*/ 174467 w 638568"/>
                  <a:gd name="connsiteY3" fmla="*/ 452438 h 452438"/>
                  <a:gd name="connsiteX4" fmla="*/ 8058 w 638568"/>
                  <a:gd name="connsiteY4" fmla="*/ 285751 h 452438"/>
                  <a:gd name="connsiteX5" fmla="*/ 22346 w 638568"/>
                  <a:gd name="connsiteY5" fmla="*/ 114301 h 452438"/>
                  <a:gd name="connsiteX6" fmla="*/ 55404 w 638568"/>
                  <a:gd name="connsiteY6" fmla="*/ 0 h 452438"/>
                  <a:gd name="connsiteX0" fmla="*/ 58231 w 641395"/>
                  <a:gd name="connsiteY0" fmla="*/ 0 h 452438"/>
                  <a:gd name="connsiteX1" fmla="*/ 641395 w 641395"/>
                  <a:gd name="connsiteY1" fmla="*/ 71438 h 452438"/>
                  <a:gd name="connsiteX2" fmla="*/ 641395 w 641395"/>
                  <a:gd name="connsiteY2" fmla="*/ 452438 h 452438"/>
                  <a:gd name="connsiteX3" fmla="*/ 177294 w 641395"/>
                  <a:gd name="connsiteY3" fmla="*/ 452438 h 452438"/>
                  <a:gd name="connsiteX4" fmla="*/ 10885 w 641395"/>
                  <a:gd name="connsiteY4" fmla="*/ 419101 h 452438"/>
                  <a:gd name="connsiteX5" fmla="*/ 10885 w 641395"/>
                  <a:gd name="connsiteY5" fmla="*/ 285751 h 452438"/>
                  <a:gd name="connsiteX6" fmla="*/ 25173 w 641395"/>
                  <a:gd name="connsiteY6" fmla="*/ 114301 h 452438"/>
                  <a:gd name="connsiteX7" fmla="*/ 58231 w 641395"/>
                  <a:gd name="connsiteY7" fmla="*/ 0 h 452438"/>
                  <a:gd name="connsiteX0" fmla="*/ 58231 w 901194"/>
                  <a:gd name="connsiteY0" fmla="*/ 0 h 614363"/>
                  <a:gd name="connsiteX1" fmla="*/ 641395 w 901194"/>
                  <a:gd name="connsiteY1" fmla="*/ 71438 h 614363"/>
                  <a:gd name="connsiteX2" fmla="*/ 641395 w 901194"/>
                  <a:gd name="connsiteY2" fmla="*/ 452438 h 614363"/>
                  <a:gd name="connsiteX3" fmla="*/ 901194 w 901194"/>
                  <a:gd name="connsiteY3" fmla="*/ 614363 h 614363"/>
                  <a:gd name="connsiteX4" fmla="*/ 10885 w 901194"/>
                  <a:gd name="connsiteY4" fmla="*/ 419101 h 614363"/>
                  <a:gd name="connsiteX5" fmla="*/ 10885 w 901194"/>
                  <a:gd name="connsiteY5" fmla="*/ 285751 h 614363"/>
                  <a:gd name="connsiteX6" fmla="*/ 25173 w 901194"/>
                  <a:gd name="connsiteY6" fmla="*/ 114301 h 614363"/>
                  <a:gd name="connsiteX7" fmla="*/ 58231 w 901194"/>
                  <a:gd name="connsiteY7" fmla="*/ 0 h 614363"/>
                  <a:gd name="connsiteX0" fmla="*/ 58231 w 901194"/>
                  <a:gd name="connsiteY0" fmla="*/ 0 h 614363"/>
                  <a:gd name="connsiteX1" fmla="*/ 641395 w 901194"/>
                  <a:gd name="connsiteY1" fmla="*/ 71438 h 614363"/>
                  <a:gd name="connsiteX2" fmla="*/ 793795 w 901194"/>
                  <a:gd name="connsiteY2" fmla="*/ 481013 h 614363"/>
                  <a:gd name="connsiteX3" fmla="*/ 901194 w 901194"/>
                  <a:gd name="connsiteY3" fmla="*/ 614363 h 614363"/>
                  <a:gd name="connsiteX4" fmla="*/ 10885 w 901194"/>
                  <a:gd name="connsiteY4" fmla="*/ 419101 h 614363"/>
                  <a:gd name="connsiteX5" fmla="*/ 10885 w 901194"/>
                  <a:gd name="connsiteY5" fmla="*/ 285751 h 614363"/>
                  <a:gd name="connsiteX6" fmla="*/ 25173 w 901194"/>
                  <a:gd name="connsiteY6" fmla="*/ 114301 h 614363"/>
                  <a:gd name="connsiteX7" fmla="*/ 58231 w 901194"/>
                  <a:gd name="connsiteY7" fmla="*/ 0 h 614363"/>
                  <a:gd name="connsiteX0" fmla="*/ 58231 w 901194"/>
                  <a:gd name="connsiteY0" fmla="*/ 0 h 614363"/>
                  <a:gd name="connsiteX1" fmla="*/ 641395 w 901194"/>
                  <a:gd name="connsiteY1" fmla="*/ 71438 h 614363"/>
                  <a:gd name="connsiteX2" fmla="*/ 730023 w 901194"/>
                  <a:gd name="connsiteY2" fmla="*/ 257176 h 614363"/>
                  <a:gd name="connsiteX3" fmla="*/ 793795 w 901194"/>
                  <a:gd name="connsiteY3" fmla="*/ 481013 h 614363"/>
                  <a:gd name="connsiteX4" fmla="*/ 901194 w 901194"/>
                  <a:gd name="connsiteY4" fmla="*/ 614363 h 614363"/>
                  <a:gd name="connsiteX5" fmla="*/ 10885 w 901194"/>
                  <a:gd name="connsiteY5" fmla="*/ 419101 h 614363"/>
                  <a:gd name="connsiteX6" fmla="*/ 10885 w 901194"/>
                  <a:gd name="connsiteY6" fmla="*/ 285751 h 614363"/>
                  <a:gd name="connsiteX7" fmla="*/ 25173 w 901194"/>
                  <a:gd name="connsiteY7" fmla="*/ 114301 h 614363"/>
                  <a:gd name="connsiteX8" fmla="*/ 58231 w 901194"/>
                  <a:gd name="connsiteY8" fmla="*/ 0 h 614363"/>
                  <a:gd name="connsiteX0" fmla="*/ 58231 w 901194"/>
                  <a:gd name="connsiteY0" fmla="*/ 0 h 614363"/>
                  <a:gd name="connsiteX1" fmla="*/ 846182 w 901194"/>
                  <a:gd name="connsiteY1" fmla="*/ 80963 h 614363"/>
                  <a:gd name="connsiteX2" fmla="*/ 730023 w 901194"/>
                  <a:gd name="connsiteY2" fmla="*/ 257176 h 614363"/>
                  <a:gd name="connsiteX3" fmla="*/ 793795 w 901194"/>
                  <a:gd name="connsiteY3" fmla="*/ 481013 h 614363"/>
                  <a:gd name="connsiteX4" fmla="*/ 901194 w 901194"/>
                  <a:gd name="connsiteY4" fmla="*/ 614363 h 614363"/>
                  <a:gd name="connsiteX5" fmla="*/ 10885 w 901194"/>
                  <a:gd name="connsiteY5" fmla="*/ 419101 h 614363"/>
                  <a:gd name="connsiteX6" fmla="*/ 10885 w 901194"/>
                  <a:gd name="connsiteY6" fmla="*/ 285751 h 614363"/>
                  <a:gd name="connsiteX7" fmla="*/ 25173 w 901194"/>
                  <a:gd name="connsiteY7" fmla="*/ 114301 h 614363"/>
                  <a:gd name="connsiteX8" fmla="*/ 58231 w 901194"/>
                  <a:gd name="connsiteY8" fmla="*/ 0 h 614363"/>
                  <a:gd name="connsiteX0" fmla="*/ 58231 w 901194"/>
                  <a:gd name="connsiteY0" fmla="*/ 38143 h 652506"/>
                  <a:gd name="connsiteX1" fmla="*/ 234723 w 901194"/>
                  <a:gd name="connsiteY1" fmla="*/ 44 h 652506"/>
                  <a:gd name="connsiteX2" fmla="*/ 846182 w 901194"/>
                  <a:gd name="connsiteY2" fmla="*/ 119106 h 652506"/>
                  <a:gd name="connsiteX3" fmla="*/ 730023 w 901194"/>
                  <a:gd name="connsiteY3" fmla="*/ 295319 h 652506"/>
                  <a:gd name="connsiteX4" fmla="*/ 793795 w 901194"/>
                  <a:gd name="connsiteY4" fmla="*/ 519156 h 652506"/>
                  <a:gd name="connsiteX5" fmla="*/ 901194 w 901194"/>
                  <a:gd name="connsiteY5" fmla="*/ 652506 h 652506"/>
                  <a:gd name="connsiteX6" fmla="*/ 10885 w 901194"/>
                  <a:gd name="connsiteY6" fmla="*/ 457244 h 652506"/>
                  <a:gd name="connsiteX7" fmla="*/ 10885 w 901194"/>
                  <a:gd name="connsiteY7" fmla="*/ 323894 h 652506"/>
                  <a:gd name="connsiteX8" fmla="*/ 25173 w 901194"/>
                  <a:gd name="connsiteY8" fmla="*/ 152444 h 652506"/>
                  <a:gd name="connsiteX9" fmla="*/ 58231 w 901194"/>
                  <a:gd name="connsiteY9" fmla="*/ 38143 h 652506"/>
                  <a:gd name="connsiteX0" fmla="*/ 58231 w 901194"/>
                  <a:gd name="connsiteY0" fmla="*/ 38143 h 672431"/>
                  <a:gd name="connsiteX1" fmla="*/ 234723 w 901194"/>
                  <a:gd name="connsiteY1" fmla="*/ 44 h 672431"/>
                  <a:gd name="connsiteX2" fmla="*/ 846182 w 901194"/>
                  <a:gd name="connsiteY2" fmla="*/ 119106 h 672431"/>
                  <a:gd name="connsiteX3" fmla="*/ 730023 w 901194"/>
                  <a:gd name="connsiteY3" fmla="*/ 295319 h 672431"/>
                  <a:gd name="connsiteX4" fmla="*/ 793795 w 901194"/>
                  <a:gd name="connsiteY4" fmla="*/ 519156 h 672431"/>
                  <a:gd name="connsiteX5" fmla="*/ 901194 w 901194"/>
                  <a:gd name="connsiteY5" fmla="*/ 652506 h 672431"/>
                  <a:gd name="connsiteX6" fmla="*/ 10885 w 901194"/>
                  <a:gd name="connsiteY6" fmla="*/ 457244 h 672431"/>
                  <a:gd name="connsiteX7" fmla="*/ 10885 w 901194"/>
                  <a:gd name="connsiteY7" fmla="*/ 323894 h 672431"/>
                  <a:gd name="connsiteX8" fmla="*/ 25173 w 901194"/>
                  <a:gd name="connsiteY8" fmla="*/ 152444 h 672431"/>
                  <a:gd name="connsiteX9" fmla="*/ 58231 w 901194"/>
                  <a:gd name="connsiteY9" fmla="*/ 38143 h 672431"/>
                  <a:gd name="connsiteX0" fmla="*/ 58231 w 901194"/>
                  <a:gd name="connsiteY0" fmla="*/ 38143 h 672431"/>
                  <a:gd name="connsiteX1" fmla="*/ 234723 w 901194"/>
                  <a:gd name="connsiteY1" fmla="*/ 44 h 672431"/>
                  <a:gd name="connsiteX2" fmla="*/ 846182 w 901194"/>
                  <a:gd name="connsiteY2" fmla="*/ 119106 h 672431"/>
                  <a:gd name="connsiteX3" fmla="*/ 730023 w 901194"/>
                  <a:gd name="connsiteY3" fmla="*/ 295319 h 672431"/>
                  <a:gd name="connsiteX4" fmla="*/ 793795 w 901194"/>
                  <a:gd name="connsiteY4" fmla="*/ 519156 h 672431"/>
                  <a:gd name="connsiteX5" fmla="*/ 901194 w 901194"/>
                  <a:gd name="connsiteY5" fmla="*/ 652506 h 672431"/>
                  <a:gd name="connsiteX6" fmla="*/ 10885 w 901194"/>
                  <a:gd name="connsiteY6" fmla="*/ 457244 h 672431"/>
                  <a:gd name="connsiteX7" fmla="*/ 10885 w 901194"/>
                  <a:gd name="connsiteY7" fmla="*/ 323894 h 672431"/>
                  <a:gd name="connsiteX8" fmla="*/ 25173 w 901194"/>
                  <a:gd name="connsiteY8" fmla="*/ 152444 h 672431"/>
                  <a:gd name="connsiteX9" fmla="*/ 58231 w 901194"/>
                  <a:gd name="connsiteY9" fmla="*/ 38143 h 672431"/>
                  <a:gd name="connsiteX0" fmla="*/ 58231 w 901194"/>
                  <a:gd name="connsiteY0" fmla="*/ 38143 h 672431"/>
                  <a:gd name="connsiteX1" fmla="*/ 234723 w 901194"/>
                  <a:gd name="connsiteY1" fmla="*/ 44 h 672431"/>
                  <a:gd name="connsiteX2" fmla="*/ 846182 w 901194"/>
                  <a:gd name="connsiteY2" fmla="*/ 119106 h 672431"/>
                  <a:gd name="connsiteX3" fmla="*/ 730023 w 901194"/>
                  <a:gd name="connsiteY3" fmla="*/ 295319 h 672431"/>
                  <a:gd name="connsiteX4" fmla="*/ 793795 w 901194"/>
                  <a:gd name="connsiteY4" fmla="*/ 519156 h 672431"/>
                  <a:gd name="connsiteX5" fmla="*/ 901194 w 901194"/>
                  <a:gd name="connsiteY5" fmla="*/ 652506 h 672431"/>
                  <a:gd name="connsiteX6" fmla="*/ 10885 w 901194"/>
                  <a:gd name="connsiteY6" fmla="*/ 457244 h 672431"/>
                  <a:gd name="connsiteX7" fmla="*/ 10885 w 901194"/>
                  <a:gd name="connsiteY7" fmla="*/ 323894 h 672431"/>
                  <a:gd name="connsiteX8" fmla="*/ 25173 w 901194"/>
                  <a:gd name="connsiteY8" fmla="*/ 152444 h 672431"/>
                  <a:gd name="connsiteX9" fmla="*/ 58231 w 901194"/>
                  <a:gd name="connsiteY9" fmla="*/ 38143 h 672431"/>
                  <a:gd name="connsiteX0" fmla="*/ 98755 w 941718"/>
                  <a:gd name="connsiteY0" fmla="*/ 38143 h 672431"/>
                  <a:gd name="connsiteX1" fmla="*/ 275247 w 941718"/>
                  <a:gd name="connsiteY1" fmla="*/ 44 h 672431"/>
                  <a:gd name="connsiteX2" fmla="*/ 886706 w 941718"/>
                  <a:gd name="connsiteY2" fmla="*/ 119106 h 672431"/>
                  <a:gd name="connsiteX3" fmla="*/ 770547 w 941718"/>
                  <a:gd name="connsiteY3" fmla="*/ 295319 h 672431"/>
                  <a:gd name="connsiteX4" fmla="*/ 834319 w 941718"/>
                  <a:gd name="connsiteY4" fmla="*/ 519156 h 672431"/>
                  <a:gd name="connsiteX5" fmla="*/ 941718 w 941718"/>
                  <a:gd name="connsiteY5" fmla="*/ 652506 h 672431"/>
                  <a:gd name="connsiteX6" fmla="*/ 51409 w 941718"/>
                  <a:gd name="connsiteY6" fmla="*/ 457244 h 672431"/>
                  <a:gd name="connsiteX7" fmla="*/ 51409 w 941718"/>
                  <a:gd name="connsiteY7" fmla="*/ 323894 h 672431"/>
                  <a:gd name="connsiteX8" fmla="*/ 65697 w 941718"/>
                  <a:gd name="connsiteY8" fmla="*/ 152444 h 672431"/>
                  <a:gd name="connsiteX9" fmla="*/ 98755 w 941718"/>
                  <a:gd name="connsiteY9" fmla="*/ 38143 h 672431"/>
                  <a:gd name="connsiteX0" fmla="*/ 98755 w 941718"/>
                  <a:gd name="connsiteY0" fmla="*/ 38099 h 672387"/>
                  <a:gd name="connsiteX1" fmla="*/ 275247 w 941718"/>
                  <a:gd name="connsiteY1" fmla="*/ 0 h 672387"/>
                  <a:gd name="connsiteX2" fmla="*/ 886706 w 941718"/>
                  <a:gd name="connsiteY2" fmla="*/ 119062 h 672387"/>
                  <a:gd name="connsiteX3" fmla="*/ 770547 w 941718"/>
                  <a:gd name="connsiteY3" fmla="*/ 295275 h 672387"/>
                  <a:gd name="connsiteX4" fmla="*/ 834319 w 941718"/>
                  <a:gd name="connsiteY4" fmla="*/ 519112 h 672387"/>
                  <a:gd name="connsiteX5" fmla="*/ 941718 w 941718"/>
                  <a:gd name="connsiteY5" fmla="*/ 652462 h 672387"/>
                  <a:gd name="connsiteX6" fmla="*/ 51409 w 941718"/>
                  <a:gd name="connsiteY6" fmla="*/ 457200 h 672387"/>
                  <a:gd name="connsiteX7" fmla="*/ 51409 w 941718"/>
                  <a:gd name="connsiteY7" fmla="*/ 323850 h 672387"/>
                  <a:gd name="connsiteX8" fmla="*/ 65697 w 941718"/>
                  <a:gd name="connsiteY8" fmla="*/ 152400 h 672387"/>
                  <a:gd name="connsiteX9" fmla="*/ 98755 w 941718"/>
                  <a:gd name="connsiteY9" fmla="*/ 38099 h 672387"/>
                  <a:gd name="connsiteX0" fmla="*/ 98755 w 941718"/>
                  <a:gd name="connsiteY0" fmla="*/ 38099 h 672387"/>
                  <a:gd name="connsiteX1" fmla="*/ 275247 w 941718"/>
                  <a:gd name="connsiteY1" fmla="*/ 0 h 672387"/>
                  <a:gd name="connsiteX2" fmla="*/ 886706 w 941718"/>
                  <a:gd name="connsiteY2" fmla="*/ 119062 h 672387"/>
                  <a:gd name="connsiteX3" fmla="*/ 770547 w 941718"/>
                  <a:gd name="connsiteY3" fmla="*/ 295275 h 672387"/>
                  <a:gd name="connsiteX4" fmla="*/ 834319 w 941718"/>
                  <a:gd name="connsiteY4" fmla="*/ 519112 h 672387"/>
                  <a:gd name="connsiteX5" fmla="*/ 941718 w 941718"/>
                  <a:gd name="connsiteY5" fmla="*/ 652462 h 672387"/>
                  <a:gd name="connsiteX6" fmla="*/ 51409 w 941718"/>
                  <a:gd name="connsiteY6" fmla="*/ 457200 h 672387"/>
                  <a:gd name="connsiteX7" fmla="*/ 51409 w 941718"/>
                  <a:gd name="connsiteY7" fmla="*/ 323850 h 672387"/>
                  <a:gd name="connsiteX8" fmla="*/ 65697 w 941718"/>
                  <a:gd name="connsiteY8" fmla="*/ 152400 h 672387"/>
                  <a:gd name="connsiteX9" fmla="*/ 98755 w 941718"/>
                  <a:gd name="connsiteY9" fmla="*/ 38099 h 672387"/>
                  <a:gd name="connsiteX0" fmla="*/ 98755 w 941718"/>
                  <a:gd name="connsiteY0" fmla="*/ 38099 h 672387"/>
                  <a:gd name="connsiteX1" fmla="*/ 275247 w 941718"/>
                  <a:gd name="connsiteY1" fmla="*/ 0 h 672387"/>
                  <a:gd name="connsiteX2" fmla="*/ 886706 w 941718"/>
                  <a:gd name="connsiteY2" fmla="*/ 119062 h 672387"/>
                  <a:gd name="connsiteX3" fmla="*/ 770547 w 941718"/>
                  <a:gd name="connsiteY3" fmla="*/ 295275 h 672387"/>
                  <a:gd name="connsiteX4" fmla="*/ 834319 w 941718"/>
                  <a:gd name="connsiteY4" fmla="*/ 519112 h 672387"/>
                  <a:gd name="connsiteX5" fmla="*/ 941718 w 941718"/>
                  <a:gd name="connsiteY5" fmla="*/ 652462 h 672387"/>
                  <a:gd name="connsiteX6" fmla="*/ 51409 w 941718"/>
                  <a:gd name="connsiteY6" fmla="*/ 457200 h 672387"/>
                  <a:gd name="connsiteX7" fmla="*/ 51409 w 941718"/>
                  <a:gd name="connsiteY7" fmla="*/ 323850 h 672387"/>
                  <a:gd name="connsiteX8" fmla="*/ 65697 w 941718"/>
                  <a:gd name="connsiteY8" fmla="*/ 152400 h 672387"/>
                  <a:gd name="connsiteX9" fmla="*/ 98755 w 941718"/>
                  <a:gd name="connsiteY9" fmla="*/ 38099 h 672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41718" h="672387">
                    <a:moveTo>
                      <a:pt x="98755" y="38099"/>
                    </a:moveTo>
                    <a:cubicBezTo>
                      <a:pt x="141711" y="39687"/>
                      <a:pt x="222766" y="79374"/>
                      <a:pt x="275247" y="0"/>
                    </a:cubicBezTo>
                    <a:lnTo>
                      <a:pt x="886706" y="119062"/>
                    </a:lnTo>
                    <a:cubicBezTo>
                      <a:pt x="905136" y="180975"/>
                      <a:pt x="823555" y="276224"/>
                      <a:pt x="770547" y="295275"/>
                    </a:cubicBezTo>
                    <a:lnTo>
                      <a:pt x="834319" y="519112"/>
                    </a:lnTo>
                    <a:cubicBezTo>
                      <a:pt x="870119" y="563562"/>
                      <a:pt x="891630" y="460375"/>
                      <a:pt x="941718" y="652462"/>
                    </a:cubicBezTo>
                    <a:cubicBezTo>
                      <a:pt x="536596" y="745331"/>
                      <a:pt x="79144" y="484981"/>
                      <a:pt x="51409" y="457200"/>
                    </a:cubicBezTo>
                    <a:cubicBezTo>
                      <a:pt x="23674" y="429419"/>
                      <a:pt x="58553" y="368300"/>
                      <a:pt x="51409" y="323850"/>
                    </a:cubicBezTo>
                    <a:cubicBezTo>
                      <a:pt x="44265" y="279400"/>
                      <a:pt x="-69194" y="164306"/>
                      <a:pt x="65697" y="152400"/>
                    </a:cubicBezTo>
                    <a:lnTo>
                      <a:pt x="98755" y="38099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Star: 7 Points 24">
                <a:extLst>
                  <a:ext uri="{FF2B5EF4-FFF2-40B4-BE49-F238E27FC236}">
                    <a16:creationId xmlns:a16="http://schemas.microsoft.com/office/drawing/2014/main" id="{E19E6DA8-3D10-5FE0-54C7-0A460CAAA5BD}"/>
                  </a:ext>
                </a:extLst>
              </p:cNvPr>
              <p:cNvSpPr/>
              <p:nvPr/>
            </p:nvSpPr>
            <p:spPr>
              <a:xfrm>
                <a:off x="11896182" y="2673968"/>
                <a:ext cx="494348" cy="632082"/>
              </a:xfrm>
              <a:prstGeom prst="star7">
                <a:avLst>
                  <a:gd name="adj" fmla="val 48261"/>
                  <a:gd name="hf" fmla="val 102572"/>
                  <a:gd name="vf" fmla="val 10521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C95725E-B908-D917-ED3D-32CDCBF69F05}"/>
              </a:ext>
            </a:extLst>
          </p:cNvPr>
          <p:cNvGrpSpPr/>
          <p:nvPr/>
        </p:nvGrpSpPr>
        <p:grpSpPr>
          <a:xfrm>
            <a:off x="7624158" y="1772631"/>
            <a:ext cx="4910239" cy="4297667"/>
            <a:chOff x="2679137" y="516730"/>
            <a:chExt cx="6579160" cy="5758383"/>
          </a:xfrm>
        </p:grpSpPr>
        <p:sp>
          <p:nvSpPr>
            <p:cNvPr id="27" name="Oval 3">
              <a:extLst>
                <a:ext uri="{FF2B5EF4-FFF2-40B4-BE49-F238E27FC236}">
                  <a16:creationId xmlns:a16="http://schemas.microsoft.com/office/drawing/2014/main" id="{44465452-39FB-8F31-BD1D-65683C01D9F5}"/>
                </a:ext>
              </a:extLst>
            </p:cNvPr>
            <p:cNvSpPr/>
            <p:nvPr/>
          </p:nvSpPr>
          <p:spPr>
            <a:xfrm>
              <a:off x="2679137" y="516730"/>
              <a:ext cx="6579160" cy="5758383"/>
            </a:xfrm>
            <a:custGeom>
              <a:avLst/>
              <a:gdLst>
                <a:gd name="connsiteX0" fmla="*/ 0 w 6578600"/>
                <a:gd name="connsiteY0" fmla="*/ 2774950 h 5549900"/>
                <a:gd name="connsiteX1" fmla="*/ 3289300 w 6578600"/>
                <a:gd name="connsiteY1" fmla="*/ 0 h 5549900"/>
                <a:gd name="connsiteX2" fmla="*/ 6578600 w 6578600"/>
                <a:gd name="connsiteY2" fmla="*/ 2774950 h 5549900"/>
                <a:gd name="connsiteX3" fmla="*/ 3289300 w 6578600"/>
                <a:gd name="connsiteY3" fmla="*/ 5549900 h 5549900"/>
                <a:gd name="connsiteX4" fmla="*/ 0 w 6578600"/>
                <a:gd name="connsiteY4" fmla="*/ 2774950 h 5549900"/>
                <a:gd name="connsiteX0" fmla="*/ 242 w 6578842"/>
                <a:gd name="connsiteY0" fmla="*/ 2927350 h 5702300"/>
                <a:gd name="connsiteX1" fmla="*/ 3162542 w 6578842"/>
                <a:gd name="connsiteY1" fmla="*/ 0 h 5702300"/>
                <a:gd name="connsiteX2" fmla="*/ 6578842 w 6578842"/>
                <a:gd name="connsiteY2" fmla="*/ 2927350 h 5702300"/>
                <a:gd name="connsiteX3" fmla="*/ 3289542 w 6578842"/>
                <a:gd name="connsiteY3" fmla="*/ 5702300 h 5702300"/>
                <a:gd name="connsiteX4" fmla="*/ 242 w 6578842"/>
                <a:gd name="connsiteY4" fmla="*/ 2927350 h 5702300"/>
                <a:gd name="connsiteX0" fmla="*/ 10 w 6578610"/>
                <a:gd name="connsiteY0" fmla="*/ 2927350 h 5702300"/>
                <a:gd name="connsiteX1" fmla="*/ 3162310 w 6578610"/>
                <a:gd name="connsiteY1" fmla="*/ 0 h 5702300"/>
                <a:gd name="connsiteX2" fmla="*/ 6578610 w 6578610"/>
                <a:gd name="connsiteY2" fmla="*/ 2927350 h 5702300"/>
                <a:gd name="connsiteX3" fmla="*/ 3289310 w 6578610"/>
                <a:gd name="connsiteY3" fmla="*/ 5702300 h 5702300"/>
                <a:gd name="connsiteX4" fmla="*/ 10 w 6578610"/>
                <a:gd name="connsiteY4" fmla="*/ 2927350 h 5702300"/>
                <a:gd name="connsiteX0" fmla="*/ 12045 w 6590645"/>
                <a:gd name="connsiteY0" fmla="*/ 2927350 h 5702300"/>
                <a:gd name="connsiteX1" fmla="*/ 3174345 w 6590645"/>
                <a:gd name="connsiteY1" fmla="*/ 0 h 5702300"/>
                <a:gd name="connsiteX2" fmla="*/ 6590645 w 6590645"/>
                <a:gd name="connsiteY2" fmla="*/ 2927350 h 5702300"/>
                <a:gd name="connsiteX3" fmla="*/ 3301345 w 6590645"/>
                <a:gd name="connsiteY3" fmla="*/ 5702300 h 5702300"/>
                <a:gd name="connsiteX4" fmla="*/ 12045 w 6590645"/>
                <a:gd name="connsiteY4" fmla="*/ 2927350 h 5702300"/>
                <a:gd name="connsiteX0" fmla="*/ 487121 w 3776421"/>
                <a:gd name="connsiteY0" fmla="*/ 5774327 h 5858354"/>
                <a:gd name="connsiteX1" fmla="*/ 360121 w 3776421"/>
                <a:gd name="connsiteY1" fmla="*/ 72027 h 5858354"/>
                <a:gd name="connsiteX2" fmla="*/ 3776421 w 3776421"/>
                <a:gd name="connsiteY2" fmla="*/ 2999377 h 5858354"/>
                <a:gd name="connsiteX3" fmla="*/ 487121 w 3776421"/>
                <a:gd name="connsiteY3" fmla="*/ 5774327 h 5858354"/>
                <a:gd name="connsiteX0" fmla="*/ 384829 w 3674129"/>
                <a:gd name="connsiteY0" fmla="*/ 5772718 h 6292242"/>
                <a:gd name="connsiteX1" fmla="*/ 257830 w 3674129"/>
                <a:gd name="connsiteY1" fmla="*/ 5734618 h 6292242"/>
                <a:gd name="connsiteX2" fmla="*/ 257829 w 3674129"/>
                <a:gd name="connsiteY2" fmla="*/ 70418 h 6292242"/>
                <a:gd name="connsiteX3" fmla="*/ 3674129 w 3674129"/>
                <a:gd name="connsiteY3" fmla="*/ 2997768 h 6292242"/>
                <a:gd name="connsiteX4" fmla="*/ 384829 w 3674129"/>
                <a:gd name="connsiteY4" fmla="*/ 5772718 h 6292242"/>
                <a:gd name="connsiteX0" fmla="*/ 3843336 w 3843336"/>
                <a:gd name="connsiteY0" fmla="*/ 2983607 h 5788066"/>
                <a:gd name="connsiteX1" fmla="*/ 427037 w 3843336"/>
                <a:gd name="connsiteY1" fmla="*/ 5720457 h 5788066"/>
                <a:gd name="connsiteX2" fmla="*/ 427036 w 3843336"/>
                <a:gd name="connsiteY2" fmla="*/ 56257 h 5788066"/>
                <a:gd name="connsiteX3" fmla="*/ 3843336 w 3843336"/>
                <a:gd name="connsiteY3" fmla="*/ 2983607 h 5788066"/>
                <a:gd name="connsiteX0" fmla="*/ 5743144 w 5743144"/>
                <a:gd name="connsiteY0" fmla="*/ 2983607 h 5788066"/>
                <a:gd name="connsiteX1" fmla="*/ 2326845 w 5743144"/>
                <a:gd name="connsiteY1" fmla="*/ 5720457 h 5788066"/>
                <a:gd name="connsiteX2" fmla="*/ 2326844 w 5743144"/>
                <a:gd name="connsiteY2" fmla="*/ 56257 h 5788066"/>
                <a:gd name="connsiteX3" fmla="*/ 5743144 w 5743144"/>
                <a:gd name="connsiteY3" fmla="*/ 2983607 h 5788066"/>
                <a:gd name="connsiteX0" fmla="*/ 5743144 w 5743144"/>
                <a:gd name="connsiteY0" fmla="*/ 2984956 h 5826567"/>
                <a:gd name="connsiteX1" fmla="*/ 2326845 w 5743144"/>
                <a:gd name="connsiteY1" fmla="*/ 5759906 h 5826567"/>
                <a:gd name="connsiteX2" fmla="*/ 2326844 w 5743144"/>
                <a:gd name="connsiteY2" fmla="*/ 57606 h 5826567"/>
                <a:gd name="connsiteX3" fmla="*/ 5743144 w 5743144"/>
                <a:gd name="connsiteY3" fmla="*/ 2984956 h 5826567"/>
                <a:gd name="connsiteX0" fmla="*/ 6317706 w 6317706"/>
                <a:gd name="connsiteY0" fmla="*/ 2984956 h 5826567"/>
                <a:gd name="connsiteX1" fmla="*/ 2901407 w 6317706"/>
                <a:gd name="connsiteY1" fmla="*/ 5759906 h 5826567"/>
                <a:gd name="connsiteX2" fmla="*/ 2901406 w 6317706"/>
                <a:gd name="connsiteY2" fmla="*/ 57606 h 5826567"/>
                <a:gd name="connsiteX3" fmla="*/ 6317706 w 6317706"/>
                <a:gd name="connsiteY3" fmla="*/ 2984956 h 5826567"/>
                <a:gd name="connsiteX0" fmla="*/ 6533541 w 6533541"/>
                <a:gd name="connsiteY0" fmla="*/ 2941248 h 5782859"/>
                <a:gd name="connsiteX1" fmla="*/ 3117242 w 6533541"/>
                <a:gd name="connsiteY1" fmla="*/ 5716198 h 5782859"/>
                <a:gd name="connsiteX2" fmla="*/ 3117241 w 6533541"/>
                <a:gd name="connsiteY2" fmla="*/ 13898 h 5782859"/>
                <a:gd name="connsiteX3" fmla="*/ 6533541 w 6533541"/>
                <a:gd name="connsiteY3" fmla="*/ 2941248 h 5782859"/>
                <a:gd name="connsiteX0" fmla="*/ 6193850 w 6194128"/>
                <a:gd name="connsiteY0" fmla="*/ 3482465 h 6324076"/>
                <a:gd name="connsiteX1" fmla="*/ 2777551 w 6194128"/>
                <a:gd name="connsiteY1" fmla="*/ 6257415 h 6324076"/>
                <a:gd name="connsiteX2" fmla="*/ 2777550 w 6194128"/>
                <a:gd name="connsiteY2" fmla="*/ 555115 h 6324076"/>
                <a:gd name="connsiteX3" fmla="*/ 2968052 w 6194128"/>
                <a:gd name="connsiteY3" fmla="*/ 549747 h 6324076"/>
                <a:gd name="connsiteX4" fmla="*/ 6193850 w 6194128"/>
                <a:gd name="connsiteY4" fmla="*/ 3482465 h 6324076"/>
                <a:gd name="connsiteX0" fmla="*/ 3746374 w 3746652"/>
                <a:gd name="connsiteY0" fmla="*/ 2932718 h 5774329"/>
                <a:gd name="connsiteX1" fmla="*/ 330075 w 3746652"/>
                <a:gd name="connsiteY1" fmla="*/ 5707668 h 5774329"/>
                <a:gd name="connsiteX2" fmla="*/ 520576 w 3746652"/>
                <a:gd name="connsiteY2" fmla="*/ 0 h 5774329"/>
                <a:gd name="connsiteX3" fmla="*/ 3746374 w 3746652"/>
                <a:gd name="connsiteY3" fmla="*/ 2932718 h 5774329"/>
                <a:gd name="connsiteX0" fmla="*/ 6145646 w 6145924"/>
                <a:gd name="connsiteY0" fmla="*/ 2932718 h 5774329"/>
                <a:gd name="connsiteX1" fmla="*/ 2729347 w 6145924"/>
                <a:gd name="connsiteY1" fmla="*/ 5707668 h 5774329"/>
                <a:gd name="connsiteX2" fmla="*/ 2919848 w 6145924"/>
                <a:gd name="connsiteY2" fmla="*/ 0 h 5774329"/>
                <a:gd name="connsiteX3" fmla="*/ 6145646 w 6145924"/>
                <a:gd name="connsiteY3" fmla="*/ 2932718 h 5774329"/>
                <a:gd name="connsiteX0" fmla="*/ 6679549 w 6679827"/>
                <a:gd name="connsiteY0" fmla="*/ 2932718 h 5774329"/>
                <a:gd name="connsiteX1" fmla="*/ 3263250 w 6679827"/>
                <a:gd name="connsiteY1" fmla="*/ 5707668 h 5774329"/>
                <a:gd name="connsiteX2" fmla="*/ 3453751 w 6679827"/>
                <a:gd name="connsiteY2" fmla="*/ 0 h 5774329"/>
                <a:gd name="connsiteX3" fmla="*/ 6679549 w 6679827"/>
                <a:gd name="connsiteY3" fmla="*/ 2932718 h 5774329"/>
                <a:gd name="connsiteX0" fmla="*/ 6679549 w 6679549"/>
                <a:gd name="connsiteY0" fmla="*/ 2932718 h 5774329"/>
                <a:gd name="connsiteX1" fmla="*/ 3263250 w 6679549"/>
                <a:gd name="connsiteY1" fmla="*/ 5707668 h 5774329"/>
                <a:gd name="connsiteX2" fmla="*/ 3453751 w 6679549"/>
                <a:gd name="connsiteY2" fmla="*/ 0 h 5774329"/>
                <a:gd name="connsiteX3" fmla="*/ 6679549 w 6679549"/>
                <a:gd name="connsiteY3" fmla="*/ 2932718 h 5774329"/>
                <a:gd name="connsiteX0" fmla="*/ 6679549 w 6683498"/>
                <a:gd name="connsiteY0" fmla="*/ 2932718 h 5850884"/>
                <a:gd name="connsiteX1" fmla="*/ 3263250 w 6683498"/>
                <a:gd name="connsiteY1" fmla="*/ 5707668 h 5850884"/>
                <a:gd name="connsiteX2" fmla="*/ 3453751 w 6683498"/>
                <a:gd name="connsiteY2" fmla="*/ 0 h 5850884"/>
                <a:gd name="connsiteX3" fmla="*/ 6679549 w 6683498"/>
                <a:gd name="connsiteY3" fmla="*/ 2932718 h 5850884"/>
                <a:gd name="connsiteX0" fmla="*/ 6679549 w 6683226"/>
                <a:gd name="connsiteY0" fmla="*/ 2932718 h 5760855"/>
                <a:gd name="connsiteX1" fmla="*/ 3263250 w 6683226"/>
                <a:gd name="connsiteY1" fmla="*/ 5707668 h 5760855"/>
                <a:gd name="connsiteX2" fmla="*/ 3453751 w 6683226"/>
                <a:gd name="connsiteY2" fmla="*/ 0 h 5760855"/>
                <a:gd name="connsiteX3" fmla="*/ 6679549 w 6683226"/>
                <a:gd name="connsiteY3" fmla="*/ 2932718 h 5760855"/>
                <a:gd name="connsiteX0" fmla="*/ 6679549 w 6683482"/>
                <a:gd name="connsiteY0" fmla="*/ 2932718 h 5760855"/>
                <a:gd name="connsiteX1" fmla="*/ 3263250 w 6683482"/>
                <a:gd name="connsiteY1" fmla="*/ 5707668 h 5760855"/>
                <a:gd name="connsiteX2" fmla="*/ 3453751 w 6683482"/>
                <a:gd name="connsiteY2" fmla="*/ 0 h 5760855"/>
                <a:gd name="connsiteX3" fmla="*/ 6679549 w 6683482"/>
                <a:gd name="connsiteY3" fmla="*/ 2932718 h 5760855"/>
                <a:gd name="connsiteX0" fmla="*/ 6679549 w 6679549"/>
                <a:gd name="connsiteY0" fmla="*/ 2932718 h 5760855"/>
                <a:gd name="connsiteX1" fmla="*/ 3263250 w 6679549"/>
                <a:gd name="connsiteY1" fmla="*/ 5707668 h 5760855"/>
                <a:gd name="connsiteX2" fmla="*/ 3453751 w 6679549"/>
                <a:gd name="connsiteY2" fmla="*/ 0 h 5760855"/>
                <a:gd name="connsiteX3" fmla="*/ 6679549 w 6679549"/>
                <a:gd name="connsiteY3" fmla="*/ 2932718 h 5760855"/>
                <a:gd name="connsiteX0" fmla="*/ 6781688 w 6781688"/>
                <a:gd name="connsiteY0" fmla="*/ 2932718 h 5719899"/>
                <a:gd name="connsiteX1" fmla="*/ 3365389 w 6781688"/>
                <a:gd name="connsiteY1" fmla="*/ 5707668 h 5719899"/>
                <a:gd name="connsiteX2" fmla="*/ 3555890 w 6781688"/>
                <a:gd name="connsiteY2" fmla="*/ 0 h 5719899"/>
                <a:gd name="connsiteX3" fmla="*/ 6781688 w 6781688"/>
                <a:gd name="connsiteY3" fmla="*/ 2932718 h 5719899"/>
                <a:gd name="connsiteX0" fmla="*/ 6781688 w 6781688"/>
                <a:gd name="connsiteY0" fmla="*/ 2932718 h 5719899"/>
                <a:gd name="connsiteX1" fmla="*/ 3365389 w 6781688"/>
                <a:gd name="connsiteY1" fmla="*/ 5707668 h 5719899"/>
                <a:gd name="connsiteX2" fmla="*/ 3555890 w 6781688"/>
                <a:gd name="connsiteY2" fmla="*/ 0 h 5719899"/>
                <a:gd name="connsiteX3" fmla="*/ 6781688 w 6781688"/>
                <a:gd name="connsiteY3" fmla="*/ 2932718 h 5719899"/>
                <a:gd name="connsiteX0" fmla="*/ 6513730 w 6513730"/>
                <a:gd name="connsiteY0" fmla="*/ 2932718 h 5719899"/>
                <a:gd name="connsiteX1" fmla="*/ 3097431 w 6513730"/>
                <a:gd name="connsiteY1" fmla="*/ 5707668 h 5719899"/>
                <a:gd name="connsiteX2" fmla="*/ 3287932 w 6513730"/>
                <a:gd name="connsiteY2" fmla="*/ 0 h 5719899"/>
                <a:gd name="connsiteX3" fmla="*/ 6513730 w 6513730"/>
                <a:gd name="connsiteY3" fmla="*/ 2932718 h 5719899"/>
                <a:gd name="connsiteX0" fmla="*/ 6486436 w 6486436"/>
                <a:gd name="connsiteY0" fmla="*/ 2952708 h 5739889"/>
                <a:gd name="connsiteX1" fmla="*/ 3070137 w 6486436"/>
                <a:gd name="connsiteY1" fmla="*/ 5727658 h 5739889"/>
                <a:gd name="connsiteX2" fmla="*/ 367 w 6486436"/>
                <a:gd name="connsiteY2" fmla="*/ 1868747 h 5739889"/>
                <a:gd name="connsiteX3" fmla="*/ 3260638 w 6486436"/>
                <a:gd name="connsiteY3" fmla="*/ 19990 h 5739889"/>
                <a:gd name="connsiteX4" fmla="*/ 6486436 w 6486436"/>
                <a:gd name="connsiteY4" fmla="*/ 2952708 h 5739889"/>
                <a:gd name="connsiteX0" fmla="*/ 6486436 w 6486436"/>
                <a:gd name="connsiteY0" fmla="*/ 2962088 h 5749269"/>
                <a:gd name="connsiteX1" fmla="*/ 3070137 w 6486436"/>
                <a:gd name="connsiteY1" fmla="*/ 5737038 h 5749269"/>
                <a:gd name="connsiteX2" fmla="*/ 367 w 6486436"/>
                <a:gd name="connsiteY2" fmla="*/ 1878127 h 5749269"/>
                <a:gd name="connsiteX3" fmla="*/ 3260638 w 6486436"/>
                <a:gd name="connsiteY3" fmla="*/ 29370 h 5749269"/>
                <a:gd name="connsiteX4" fmla="*/ 6486436 w 6486436"/>
                <a:gd name="connsiteY4" fmla="*/ 2962088 h 5749269"/>
                <a:gd name="connsiteX0" fmla="*/ 6574119 w 6574119"/>
                <a:gd name="connsiteY0" fmla="*/ 2962088 h 5749269"/>
                <a:gd name="connsiteX1" fmla="*/ 3157820 w 6574119"/>
                <a:gd name="connsiteY1" fmla="*/ 5737038 h 5749269"/>
                <a:gd name="connsiteX2" fmla="*/ 88050 w 6574119"/>
                <a:gd name="connsiteY2" fmla="*/ 1878127 h 5749269"/>
                <a:gd name="connsiteX3" fmla="*/ 3348321 w 6574119"/>
                <a:gd name="connsiteY3" fmla="*/ 29370 h 5749269"/>
                <a:gd name="connsiteX4" fmla="*/ 6574119 w 6574119"/>
                <a:gd name="connsiteY4" fmla="*/ 2962088 h 5749269"/>
                <a:gd name="connsiteX0" fmla="*/ 6579160 w 6579160"/>
                <a:gd name="connsiteY0" fmla="*/ 2962088 h 5749269"/>
                <a:gd name="connsiteX1" fmla="*/ 3162861 w 6579160"/>
                <a:gd name="connsiteY1" fmla="*/ 5737038 h 5749269"/>
                <a:gd name="connsiteX2" fmla="*/ 93091 w 6579160"/>
                <a:gd name="connsiteY2" fmla="*/ 1878127 h 5749269"/>
                <a:gd name="connsiteX3" fmla="*/ 3353362 w 6579160"/>
                <a:gd name="connsiteY3" fmla="*/ 29370 h 5749269"/>
                <a:gd name="connsiteX4" fmla="*/ 6579160 w 6579160"/>
                <a:gd name="connsiteY4" fmla="*/ 2962088 h 5749269"/>
                <a:gd name="connsiteX0" fmla="*/ 6579160 w 6579160"/>
                <a:gd name="connsiteY0" fmla="*/ 2962088 h 5758383"/>
                <a:gd name="connsiteX1" fmla="*/ 3162861 w 6579160"/>
                <a:gd name="connsiteY1" fmla="*/ 5737038 h 5758383"/>
                <a:gd name="connsiteX2" fmla="*/ 93091 w 6579160"/>
                <a:gd name="connsiteY2" fmla="*/ 1878127 h 5758383"/>
                <a:gd name="connsiteX3" fmla="*/ 3353362 w 6579160"/>
                <a:gd name="connsiteY3" fmla="*/ 29370 h 5758383"/>
                <a:gd name="connsiteX4" fmla="*/ 6579160 w 6579160"/>
                <a:gd name="connsiteY4" fmla="*/ 2962088 h 5758383"/>
                <a:gd name="connsiteX0" fmla="*/ 6579160 w 6579160"/>
                <a:gd name="connsiteY0" fmla="*/ 2962088 h 5758383"/>
                <a:gd name="connsiteX1" fmla="*/ 3162861 w 6579160"/>
                <a:gd name="connsiteY1" fmla="*/ 5737038 h 5758383"/>
                <a:gd name="connsiteX2" fmla="*/ 93091 w 6579160"/>
                <a:gd name="connsiteY2" fmla="*/ 1878127 h 5758383"/>
                <a:gd name="connsiteX3" fmla="*/ 3353362 w 6579160"/>
                <a:gd name="connsiteY3" fmla="*/ 29370 h 5758383"/>
                <a:gd name="connsiteX4" fmla="*/ 6579160 w 6579160"/>
                <a:gd name="connsiteY4" fmla="*/ 2962088 h 5758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79160" h="5758383">
                  <a:moveTo>
                    <a:pt x="6579160" y="2962088"/>
                  </a:moveTo>
                  <a:cubicBezTo>
                    <a:pt x="6477560" y="5861921"/>
                    <a:pt x="3748573" y="5809459"/>
                    <a:pt x="3162861" y="5737038"/>
                  </a:cubicBezTo>
                  <a:cubicBezTo>
                    <a:pt x="1924612" y="5745064"/>
                    <a:pt x="-504716" y="5050091"/>
                    <a:pt x="93091" y="1878127"/>
                  </a:cubicBezTo>
                  <a:cubicBezTo>
                    <a:pt x="357069" y="505934"/>
                    <a:pt x="2289284" y="-151290"/>
                    <a:pt x="3353362" y="29370"/>
                  </a:cubicBezTo>
                  <a:cubicBezTo>
                    <a:pt x="3951773" y="168919"/>
                    <a:pt x="6204510" y="385210"/>
                    <a:pt x="6579160" y="2962088"/>
                  </a:cubicBezTo>
                  <a:close/>
                </a:path>
              </a:pathLst>
            </a:custGeom>
            <a:solidFill>
              <a:srgbClr val="62A45C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4">
              <a:extLst>
                <a:ext uri="{FF2B5EF4-FFF2-40B4-BE49-F238E27FC236}">
                  <a16:creationId xmlns:a16="http://schemas.microsoft.com/office/drawing/2014/main" id="{00630346-FDD7-E2D4-44BF-5C01248CEEE3}"/>
                </a:ext>
              </a:extLst>
            </p:cNvPr>
            <p:cNvSpPr/>
            <p:nvPr/>
          </p:nvSpPr>
          <p:spPr>
            <a:xfrm>
              <a:off x="4432751" y="517410"/>
              <a:ext cx="3750402" cy="3817643"/>
            </a:xfrm>
            <a:custGeom>
              <a:avLst/>
              <a:gdLst>
                <a:gd name="connsiteX0" fmla="*/ 0 w 1190172"/>
                <a:gd name="connsiteY0" fmla="*/ 0 h 1001486"/>
                <a:gd name="connsiteX1" fmla="*/ 1190172 w 1190172"/>
                <a:gd name="connsiteY1" fmla="*/ 0 h 1001486"/>
                <a:gd name="connsiteX2" fmla="*/ 1190172 w 1190172"/>
                <a:gd name="connsiteY2" fmla="*/ 1001486 h 1001486"/>
                <a:gd name="connsiteX3" fmla="*/ 0 w 1190172"/>
                <a:gd name="connsiteY3" fmla="*/ 1001486 h 1001486"/>
                <a:gd name="connsiteX4" fmla="*/ 0 w 1190172"/>
                <a:gd name="connsiteY4" fmla="*/ 0 h 1001486"/>
                <a:gd name="connsiteX0" fmla="*/ 0 w 2598058"/>
                <a:gd name="connsiteY0" fmla="*/ 0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4" fmla="*/ 0 w 2598058"/>
                <a:gd name="connsiteY4" fmla="*/ 0 h 3497943"/>
                <a:gd name="connsiteX0" fmla="*/ 0 w 2598058"/>
                <a:gd name="connsiteY0" fmla="*/ 1001486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0" fmla="*/ 0 w 3744687"/>
                <a:gd name="connsiteY0" fmla="*/ 0 h 3526971"/>
                <a:gd name="connsiteX1" fmla="*/ 2336801 w 3744687"/>
                <a:gd name="connsiteY1" fmla="*/ 29028 h 3526971"/>
                <a:gd name="connsiteX2" fmla="*/ 3744687 w 3744687"/>
                <a:gd name="connsiteY2" fmla="*/ 3526971 h 3526971"/>
                <a:gd name="connsiteX3" fmla="*/ 0 w 3744687"/>
                <a:gd name="connsiteY3" fmla="*/ 0 h 3526971"/>
                <a:gd name="connsiteX0" fmla="*/ 0 w 3744687"/>
                <a:gd name="connsiteY0" fmla="*/ 156709 h 3683680"/>
                <a:gd name="connsiteX1" fmla="*/ 1303339 w 3744687"/>
                <a:gd name="connsiteY1" fmla="*/ 0 h 3683680"/>
                <a:gd name="connsiteX2" fmla="*/ 3744687 w 3744687"/>
                <a:gd name="connsiteY2" fmla="*/ 3683680 h 3683680"/>
                <a:gd name="connsiteX3" fmla="*/ 0 w 3744687"/>
                <a:gd name="connsiteY3" fmla="*/ 156709 h 3683680"/>
                <a:gd name="connsiteX0" fmla="*/ 0 w 3744687"/>
                <a:gd name="connsiteY0" fmla="*/ 175246 h 3702217"/>
                <a:gd name="connsiteX1" fmla="*/ 1303339 w 3744687"/>
                <a:gd name="connsiteY1" fmla="*/ 18537 h 3702217"/>
                <a:gd name="connsiteX2" fmla="*/ 3744687 w 3744687"/>
                <a:gd name="connsiteY2" fmla="*/ 3702217 h 3702217"/>
                <a:gd name="connsiteX3" fmla="*/ 0 w 3744687"/>
                <a:gd name="connsiteY3" fmla="*/ 175246 h 3702217"/>
                <a:gd name="connsiteX0" fmla="*/ 0 w 3754212"/>
                <a:gd name="connsiteY0" fmla="*/ 170857 h 3702591"/>
                <a:gd name="connsiteX1" fmla="*/ 1312864 w 3754212"/>
                <a:gd name="connsiteY1" fmla="*/ 18911 h 3702591"/>
                <a:gd name="connsiteX2" fmla="*/ 3754212 w 3754212"/>
                <a:gd name="connsiteY2" fmla="*/ 3702591 h 3702591"/>
                <a:gd name="connsiteX3" fmla="*/ 0 w 3754212"/>
                <a:gd name="connsiteY3" fmla="*/ 170857 h 3702591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16112"/>
                <a:gd name="connsiteY0" fmla="*/ 177892 h 3747726"/>
                <a:gd name="connsiteX1" fmla="*/ 1312864 w 3716112"/>
                <a:gd name="connsiteY1" fmla="*/ 25946 h 3747726"/>
                <a:gd name="connsiteX2" fmla="*/ 3716112 w 3716112"/>
                <a:gd name="connsiteY2" fmla="*/ 3747726 h 3747726"/>
                <a:gd name="connsiteX3" fmla="*/ 0 w 3716112"/>
                <a:gd name="connsiteY3" fmla="*/ 177892 h 374772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3731352"/>
                <a:gd name="connsiteY0" fmla="*/ 251654 h 3821488"/>
                <a:gd name="connsiteX1" fmla="*/ 1303339 w 3731352"/>
                <a:gd name="connsiteY1" fmla="*/ 17793 h 3821488"/>
                <a:gd name="connsiteX2" fmla="*/ 3731352 w 3731352"/>
                <a:gd name="connsiteY2" fmla="*/ 3821488 h 3821488"/>
                <a:gd name="connsiteX3" fmla="*/ 0 w 3731352"/>
                <a:gd name="connsiteY3" fmla="*/ 251654 h 3821488"/>
                <a:gd name="connsiteX0" fmla="*/ 0 w 3731352"/>
                <a:gd name="connsiteY0" fmla="*/ 254954 h 3824788"/>
                <a:gd name="connsiteX1" fmla="*/ 1303339 w 3731352"/>
                <a:gd name="connsiteY1" fmla="*/ 21093 h 3824788"/>
                <a:gd name="connsiteX2" fmla="*/ 3731352 w 3731352"/>
                <a:gd name="connsiteY2" fmla="*/ 3824788 h 3824788"/>
                <a:gd name="connsiteX3" fmla="*/ 0 w 3731352"/>
                <a:gd name="connsiteY3" fmla="*/ 254954 h 3824788"/>
                <a:gd name="connsiteX0" fmla="*/ 0 w 3740877"/>
                <a:gd name="connsiteY0" fmla="*/ 254954 h 3824788"/>
                <a:gd name="connsiteX1" fmla="*/ 1312864 w 3740877"/>
                <a:gd name="connsiteY1" fmla="*/ 21093 h 3824788"/>
                <a:gd name="connsiteX2" fmla="*/ 3740877 w 3740877"/>
                <a:gd name="connsiteY2" fmla="*/ 3824788 h 3824788"/>
                <a:gd name="connsiteX3" fmla="*/ 0 w 3740877"/>
                <a:gd name="connsiteY3" fmla="*/ 254954 h 3824788"/>
                <a:gd name="connsiteX0" fmla="*/ 0 w 3750402"/>
                <a:gd name="connsiteY0" fmla="*/ 254954 h 3824788"/>
                <a:gd name="connsiteX1" fmla="*/ 1322389 w 3750402"/>
                <a:gd name="connsiteY1" fmla="*/ 21093 h 3824788"/>
                <a:gd name="connsiteX2" fmla="*/ 3750402 w 3750402"/>
                <a:gd name="connsiteY2" fmla="*/ 3824788 h 3824788"/>
                <a:gd name="connsiteX3" fmla="*/ 0 w 3750402"/>
                <a:gd name="connsiteY3" fmla="*/ 254954 h 3824788"/>
                <a:gd name="connsiteX0" fmla="*/ 0 w 3750402"/>
                <a:gd name="connsiteY0" fmla="*/ 241830 h 3825952"/>
                <a:gd name="connsiteX1" fmla="*/ 1322389 w 3750402"/>
                <a:gd name="connsiteY1" fmla="*/ 22257 h 3825952"/>
                <a:gd name="connsiteX2" fmla="*/ 3750402 w 3750402"/>
                <a:gd name="connsiteY2" fmla="*/ 3825952 h 3825952"/>
                <a:gd name="connsiteX3" fmla="*/ 0 w 3750402"/>
                <a:gd name="connsiteY3" fmla="*/ 241830 h 3825952"/>
                <a:gd name="connsiteX0" fmla="*/ 0 w 3750402"/>
                <a:gd name="connsiteY0" fmla="*/ 233521 h 3817643"/>
                <a:gd name="connsiteX1" fmla="*/ 1322389 w 3750402"/>
                <a:gd name="connsiteY1" fmla="*/ 13948 h 3817643"/>
                <a:gd name="connsiteX2" fmla="*/ 3750402 w 3750402"/>
                <a:gd name="connsiteY2" fmla="*/ 3817643 h 3817643"/>
                <a:gd name="connsiteX3" fmla="*/ 0 w 3750402"/>
                <a:gd name="connsiteY3" fmla="*/ 233521 h 3817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50402" h="3817643">
                  <a:moveTo>
                    <a:pt x="0" y="233521"/>
                  </a:moveTo>
                  <a:cubicBezTo>
                    <a:pt x="324909" y="109848"/>
                    <a:pt x="954617" y="-48115"/>
                    <a:pt x="1322389" y="13948"/>
                  </a:cubicBezTo>
                  <a:cubicBezTo>
                    <a:pt x="2372392" y="434121"/>
                    <a:pt x="3530979" y="1035270"/>
                    <a:pt x="3750402" y="3817643"/>
                  </a:cubicBezTo>
                  <a:cubicBezTo>
                    <a:pt x="2765698" y="1604078"/>
                    <a:pt x="1632404" y="656386"/>
                    <a:pt x="0" y="233521"/>
                  </a:cubicBezTo>
                  <a:close/>
                </a:path>
              </a:pathLst>
            </a:custGeom>
            <a:gradFill>
              <a:gsLst>
                <a:gs pos="0">
                  <a:srgbClr val="92D050"/>
                </a:gs>
                <a:gs pos="16000">
                  <a:srgbClr val="4E7F47"/>
                </a:gs>
              </a:gsLst>
              <a:lin ang="108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ectangle 4">
              <a:extLst>
                <a:ext uri="{FF2B5EF4-FFF2-40B4-BE49-F238E27FC236}">
                  <a16:creationId xmlns:a16="http://schemas.microsoft.com/office/drawing/2014/main" id="{3B37EFD1-C7F9-A98A-98CF-7DCCF964E6C9}"/>
                </a:ext>
              </a:extLst>
            </p:cNvPr>
            <p:cNvSpPr/>
            <p:nvPr/>
          </p:nvSpPr>
          <p:spPr>
            <a:xfrm>
              <a:off x="2809306" y="1547075"/>
              <a:ext cx="5309575" cy="2723705"/>
            </a:xfrm>
            <a:custGeom>
              <a:avLst/>
              <a:gdLst>
                <a:gd name="connsiteX0" fmla="*/ 0 w 1190172"/>
                <a:gd name="connsiteY0" fmla="*/ 0 h 1001486"/>
                <a:gd name="connsiteX1" fmla="*/ 1190172 w 1190172"/>
                <a:gd name="connsiteY1" fmla="*/ 0 h 1001486"/>
                <a:gd name="connsiteX2" fmla="*/ 1190172 w 1190172"/>
                <a:gd name="connsiteY2" fmla="*/ 1001486 h 1001486"/>
                <a:gd name="connsiteX3" fmla="*/ 0 w 1190172"/>
                <a:gd name="connsiteY3" fmla="*/ 1001486 h 1001486"/>
                <a:gd name="connsiteX4" fmla="*/ 0 w 1190172"/>
                <a:gd name="connsiteY4" fmla="*/ 0 h 1001486"/>
                <a:gd name="connsiteX0" fmla="*/ 0 w 2598058"/>
                <a:gd name="connsiteY0" fmla="*/ 0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4" fmla="*/ 0 w 2598058"/>
                <a:gd name="connsiteY4" fmla="*/ 0 h 3497943"/>
                <a:gd name="connsiteX0" fmla="*/ 0 w 2598058"/>
                <a:gd name="connsiteY0" fmla="*/ 1001486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0" fmla="*/ 0 w 3744687"/>
                <a:gd name="connsiteY0" fmla="*/ 0 h 3526971"/>
                <a:gd name="connsiteX1" fmla="*/ 2336801 w 3744687"/>
                <a:gd name="connsiteY1" fmla="*/ 29028 h 3526971"/>
                <a:gd name="connsiteX2" fmla="*/ 3744687 w 3744687"/>
                <a:gd name="connsiteY2" fmla="*/ 3526971 h 3526971"/>
                <a:gd name="connsiteX3" fmla="*/ 0 w 3744687"/>
                <a:gd name="connsiteY3" fmla="*/ 0 h 3526971"/>
                <a:gd name="connsiteX0" fmla="*/ 0 w 3744687"/>
                <a:gd name="connsiteY0" fmla="*/ 156709 h 3683680"/>
                <a:gd name="connsiteX1" fmla="*/ 1303339 w 3744687"/>
                <a:gd name="connsiteY1" fmla="*/ 0 h 3683680"/>
                <a:gd name="connsiteX2" fmla="*/ 3744687 w 3744687"/>
                <a:gd name="connsiteY2" fmla="*/ 3683680 h 3683680"/>
                <a:gd name="connsiteX3" fmla="*/ 0 w 3744687"/>
                <a:gd name="connsiteY3" fmla="*/ 156709 h 3683680"/>
                <a:gd name="connsiteX0" fmla="*/ 0 w 3744687"/>
                <a:gd name="connsiteY0" fmla="*/ 175246 h 3702217"/>
                <a:gd name="connsiteX1" fmla="*/ 1303339 w 3744687"/>
                <a:gd name="connsiteY1" fmla="*/ 18537 h 3702217"/>
                <a:gd name="connsiteX2" fmla="*/ 3744687 w 3744687"/>
                <a:gd name="connsiteY2" fmla="*/ 3702217 h 3702217"/>
                <a:gd name="connsiteX3" fmla="*/ 0 w 3744687"/>
                <a:gd name="connsiteY3" fmla="*/ 175246 h 3702217"/>
                <a:gd name="connsiteX0" fmla="*/ 0 w 3754212"/>
                <a:gd name="connsiteY0" fmla="*/ 170857 h 3702591"/>
                <a:gd name="connsiteX1" fmla="*/ 1312864 w 3754212"/>
                <a:gd name="connsiteY1" fmla="*/ 18911 h 3702591"/>
                <a:gd name="connsiteX2" fmla="*/ 3754212 w 3754212"/>
                <a:gd name="connsiteY2" fmla="*/ 3702591 h 3702591"/>
                <a:gd name="connsiteX3" fmla="*/ 0 w 3754212"/>
                <a:gd name="connsiteY3" fmla="*/ 170857 h 3702591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16112"/>
                <a:gd name="connsiteY0" fmla="*/ 177892 h 3747726"/>
                <a:gd name="connsiteX1" fmla="*/ 1312864 w 3716112"/>
                <a:gd name="connsiteY1" fmla="*/ 25946 h 3747726"/>
                <a:gd name="connsiteX2" fmla="*/ 3716112 w 3716112"/>
                <a:gd name="connsiteY2" fmla="*/ 3747726 h 3747726"/>
                <a:gd name="connsiteX3" fmla="*/ 0 w 3716112"/>
                <a:gd name="connsiteY3" fmla="*/ 177892 h 374772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4327700"/>
                <a:gd name="connsiteY0" fmla="*/ 1098813 h 3740995"/>
                <a:gd name="connsiteX1" fmla="*/ 1947312 w 4327700"/>
                <a:gd name="connsiteY1" fmla="*/ 3975 h 3740995"/>
                <a:gd name="connsiteX2" fmla="*/ 4327700 w 4327700"/>
                <a:gd name="connsiteY2" fmla="*/ 3740995 h 3740995"/>
                <a:gd name="connsiteX3" fmla="*/ 0 w 4327700"/>
                <a:gd name="connsiteY3" fmla="*/ 1098813 h 3740995"/>
                <a:gd name="connsiteX0" fmla="*/ 0 w 4327700"/>
                <a:gd name="connsiteY0" fmla="*/ 690356 h 3332538"/>
                <a:gd name="connsiteX1" fmla="*/ 396807 w 4327700"/>
                <a:gd name="connsiteY1" fmla="*/ 6335 h 3332538"/>
                <a:gd name="connsiteX2" fmla="*/ 4327700 w 4327700"/>
                <a:gd name="connsiteY2" fmla="*/ 3332538 h 3332538"/>
                <a:gd name="connsiteX3" fmla="*/ 0 w 4327700"/>
                <a:gd name="connsiteY3" fmla="*/ 690356 h 3332538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22612 w 5185199"/>
                <a:gd name="connsiteY0" fmla="*/ 689352 h 2642420"/>
                <a:gd name="connsiteX1" fmla="*/ 419419 w 5185199"/>
                <a:gd name="connsiteY1" fmla="*/ 5331 h 2642420"/>
                <a:gd name="connsiteX2" fmla="*/ 5185199 w 5185199"/>
                <a:gd name="connsiteY2" fmla="*/ 2642420 h 2642420"/>
                <a:gd name="connsiteX3" fmla="*/ 22612 w 5185199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3480 w 5211787"/>
                <a:gd name="connsiteY0" fmla="*/ 704495 h 2642323"/>
                <a:gd name="connsiteX1" fmla="*/ 446007 w 5211787"/>
                <a:gd name="connsiteY1" fmla="*/ 5234 h 2642323"/>
                <a:gd name="connsiteX2" fmla="*/ 5211787 w 5211787"/>
                <a:gd name="connsiteY2" fmla="*/ 2642323 h 2642323"/>
                <a:gd name="connsiteX3" fmla="*/ 3480 w 5211787"/>
                <a:gd name="connsiteY3" fmla="*/ 704495 h 2642323"/>
                <a:gd name="connsiteX0" fmla="*/ 4844 w 5213151"/>
                <a:gd name="connsiteY0" fmla="*/ 734790 h 2672618"/>
                <a:gd name="connsiteX1" fmla="*/ 378791 w 5213151"/>
                <a:gd name="connsiteY1" fmla="*/ 5049 h 2672618"/>
                <a:gd name="connsiteX2" fmla="*/ 5213151 w 5213151"/>
                <a:gd name="connsiteY2" fmla="*/ 2672618 h 2672618"/>
                <a:gd name="connsiteX3" fmla="*/ 4844 w 5213151"/>
                <a:gd name="connsiteY3" fmla="*/ 734790 h 2672618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720 h 2670548"/>
                <a:gd name="connsiteX1" fmla="*/ 376976 w 5211336"/>
                <a:gd name="connsiteY1" fmla="*/ 2979 h 2670548"/>
                <a:gd name="connsiteX2" fmla="*/ 5211336 w 5211336"/>
                <a:gd name="connsiteY2" fmla="*/ 2670548 h 2670548"/>
                <a:gd name="connsiteX3" fmla="*/ 3029 w 5211336"/>
                <a:gd name="connsiteY3" fmla="*/ 732720 h 2670548"/>
                <a:gd name="connsiteX0" fmla="*/ 3029 w 5272296"/>
                <a:gd name="connsiteY0" fmla="*/ 732632 h 2723800"/>
                <a:gd name="connsiteX1" fmla="*/ 376976 w 5272296"/>
                <a:gd name="connsiteY1" fmla="*/ 2891 h 2723800"/>
                <a:gd name="connsiteX2" fmla="*/ 5272296 w 5272296"/>
                <a:gd name="connsiteY2" fmla="*/ 2723800 h 2723800"/>
                <a:gd name="connsiteX3" fmla="*/ 3029 w 5272296"/>
                <a:gd name="connsiteY3" fmla="*/ 732632 h 2723800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2602 w 5316319"/>
                <a:gd name="connsiteY0" fmla="*/ 732537 h 2723705"/>
                <a:gd name="connsiteX1" fmla="*/ 420999 w 5316319"/>
                <a:gd name="connsiteY1" fmla="*/ 2796 h 2723705"/>
                <a:gd name="connsiteX2" fmla="*/ 5316319 w 5316319"/>
                <a:gd name="connsiteY2" fmla="*/ 2723705 h 2723705"/>
                <a:gd name="connsiteX3" fmla="*/ 2602 w 5316319"/>
                <a:gd name="connsiteY3" fmla="*/ 732537 h 2723705"/>
                <a:gd name="connsiteX0" fmla="*/ 2101 w 5315818"/>
                <a:gd name="connsiteY0" fmla="*/ 732537 h 2723705"/>
                <a:gd name="connsiteX1" fmla="*/ 420498 w 5315818"/>
                <a:gd name="connsiteY1" fmla="*/ 2796 h 2723705"/>
                <a:gd name="connsiteX2" fmla="*/ 5315818 w 5315818"/>
                <a:gd name="connsiteY2" fmla="*/ 2723705 h 2723705"/>
                <a:gd name="connsiteX3" fmla="*/ 2101 w 5315818"/>
                <a:gd name="connsiteY3" fmla="*/ 732537 h 2723705"/>
                <a:gd name="connsiteX0" fmla="*/ 2066 w 5322133"/>
                <a:gd name="connsiteY0" fmla="*/ 700787 h 2723705"/>
                <a:gd name="connsiteX1" fmla="*/ 426813 w 5322133"/>
                <a:gd name="connsiteY1" fmla="*/ 2796 h 2723705"/>
                <a:gd name="connsiteX2" fmla="*/ 5322133 w 5322133"/>
                <a:gd name="connsiteY2" fmla="*/ 2723705 h 2723705"/>
                <a:gd name="connsiteX3" fmla="*/ 2066 w 5322133"/>
                <a:gd name="connsiteY3" fmla="*/ 700787 h 2723705"/>
                <a:gd name="connsiteX0" fmla="*/ 2136 w 5309503"/>
                <a:gd name="connsiteY0" fmla="*/ 719837 h 2723705"/>
                <a:gd name="connsiteX1" fmla="*/ 414183 w 5309503"/>
                <a:gd name="connsiteY1" fmla="*/ 2796 h 2723705"/>
                <a:gd name="connsiteX2" fmla="*/ 5309503 w 5309503"/>
                <a:gd name="connsiteY2" fmla="*/ 2723705 h 2723705"/>
                <a:gd name="connsiteX3" fmla="*/ 2136 w 5309503"/>
                <a:gd name="connsiteY3" fmla="*/ 719837 h 2723705"/>
                <a:gd name="connsiteX0" fmla="*/ 2208 w 5309575"/>
                <a:gd name="connsiteY0" fmla="*/ 719837 h 2723705"/>
                <a:gd name="connsiteX1" fmla="*/ 414255 w 5309575"/>
                <a:gd name="connsiteY1" fmla="*/ 2796 h 2723705"/>
                <a:gd name="connsiteX2" fmla="*/ 5309575 w 5309575"/>
                <a:gd name="connsiteY2" fmla="*/ 2723705 h 2723705"/>
                <a:gd name="connsiteX3" fmla="*/ 2208 w 5309575"/>
                <a:gd name="connsiteY3" fmla="*/ 719837 h 2723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9575" h="2723705">
                  <a:moveTo>
                    <a:pt x="2208" y="719837"/>
                  </a:moveTo>
                  <a:cubicBezTo>
                    <a:pt x="-30692" y="728686"/>
                    <a:pt x="313363" y="-31645"/>
                    <a:pt x="414255" y="2796"/>
                  </a:cubicBezTo>
                  <a:cubicBezTo>
                    <a:pt x="1456638" y="-79951"/>
                    <a:pt x="4023352" y="1693932"/>
                    <a:pt x="5309575" y="2723705"/>
                  </a:cubicBezTo>
                  <a:cubicBezTo>
                    <a:pt x="3210363" y="2108684"/>
                    <a:pt x="559529" y="1509125"/>
                    <a:pt x="2208" y="719837"/>
                  </a:cubicBezTo>
                  <a:close/>
                </a:path>
              </a:pathLst>
            </a:custGeom>
            <a:gradFill>
              <a:gsLst>
                <a:gs pos="0">
                  <a:srgbClr val="92D050"/>
                </a:gs>
                <a:gs pos="16000">
                  <a:srgbClr val="4E7F47"/>
                </a:gs>
              </a:gsLst>
              <a:lin ang="108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4">
              <a:extLst>
                <a:ext uri="{FF2B5EF4-FFF2-40B4-BE49-F238E27FC236}">
                  <a16:creationId xmlns:a16="http://schemas.microsoft.com/office/drawing/2014/main" id="{90B03CDA-B7BE-650D-2689-321ECEAB4083}"/>
                </a:ext>
              </a:extLst>
            </p:cNvPr>
            <p:cNvSpPr/>
            <p:nvPr/>
          </p:nvSpPr>
          <p:spPr>
            <a:xfrm>
              <a:off x="2689794" y="3622987"/>
              <a:ext cx="5516203" cy="1719589"/>
            </a:xfrm>
            <a:custGeom>
              <a:avLst/>
              <a:gdLst>
                <a:gd name="connsiteX0" fmla="*/ 0 w 1190172"/>
                <a:gd name="connsiteY0" fmla="*/ 0 h 1001486"/>
                <a:gd name="connsiteX1" fmla="*/ 1190172 w 1190172"/>
                <a:gd name="connsiteY1" fmla="*/ 0 h 1001486"/>
                <a:gd name="connsiteX2" fmla="*/ 1190172 w 1190172"/>
                <a:gd name="connsiteY2" fmla="*/ 1001486 h 1001486"/>
                <a:gd name="connsiteX3" fmla="*/ 0 w 1190172"/>
                <a:gd name="connsiteY3" fmla="*/ 1001486 h 1001486"/>
                <a:gd name="connsiteX4" fmla="*/ 0 w 1190172"/>
                <a:gd name="connsiteY4" fmla="*/ 0 h 1001486"/>
                <a:gd name="connsiteX0" fmla="*/ 0 w 2598058"/>
                <a:gd name="connsiteY0" fmla="*/ 0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4" fmla="*/ 0 w 2598058"/>
                <a:gd name="connsiteY4" fmla="*/ 0 h 3497943"/>
                <a:gd name="connsiteX0" fmla="*/ 0 w 2598058"/>
                <a:gd name="connsiteY0" fmla="*/ 1001486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0" fmla="*/ 0 w 3744687"/>
                <a:gd name="connsiteY0" fmla="*/ 0 h 3526971"/>
                <a:gd name="connsiteX1" fmla="*/ 2336801 w 3744687"/>
                <a:gd name="connsiteY1" fmla="*/ 29028 h 3526971"/>
                <a:gd name="connsiteX2" fmla="*/ 3744687 w 3744687"/>
                <a:gd name="connsiteY2" fmla="*/ 3526971 h 3526971"/>
                <a:gd name="connsiteX3" fmla="*/ 0 w 3744687"/>
                <a:gd name="connsiteY3" fmla="*/ 0 h 3526971"/>
                <a:gd name="connsiteX0" fmla="*/ 0 w 3744687"/>
                <a:gd name="connsiteY0" fmla="*/ 156709 h 3683680"/>
                <a:gd name="connsiteX1" fmla="*/ 1303339 w 3744687"/>
                <a:gd name="connsiteY1" fmla="*/ 0 h 3683680"/>
                <a:gd name="connsiteX2" fmla="*/ 3744687 w 3744687"/>
                <a:gd name="connsiteY2" fmla="*/ 3683680 h 3683680"/>
                <a:gd name="connsiteX3" fmla="*/ 0 w 3744687"/>
                <a:gd name="connsiteY3" fmla="*/ 156709 h 3683680"/>
                <a:gd name="connsiteX0" fmla="*/ 0 w 3744687"/>
                <a:gd name="connsiteY0" fmla="*/ 175246 h 3702217"/>
                <a:gd name="connsiteX1" fmla="*/ 1303339 w 3744687"/>
                <a:gd name="connsiteY1" fmla="*/ 18537 h 3702217"/>
                <a:gd name="connsiteX2" fmla="*/ 3744687 w 3744687"/>
                <a:gd name="connsiteY2" fmla="*/ 3702217 h 3702217"/>
                <a:gd name="connsiteX3" fmla="*/ 0 w 3744687"/>
                <a:gd name="connsiteY3" fmla="*/ 175246 h 3702217"/>
                <a:gd name="connsiteX0" fmla="*/ 0 w 3754212"/>
                <a:gd name="connsiteY0" fmla="*/ 170857 h 3702591"/>
                <a:gd name="connsiteX1" fmla="*/ 1312864 w 3754212"/>
                <a:gd name="connsiteY1" fmla="*/ 18911 h 3702591"/>
                <a:gd name="connsiteX2" fmla="*/ 3754212 w 3754212"/>
                <a:gd name="connsiteY2" fmla="*/ 3702591 h 3702591"/>
                <a:gd name="connsiteX3" fmla="*/ 0 w 3754212"/>
                <a:gd name="connsiteY3" fmla="*/ 170857 h 3702591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16112"/>
                <a:gd name="connsiteY0" fmla="*/ 177892 h 3747726"/>
                <a:gd name="connsiteX1" fmla="*/ 1312864 w 3716112"/>
                <a:gd name="connsiteY1" fmla="*/ 25946 h 3747726"/>
                <a:gd name="connsiteX2" fmla="*/ 3716112 w 3716112"/>
                <a:gd name="connsiteY2" fmla="*/ 3747726 h 3747726"/>
                <a:gd name="connsiteX3" fmla="*/ 0 w 3716112"/>
                <a:gd name="connsiteY3" fmla="*/ 177892 h 374772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4327700"/>
                <a:gd name="connsiteY0" fmla="*/ 1098813 h 3740995"/>
                <a:gd name="connsiteX1" fmla="*/ 1947312 w 4327700"/>
                <a:gd name="connsiteY1" fmla="*/ 3975 h 3740995"/>
                <a:gd name="connsiteX2" fmla="*/ 4327700 w 4327700"/>
                <a:gd name="connsiteY2" fmla="*/ 3740995 h 3740995"/>
                <a:gd name="connsiteX3" fmla="*/ 0 w 4327700"/>
                <a:gd name="connsiteY3" fmla="*/ 1098813 h 3740995"/>
                <a:gd name="connsiteX0" fmla="*/ 0 w 4327700"/>
                <a:gd name="connsiteY0" fmla="*/ 690356 h 3332538"/>
                <a:gd name="connsiteX1" fmla="*/ 396807 w 4327700"/>
                <a:gd name="connsiteY1" fmla="*/ 6335 h 3332538"/>
                <a:gd name="connsiteX2" fmla="*/ 4327700 w 4327700"/>
                <a:gd name="connsiteY2" fmla="*/ 3332538 h 3332538"/>
                <a:gd name="connsiteX3" fmla="*/ 0 w 4327700"/>
                <a:gd name="connsiteY3" fmla="*/ 690356 h 3332538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22612 w 5185199"/>
                <a:gd name="connsiteY0" fmla="*/ 689352 h 2642420"/>
                <a:gd name="connsiteX1" fmla="*/ 419419 w 5185199"/>
                <a:gd name="connsiteY1" fmla="*/ 5331 h 2642420"/>
                <a:gd name="connsiteX2" fmla="*/ 5185199 w 5185199"/>
                <a:gd name="connsiteY2" fmla="*/ 2642420 h 2642420"/>
                <a:gd name="connsiteX3" fmla="*/ 22612 w 5185199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3480 w 5211787"/>
                <a:gd name="connsiteY0" fmla="*/ 704495 h 2642323"/>
                <a:gd name="connsiteX1" fmla="*/ 446007 w 5211787"/>
                <a:gd name="connsiteY1" fmla="*/ 5234 h 2642323"/>
                <a:gd name="connsiteX2" fmla="*/ 5211787 w 5211787"/>
                <a:gd name="connsiteY2" fmla="*/ 2642323 h 2642323"/>
                <a:gd name="connsiteX3" fmla="*/ 3480 w 5211787"/>
                <a:gd name="connsiteY3" fmla="*/ 704495 h 2642323"/>
                <a:gd name="connsiteX0" fmla="*/ 4844 w 5213151"/>
                <a:gd name="connsiteY0" fmla="*/ 734790 h 2672618"/>
                <a:gd name="connsiteX1" fmla="*/ 378791 w 5213151"/>
                <a:gd name="connsiteY1" fmla="*/ 5049 h 2672618"/>
                <a:gd name="connsiteX2" fmla="*/ 5213151 w 5213151"/>
                <a:gd name="connsiteY2" fmla="*/ 2672618 h 2672618"/>
                <a:gd name="connsiteX3" fmla="*/ 4844 w 5213151"/>
                <a:gd name="connsiteY3" fmla="*/ 734790 h 2672618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720 h 2670548"/>
                <a:gd name="connsiteX1" fmla="*/ 376976 w 5211336"/>
                <a:gd name="connsiteY1" fmla="*/ 2979 h 2670548"/>
                <a:gd name="connsiteX2" fmla="*/ 5211336 w 5211336"/>
                <a:gd name="connsiteY2" fmla="*/ 2670548 h 2670548"/>
                <a:gd name="connsiteX3" fmla="*/ 3029 w 5211336"/>
                <a:gd name="connsiteY3" fmla="*/ 732720 h 2670548"/>
                <a:gd name="connsiteX0" fmla="*/ 3029 w 5272296"/>
                <a:gd name="connsiteY0" fmla="*/ 732632 h 2723800"/>
                <a:gd name="connsiteX1" fmla="*/ 376976 w 5272296"/>
                <a:gd name="connsiteY1" fmla="*/ 2891 h 2723800"/>
                <a:gd name="connsiteX2" fmla="*/ 5272296 w 5272296"/>
                <a:gd name="connsiteY2" fmla="*/ 2723800 h 2723800"/>
                <a:gd name="connsiteX3" fmla="*/ 3029 w 5272296"/>
                <a:gd name="connsiteY3" fmla="*/ 732632 h 2723800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301113 w 5570380"/>
                <a:gd name="connsiteY0" fmla="*/ 0 h 1991168"/>
                <a:gd name="connsiteX1" fmla="*/ 40060 w 5570380"/>
                <a:gd name="connsiteY1" fmla="*/ 197359 h 1991168"/>
                <a:gd name="connsiteX2" fmla="*/ 5570380 w 5570380"/>
                <a:gd name="connsiteY2" fmla="*/ 1991168 h 1991168"/>
                <a:gd name="connsiteX3" fmla="*/ 301113 w 5570380"/>
                <a:gd name="connsiteY3" fmla="*/ 0 h 1991168"/>
                <a:gd name="connsiteX0" fmla="*/ 396055 w 5563722"/>
                <a:gd name="connsiteY0" fmla="*/ 1141734 h 1799402"/>
                <a:gd name="connsiteX1" fmla="*/ 33402 w 5563722"/>
                <a:gd name="connsiteY1" fmla="*/ 5593 h 1799402"/>
                <a:gd name="connsiteX2" fmla="*/ 5563722 w 5563722"/>
                <a:gd name="connsiteY2" fmla="*/ 1799402 h 1799402"/>
                <a:gd name="connsiteX3" fmla="*/ 396055 w 5563722"/>
                <a:gd name="connsiteY3" fmla="*/ 1141734 h 1799402"/>
                <a:gd name="connsiteX0" fmla="*/ 396055 w 5538322"/>
                <a:gd name="connsiteY0" fmla="*/ 1185676 h 1399153"/>
                <a:gd name="connsiteX1" fmla="*/ 33402 w 5538322"/>
                <a:gd name="connsiteY1" fmla="*/ 49535 h 1399153"/>
                <a:gd name="connsiteX2" fmla="*/ 5538322 w 5538322"/>
                <a:gd name="connsiteY2" fmla="*/ 890844 h 1399153"/>
                <a:gd name="connsiteX3" fmla="*/ 396055 w 5538322"/>
                <a:gd name="connsiteY3" fmla="*/ 1185676 h 1399153"/>
                <a:gd name="connsiteX0" fmla="*/ 396055 w 5538322"/>
                <a:gd name="connsiteY0" fmla="*/ 1185676 h 1683208"/>
                <a:gd name="connsiteX1" fmla="*/ 33402 w 5538322"/>
                <a:gd name="connsiteY1" fmla="*/ 49535 h 1683208"/>
                <a:gd name="connsiteX2" fmla="*/ 5538322 w 5538322"/>
                <a:gd name="connsiteY2" fmla="*/ 890844 h 1683208"/>
                <a:gd name="connsiteX3" fmla="*/ 396055 w 5538322"/>
                <a:gd name="connsiteY3" fmla="*/ 1185676 h 1683208"/>
                <a:gd name="connsiteX0" fmla="*/ 396055 w 5538322"/>
                <a:gd name="connsiteY0" fmla="*/ 1185676 h 1801896"/>
                <a:gd name="connsiteX1" fmla="*/ 33402 w 5538322"/>
                <a:gd name="connsiteY1" fmla="*/ 49535 h 1801896"/>
                <a:gd name="connsiteX2" fmla="*/ 5538322 w 5538322"/>
                <a:gd name="connsiteY2" fmla="*/ 890844 h 1801896"/>
                <a:gd name="connsiteX3" fmla="*/ 396055 w 5538322"/>
                <a:gd name="connsiteY3" fmla="*/ 1185676 h 1801896"/>
                <a:gd name="connsiteX0" fmla="*/ 396055 w 5538322"/>
                <a:gd name="connsiteY0" fmla="*/ 1137880 h 1754100"/>
                <a:gd name="connsiteX1" fmla="*/ 33402 w 5538322"/>
                <a:gd name="connsiteY1" fmla="*/ 1739 h 1754100"/>
                <a:gd name="connsiteX2" fmla="*/ 5538322 w 5538322"/>
                <a:gd name="connsiteY2" fmla="*/ 843048 h 1754100"/>
                <a:gd name="connsiteX3" fmla="*/ 396055 w 5538322"/>
                <a:gd name="connsiteY3" fmla="*/ 1137880 h 1754100"/>
                <a:gd name="connsiteX0" fmla="*/ 396055 w 5538322"/>
                <a:gd name="connsiteY0" fmla="*/ 1137880 h 1754100"/>
                <a:gd name="connsiteX1" fmla="*/ 33402 w 5538322"/>
                <a:gd name="connsiteY1" fmla="*/ 1739 h 1754100"/>
                <a:gd name="connsiteX2" fmla="*/ 5538322 w 5538322"/>
                <a:gd name="connsiteY2" fmla="*/ 843048 h 1754100"/>
                <a:gd name="connsiteX3" fmla="*/ 396055 w 5538322"/>
                <a:gd name="connsiteY3" fmla="*/ 1137880 h 175410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46184"/>
                <a:gd name="connsiteX1" fmla="*/ 33402 w 5563722"/>
                <a:gd name="connsiteY1" fmla="*/ 1739 h 1746184"/>
                <a:gd name="connsiteX2" fmla="*/ 5563722 w 5563722"/>
                <a:gd name="connsiteY2" fmla="*/ 779548 h 1746184"/>
                <a:gd name="connsiteX3" fmla="*/ 396055 w 5563722"/>
                <a:gd name="connsiteY3" fmla="*/ 1137880 h 1746184"/>
                <a:gd name="connsiteX0" fmla="*/ 369120 w 5536787"/>
                <a:gd name="connsiteY0" fmla="*/ 1114103 h 1722407"/>
                <a:gd name="connsiteX1" fmla="*/ 35042 w 5536787"/>
                <a:gd name="connsiteY1" fmla="*/ 1774 h 1722407"/>
                <a:gd name="connsiteX2" fmla="*/ 5536787 w 5536787"/>
                <a:gd name="connsiteY2" fmla="*/ 755771 h 1722407"/>
                <a:gd name="connsiteX3" fmla="*/ 369120 w 5536787"/>
                <a:gd name="connsiteY3" fmla="*/ 1114103 h 1722407"/>
                <a:gd name="connsiteX0" fmla="*/ 369120 w 5536787"/>
                <a:gd name="connsiteY0" fmla="*/ 1114103 h 1722407"/>
                <a:gd name="connsiteX1" fmla="*/ 35042 w 5536787"/>
                <a:gd name="connsiteY1" fmla="*/ 1774 h 1722407"/>
                <a:gd name="connsiteX2" fmla="*/ 5536787 w 5536787"/>
                <a:gd name="connsiteY2" fmla="*/ 755771 h 1722407"/>
                <a:gd name="connsiteX3" fmla="*/ 369120 w 5536787"/>
                <a:gd name="connsiteY3" fmla="*/ 1114103 h 1722407"/>
                <a:gd name="connsiteX0" fmla="*/ 369120 w 5536787"/>
                <a:gd name="connsiteY0" fmla="*/ 1114103 h 1696139"/>
                <a:gd name="connsiteX1" fmla="*/ 35042 w 5536787"/>
                <a:gd name="connsiteY1" fmla="*/ 1774 h 1696139"/>
                <a:gd name="connsiteX2" fmla="*/ 5536787 w 5536787"/>
                <a:gd name="connsiteY2" fmla="*/ 755771 h 1696139"/>
                <a:gd name="connsiteX3" fmla="*/ 369120 w 5536787"/>
                <a:gd name="connsiteY3" fmla="*/ 1114103 h 1696139"/>
                <a:gd name="connsiteX0" fmla="*/ 369120 w 5536787"/>
                <a:gd name="connsiteY0" fmla="*/ 1114103 h 1711945"/>
                <a:gd name="connsiteX1" fmla="*/ 35042 w 5536787"/>
                <a:gd name="connsiteY1" fmla="*/ 1774 h 1711945"/>
                <a:gd name="connsiteX2" fmla="*/ 5536787 w 5536787"/>
                <a:gd name="connsiteY2" fmla="*/ 755771 h 1711945"/>
                <a:gd name="connsiteX3" fmla="*/ 369120 w 5536787"/>
                <a:gd name="connsiteY3" fmla="*/ 1114103 h 1711945"/>
                <a:gd name="connsiteX0" fmla="*/ 369120 w 5536787"/>
                <a:gd name="connsiteY0" fmla="*/ 1114103 h 1711945"/>
                <a:gd name="connsiteX1" fmla="*/ 35042 w 5536787"/>
                <a:gd name="connsiteY1" fmla="*/ 1774 h 1711945"/>
                <a:gd name="connsiteX2" fmla="*/ 5536787 w 5536787"/>
                <a:gd name="connsiteY2" fmla="*/ 755771 h 1711945"/>
                <a:gd name="connsiteX3" fmla="*/ 369120 w 5536787"/>
                <a:gd name="connsiteY3" fmla="*/ 1114103 h 1711945"/>
                <a:gd name="connsiteX0" fmla="*/ 353719 w 5521386"/>
                <a:gd name="connsiteY0" fmla="*/ 1113719 h 1711561"/>
                <a:gd name="connsiteX1" fmla="*/ 19641 w 5521386"/>
                <a:gd name="connsiteY1" fmla="*/ 1390 h 1711561"/>
                <a:gd name="connsiteX2" fmla="*/ 5521386 w 5521386"/>
                <a:gd name="connsiteY2" fmla="*/ 755387 h 1711561"/>
                <a:gd name="connsiteX3" fmla="*/ 353719 w 5521386"/>
                <a:gd name="connsiteY3" fmla="*/ 1113719 h 1711561"/>
                <a:gd name="connsiteX0" fmla="*/ 329380 w 5522447"/>
                <a:gd name="connsiteY0" fmla="*/ 1126404 h 1719569"/>
                <a:gd name="connsiteX1" fmla="*/ 20702 w 5522447"/>
                <a:gd name="connsiteY1" fmla="*/ 1375 h 1719569"/>
                <a:gd name="connsiteX2" fmla="*/ 5522447 w 5522447"/>
                <a:gd name="connsiteY2" fmla="*/ 755372 h 1719569"/>
                <a:gd name="connsiteX3" fmla="*/ 329380 w 5522447"/>
                <a:gd name="connsiteY3" fmla="*/ 1126404 h 1719569"/>
                <a:gd name="connsiteX0" fmla="*/ 331741 w 5524808"/>
                <a:gd name="connsiteY0" fmla="*/ 1126425 h 1719590"/>
                <a:gd name="connsiteX1" fmla="*/ 23063 w 5524808"/>
                <a:gd name="connsiteY1" fmla="*/ 1396 h 1719590"/>
                <a:gd name="connsiteX2" fmla="*/ 5524808 w 5524808"/>
                <a:gd name="connsiteY2" fmla="*/ 755393 h 1719590"/>
                <a:gd name="connsiteX3" fmla="*/ 331741 w 5524808"/>
                <a:gd name="connsiteY3" fmla="*/ 1126425 h 1719590"/>
                <a:gd name="connsiteX0" fmla="*/ 322425 w 5515492"/>
                <a:gd name="connsiteY0" fmla="*/ 1126425 h 1719590"/>
                <a:gd name="connsiteX1" fmla="*/ 13747 w 5515492"/>
                <a:gd name="connsiteY1" fmla="*/ 1396 h 1719590"/>
                <a:gd name="connsiteX2" fmla="*/ 5515492 w 5515492"/>
                <a:gd name="connsiteY2" fmla="*/ 755393 h 1719590"/>
                <a:gd name="connsiteX3" fmla="*/ 322425 w 5515492"/>
                <a:gd name="connsiteY3" fmla="*/ 1126425 h 1719590"/>
                <a:gd name="connsiteX0" fmla="*/ 323135 w 5516202"/>
                <a:gd name="connsiteY0" fmla="*/ 1126425 h 1719590"/>
                <a:gd name="connsiteX1" fmla="*/ 14457 w 5516202"/>
                <a:gd name="connsiteY1" fmla="*/ 1396 h 1719590"/>
                <a:gd name="connsiteX2" fmla="*/ 5516202 w 5516202"/>
                <a:gd name="connsiteY2" fmla="*/ 755393 h 1719590"/>
                <a:gd name="connsiteX3" fmla="*/ 323135 w 5516202"/>
                <a:gd name="connsiteY3" fmla="*/ 1126425 h 1719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16202" h="1719590">
                  <a:moveTo>
                    <a:pt x="323135" y="1126425"/>
                  </a:moveTo>
                  <a:cubicBezTo>
                    <a:pt x="220385" y="1116224"/>
                    <a:pt x="-67385" y="-45745"/>
                    <a:pt x="14457" y="1396"/>
                  </a:cubicBezTo>
                  <a:cubicBezTo>
                    <a:pt x="1796615" y="1456937"/>
                    <a:pt x="4407779" y="690820"/>
                    <a:pt x="5516202" y="755393"/>
                  </a:cubicBezTo>
                  <a:cubicBezTo>
                    <a:pt x="3701470" y="1755812"/>
                    <a:pt x="829656" y="2134153"/>
                    <a:pt x="323135" y="1126425"/>
                  </a:cubicBezTo>
                  <a:close/>
                </a:path>
              </a:pathLst>
            </a:custGeom>
            <a:gradFill>
              <a:gsLst>
                <a:gs pos="0">
                  <a:srgbClr val="92D050"/>
                </a:gs>
                <a:gs pos="16000">
                  <a:srgbClr val="4E7F47"/>
                </a:gs>
              </a:gsLst>
              <a:lin ang="108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4">
              <a:extLst>
                <a:ext uri="{FF2B5EF4-FFF2-40B4-BE49-F238E27FC236}">
                  <a16:creationId xmlns:a16="http://schemas.microsoft.com/office/drawing/2014/main" id="{B12728A1-8678-8058-2873-89F39093D7A4}"/>
                </a:ext>
              </a:extLst>
            </p:cNvPr>
            <p:cNvSpPr/>
            <p:nvPr/>
          </p:nvSpPr>
          <p:spPr>
            <a:xfrm>
              <a:off x="5168754" y="4410506"/>
              <a:ext cx="2955093" cy="1864605"/>
            </a:xfrm>
            <a:custGeom>
              <a:avLst/>
              <a:gdLst>
                <a:gd name="connsiteX0" fmla="*/ 0 w 1190172"/>
                <a:gd name="connsiteY0" fmla="*/ 0 h 1001486"/>
                <a:gd name="connsiteX1" fmla="*/ 1190172 w 1190172"/>
                <a:gd name="connsiteY1" fmla="*/ 0 h 1001486"/>
                <a:gd name="connsiteX2" fmla="*/ 1190172 w 1190172"/>
                <a:gd name="connsiteY2" fmla="*/ 1001486 h 1001486"/>
                <a:gd name="connsiteX3" fmla="*/ 0 w 1190172"/>
                <a:gd name="connsiteY3" fmla="*/ 1001486 h 1001486"/>
                <a:gd name="connsiteX4" fmla="*/ 0 w 1190172"/>
                <a:gd name="connsiteY4" fmla="*/ 0 h 1001486"/>
                <a:gd name="connsiteX0" fmla="*/ 0 w 2598058"/>
                <a:gd name="connsiteY0" fmla="*/ 0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4" fmla="*/ 0 w 2598058"/>
                <a:gd name="connsiteY4" fmla="*/ 0 h 3497943"/>
                <a:gd name="connsiteX0" fmla="*/ 0 w 2598058"/>
                <a:gd name="connsiteY0" fmla="*/ 1001486 h 3497943"/>
                <a:gd name="connsiteX1" fmla="*/ 1190172 w 2598058"/>
                <a:gd name="connsiteY1" fmla="*/ 0 h 3497943"/>
                <a:gd name="connsiteX2" fmla="*/ 2598058 w 2598058"/>
                <a:gd name="connsiteY2" fmla="*/ 3497943 h 3497943"/>
                <a:gd name="connsiteX3" fmla="*/ 0 w 2598058"/>
                <a:gd name="connsiteY3" fmla="*/ 1001486 h 3497943"/>
                <a:gd name="connsiteX0" fmla="*/ 0 w 3744687"/>
                <a:gd name="connsiteY0" fmla="*/ 0 h 3526971"/>
                <a:gd name="connsiteX1" fmla="*/ 2336801 w 3744687"/>
                <a:gd name="connsiteY1" fmla="*/ 29028 h 3526971"/>
                <a:gd name="connsiteX2" fmla="*/ 3744687 w 3744687"/>
                <a:gd name="connsiteY2" fmla="*/ 3526971 h 3526971"/>
                <a:gd name="connsiteX3" fmla="*/ 0 w 3744687"/>
                <a:gd name="connsiteY3" fmla="*/ 0 h 3526971"/>
                <a:gd name="connsiteX0" fmla="*/ 0 w 3744687"/>
                <a:gd name="connsiteY0" fmla="*/ 156709 h 3683680"/>
                <a:gd name="connsiteX1" fmla="*/ 1303339 w 3744687"/>
                <a:gd name="connsiteY1" fmla="*/ 0 h 3683680"/>
                <a:gd name="connsiteX2" fmla="*/ 3744687 w 3744687"/>
                <a:gd name="connsiteY2" fmla="*/ 3683680 h 3683680"/>
                <a:gd name="connsiteX3" fmla="*/ 0 w 3744687"/>
                <a:gd name="connsiteY3" fmla="*/ 156709 h 3683680"/>
                <a:gd name="connsiteX0" fmla="*/ 0 w 3744687"/>
                <a:gd name="connsiteY0" fmla="*/ 175246 h 3702217"/>
                <a:gd name="connsiteX1" fmla="*/ 1303339 w 3744687"/>
                <a:gd name="connsiteY1" fmla="*/ 18537 h 3702217"/>
                <a:gd name="connsiteX2" fmla="*/ 3744687 w 3744687"/>
                <a:gd name="connsiteY2" fmla="*/ 3702217 h 3702217"/>
                <a:gd name="connsiteX3" fmla="*/ 0 w 3744687"/>
                <a:gd name="connsiteY3" fmla="*/ 175246 h 3702217"/>
                <a:gd name="connsiteX0" fmla="*/ 0 w 3754212"/>
                <a:gd name="connsiteY0" fmla="*/ 170857 h 3702591"/>
                <a:gd name="connsiteX1" fmla="*/ 1312864 w 3754212"/>
                <a:gd name="connsiteY1" fmla="*/ 18911 h 3702591"/>
                <a:gd name="connsiteX2" fmla="*/ 3754212 w 3754212"/>
                <a:gd name="connsiteY2" fmla="*/ 3702591 h 3702591"/>
                <a:gd name="connsiteX3" fmla="*/ 0 w 3754212"/>
                <a:gd name="connsiteY3" fmla="*/ 170857 h 3702591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54212"/>
                <a:gd name="connsiteY0" fmla="*/ 177892 h 3709626"/>
                <a:gd name="connsiteX1" fmla="*/ 1312864 w 3754212"/>
                <a:gd name="connsiteY1" fmla="*/ 25946 h 3709626"/>
                <a:gd name="connsiteX2" fmla="*/ 3754212 w 3754212"/>
                <a:gd name="connsiteY2" fmla="*/ 3709626 h 3709626"/>
                <a:gd name="connsiteX3" fmla="*/ 0 w 3754212"/>
                <a:gd name="connsiteY3" fmla="*/ 177892 h 3709626"/>
                <a:gd name="connsiteX0" fmla="*/ 0 w 3716112"/>
                <a:gd name="connsiteY0" fmla="*/ 177892 h 3747726"/>
                <a:gd name="connsiteX1" fmla="*/ 1312864 w 3716112"/>
                <a:gd name="connsiteY1" fmla="*/ 25946 h 3747726"/>
                <a:gd name="connsiteX2" fmla="*/ 3716112 w 3716112"/>
                <a:gd name="connsiteY2" fmla="*/ 3747726 h 3747726"/>
                <a:gd name="connsiteX3" fmla="*/ 0 w 3716112"/>
                <a:gd name="connsiteY3" fmla="*/ 177892 h 374772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693252"/>
                <a:gd name="connsiteY0" fmla="*/ 177892 h 3762966"/>
                <a:gd name="connsiteX1" fmla="*/ 1312864 w 3693252"/>
                <a:gd name="connsiteY1" fmla="*/ 25946 h 3762966"/>
                <a:gd name="connsiteX2" fmla="*/ 3693252 w 3693252"/>
                <a:gd name="connsiteY2" fmla="*/ 3762966 h 3762966"/>
                <a:gd name="connsiteX3" fmla="*/ 0 w 3693252"/>
                <a:gd name="connsiteY3" fmla="*/ 177892 h 3762966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3731352"/>
                <a:gd name="connsiteY0" fmla="*/ 191139 h 3760973"/>
                <a:gd name="connsiteX1" fmla="*/ 1350964 w 3731352"/>
                <a:gd name="connsiteY1" fmla="*/ 23953 h 3760973"/>
                <a:gd name="connsiteX2" fmla="*/ 3731352 w 3731352"/>
                <a:gd name="connsiteY2" fmla="*/ 3760973 h 3760973"/>
                <a:gd name="connsiteX3" fmla="*/ 0 w 3731352"/>
                <a:gd name="connsiteY3" fmla="*/ 191139 h 3760973"/>
                <a:gd name="connsiteX0" fmla="*/ 0 w 4327700"/>
                <a:gd name="connsiteY0" fmla="*/ 1098813 h 3740995"/>
                <a:gd name="connsiteX1" fmla="*/ 1947312 w 4327700"/>
                <a:gd name="connsiteY1" fmla="*/ 3975 h 3740995"/>
                <a:gd name="connsiteX2" fmla="*/ 4327700 w 4327700"/>
                <a:gd name="connsiteY2" fmla="*/ 3740995 h 3740995"/>
                <a:gd name="connsiteX3" fmla="*/ 0 w 4327700"/>
                <a:gd name="connsiteY3" fmla="*/ 1098813 h 3740995"/>
                <a:gd name="connsiteX0" fmla="*/ 0 w 4327700"/>
                <a:gd name="connsiteY0" fmla="*/ 690356 h 3332538"/>
                <a:gd name="connsiteX1" fmla="*/ 396807 w 4327700"/>
                <a:gd name="connsiteY1" fmla="*/ 6335 h 3332538"/>
                <a:gd name="connsiteX2" fmla="*/ 4327700 w 4327700"/>
                <a:gd name="connsiteY2" fmla="*/ 3332538 h 3332538"/>
                <a:gd name="connsiteX3" fmla="*/ 0 w 4327700"/>
                <a:gd name="connsiteY3" fmla="*/ 690356 h 3332538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0 w 5162587"/>
                <a:gd name="connsiteY0" fmla="*/ 690356 h 2643424"/>
                <a:gd name="connsiteX1" fmla="*/ 396807 w 5162587"/>
                <a:gd name="connsiteY1" fmla="*/ 6335 h 2643424"/>
                <a:gd name="connsiteX2" fmla="*/ 5162587 w 5162587"/>
                <a:gd name="connsiteY2" fmla="*/ 2643424 h 2643424"/>
                <a:gd name="connsiteX3" fmla="*/ 0 w 5162587"/>
                <a:gd name="connsiteY3" fmla="*/ 690356 h 2643424"/>
                <a:gd name="connsiteX0" fmla="*/ 22612 w 5185199"/>
                <a:gd name="connsiteY0" fmla="*/ 689352 h 2642420"/>
                <a:gd name="connsiteX1" fmla="*/ 419419 w 5185199"/>
                <a:gd name="connsiteY1" fmla="*/ 5331 h 2642420"/>
                <a:gd name="connsiteX2" fmla="*/ 5185199 w 5185199"/>
                <a:gd name="connsiteY2" fmla="*/ 2642420 h 2642420"/>
                <a:gd name="connsiteX3" fmla="*/ 22612 w 5185199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4290 w 5166877"/>
                <a:gd name="connsiteY0" fmla="*/ 689352 h 2642420"/>
                <a:gd name="connsiteX1" fmla="*/ 401097 w 5166877"/>
                <a:gd name="connsiteY1" fmla="*/ 5331 h 2642420"/>
                <a:gd name="connsiteX2" fmla="*/ 5166877 w 5166877"/>
                <a:gd name="connsiteY2" fmla="*/ 2642420 h 2642420"/>
                <a:gd name="connsiteX3" fmla="*/ 4290 w 5166877"/>
                <a:gd name="connsiteY3" fmla="*/ 689352 h 2642420"/>
                <a:gd name="connsiteX0" fmla="*/ 3480 w 5211787"/>
                <a:gd name="connsiteY0" fmla="*/ 704495 h 2642323"/>
                <a:gd name="connsiteX1" fmla="*/ 446007 w 5211787"/>
                <a:gd name="connsiteY1" fmla="*/ 5234 h 2642323"/>
                <a:gd name="connsiteX2" fmla="*/ 5211787 w 5211787"/>
                <a:gd name="connsiteY2" fmla="*/ 2642323 h 2642323"/>
                <a:gd name="connsiteX3" fmla="*/ 3480 w 5211787"/>
                <a:gd name="connsiteY3" fmla="*/ 704495 h 2642323"/>
                <a:gd name="connsiteX0" fmla="*/ 4844 w 5213151"/>
                <a:gd name="connsiteY0" fmla="*/ 734790 h 2672618"/>
                <a:gd name="connsiteX1" fmla="*/ 378791 w 5213151"/>
                <a:gd name="connsiteY1" fmla="*/ 5049 h 2672618"/>
                <a:gd name="connsiteX2" fmla="*/ 5213151 w 5213151"/>
                <a:gd name="connsiteY2" fmla="*/ 2672618 h 2672618"/>
                <a:gd name="connsiteX3" fmla="*/ 4844 w 5213151"/>
                <a:gd name="connsiteY3" fmla="*/ 734790 h 2672618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334 h 2670162"/>
                <a:gd name="connsiteX1" fmla="*/ 376976 w 5211336"/>
                <a:gd name="connsiteY1" fmla="*/ 2593 h 2670162"/>
                <a:gd name="connsiteX2" fmla="*/ 5211336 w 5211336"/>
                <a:gd name="connsiteY2" fmla="*/ 2670162 h 2670162"/>
                <a:gd name="connsiteX3" fmla="*/ 3029 w 5211336"/>
                <a:gd name="connsiteY3" fmla="*/ 732334 h 2670162"/>
                <a:gd name="connsiteX0" fmla="*/ 3029 w 5211336"/>
                <a:gd name="connsiteY0" fmla="*/ 732720 h 2670548"/>
                <a:gd name="connsiteX1" fmla="*/ 376976 w 5211336"/>
                <a:gd name="connsiteY1" fmla="*/ 2979 h 2670548"/>
                <a:gd name="connsiteX2" fmla="*/ 5211336 w 5211336"/>
                <a:gd name="connsiteY2" fmla="*/ 2670548 h 2670548"/>
                <a:gd name="connsiteX3" fmla="*/ 3029 w 5211336"/>
                <a:gd name="connsiteY3" fmla="*/ 732720 h 2670548"/>
                <a:gd name="connsiteX0" fmla="*/ 3029 w 5272296"/>
                <a:gd name="connsiteY0" fmla="*/ 732632 h 2723800"/>
                <a:gd name="connsiteX1" fmla="*/ 376976 w 5272296"/>
                <a:gd name="connsiteY1" fmla="*/ 2891 h 2723800"/>
                <a:gd name="connsiteX2" fmla="*/ 5272296 w 5272296"/>
                <a:gd name="connsiteY2" fmla="*/ 2723800 h 2723800"/>
                <a:gd name="connsiteX3" fmla="*/ 3029 w 5272296"/>
                <a:gd name="connsiteY3" fmla="*/ 732632 h 2723800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3029 w 5272296"/>
                <a:gd name="connsiteY0" fmla="*/ 732537 h 2723705"/>
                <a:gd name="connsiteX1" fmla="*/ 376976 w 5272296"/>
                <a:gd name="connsiteY1" fmla="*/ 2796 h 2723705"/>
                <a:gd name="connsiteX2" fmla="*/ 5272296 w 5272296"/>
                <a:gd name="connsiteY2" fmla="*/ 2723705 h 2723705"/>
                <a:gd name="connsiteX3" fmla="*/ 3029 w 5272296"/>
                <a:gd name="connsiteY3" fmla="*/ 732537 h 2723705"/>
                <a:gd name="connsiteX0" fmla="*/ 301113 w 5570380"/>
                <a:gd name="connsiteY0" fmla="*/ 0 h 1991168"/>
                <a:gd name="connsiteX1" fmla="*/ 40060 w 5570380"/>
                <a:gd name="connsiteY1" fmla="*/ 197359 h 1991168"/>
                <a:gd name="connsiteX2" fmla="*/ 5570380 w 5570380"/>
                <a:gd name="connsiteY2" fmla="*/ 1991168 h 1991168"/>
                <a:gd name="connsiteX3" fmla="*/ 301113 w 5570380"/>
                <a:gd name="connsiteY3" fmla="*/ 0 h 1991168"/>
                <a:gd name="connsiteX0" fmla="*/ 396055 w 5563722"/>
                <a:gd name="connsiteY0" fmla="*/ 1141734 h 1799402"/>
                <a:gd name="connsiteX1" fmla="*/ 33402 w 5563722"/>
                <a:gd name="connsiteY1" fmla="*/ 5593 h 1799402"/>
                <a:gd name="connsiteX2" fmla="*/ 5563722 w 5563722"/>
                <a:gd name="connsiteY2" fmla="*/ 1799402 h 1799402"/>
                <a:gd name="connsiteX3" fmla="*/ 396055 w 5563722"/>
                <a:gd name="connsiteY3" fmla="*/ 1141734 h 1799402"/>
                <a:gd name="connsiteX0" fmla="*/ 396055 w 5538322"/>
                <a:gd name="connsiteY0" fmla="*/ 1185676 h 1399153"/>
                <a:gd name="connsiteX1" fmla="*/ 33402 w 5538322"/>
                <a:gd name="connsiteY1" fmla="*/ 49535 h 1399153"/>
                <a:gd name="connsiteX2" fmla="*/ 5538322 w 5538322"/>
                <a:gd name="connsiteY2" fmla="*/ 890844 h 1399153"/>
                <a:gd name="connsiteX3" fmla="*/ 396055 w 5538322"/>
                <a:gd name="connsiteY3" fmla="*/ 1185676 h 1399153"/>
                <a:gd name="connsiteX0" fmla="*/ 396055 w 5538322"/>
                <a:gd name="connsiteY0" fmla="*/ 1185676 h 1683208"/>
                <a:gd name="connsiteX1" fmla="*/ 33402 w 5538322"/>
                <a:gd name="connsiteY1" fmla="*/ 49535 h 1683208"/>
                <a:gd name="connsiteX2" fmla="*/ 5538322 w 5538322"/>
                <a:gd name="connsiteY2" fmla="*/ 890844 h 1683208"/>
                <a:gd name="connsiteX3" fmla="*/ 396055 w 5538322"/>
                <a:gd name="connsiteY3" fmla="*/ 1185676 h 1683208"/>
                <a:gd name="connsiteX0" fmla="*/ 396055 w 5538322"/>
                <a:gd name="connsiteY0" fmla="*/ 1185676 h 1801896"/>
                <a:gd name="connsiteX1" fmla="*/ 33402 w 5538322"/>
                <a:gd name="connsiteY1" fmla="*/ 49535 h 1801896"/>
                <a:gd name="connsiteX2" fmla="*/ 5538322 w 5538322"/>
                <a:gd name="connsiteY2" fmla="*/ 890844 h 1801896"/>
                <a:gd name="connsiteX3" fmla="*/ 396055 w 5538322"/>
                <a:gd name="connsiteY3" fmla="*/ 1185676 h 1801896"/>
                <a:gd name="connsiteX0" fmla="*/ 396055 w 5538322"/>
                <a:gd name="connsiteY0" fmla="*/ 1137880 h 1754100"/>
                <a:gd name="connsiteX1" fmla="*/ 33402 w 5538322"/>
                <a:gd name="connsiteY1" fmla="*/ 1739 h 1754100"/>
                <a:gd name="connsiteX2" fmla="*/ 5538322 w 5538322"/>
                <a:gd name="connsiteY2" fmla="*/ 843048 h 1754100"/>
                <a:gd name="connsiteX3" fmla="*/ 396055 w 5538322"/>
                <a:gd name="connsiteY3" fmla="*/ 1137880 h 1754100"/>
                <a:gd name="connsiteX0" fmla="*/ 396055 w 5538322"/>
                <a:gd name="connsiteY0" fmla="*/ 1137880 h 1754100"/>
                <a:gd name="connsiteX1" fmla="*/ 33402 w 5538322"/>
                <a:gd name="connsiteY1" fmla="*/ 1739 h 1754100"/>
                <a:gd name="connsiteX2" fmla="*/ 5538322 w 5538322"/>
                <a:gd name="connsiteY2" fmla="*/ 843048 h 1754100"/>
                <a:gd name="connsiteX3" fmla="*/ 396055 w 5538322"/>
                <a:gd name="connsiteY3" fmla="*/ 1137880 h 175410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31670"/>
                <a:gd name="connsiteX1" fmla="*/ 33402 w 5563722"/>
                <a:gd name="connsiteY1" fmla="*/ 1739 h 1731670"/>
                <a:gd name="connsiteX2" fmla="*/ 5563722 w 5563722"/>
                <a:gd name="connsiteY2" fmla="*/ 779548 h 1731670"/>
                <a:gd name="connsiteX3" fmla="*/ 396055 w 5563722"/>
                <a:gd name="connsiteY3" fmla="*/ 1137880 h 1731670"/>
                <a:gd name="connsiteX0" fmla="*/ 396055 w 5563722"/>
                <a:gd name="connsiteY0" fmla="*/ 1137880 h 1746184"/>
                <a:gd name="connsiteX1" fmla="*/ 33402 w 5563722"/>
                <a:gd name="connsiteY1" fmla="*/ 1739 h 1746184"/>
                <a:gd name="connsiteX2" fmla="*/ 5563722 w 5563722"/>
                <a:gd name="connsiteY2" fmla="*/ 779548 h 1746184"/>
                <a:gd name="connsiteX3" fmla="*/ 396055 w 5563722"/>
                <a:gd name="connsiteY3" fmla="*/ 1137880 h 1746184"/>
                <a:gd name="connsiteX0" fmla="*/ 369120 w 5536787"/>
                <a:gd name="connsiteY0" fmla="*/ 1114103 h 1722407"/>
                <a:gd name="connsiteX1" fmla="*/ 35042 w 5536787"/>
                <a:gd name="connsiteY1" fmla="*/ 1774 h 1722407"/>
                <a:gd name="connsiteX2" fmla="*/ 5536787 w 5536787"/>
                <a:gd name="connsiteY2" fmla="*/ 755771 h 1722407"/>
                <a:gd name="connsiteX3" fmla="*/ 369120 w 5536787"/>
                <a:gd name="connsiteY3" fmla="*/ 1114103 h 1722407"/>
                <a:gd name="connsiteX0" fmla="*/ 369120 w 5536787"/>
                <a:gd name="connsiteY0" fmla="*/ 1114103 h 1722407"/>
                <a:gd name="connsiteX1" fmla="*/ 35042 w 5536787"/>
                <a:gd name="connsiteY1" fmla="*/ 1774 h 1722407"/>
                <a:gd name="connsiteX2" fmla="*/ 5536787 w 5536787"/>
                <a:gd name="connsiteY2" fmla="*/ 755771 h 1722407"/>
                <a:gd name="connsiteX3" fmla="*/ 369120 w 5536787"/>
                <a:gd name="connsiteY3" fmla="*/ 1114103 h 1722407"/>
                <a:gd name="connsiteX0" fmla="*/ 369120 w 5536787"/>
                <a:gd name="connsiteY0" fmla="*/ 1114103 h 1696139"/>
                <a:gd name="connsiteX1" fmla="*/ 35042 w 5536787"/>
                <a:gd name="connsiteY1" fmla="*/ 1774 h 1696139"/>
                <a:gd name="connsiteX2" fmla="*/ 5536787 w 5536787"/>
                <a:gd name="connsiteY2" fmla="*/ 755771 h 1696139"/>
                <a:gd name="connsiteX3" fmla="*/ 369120 w 5536787"/>
                <a:gd name="connsiteY3" fmla="*/ 1114103 h 1696139"/>
                <a:gd name="connsiteX0" fmla="*/ 369120 w 5536787"/>
                <a:gd name="connsiteY0" fmla="*/ 1114103 h 1711945"/>
                <a:gd name="connsiteX1" fmla="*/ 35042 w 5536787"/>
                <a:gd name="connsiteY1" fmla="*/ 1774 h 1711945"/>
                <a:gd name="connsiteX2" fmla="*/ 5536787 w 5536787"/>
                <a:gd name="connsiteY2" fmla="*/ 755771 h 1711945"/>
                <a:gd name="connsiteX3" fmla="*/ 369120 w 5536787"/>
                <a:gd name="connsiteY3" fmla="*/ 1114103 h 1711945"/>
                <a:gd name="connsiteX0" fmla="*/ 369120 w 5536787"/>
                <a:gd name="connsiteY0" fmla="*/ 1114103 h 1711945"/>
                <a:gd name="connsiteX1" fmla="*/ 35042 w 5536787"/>
                <a:gd name="connsiteY1" fmla="*/ 1774 h 1711945"/>
                <a:gd name="connsiteX2" fmla="*/ 5536787 w 5536787"/>
                <a:gd name="connsiteY2" fmla="*/ 755771 h 1711945"/>
                <a:gd name="connsiteX3" fmla="*/ 369120 w 5536787"/>
                <a:gd name="connsiteY3" fmla="*/ 1114103 h 1711945"/>
                <a:gd name="connsiteX0" fmla="*/ 3052962 w 5507909"/>
                <a:gd name="connsiteY0" fmla="*/ 2172455 h 2517178"/>
                <a:gd name="connsiteX1" fmla="*/ 6164 w 5507909"/>
                <a:gd name="connsiteY1" fmla="*/ 946 h 2517178"/>
                <a:gd name="connsiteX2" fmla="*/ 5507909 w 5507909"/>
                <a:gd name="connsiteY2" fmla="*/ 754943 h 2517178"/>
                <a:gd name="connsiteX3" fmla="*/ 3052962 w 5507909"/>
                <a:gd name="connsiteY3" fmla="*/ 2172455 h 2517178"/>
                <a:gd name="connsiteX0" fmla="*/ 1466167 w 3921114"/>
                <a:gd name="connsiteY0" fmla="*/ 1418597 h 1763320"/>
                <a:gd name="connsiteX1" fmla="*/ 11949 w 3921114"/>
                <a:gd name="connsiteY1" fmla="*/ 1327348 h 1763320"/>
                <a:gd name="connsiteX2" fmla="*/ 3921114 w 3921114"/>
                <a:gd name="connsiteY2" fmla="*/ 1085 h 1763320"/>
                <a:gd name="connsiteX3" fmla="*/ 1466167 w 3921114"/>
                <a:gd name="connsiteY3" fmla="*/ 1418597 h 1763320"/>
                <a:gd name="connsiteX0" fmla="*/ 1466167 w 3121014"/>
                <a:gd name="connsiteY0" fmla="*/ 1837558 h 2129636"/>
                <a:gd name="connsiteX1" fmla="*/ 11949 w 3121014"/>
                <a:gd name="connsiteY1" fmla="*/ 1746309 h 2129636"/>
                <a:gd name="connsiteX2" fmla="*/ 3121014 w 3121014"/>
                <a:gd name="connsiteY2" fmla="*/ 946 h 2129636"/>
                <a:gd name="connsiteX3" fmla="*/ 1466167 w 3121014"/>
                <a:gd name="connsiteY3" fmla="*/ 1837558 h 2129636"/>
                <a:gd name="connsiteX0" fmla="*/ 1466167 w 3121014"/>
                <a:gd name="connsiteY0" fmla="*/ 1837558 h 2120437"/>
                <a:gd name="connsiteX1" fmla="*/ 11949 w 3121014"/>
                <a:gd name="connsiteY1" fmla="*/ 1746309 h 2120437"/>
                <a:gd name="connsiteX2" fmla="*/ 3121014 w 3121014"/>
                <a:gd name="connsiteY2" fmla="*/ 946 h 2120437"/>
                <a:gd name="connsiteX3" fmla="*/ 1466167 w 3121014"/>
                <a:gd name="connsiteY3" fmla="*/ 1837558 h 2120437"/>
                <a:gd name="connsiteX0" fmla="*/ 1466167 w 3121014"/>
                <a:gd name="connsiteY0" fmla="*/ 1837558 h 2120437"/>
                <a:gd name="connsiteX1" fmla="*/ 11949 w 3121014"/>
                <a:gd name="connsiteY1" fmla="*/ 1746309 h 2120437"/>
                <a:gd name="connsiteX2" fmla="*/ 3121014 w 3121014"/>
                <a:gd name="connsiteY2" fmla="*/ 946 h 2120437"/>
                <a:gd name="connsiteX3" fmla="*/ 1466167 w 3121014"/>
                <a:gd name="connsiteY3" fmla="*/ 1837558 h 2120437"/>
                <a:gd name="connsiteX0" fmla="*/ 1466167 w 3121014"/>
                <a:gd name="connsiteY0" fmla="*/ 1838411 h 1861583"/>
                <a:gd name="connsiteX1" fmla="*/ 11949 w 3121014"/>
                <a:gd name="connsiteY1" fmla="*/ 1747162 h 1861583"/>
                <a:gd name="connsiteX2" fmla="*/ 3121014 w 3121014"/>
                <a:gd name="connsiteY2" fmla="*/ 1799 h 1861583"/>
                <a:gd name="connsiteX3" fmla="*/ 1466167 w 3121014"/>
                <a:gd name="connsiteY3" fmla="*/ 1838411 h 1861583"/>
                <a:gd name="connsiteX0" fmla="*/ 1466167 w 3121014"/>
                <a:gd name="connsiteY0" fmla="*/ 1836612 h 1859784"/>
                <a:gd name="connsiteX1" fmla="*/ 11949 w 3121014"/>
                <a:gd name="connsiteY1" fmla="*/ 1745363 h 1859784"/>
                <a:gd name="connsiteX2" fmla="*/ 3121014 w 3121014"/>
                <a:gd name="connsiteY2" fmla="*/ 0 h 1859784"/>
                <a:gd name="connsiteX3" fmla="*/ 1466167 w 3121014"/>
                <a:gd name="connsiteY3" fmla="*/ 1836612 h 1859784"/>
                <a:gd name="connsiteX0" fmla="*/ 1466167 w 3121014"/>
                <a:gd name="connsiteY0" fmla="*/ 1836612 h 1868066"/>
                <a:gd name="connsiteX1" fmla="*/ 11949 w 3121014"/>
                <a:gd name="connsiteY1" fmla="*/ 1745363 h 1868066"/>
                <a:gd name="connsiteX2" fmla="*/ 3121014 w 3121014"/>
                <a:gd name="connsiteY2" fmla="*/ 0 h 1868066"/>
                <a:gd name="connsiteX3" fmla="*/ 1466167 w 3121014"/>
                <a:gd name="connsiteY3" fmla="*/ 1836612 h 1868066"/>
                <a:gd name="connsiteX0" fmla="*/ 1239425 w 3122872"/>
                <a:gd name="connsiteY0" fmla="*/ 1865187 h 1895827"/>
                <a:gd name="connsiteX1" fmla="*/ 13807 w 3122872"/>
                <a:gd name="connsiteY1" fmla="*/ 1745363 h 1895827"/>
                <a:gd name="connsiteX2" fmla="*/ 3122872 w 3122872"/>
                <a:gd name="connsiteY2" fmla="*/ 0 h 1895827"/>
                <a:gd name="connsiteX3" fmla="*/ 1239425 w 3122872"/>
                <a:gd name="connsiteY3" fmla="*/ 1865187 h 1895827"/>
                <a:gd name="connsiteX0" fmla="*/ 1239425 w 3122872"/>
                <a:gd name="connsiteY0" fmla="*/ 1865187 h 1871564"/>
                <a:gd name="connsiteX1" fmla="*/ 13807 w 3122872"/>
                <a:gd name="connsiteY1" fmla="*/ 1745363 h 1871564"/>
                <a:gd name="connsiteX2" fmla="*/ 3122872 w 3122872"/>
                <a:gd name="connsiteY2" fmla="*/ 0 h 1871564"/>
                <a:gd name="connsiteX3" fmla="*/ 1239425 w 3122872"/>
                <a:gd name="connsiteY3" fmla="*/ 1865187 h 1871564"/>
                <a:gd name="connsiteX0" fmla="*/ 1239425 w 3122872"/>
                <a:gd name="connsiteY0" fmla="*/ 1865187 h 1869168"/>
                <a:gd name="connsiteX1" fmla="*/ 13807 w 3122872"/>
                <a:gd name="connsiteY1" fmla="*/ 1745363 h 1869168"/>
                <a:gd name="connsiteX2" fmla="*/ 3122872 w 3122872"/>
                <a:gd name="connsiteY2" fmla="*/ 0 h 1869168"/>
                <a:gd name="connsiteX3" fmla="*/ 1239425 w 3122872"/>
                <a:gd name="connsiteY3" fmla="*/ 1865187 h 1869168"/>
                <a:gd name="connsiteX0" fmla="*/ 1220557 w 3123054"/>
                <a:gd name="connsiteY0" fmla="*/ 1874712 h 1878647"/>
                <a:gd name="connsiteX1" fmla="*/ 13989 w 3123054"/>
                <a:gd name="connsiteY1" fmla="*/ 1745363 h 1878647"/>
                <a:gd name="connsiteX2" fmla="*/ 3123054 w 3123054"/>
                <a:gd name="connsiteY2" fmla="*/ 0 h 1878647"/>
                <a:gd name="connsiteX3" fmla="*/ 1220557 w 3123054"/>
                <a:gd name="connsiteY3" fmla="*/ 1874712 h 1878647"/>
                <a:gd name="connsiteX0" fmla="*/ 1220557 w 3123054"/>
                <a:gd name="connsiteY0" fmla="*/ 1874712 h 1878647"/>
                <a:gd name="connsiteX1" fmla="*/ 13989 w 3123054"/>
                <a:gd name="connsiteY1" fmla="*/ 1745363 h 1878647"/>
                <a:gd name="connsiteX2" fmla="*/ 3123054 w 3123054"/>
                <a:gd name="connsiteY2" fmla="*/ 0 h 1878647"/>
                <a:gd name="connsiteX3" fmla="*/ 1220557 w 3123054"/>
                <a:gd name="connsiteY3" fmla="*/ 1874712 h 1878647"/>
                <a:gd name="connsiteX0" fmla="*/ 1220557 w 2961129"/>
                <a:gd name="connsiteY0" fmla="*/ 1893762 h 1897607"/>
                <a:gd name="connsiteX1" fmla="*/ 13989 w 2961129"/>
                <a:gd name="connsiteY1" fmla="*/ 1764413 h 1897607"/>
                <a:gd name="connsiteX2" fmla="*/ 2961129 w 2961129"/>
                <a:gd name="connsiteY2" fmla="*/ 0 h 1897607"/>
                <a:gd name="connsiteX3" fmla="*/ 1220557 w 2961129"/>
                <a:gd name="connsiteY3" fmla="*/ 1893762 h 1897607"/>
                <a:gd name="connsiteX0" fmla="*/ 1220557 w 2961129"/>
                <a:gd name="connsiteY0" fmla="*/ 1893762 h 1897607"/>
                <a:gd name="connsiteX1" fmla="*/ 13989 w 2961129"/>
                <a:gd name="connsiteY1" fmla="*/ 1764413 h 1897607"/>
                <a:gd name="connsiteX2" fmla="*/ 2961129 w 2961129"/>
                <a:gd name="connsiteY2" fmla="*/ 0 h 1897607"/>
                <a:gd name="connsiteX3" fmla="*/ 1220557 w 2961129"/>
                <a:gd name="connsiteY3" fmla="*/ 1893762 h 1897607"/>
                <a:gd name="connsiteX0" fmla="*/ 1220557 w 2961129"/>
                <a:gd name="connsiteY0" fmla="*/ 1893762 h 1897325"/>
                <a:gd name="connsiteX1" fmla="*/ 13989 w 2961129"/>
                <a:gd name="connsiteY1" fmla="*/ 1764413 h 1897325"/>
                <a:gd name="connsiteX2" fmla="*/ 2961129 w 2961129"/>
                <a:gd name="connsiteY2" fmla="*/ 0 h 1897325"/>
                <a:gd name="connsiteX3" fmla="*/ 1220557 w 2961129"/>
                <a:gd name="connsiteY3" fmla="*/ 1893762 h 1897325"/>
                <a:gd name="connsiteX0" fmla="*/ 1216444 w 2957016"/>
                <a:gd name="connsiteY0" fmla="*/ 1893762 h 1897325"/>
                <a:gd name="connsiteX1" fmla="*/ 9876 w 2957016"/>
                <a:gd name="connsiteY1" fmla="*/ 1764413 h 1897325"/>
                <a:gd name="connsiteX2" fmla="*/ 2957016 w 2957016"/>
                <a:gd name="connsiteY2" fmla="*/ 0 h 1897325"/>
                <a:gd name="connsiteX3" fmla="*/ 1216444 w 2957016"/>
                <a:gd name="connsiteY3" fmla="*/ 1893762 h 1897325"/>
                <a:gd name="connsiteX0" fmla="*/ 1216444 w 2957016"/>
                <a:gd name="connsiteY0" fmla="*/ 1893762 h 1897325"/>
                <a:gd name="connsiteX1" fmla="*/ 9876 w 2957016"/>
                <a:gd name="connsiteY1" fmla="*/ 1764413 h 1897325"/>
                <a:gd name="connsiteX2" fmla="*/ 2957016 w 2957016"/>
                <a:gd name="connsiteY2" fmla="*/ 0 h 1897325"/>
                <a:gd name="connsiteX3" fmla="*/ 1216444 w 2957016"/>
                <a:gd name="connsiteY3" fmla="*/ 1893762 h 1897325"/>
                <a:gd name="connsiteX0" fmla="*/ 1216444 w 2957016"/>
                <a:gd name="connsiteY0" fmla="*/ 1893762 h 1897325"/>
                <a:gd name="connsiteX1" fmla="*/ 9876 w 2957016"/>
                <a:gd name="connsiteY1" fmla="*/ 1764413 h 1897325"/>
                <a:gd name="connsiteX2" fmla="*/ 2957016 w 2957016"/>
                <a:gd name="connsiteY2" fmla="*/ 0 h 1897325"/>
                <a:gd name="connsiteX3" fmla="*/ 1216444 w 2957016"/>
                <a:gd name="connsiteY3" fmla="*/ 1893762 h 1897325"/>
                <a:gd name="connsiteX0" fmla="*/ 1487884 w 2955406"/>
                <a:gd name="connsiteY0" fmla="*/ 1839787 h 1848421"/>
                <a:gd name="connsiteX1" fmla="*/ 8266 w 2955406"/>
                <a:gd name="connsiteY1" fmla="*/ 1764413 h 1848421"/>
                <a:gd name="connsiteX2" fmla="*/ 2955406 w 2955406"/>
                <a:gd name="connsiteY2" fmla="*/ 0 h 1848421"/>
                <a:gd name="connsiteX3" fmla="*/ 1487884 w 2955406"/>
                <a:gd name="connsiteY3" fmla="*/ 1839787 h 1848421"/>
                <a:gd name="connsiteX0" fmla="*/ 1487884 w 2955406"/>
                <a:gd name="connsiteY0" fmla="*/ 1839787 h 1848421"/>
                <a:gd name="connsiteX1" fmla="*/ 8266 w 2955406"/>
                <a:gd name="connsiteY1" fmla="*/ 1764413 h 1848421"/>
                <a:gd name="connsiteX2" fmla="*/ 2955406 w 2955406"/>
                <a:gd name="connsiteY2" fmla="*/ 0 h 1848421"/>
                <a:gd name="connsiteX3" fmla="*/ 1487884 w 2955406"/>
                <a:gd name="connsiteY3" fmla="*/ 1839787 h 1848421"/>
                <a:gd name="connsiteX0" fmla="*/ 1488170 w 2955692"/>
                <a:gd name="connsiteY0" fmla="*/ 1839787 h 1863873"/>
                <a:gd name="connsiteX1" fmla="*/ 8552 w 2955692"/>
                <a:gd name="connsiteY1" fmla="*/ 1764413 h 1863873"/>
                <a:gd name="connsiteX2" fmla="*/ 2955692 w 2955692"/>
                <a:gd name="connsiteY2" fmla="*/ 0 h 1863873"/>
                <a:gd name="connsiteX3" fmla="*/ 1488170 w 2955692"/>
                <a:gd name="connsiteY3" fmla="*/ 1839787 h 1863873"/>
                <a:gd name="connsiteX0" fmla="*/ 1494487 w 2962009"/>
                <a:gd name="connsiteY0" fmla="*/ 1839787 h 1867869"/>
                <a:gd name="connsiteX1" fmla="*/ 8519 w 2962009"/>
                <a:gd name="connsiteY1" fmla="*/ 1777113 h 1867869"/>
                <a:gd name="connsiteX2" fmla="*/ 2962009 w 2962009"/>
                <a:gd name="connsiteY2" fmla="*/ 0 h 1867869"/>
                <a:gd name="connsiteX3" fmla="*/ 1494487 w 2962009"/>
                <a:gd name="connsiteY3" fmla="*/ 1839787 h 1867869"/>
                <a:gd name="connsiteX0" fmla="*/ 1487571 w 2955093"/>
                <a:gd name="connsiteY0" fmla="*/ 1839787 h 1855678"/>
                <a:gd name="connsiteX1" fmla="*/ 1603 w 2955093"/>
                <a:gd name="connsiteY1" fmla="*/ 1777113 h 1855678"/>
                <a:gd name="connsiteX2" fmla="*/ 2955093 w 2955093"/>
                <a:gd name="connsiteY2" fmla="*/ 0 h 1855678"/>
                <a:gd name="connsiteX3" fmla="*/ 1487571 w 2955093"/>
                <a:gd name="connsiteY3" fmla="*/ 1839787 h 185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5093" h="1855678">
                  <a:moveTo>
                    <a:pt x="1487571" y="1839787"/>
                  </a:moveTo>
                  <a:cubicBezTo>
                    <a:pt x="1397521" y="1883561"/>
                    <a:pt x="-54839" y="1828397"/>
                    <a:pt x="1603" y="1777113"/>
                  </a:cubicBezTo>
                  <a:cubicBezTo>
                    <a:pt x="974136" y="1765804"/>
                    <a:pt x="2722970" y="745052"/>
                    <a:pt x="2955093" y="0"/>
                  </a:cubicBezTo>
                  <a:cubicBezTo>
                    <a:pt x="2900581" y="1133769"/>
                    <a:pt x="1914717" y="1882315"/>
                    <a:pt x="1487571" y="1839787"/>
                  </a:cubicBezTo>
                  <a:close/>
                </a:path>
              </a:pathLst>
            </a:custGeom>
            <a:gradFill>
              <a:gsLst>
                <a:gs pos="0">
                  <a:srgbClr val="92D050"/>
                </a:gs>
                <a:gs pos="16000">
                  <a:srgbClr val="4E7F47"/>
                </a:gs>
              </a:gsLst>
              <a:lin ang="108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805418E6-DDEE-9E52-8804-E22E5EBF88F9}"/>
                </a:ext>
              </a:extLst>
            </p:cNvPr>
            <p:cNvSpPr/>
            <p:nvPr/>
          </p:nvSpPr>
          <p:spPr>
            <a:xfrm>
              <a:off x="8226424" y="4356100"/>
              <a:ext cx="547687" cy="1330325"/>
            </a:xfrm>
            <a:custGeom>
              <a:avLst/>
              <a:gdLst>
                <a:gd name="connsiteX0" fmla="*/ 0 w 190500"/>
                <a:gd name="connsiteY0" fmla="*/ 0 h 466725"/>
                <a:gd name="connsiteX1" fmla="*/ 190500 w 190500"/>
                <a:gd name="connsiteY1" fmla="*/ 0 h 466725"/>
                <a:gd name="connsiteX2" fmla="*/ 190500 w 190500"/>
                <a:gd name="connsiteY2" fmla="*/ 466725 h 466725"/>
                <a:gd name="connsiteX3" fmla="*/ 0 w 190500"/>
                <a:gd name="connsiteY3" fmla="*/ 466725 h 466725"/>
                <a:gd name="connsiteX4" fmla="*/ 0 w 190500"/>
                <a:gd name="connsiteY4" fmla="*/ 0 h 466725"/>
                <a:gd name="connsiteX0" fmla="*/ 0 w 349250"/>
                <a:gd name="connsiteY0" fmla="*/ 0 h 466725"/>
                <a:gd name="connsiteX1" fmla="*/ 190500 w 349250"/>
                <a:gd name="connsiteY1" fmla="*/ 0 h 466725"/>
                <a:gd name="connsiteX2" fmla="*/ 349250 w 349250"/>
                <a:gd name="connsiteY2" fmla="*/ 346075 h 466725"/>
                <a:gd name="connsiteX3" fmla="*/ 0 w 349250"/>
                <a:gd name="connsiteY3" fmla="*/ 466725 h 466725"/>
                <a:gd name="connsiteX4" fmla="*/ 0 w 349250"/>
                <a:gd name="connsiteY4" fmla="*/ 0 h 466725"/>
                <a:gd name="connsiteX0" fmla="*/ 203200 w 552450"/>
                <a:gd name="connsiteY0" fmla="*/ 0 h 885825"/>
                <a:gd name="connsiteX1" fmla="*/ 393700 w 552450"/>
                <a:gd name="connsiteY1" fmla="*/ 0 h 885825"/>
                <a:gd name="connsiteX2" fmla="*/ 552450 w 552450"/>
                <a:gd name="connsiteY2" fmla="*/ 346075 h 885825"/>
                <a:gd name="connsiteX3" fmla="*/ 0 w 552450"/>
                <a:gd name="connsiteY3" fmla="*/ 885825 h 885825"/>
                <a:gd name="connsiteX4" fmla="*/ 203200 w 552450"/>
                <a:gd name="connsiteY4" fmla="*/ 0 h 885825"/>
                <a:gd name="connsiteX0" fmla="*/ 203200 w 552450"/>
                <a:gd name="connsiteY0" fmla="*/ 0 h 885825"/>
                <a:gd name="connsiteX1" fmla="*/ 393700 w 552450"/>
                <a:gd name="connsiteY1" fmla="*/ 0 h 885825"/>
                <a:gd name="connsiteX2" fmla="*/ 552450 w 552450"/>
                <a:gd name="connsiteY2" fmla="*/ 346075 h 885825"/>
                <a:gd name="connsiteX3" fmla="*/ 0 w 552450"/>
                <a:gd name="connsiteY3" fmla="*/ 885825 h 885825"/>
                <a:gd name="connsiteX4" fmla="*/ 203200 w 552450"/>
                <a:gd name="connsiteY4" fmla="*/ 0 h 885825"/>
                <a:gd name="connsiteX0" fmla="*/ 69850 w 552450"/>
                <a:gd name="connsiteY0" fmla="*/ 0 h 1228725"/>
                <a:gd name="connsiteX1" fmla="*/ 393700 w 552450"/>
                <a:gd name="connsiteY1" fmla="*/ 342900 h 1228725"/>
                <a:gd name="connsiteX2" fmla="*/ 552450 w 552450"/>
                <a:gd name="connsiteY2" fmla="*/ 688975 h 1228725"/>
                <a:gd name="connsiteX3" fmla="*/ 0 w 552450"/>
                <a:gd name="connsiteY3" fmla="*/ 1228725 h 1228725"/>
                <a:gd name="connsiteX4" fmla="*/ 69850 w 552450"/>
                <a:gd name="connsiteY4" fmla="*/ 0 h 1228725"/>
                <a:gd name="connsiteX0" fmla="*/ 69850 w 552450"/>
                <a:gd name="connsiteY0" fmla="*/ 0 h 1228725"/>
                <a:gd name="connsiteX1" fmla="*/ 552450 w 552450"/>
                <a:gd name="connsiteY1" fmla="*/ 688975 h 1228725"/>
                <a:gd name="connsiteX2" fmla="*/ 0 w 552450"/>
                <a:gd name="connsiteY2" fmla="*/ 1228725 h 1228725"/>
                <a:gd name="connsiteX3" fmla="*/ 69850 w 552450"/>
                <a:gd name="connsiteY3" fmla="*/ 0 h 1228725"/>
                <a:gd name="connsiteX0" fmla="*/ 31750 w 552450"/>
                <a:gd name="connsiteY0" fmla="*/ 0 h 1330325"/>
                <a:gd name="connsiteX1" fmla="*/ 552450 w 552450"/>
                <a:gd name="connsiteY1" fmla="*/ 790575 h 1330325"/>
                <a:gd name="connsiteX2" fmla="*/ 0 w 552450"/>
                <a:gd name="connsiteY2" fmla="*/ 1330325 h 1330325"/>
                <a:gd name="connsiteX3" fmla="*/ 31750 w 552450"/>
                <a:gd name="connsiteY3" fmla="*/ 0 h 1330325"/>
                <a:gd name="connsiteX0" fmla="*/ 31750 w 552450"/>
                <a:gd name="connsiteY0" fmla="*/ 0 h 1330325"/>
                <a:gd name="connsiteX1" fmla="*/ 552450 w 552450"/>
                <a:gd name="connsiteY1" fmla="*/ 790575 h 1330325"/>
                <a:gd name="connsiteX2" fmla="*/ 0 w 552450"/>
                <a:gd name="connsiteY2" fmla="*/ 1330325 h 1330325"/>
                <a:gd name="connsiteX3" fmla="*/ 31750 w 552450"/>
                <a:gd name="connsiteY3" fmla="*/ 0 h 1330325"/>
                <a:gd name="connsiteX0" fmla="*/ 31750 w 552450"/>
                <a:gd name="connsiteY0" fmla="*/ 0 h 1330325"/>
                <a:gd name="connsiteX1" fmla="*/ 552450 w 552450"/>
                <a:gd name="connsiteY1" fmla="*/ 790575 h 1330325"/>
                <a:gd name="connsiteX2" fmla="*/ 0 w 552450"/>
                <a:gd name="connsiteY2" fmla="*/ 1330325 h 1330325"/>
                <a:gd name="connsiteX3" fmla="*/ 31750 w 552450"/>
                <a:gd name="connsiteY3" fmla="*/ 0 h 1330325"/>
                <a:gd name="connsiteX0" fmla="*/ 31750 w 552450"/>
                <a:gd name="connsiteY0" fmla="*/ 0 h 1330325"/>
                <a:gd name="connsiteX1" fmla="*/ 552450 w 552450"/>
                <a:gd name="connsiteY1" fmla="*/ 790575 h 1330325"/>
                <a:gd name="connsiteX2" fmla="*/ 0 w 552450"/>
                <a:gd name="connsiteY2" fmla="*/ 1330325 h 1330325"/>
                <a:gd name="connsiteX3" fmla="*/ 31750 w 552450"/>
                <a:gd name="connsiteY3" fmla="*/ 0 h 1330325"/>
                <a:gd name="connsiteX0" fmla="*/ 31750 w 547687"/>
                <a:gd name="connsiteY0" fmla="*/ 0 h 1330325"/>
                <a:gd name="connsiteX1" fmla="*/ 547687 w 547687"/>
                <a:gd name="connsiteY1" fmla="*/ 778669 h 1330325"/>
                <a:gd name="connsiteX2" fmla="*/ 0 w 547687"/>
                <a:gd name="connsiteY2" fmla="*/ 1330325 h 1330325"/>
                <a:gd name="connsiteX3" fmla="*/ 31750 w 547687"/>
                <a:gd name="connsiteY3" fmla="*/ 0 h 1330325"/>
                <a:gd name="connsiteX0" fmla="*/ 31750 w 547687"/>
                <a:gd name="connsiteY0" fmla="*/ 0 h 1330325"/>
                <a:gd name="connsiteX1" fmla="*/ 547687 w 547687"/>
                <a:gd name="connsiteY1" fmla="*/ 778669 h 1330325"/>
                <a:gd name="connsiteX2" fmla="*/ 0 w 547687"/>
                <a:gd name="connsiteY2" fmla="*/ 1330325 h 1330325"/>
                <a:gd name="connsiteX3" fmla="*/ 31750 w 547687"/>
                <a:gd name="connsiteY3" fmla="*/ 0 h 133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687" h="1330325">
                  <a:moveTo>
                    <a:pt x="31750" y="0"/>
                  </a:moveTo>
                  <a:cubicBezTo>
                    <a:pt x="205317" y="263525"/>
                    <a:pt x="494770" y="546894"/>
                    <a:pt x="547687" y="778669"/>
                  </a:cubicBezTo>
                  <a:cubicBezTo>
                    <a:pt x="363537" y="1025261"/>
                    <a:pt x="209550" y="1175808"/>
                    <a:pt x="0" y="1330325"/>
                  </a:cubicBezTo>
                  <a:cubicBezTo>
                    <a:pt x="86783" y="1026583"/>
                    <a:pt x="116417" y="589492"/>
                    <a:pt x="31750" y="0"/>
                  </a:cubicBezTo>
                  <a:close/>
                </a:path>
              </a:pathLst>
            </a:custGeom>
            <a:gradFill>
              <a:gsLst>
                <a:gs pos="0">
                  <a:srgbClr val="92D050"/>
                </a:gs>
                <a:gs pos="16000">
                  <a:srgbClr val="4E7F47"/>
                </a:gs>
              </a:gsLst>
              <a:lin ang="108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C6BD663A-0CDC-A1E9-1684-74DA7DE97F5D}"/>
                </a:ext>
              </a:extLst>
            </p:cNvPr>
            <p:cNvSpPr/>
            <p:nvPr/>
          </p:nvSpPr>
          <p:spPr>
            <a:xfrm>
              <a:off x="8181976" y="3740150"/>
              <a:ext cx="1053306" cy="715591"/>
            </a:xfrm>
            <a:custGeom>
              <a:avLst/>
              <a:gdLst>
                <a:gd name="connsiteX0" fmla="*/ 0 w 282575"/>
                <a:gd name="connsiteY0" fmla="*/ 0 h 171450"/>
                <a:gd name="connsiteX1" fmla="*/ 282575 w 282575"/>
                <a:gd name="connsiteY1" fmla="*/ 0 h 171450"/>
                <a:gd name="connsiteX2" fmla="*/ 282575 w 282575"/>
                <a:gd name="connsiteY2" fmla="*/ 171450 h 171450"/>
                <a:gd name="connsiteX3" fmla="*/ 0 w 282575"/>
                <a:gd name="connsiteY3" fmla="*/ 171450 h 171450"/>
                <a:gd name="connsiteX4" fmla="*/ 0 w 282575"/>
                <a:gd name="connsiteY4" fmla="*/ 0 h 171450"/>
                <a:gd name="connsiteX0" fmla="*/ 0 w 454025"/>
                <a:gd name="connsiteY0" fmla="*/ 444500 h 615950"/>
                <a:gd name="connsiteX1" fmla="*/ 454025 w 454025"/>
                <a:gd name="connsiteY1" fmla="*/ 0 h 615950"/>
                <a:gd name="connsiteX2" fmla="*/ 282575 w 454025"/>
                <a:gd name="connsiteY2" fmla="*/ 615950 h 615950"/>
                <a:gd name="connsiteX3" fmla="*/ 0 w 454025"/>
                <a:gd name="connsiteY3" fmla="*/ 615950 h 615950"/>
                <a:gd name="connsiteX4" fmla="*/ 0 w 454025"/>
                <a:gd name="connsiteY4" fmla="*/ 444500 h 615950"/>
                <a:gd name="connsiteX0" fmla="*/ 0 w 454025"/>
                <a:gd name="connsiteY0" fmla="*/ 444500 h 717550"/>
                <a:gd name="connsiteX1" fmla="*/ 454025 w 454025"/>
                <a:gd name="connsiteY1" fmla="*/ 0 h 717550"/>
                <a:gd name="connsiteX2" fmla="*/ 346075 w 454025"/>
                <a:gd name="connsiteY2" fmla="*/ 717550 h 717550"/>
                <a:gd name="connsiteX3" fmla="*/ 0 w 454025"/>
                <a:gd name="connsiteY3" fmla="*/ 615950 h 717550"/>
                <a:gd name="connsiteX4" fmla="*/ 0 w 454025"/>
                <a:gd name="connsiteY4" fmla="*/ 444500 h 717550"/>
                <a:gd name="connsiteX0" fmla="*/ 0 w 454025"/>
                <a:gd name="connsiteY0" fmla="*/ 444500 h 717550"/>
                <a:gd name="connsiteX1" fmla="*/ 454025 w 454025"/>
                <a:gd name="connsiteY1" fmla="*/ 0 h 717550"/>
                <a:gd name="connsiteX2" fmla="*/ 346075 w 454025"/>
                <a:gd name="connsiteY2" fmla="*/ 717550 h 717550"/>
                <a:gd name="connsiteX3" fmla="*/ 0 w 454025"/>
                <a:gd name="connsiteY3" fmla="*/ 615950 h 717550"/>
                <a:gd name="connsiteX4" fmla="*/ 0 w 454025"/>
                <a:gd name="connsiteY4" fmla="*/ 444500 h 717550"/>
                <a:gd name="connsiteX0" fmla="*/ 0 w 454025"/>
                <a:gd name="connsiteY0" fmla="*/ 444500 h 717550"/>
                <a:gd name="connsiteX1" fmla="*/ 454025 w 454025"/>
                <a:gd name="connsiteY1" fmla="*/ 0 h 717550"/>
                <a:gd name="connsiteX2" fmla="*/ 346075 w 454025"/>
                <a:gd name="connsiteY2" fmla="*/ 717550 h 717550"/>
                <a:gd name="connsiteX3" fmla="*/ 0 w 454025"/>
                <a:gd name="connsiteY3" fmla="*/ 444500 h 717550"/>
                <a:gd name="connsiteX0" fmla="*/ 0 w 1050925"/>
                <a:gd name="connsiteY0" fmla="*/ 603250 h 717550"/>
                <a:gd name="connsiteX1" fmla="*/ 1050925 w 1050925"/>
                <a:gd name="connsiteY1" fmla="*/ 0 h 717550"/>
                <a:gd name="connsiteX2" fmla="*/ 942975 w 1050925"/>
                <a:gd name="connsiteY2" fmla="*/ 717550 h 717550"/>
                <a:gd name="connsiteX3" fmla="*/ 0 w 1050925"/>
                <a:gd name="connsiteY3" fmla="*/ 603250 h 717550"/>
                <a:gd name="connsiteX0" fmla="*/ 0 w 1050925"/>
                <a:gd name="connsiteY0" fmla="*/ 603250 h 717550"/>
                <a:gd name="connsiteX1" fmla="*/ 1050925 w 1050925"/>
                <a:gd name="connsiteY1" fmla="*/ 0 h 717550"/>
                <a:gd name="connsiteX2" fmla="*/ 942975 w 1050925"/>
                <a:gd name="connsiteY2" fmla="*/ 717550 h 717550"/>
                <a:gd name="connsiteX3" fmla="*/ 0 w 1050925"/>
                <a:gd name="connsiteY3" fmla="*/ 603250 h 717550"/>
                <a:gd name="connsiteX0" fmla="*/ 0 w 1050925"/>
                <a:gd name="connsiteY0" fmla="*/ 603250 h 717550"/>
                <a:gd name="connsiteX1" fmla="*/ 1050925 w 1050925"/>
                <a:gd name="connsiteY1" fmla="*/ 0 h 717550"/>
                <a:gd name="connsiteX2" fmla="*/ 942975 w 1050925"/>
                <a:gd name="connsiteY2" fmla="*/ 717550 h 717550"/>
                <a:gd name="connsiteX3" fmla="*/ 0 w 1050925"/>
                <a:gd name="connsiteY3" fmla="*/ 603250 h 717550"/>
                <a:gd name="connsiteX0" fmla="*/ 0 w 1050925"/>
                <a:gd name="connsiteY0" fmla="*/ 603250 h 717550"/>
                <a:gd name="connsiteX1" fmla="*/ 1050925 w 1050925"/>
                <a:gd name="connsiteY1" fmla="*/ 0 h 717550"/>
                <a:gd name="connsiteX2" fmla="*/ 942975 w 1050925"/>
                <a:gd name="connsiteY2" fmla="*/ 717550 h 717550"/>
                <a:gd name="connsiteX3" fmla="*/ 0 w 1050925"/>
                <a:gd name="connsiteY3" fmla="*/ 603250 h 717550"/>
                <a:gd name="connsiteX0" fmla="*/ 0 w 1050925"/>
                <a:gd name="connsiteY0" fmla="*/ 603250 h 717550"/>
                <a:gd name="connsiteX1" fmla="*/ 1050925 w 1050925"/>
                <a:gd name="connsiteY1" fmla="*/ 0 h 717550"/>
                <a:gd name="connsiteX2" fmla="*/ 942975 w 1050925"/>
                <a:gd name="connsiteY2" fmla="*/ 717550 h 717550"/>
                <a:gd name="connsiteX3" fmla="*/ 0 w 1050925"/>
                <a:gd name="connsiteY3" fmla="*/ 603250 h 717550"/>
                <a:gd name="connsiteX0" fmla="*/ 0 w 1050925"/>
                <a:gd name="connsiteY0" fmla="*/ 603250 h 718647"/>
                <a:gd name="connsiteX1" fmla="*/ 1050925 w 1050925"/>
                <a:gd name="connsiteY1" fmla="*/ 0 h 718647"/>
                <a:gd name="connsiteX2" fmla="*/ 942975 w 1050925"/>
                <a:gd name="connsiteY2" fmla="*/ 717550 h 718647"/>
                <a:gd name="connsiteX3" fmla="*/ 0 w 1050925"/>
                <a:gd name="connsiteY3" fmla="*/ 603250 h 718647"/>
                <a:gd name="connsiteX0" fmla="*/ 0 w 1050925"/>
                <a:gd name="connsiteY0" fmla="*/ 603250 h 715591"/>
                <a:gd name="connsiteX1" fmla="*/ 1050925 w 1050925"/>
                <a:gd name="connsiteY1" fmla="*/ 0 h 715591"/>
                <a:gd name="connsiteX2" fmla="*/ 923925 w 1050925"/>
                <a:gd name="connsiteY2" fmla="*/ 714375 h 715591"/>
                <a:gd name="connsiteX3" fmla="*/ 0 w 1050925"/>
                <a:gd name="connsiteY3" fmla="*/ 603250 h 715591"/>
                <a:gd name="connsiteX0" fmla="*/ 0 w 1050925"/>
                <a:gd name="connsiteY0" fmla="*/ 603250 h 715591"/>
                <a:gd name="connsiteX1" fmla="*/ 1050925 w 1050925"/>
                <a:gd name="connsiteY1" fmla="*/ 0 h 715591"/>
                <a:gd name="connsiteX2" fmla="*/ 923925 w 1050925"/>
                <a:gd name="connsiteY2" fmla="*/ 714375 h 715591"/>
                <a:gd name="connsiteX3" fmla="*/ 0 w 1050925"/>
                <a:gd name="connsiteY3" fmla="*/ 603250 h 715591"/>
                <a:gd name="connsiteX0" fmla="*/ 0 w 1050925"/>
                <a:gd name="connsiteY0" fmla="*/ 603250 h 715591"/>
                <a:gd name="connsiteX1" fmla="*/ 1050925 w 1050925"/>
                <a:gd name="connsiteY1" fmla="*/ 0 h 715591"/>
                <a:gd name="connsiteX2" fmla="*/ 916781 w 1050925"/>
                <a:gd name="connsiteY2" fmla="*/ 714375 h 715591"/>
                <a:gd name="connsiteX3" fmla="*/ 0 w 1050925"/>
                <a:gd name="connsiteY3" fmla="*/ 603250 h 715591"/>
                <a:gd name="connsiteX0" fmla="*/ 0 w 1050925"/>
                <a:gd name="connsiteY0" fmla="*/ 603250 h 715591"/>
                <a:gd name="connsiteX1" fmla="*/ 1050925 w 1050925"/>
                <a:gd name="connsiteY1" fmla="*/ 0 h 715591"/>
                <a:gd name="connsiteX2" fmla="*/ 916781 w 1050925"/>
                <a:gd name="connsiteY2" fmla="*/ 714375 h 715591"/>
                <a:gd name="connsiteX3" fmla="*/ 0 w 1050925"/>
                <a:gd name="connsiteY3" fmla="*/ 603250 h 715591"/>
                <a:gd name="connsiteX0" fmla="*/ 0 w 1053306"/>
                <a:gd name="connsiteY0" fmla="*/ 603250 h 715591"/>
                <a:gd name="connsiteX1" fmla="*/ 1053306 w 1053306"/>
                <a:gd name="connsiteY1" fmla="*/ 0 h 715591"/>
                <a:gd name="connsiteX2" fmla="*/ 916781 w 1053306"/>
                <a:gd name="connsiteY2" fmla="*/ 714375 h 715591"/>
                <a:gd name="connsiteX3" fmla="*/ 0 w 1053306"/>
                <a:gd name="connsiteY3" fmla="*/ 603250 h 715591"/>
                <a:gd name="connsiteX0" fmla="*/ 0 w 1053306"/>
                <a:gd name="connsiteY0" fmla="*/ 603250 h 715591"/>
                <a:gd name="connsiteX1" fmla="*/ 1053306 w 1053306"/>
                <a:gd name="connsiteY1" fmla="*/ 0 h 715591"/>
                <a:gd name="connsiteX2" fmla="*/ 916781 w 1053306"/>
                <a:gd name="connsiteY2" fmla="*/ 714375 h 715591"/>
                <a:gd name="connsiteX3" fmla="*/ 0 w 1053306"/>
                <a:gd name="connsiteY3" fmla="*/ 603250 h 715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3306" h="715591">
                  <a:moveTo>
                    <a:pt x="0" y="603250"/>
                  </a:moveTo>
                  <a:cubicBezTo>
                    <a:pt x="509058" y="491067"/>
                    <a:pt x="779198" y="239183"/>
                    <a:pt x="1053306" y="0"/>
                  </a:cubicBezTo>
                  <a:cubicBezTo>
                    <a:pt x="1029230" y="241565"/>
                    <a:pt x="1037695" y="260086"/>
                    <a:pt x="916781" y="714375"/>
                  </a:cubicBezTo>
                  <a:cubicBezTo>
                    <a:pt x="621506" y="720725"/>
                    <a:pt x="314325" y="704850"/>
                    <a:pt x="0" y="603250"/>
                  </a:cubicBezTo>
                  <a:close/>
                </a:path>
              </a:pathLst>
            </a:custGeom>
            <a:gradFill>
              <a:gsLst>
                <a:gs pos="0">
                  <a:srgbClr val="92D050"/>
                </a:gs>
                <a:gs pos="16000">
                  <a:srgbClr val="4E7F47"/>
                </a:gs>
              </a:gsLst>
              <a:lin ang="108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7">
              <a:extLst>
                <a:ext uri="{FF2B5EF4-FFF2-40B4-BE49-F238E27FC236}">
                  <a16:creationId xmlns:a16="http://schemas.microsoft.com/office/drawing/2014/main" id="{E9F07C88-A8CB-C63F-56A1-055C49CA6902}"/>
                </a:ext>
              </a:extLst>
            </p:cNvPr>
            <p:cNvSpPr/>
            <p:nvPr/>
          </p:nvSpPr>
          <p:spPr>
            <a:xfrm>
              <a:off x="8145780" y="1417320"/>
              <a:ext cx="822960" cy="2971800"/>
            </a:xfrm>
            <a:custGeom>
              <a:avLst/>
              <a:gdLst>
                <a:gd name="connsiteX0" fmla="*/ 0 w 289560"/>
                <a:gd name="connsiteY0" fmla="*/ 0 h 304800"/>
                <a:gd name="connsiteX1" fmla="*/ 289560 w 289560"/>
                <a:gd name="connsiteY1" fmla="*/ 0 h 304800"/>
                <a:gd name="connsiteX2" fmla="*/ 289560 w 289560"/>
                <a:gd name="connsiteY2" fmla="*/ 304800 h 304800"/>
                <a:gd name="connsiteX3" fmla="*/ 0 w 289560"/>
                <a:gd name="connsiteY3" fmla="*/ 304800 h 304800"/>
                <a:gd name="connsiteX4" fmla="*/ 0 w 289560"/>
                <a:gd name="connsiteY4" fmla="*/ 0 h 304800"/>
                <a:gd name="connsiteX0" fmla="*/ 0 w 457200"/>
                <a:gd name="connsiteY0" fmla="*/ 0 h 502920"/>
                <a:gd name="connsiteX1" fmla="*/ 457200 w 457200"/>
                <a:gd name="connsiteY1" fmla="*/ 198120 h 502920"/>
                <a:gd name="connsiteX2" fmla="*/ 457200 w 457200"/>
                <a:gd name="connsiteY2" fmla="*/ 502920 h 502920"/>
                <a:gd name="connsiteX3" fmla="*/ 167640 w 457200"/>
                <a:gd name="connsiteY3" fmla="*/ 502920 h 502920"/>
                <a:gd name="connsiteX4" fmla="*/ 0 w 457200"/>
                <a:gd name="connsiteY4" fmla="*/ 0 h 502920"/>
                <a:gd name="connsiteX0" fmla="*/ 0 w 815340"/>
                <a:gd name="connsiteY0" fmla="*/ 0 h 929640"/>
                <a:gd name="connsiteX1" fmla="*/ 815340 w 815340"/>
                <a:gd name="connsiteY1" fmla="*/ 929640 h 929640"/>
                <a:gd name="connsiteX2" fmla="*/ 457200 w 815340"/>
                <a:gd name="connsiteY2" fmla="*/ 502920 h 929640"/>
                <a:gd name="connsiteX3" fmla="*/ 167640 w 815340"/>
                <a:gd name="connsiteY3" fmla="*/ 502920 h 929640"/>
                <a:gd name="connsiteX4" fmla="*/ 0 w 815340"/>
                <a:gd name="connsiteY4" fmla="*/ 0 h 929640"/>
                <a:gd name="connsiteX0" fmla="*/ 0 w 815340"/>
                <a:gd name="connsiteY0" fmla="*/ 0 h 929640"/>
                <a:gd name="connsiteX1" fmla="*/ 815340 w 815340"/>
                <a:gd name="connsiteY1" fmla="*/ 929640 h 929640"/>
                <a:gd name="connsiteX2" fmla="*/ 167640 w 815340"/>
                <a:gd name="connsiteY2" fmla="*/ 502920 h 929640"/>
                <a:gd name="connsiteX3" fmla="*/ 0 w 815340"/>
                <a:gd name="connsiteY3" fmla="*/ 0 h 9296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0 w 815340"/>
                <a:gd name="connsiteY0" fmla="*/ 0 h 2872740"/>
                <a:gd name="connsiteX1" fmla="*/ 815340 w 815340"/>
                <a:gd name="connsiteY1" fmla="*/ 929640 h 2872740"/>
                <a:gd name="connsiteX2" fmla="*/ 60960 w 815340"/>
                <a:gd name="connsiteY2" fmla="*/ 2872740 h 2872740"/>
                <a:gd name="connsiteX3" fmla="*/ 0 w 815340"/>
                <a:gd name="connsiteY3" fmla="*/ 0 h 2872740"/>
                <a:gd name="connsiteX0" fmla="*/ 7620 w 822960"/>
                <a:gd name="connsiteY0" fmla="*/ 0 h 2865120"/>
                <a:gd name="connsiteX1" fmla="*/ 822960 w 822960"/>
                <a:gd name="connsiteY1" fmla="*/ 929640 h 2865120"/>
                <a:gd name="connsiteX2" fmla="*/ 0 w 822960"/>
                <a:gd name="connsiteY2" fmla="*/ 2865120 h 2865120"/>
                <a:gd name="connsiteX3" fmla="*/ 7620 w 822960"/>
                <a:gd name="connsiteY3" fmla="*/ 0 h 2865120"/>
                <a:gd name="connsiteX0" fmla="*/ 7620 w 822960"/>
                <a:gd name="connsiteY0" fmla="*/ 0 h 2865120"/>
                <a:gd name="connsiteX1" fmla="*/ 822960 w 822960"/>
                <a:gd name="connsiteY1" fmla="*/ 929640 h 2865120"/>
                <a:gd name="connsiteX2" fmla="*/ 0 w 822960"/>
                <a:gd name="connsiteY2" fmla="*/ 2865120 h 2865120"/>
                <a:gd name="connsiteX3" fmla="*/ 7620 w 822960"/>
                <a:gd name="connsiteY3" fmla="*/ 0 h 2865120"/>
                <a:gd name="connsiteX0" fmla="*/ 7620 w 822960"/>
                <a:gd name="connsiteY0" fmla="*/ 0 h 2865120"/>
                <a:gd name="connsiteX1" fmla="*/ 822960 w 822960"/>
                <a:gd name="connsiteY1" fmla="*/ 929640 h 2865120"/>
                <a:gd name="connsiteX2" fmla="*/ 0 w 822960"/>
                <a:gd name="connsiteY2" fmla="*/ 2865120 h 2865120"/>
                <a:gd name="connsiteX3" fmla="*/ 7620 w 822960"/>
                <a:gd name="connsiteY3" fmla="*/ 0 h 2865120"/>
                <a:gd name="connsiteX0" fmla="*/ 22860 w 822960"/>
                <a:gd name="connsiteY0" fmla="*/ 0 h 2956560"/>
                <a:gd name="connsiteX1" fmla="*/ 822960 w 822960"/>
                <a:gd name="connsiteY1" fmla="*/ 1021080 h 2956560"/>
                <a:gd name="connsiteX2" fmla="*/ 0 w 822960"/>
                <a:gd name="connsiteY2" fmla="*/ 2956560 h 2956560"/>
                <a:gd name="connsiteX3" fmla="*/ 22860 w 822960"/>
                <a:gd name="connsiteY3" fmla="*/ 0 h 2956560"/>
                <a:gd name="connsiteX0" fmla="*/ 22860 w 822960"/>
                <a:gd name="connsiteY0" fmla="*/ 0 h 2956560"/>
                <a:gd name="connsiteX1" fmla="*/ 822960 w 822960"/>
                <a:gd name="connsiteY1" fmla="*/ 1021080 h 2956560"/>
                <a:gd name="connsiteX2" fmla="*/ 0 w 822960"/>
                <a:gd name="connsiteY2" fmla="*/ 2956560 h 2956560"/>
                <a:gd name="connsiteX3" fmla="*/ 22860 w 822960"/>
                <a:gd name="connsiteY3" fmla="*/ 0 h 2956560"/>
                <a:gd name="connsiteX0" fmla="*/ 22860 w 822960"/>
                <a:gd name="connsiteY0" fmla="*/ 0 h 2956560"/>
                <a:gd name="connsiteX1" fmla="*/ 822960 w 822960"/>
                <a:gd name="connsiteY1" fmla="*/ 1021080 h 2956560"/>
                <a:gd name="connsiteX2" fmla="*/ 0 w 822960"/>
                <a:gd name="connsiteY2" fmla="*/ 2956560 h 2956560"/>
                <a:gd name="connsiteX3" fmla="*/ 22860 w 822960"/>
                <a:gd name="connsiteY3" fmla="*/ 0 h 2956560"/>
                <a:gd name="connsiteX0" fmla="*/ 30480 w 822960"/>
                <a:gd name="connsiteY0" fmla="*/ 0 h 2971800"/>
                <a:gd name="connsiteX1" fmla="*/ 822960 w 822960"/>
                <a:gd name="connsiteY1" fmla="*/ 1036320 h 2971800"/>
                <a:gd name="connsiteX2" fmla="*/ 0 w 822960"/>
                <a:gd name="connsiteY2" fmla="*/ 2971800 h 2971800"/>
                <a:gd name="connsiteX3" fmla="*/ 30480 w 822960"/>
                <a:gd name="connsiteY3" fmla="*/ 0 h 2971800"/>
                <a:gd name="connsiteX0" fmla="*/ 30480 w 822960"/>
                <a:gd name="connsiteY0" fmla="*/ 0 h 2971800"/>
                <a:gd name="connsiteX1" fmla="*/ 822960 w 822960"/>
                <a:gd name="connsiteY1" fmla="*/ 1036320 h 2971800"/>
                <a:gd name="connsiteX2" fmla="*/ 0 w 822960"/>
                <a:gd name="connsiteY2" fmla="*/ 2971800 h 2971800"/>
                <a:gd name="connsiteX3" fmla="*/ 30480 w 822960"/>
                <a:gd name="connsiteY3" fmla="*/ 0 h 297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2960" h="2971800">
                  <a:moveTo>
                    <a:pt x="30480" y="0"/>
                  </a:moveTo>
                  <a:cubicBezTo>
                    <a:pt x="309880" y="187960"/>
                    <a:pt x="657860" y="711200"/>
                    <a:pt x="822960" y="1036320"/>
                  </a:cubicBezTo>
                  <a:cubicBezTo>
                    <a:pt x="807720" y="1874520"/>
                    <a:pt x="502920" y="2400300"/>
                    <a:pt x="0" y="2971800"/>
                  </a:cubicBezTo>
                  <a:cubicBezTo>
                    <a:pt x="314960" y="2319020"/>
                    <a:pt x="683260" y="1216660"/>
                    <a:pt x="30480" y="0"/>
                  </a:cubicBezTo>
                  <a:close/>
                </a:path>
              </a:pathLst>
            </a:custGeom>
            <a:gradFill>
              <a:gsLst>
                <a:gs pos="0">
                  <a:srgbClr val="92D050"/>
                </a:gs>
                <a:gs pos="16000">
                  <a:srgbClr val="4E7F47"/>
                </a:gs>
              </a:gsLst>
              <a:lin ang="108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B1E3B1D-2B94-D881-5630-1074D5B5D7A0}"/>
                </a:ext>
              </a:extLst>
            </p:cNvPr>
            <p:cNvGrpSpPr/>
            <p:nvPr/>
          </p:nvGrpSpPr>
          <p:grpSpPr>
            <a:xfrm>
              <a:off x="7935061" y="4160150"/>
              <a:ext cx="1240539" cy="672387"/>
              <a:chOff x="11149991" y="2633663"/>
              <a:chExt cx="1240539" cy="672387"/>
            </a:xfrm>
          </p:grpSpPr>
          <p:sp>
            <p:nvSpPr>
              <p:cNvPr id="36" name="Rectangle 11">
                <a:extLst>
                  <a:ext uri="{FF2B5EF4-FFF2-40B4-BE49-F238E27FC236}">
                    <a16:creationId xmlns:a16="http://schemas.microsoft.com/office/drawing/2014/main" id="{40D578B1-F891-FDEA-014F-657853707493}"/>
                  </a:ext>
                </a:extLst>
              </p:cNvPr>
              <p:cNvSpPr/>
              <p:nvPr/>
            </p:nvSpPr>
            <p:spPr>
              <a:xfrm>
                <a:off x="11149991" y="2633663"/>
                <a:ext cx="941718" cy="672387"/>
              </a:xfrm>
              <a:custGeom>
                <a:avLst/>
                <a:gdLst>
                  <a:gd name="connsiteX0" fmla="*/ 0 w 464101"/>
                  <a:gd name="connsiteY0" fmla="*/ 0 h 381000"/>
                  <a:gd name="connsiteX1" fmla="*/ 464101 w 464101"/>
                  <a:gd name="connsiteY1" fmla="*/ 0 h 381000"/>
                  <a:gd name="connsiteX2" fmla="*/ 464101 w 464101"/>
                  <a:gd name="connsiteY2" fmla="*/ 381000 h 381000"/>
                  <a:gd name="connsiteX3" fmla="*/ 0 w 464101"/>
                  <a:gd name="connsiteY3" fmla="*/ 381000 h 381000"/>
                  <a:gd name="connsiteX4" fmla="*/ 0 w 464101"/>
                  <a:gd name="connsiteY4" fmla="*/ 0 h 381000"/>
                  <a:gd name="connsiteX0" fmla="*/ 0 w 583164"/>
                  <a:gd name="connsiteY0" fmla="*/ 0 h 452438"/>
                  <a:gd name="connsiteX1" fmla="*/ 583164 w 583164"/>
                  <a:gd name="connsiteY1" fmla="*/ 71438 h 452438"/>
                  <a:gd name="connsiteX2" fmla="*/ 583164 w 583164"/>
                  <a:gd name="connsiteY2" fmla="*/ 452438 h 452438"/>
                  <a:gd name="connsiteX3" fmla="*/ 119063 w 583164"/>
                  <a:gd name="connsiteY3" fmla="*/ 452438 h 452438"/>
                  <a:gd name="connsiteX4" fmla="*/ 0 w 583164"/>
                  <a:gd name="connsiteY4" fmla="*/ 0 h 452438"/>
                  <a:gd name="connsiteX0" fmla="*/ 33058 w 616222"/>
                  <a:gd name="connsiteY0" fmla="*/ 0 h 452438"/>
                  <a:gd name="connsiteX1" fmla="*/ 616222 w 616222"/>
                  <a:gd name="connsiteY1" fmla="*/ 71438 h 452438"/>
                  <a:gd name="connsiteX2" fmla="*/ 616222 w 616222"/>
                  <a:gd name="connsiteY2" fmla="*/ 452438 h 452438"/>
                  <a:gd name="connsiteX3" fmla="*/ 152121 w 616222"/>
                  <a:gd name="connsiteY3" fmla="*/ 452438 h 452438"/>
                  <a:gd name="connsiteX4" fmla="*/ 0 w 616222"/>
                  <a:gd name="connsiteY4" fmla="*/ 114301 h 452438"/>
                  <a:gd name="connsiteX5" fmla="*/ 33058 w 616222"/>
                  <a:gd name="connsiteY5" fmla="*/ 0 h 452438"/>
                  <a:gd name="connsiteX0" fmla="*/ 55404 w 638568"/>
                  <a:gd name="connsiteY0" fmla="*/ 0 h 452438"/>
                  <a:gd name="connsiteX1" fmla="*/ 638568 w 638568"/>
                  <a:gd name="connsiteY1" fmla="*/ 71438 h 452438"/>
                  <a:gd name="connsiteX2" fmla="*/ 638568 w 638568"/>
                  <a:gd name="connsiteY2" fmla="*/ 452438 h 452438"/>
                  <a:gd name="connsiteX3" fmla="*/ 174467 w 638568"/>
                  <a:gd name="connsiteY3" fmla="*/ 452438 h 452438"/>
                  <a:gd name="connsiteX4" fmla="*/ 8058 w 638568"/>
                  <a:gd name="connsiteY4" fmla="*/ 285751 h 452438"/>
                  <a:gd name="connsiteX5" fmla="*/ 22346 w 638568"/>
                  <a:gd name="connsiteY5" fmla="*/ 114301 h 452438"/>
                  <a:gd name="connsiteX6" fmla="*/ 55404 w 638568"/>
                  <a:gd name="connsiteY6" fmla="*/ 0 h 452438"/>
                  <a:gd name="connsiteX0" fmla="*/ 58231 w 641395"/>
                  <a:gd name="connsiteY0" fmla="*/ 0 h 452438"/>
                  <a:gd name="connsiteX1" fmla="*/ 641395 w 641395"/>
                  <a:gd name="connsiteY1" fmla="*/ 71438 h 452438"/>
                  <a:gd name="connsiteX2" fmla="*/ 641395 w 641395"/>
                  <a:gd name="connsiteY2" fmla="*/ 452438 h 452438"/>
                  <a:gd name="connsiteX3" fmla="*/ 177294 w 641395"/>
                  <a:gd name="connsiteY3" fmla="*/ 452438 h 452438"/>
                  <a:gd name="connsiteX4" fmla="*/ 10885 w 641395"/>
                  <a:gd name="connsiteY4" fmla="*/ 419101 h 452438"/>
                  <a:gd name="connsiteX5" fmla="*/ 10885 w 641395"/>
                  <a:gd name="connsiteY5" fmla="*/ 285751 h 452438"/>
                  <a:gd name="connsiteX6" fmla="*/ 25173 w 641395"/>
                  <a:gd name="connsiteY6" fmla="*/ 114301 h 452438"/>
                  <a:gd name="connsiteX7" fmla="*/ 58231 w 641395"/>
                  <a:gd name="connsiteY7" fmla="*/ 0 h 452438"/>
                  <a:gd name="connsiteX0" fmla="*/ 58231 w 901194"/>
                  <a:gd name="connsiteY0" fmla="*/ 0 h 614363"/>
                  <a:gd name="connsiteX1" fmla="*/ 641395 w 901194"/>
                  <a:gd name="connsiteY1" fmla="*/ 71438 h 614363"/>
                  <a:gd name="connsiteX2" fmla="*/ 641395 w 901194"/>
                  <a:gd name="connsiteY2" fmla="*/ 452438 h 614363"/>
                  <a:gd name="connsiteX3" fmla="*/ 901194 w 901194"/>
                  <a:gd name="connsiteY3" fmla="*/ 614363 h 614363"/>
                  <a:gd name="connsiteX4" fmla="*/ 10885 w 901194"/>
                  <a:gd name="connsiteY4" fmla="*/ 419101 h 614363"/>
                  <a:gd name="connsiteX5" fmla="*/ 10885 w 901194"/>
                  <a:gd name="connsiteY5" fmla="*/ 285751 h 614363"/>
                  <a:gd name="connsiteX6" fmla="*/ 25173 w 901194"/>
                  <a:gd name="connsiteY6" fmla="*/ 114301 h 614363"/>
                  <a:gd name="connsiteX7" fmla="*/ 58231 w 901194"/>
                  <a:gd name="connsiteY7" fmla="*/ 0 h 614363"/>
                  <a:gd name="connsiteX0" fmla="*/ 58231 w 901194"/>
                  <a:gd name="connsiteY0" fmla="*/ 0 h 614363"/>
                  <a:gd name="connsiteX1" fmla="*/ 641395 w 901194"/>
                  <a:gd name="connsiteY1" fmla="*/ 71438 h 614363"/>
                  <a:gd name="connsiteX2" fmla="*/ 793795 w 901194"/>
                  <a:gd name="connsiteY2" fmla="*/ 481013 h 614363"/>
                  <a:gd name="connsiteX3" fmla="*/ 901194 w 901194"/>
                  <a:gd name="connsiteY3" fmla="*/ 614363 h 614363"/>
                  <a:gd name="connsiteX4" fmla="*/ 10885 w 901194"/>
                  <a:gd name="connsiteY4" fmla="*/ 419101 h 614363"/>
                  <a:gd name="connsiteX5" fmla="*/ 10885 w 901194"/>
                  <a:gd name="connsiteY5" fmla="*/ 285751 h 614363"/>
                  <a:gd name="connsiteX6" fmla="*/ 25173 w 901194"/>
                  <a:gd name="connsiteY6" fmla="*/ 114301 h 614363"/>
                  <a:gd name="connsiteX7" fmla="*/ 58231 w 901194"/>
                  <a:gd name="connsiteY7" fmla="*/ 0 h 614363"/>
                  <a:gd name="connsiteX0" fmla="*/ 58231 w 901194"/>
                  <a:gd name="connsiteY0" fmla="*/ 0 h 614363"/>
                  <a:gd name="connsiteX1" fmla="*/ 641395 w 901194"/>
                  <a:gd name="connsiteY1" fmla="*/ 71438 h 614363"/>
                  <a:gd name="connsiteX2" fmla="*/ 730023 w 901194"/>
                  <a:gd name="connsiteY2" fmla="*/ 257176 h 614363"/>
                  <a:gd name="connsiteX3" fmla="*/ 793795 w 901194"/>
                  <a:gd name="connsiteY3" fmla="*/ 481013 h 614363"/>
                  <a:gd name="connsiteX4" fmla="*/ 901194 w 901194"/>
                  <a:gd name="connsiteY4" fmla="*/ 614363 h 614363"/>
                  <a:gd name="connsiteX5" fmla="*/ 10885 w 901194"/>
                  <a:gd name="connsiteY5" fmla="*/ 419101 h 614363"/>
                  <a:gd name="connsiteX6" fmla="*/ 10885 w 901194"/>
                  <a:gd name="connsiteY6" fmla="*/ 285751 h 614363"/>
                  <a:gd name="connsiteX7" fmla="*/ 25173 w 901194"/>
                  <a:gd name="connsiteY7" fmla="*/ 114301 h 614363"/>
                  <a:gd name="connsiteX8" fmla="*/ 58231 w 901194"/>
                  <a:gd name="connsiteY8" fmla="*/ 0 h 614363"/>
                  <a:gd name="connsiteX0" fmla="*/ 58231 w 901194"/>
                  <a:gd name="connsiteY0" fmla="*/ 0 h 614363"/>
                  <a:gd name="connsiteX1" fmla="*/ 846182 w 901194"/>
                  <a:gd name="connsiteY1" fmla="*/ 80963 h 614363"/>
                  <a:gd name="connsiteX2" fmla="*/ 730023 w 901194"/>
                  <a:gd name="connsiteY2" fmla="*/ 257176 h 614363"/>
                  <a:gd name="connsiteX3" fmla="*/ 793795 w 901194"/>
                  <a:gd name="connsiteY3" fmla="*/ 481013 h 614363"/>
                  <a:gd name="connsiteX4" fmla="*/ 901194 w 901194"/>
                  <a:gd name="connsiteY4" fmla="*/ 614363 h 614363"/>
                  <a:gd name="connsiteX5" fmla="*/ 10885 w 901194"/>
                  <a:gd name="connsiteY5" fmla="*/ 419101 h 614363"/>
                  <a:gd name="connsiteX6" fmla="*/ 10885 w 901194"/>
                  <a:gd name="connsiteY6" fmla="*/ 285751 h 614363"/>
                  <a:gd name="connsiteX7" fmla="*/ 25173 w 901194"/>
                  <a:gd name="connsiteY7" fmla="*/ 114301 h 614363"/>
                  <a:gd name="connsiteX8" fmla="*/ 58231 w 901194"/>
                  <a:gd name="connsiteY8" fmla="*/ 0 h 614363"/>
                  <a:gd name="connsiteX0" fmla="*/ 58231 w 901194"/>
                  <a:gd name="connsiteY0" fmla="*/ 38143 h 652506"/>
                  <a:gd name="connsiteX1" fmla="*/ 234723 w 901194"/>
                  <a:gd name="connsiteY1" fmla="*/ 44 h 652506"/>
                  <a:gd name="connsiteX2" fmla="*/ 846182 w 901194"/>
                  <a:gd name="connsiteY2" fmla="*/ 119106 h 652506"/>
                  <a:gd name="connsiteX3" fmla="*/ 730023 w 901194"/>
                  <a:gd name="connsiteY3" fmla="*/ 295319 h 652506"/>
                  <a:gd name="connsiteX4" fmla="*/ 793795 w 901194"/>
                  <a:gd name="connsiteY4" fmla="*/ 519156 h 652506"/>
                  <a:gd name="connsiteX5" fmla="*/ 901194 w 901194"/>
                  <a:gd name="connsiteY5" fmla="*/ 652506 h 652506"/>
                  <a:gd name="connsiteX6" fmla="*/ 10885 w 901194"/>
                  <a:gd name="connsiteY6" fmla="*/ 457244 h 652506"/>
                  <a:gd name="connsiteX7" fmla="*/ 10885 w 901194"/>
                  <a:gd name="connsiteY7" fmla="*/ 323894 h 652506"/>
                  <a:gd name="connsiteX8" fmla="*/ 25173 w 901194"/>
                  <a:gd name="connsiteY8" fmla="*/ 152444 h 652506"/>
                  <a:gd name="connsiteX9" fmla="*/ 58231 w 901194"/>
                  <a:gd name="connsiteY9" fmla="*/ 38143 h 652506"/>
                  <a:gd name="connsiteX0" fmla="*/ 58231 w 901194"/>
                  <a:gd name="connsiteY0" fmla="*/ 38143 h 672431"/>
                  <a:gd name="connsiteX1" fmla="*/ 234723 w 901194"/>
                  <a:gd name="connsiteY1" fmla="*/ 44 h 672431"/>
                  <a:gd name="connsiteX2" fmla="*/ 846182 w 901194"/>
                  <a:gd name="connsiteY2" fmla="*/ 119106 h 672431"/>
                  <a:gd name="connsiteX3" fmla="*/ 730023 w 901194"/>
                  <a:gd name="connsiteY3" fmla="*/ 295319 h 672431"/>
                  <a:gd name="connsiteX4" fmla="*/ 793795 w 901194"/>
                  <a:gd name="connsiteY4" fmla="*/ 519156 h 672431"/>
                  <a:gd name="connsiteX5" fmla="*/ 901194 w 901194"/>
                  <a:gd name="connsiteY5" fmla="*/ 652506 h 672431"/>
                  <a:gd name="connsiteX6" fmla="*/ 10885 w 901194"/>
                  <a:gd name="connsiteY6" fmla="*/ 457244 h 672431"/>
                  <a:gd name="connsiteX7" fmla="*/ 10885 w 901194"/>
                  <a:gd name="connsiteY7" fmla="*/ 323894 h 672431"/>
                  <a:gd name="connsiteX8" fmla="*/ 25173 w 901194"/>
                  <a:gd name="connsiteY8" fmla="*/ 152444 h 672431"/>
                  <a:gd name="connsiteX9" fmla="*/ 58231 w 901194"/>
                  <a:gd name="connsiteY9" fmla="*/ 38143 h 672431"/>
                  <a:gd name="connsiteX0" fmla="*/ 58231 w 901194"/>
                  <a:gd name="connsiteY0" fmla="*/ 38143 h 672431"/>
                  <a:gd name="connsiteX1" fmla="*/ 234723 w 901194"/>
                  <a:gd name="connsiteY1" fmla="*/ 44 h 672431"/>
                  <a:gd name="connsiteX2" fmla="*/ 846182 w 901194"/>
                  <a:gd name="connsiteY2" fmla="*/ 119106 h 672431"/>
                  <a:gd name="connsiteX3" fmla="*/ 730023 w 901194"/>
                  <a:gd name="connsiteY3" fmla="*/ 295319 h 672431"/>
                  <a:gd name="connsiteX4" fmla="*/ 793795 w 901194"/>
                  <a:gd name="connsiteY4" fmla="*/ 519156 h 672431"/>
                  <a:gd name="connsiteX5" fmla="*/ 901194 w 901194"/>
                  <a:gd name="connsiteY5" fmla="*/ 652506 h 672431"/>
                  <a:gd name="connsiteX6" fmla="*/ 10885 w 901194"/>
                  <a:gd name="connsiteY6" fmla="*/ 457244 h 672431"/>
                  <a:gd name="connsiteX7" fmla="*/ 10885 w 901194"/>
                  <a:gd name="connsiteY7" fmla="*/ 323894 h 672431"/>
                  <a:gd name="connsiteX8" fmla="*/ 25173 w 901194"/>
                  <a:gd name="connsiteY8" fmla="*/ 152444 h 672431"/>
                  <a:gd name="connsiteX9" fmla="*/ 58231 w 901194"/>
                  <a:gd name="connsiteY9" fmla="*/ 38143 h 672431"/>
                  <a:gd name="connsiteX0" fmla="*/ 58231 w 901194"/>
                  <a:gd name="connsiteY0" fmla="*/ 38143 h 672431"/>
                  <a:gd name="connsiteX1" fmla="*/ 234723 w 901194"/>
                  <a:gd name="connsiteY1" fmla="*/ 44 h 672431"/>
                  <a:gd name="connsiteX2" fmla="*/ 846182 w 901194"/>
                  <a:gd name="connsiteY2" fmla="*/ 119106 h 672431"/>
                  <a:gd name="connsiteX3" fmla="*/ 730023 w 901194"/>
                  <a:gd name="connsiteY3" fmla="*/ 295319 h 672431"/>
                  <a:gd name="connsiteX4" fmla="*/ 793795 w 901194"/>
                  <a:gd name="connsiteY4" fmla="*/ 519156 h 672431"/>
                  <a:gd name="connsiteX5" fmla="*/ 901194 w 901194"/>
                  <a:gd name="connsiteY5" fmla="*/ 652506 h 672431"/>
                  <a:gd name="connsiteX6" fmla="*/ 10885 w 901194"/>
                  <a:gd name="connsiteY6" fmla="*/ 457244 h 672431"/>
                  <a:gd name="connsiteX7" fmla="*/ 10885 w 901194"/>
                  <a:gd name="connsiteY7" fmla="*/ 323894 h 672431"/>
                  <a:gd name="connsiteX8" fmla="*/ 25173 w 901194"/>
                  <a:gd name="connsiteY8" fmla="*/ 152444 h 672431"/>
                  <a:gd name="connsiteX9" fmla="*/ 58231 w 901194"/>
                  <a:gd name="connsiteY9" fmla="*/ 38143 h 672431"/>
                  <a:gd name="connsiteX0" fmla="*/ 98755 w 941718"/>
                  <a:gd name="connsiteY0" fmla="*/ 38143 h 672431"/>
                  <a:gd name="connsiteX1" fmla="*/ 275247 w 941718"/>
                  <a:gd name="connsiteY1" fmla="*/ 44 h 672431"/>
                  <a:gd name="connsiteX2" fmla="*/ 886706 w 941718"/>
                  <a:gd name="connsiteY2" fmla="*/ 119106 h 672431"/>
                  <a:gd name="connsiteX3" fmla="*/ 770547 w 941718"/>
                  <a:gd name="connsiteY3" fmla="*/ 295319 h 672431"/>
                  <a:gd name="connsiteX4" fmla="*/ 834319 w 941718"/>
                  <a:gd name="connsiteY4" fmla="*/ 519156 h 672431"/>
                  <a:gd name="connsiteX5" fmla="*/ 941718 w 941718"/>
                  <a:gd name="connsiteY5" fmla="*/ 652506 h 672431"/>
                  <a:gd name="connsiteX6" fmla="*/ 51409 w 941718"/>
                  <a:gd name="connsiteY6" fmla="*/ 457244 h 672431"/>
                  <a:gd name="connsiteX7" fmla="*/ 51409 w 941718"/>
                  <a:gd name="connsiteY7" fmla="*/ 323894 h 672431"/>
                  <a:gd name="connsiteX8" fmla="*/ 65697 w 941718"/>
                  <a:gd name="connsiteY8" fmla="*/ 152444 h 672431"/>
                  <a:gd name="connsiteX9" fmla="*/ 98755 w 941718"/>
                  <a:gd name="connsiteY9" fmla="*/ 38143 h 672431"/>
                  <a:gd name="connsiteX0" fmla="*/ 98755 w 941718"/>
                  <a:gd name="connsiteY0" fmla="*/ 38099 h 672387"/>
                  <a:gd name="connsiteX1" fmla="*/ 275247 w 941718"/>
                  <a:gd name="connsiteY1" fmla="*/ 0 h 672387"/>
                  <a:gd name="connsiteX2" fmla="*/ 886706 w 941718"/>
                  <a:gd name="connsiteY2" fmla="*/ 119062 h 672387"/>
                  <a:gd name="connsiteX3" fmla="*/ 770547 w 941718"/>
                  <a:gd name="connsiteY3" fmla="*/ 295275 h 672387"/>
                  <a:gd name="connsiteX4" fmla="*/ 834319 w 941718"/>
                  <a:gd name="connsiteY4" fmla="*/ 519112 h 672387"/>
                  <a:gd name="connsiteX5" fmla="*/ 941718 w 941718"/>
                  <a:gd name="connsiteY5" fmla="*/ 652462 h 672387"/>
                  <a:gd name="connsiteX6" fmla="*/ 51409 w 941718"/>
                  <a:gd name="connsiteY6" fmla="*/ 457200 h 672387"/>
                  <a:gd name="connsiteX7" fmla="*/ 51409 w 941718"/>
                  <a:gd name="connsiteY7" fmla="*/ 323850 h 672387"/>
                  <a:gd name="connsiteX8" fmla="*/ 65697 w 941718"/>
                  <a:gd name="connsiteY8" fmla="*/ 152400 h 672387"/>
                  <a:gd name="connsiteX9" fmla="*/ 98755 w 941718"/>
                  <a:gd name="connsiteY9" fmla="*/ 38099 h 672387"/>
                  <a:gd name="connsiteX0" fmla="*/ 98755 w 941718"/>
                  <a:gd name="connsiteY0" fmla="*/ 38099 h 672387"/>
                  <a:gd name="connsiteX1" fmla="*/ 275247 w 941718"/>
                  <a:gd name="connsiteY1" fmla="*/ 0 h 672387"/>
                  <a:gd name="connsiteX2" fmla="*/ 886706 w 941718"/>
                  <a:gd name="connsiteY2" fmla="*/ 119062 h 672387"/>
                  <a:gd name="connsiteX3" fmla="*/ 770547 w 941718"/>
                  <a:gd name="connsiteY3" fmla="*/ 295275 h 672387"/>
                  <a:gd name="connsiteX4" fmla="*/ 834319 w 941718"/>
                  <a:gd name="connsiteY4" fmla="*/ 519112 h 672387"/>
                  <a:gd name="connsiteX5" fmla="*/ 941718 w 941718"/>
                  <a:gd name="connsiteY5" fmla="*/ 652462 h 672387"/>
                  <a:gd name="connsiteX6" fmla="*/ 51409 w 941718"/>
                  <a:gd name="connsiteY6" fmla="*/ 457200 h 672387"/>
                  <a:gd name="connsiteX7" fmla="*/ 51409 w 941718"/>
                  <a:gd name="connsiteY7" fmla="*/ 323850 h 672387"/>
                  <a:gd name="connsiteX8" fmla="*/ 65697 w 941718"/>
                  <a:gd name="connsiteY8" fmla="*/ 152400 h 672387"/>
                  <a:gd name="connsiteX9" fmla="*/ 98755 w 941718"/>
                  <a:gd name="connsiteY9" fmla="*/ 38099 h 672387"/>
                  <a:gd name="connsiteX0" fmla="*/ 98755 w 941718"/>
                  <a:gd name="connsiteY0" fmla="*/ 38099 h 672387"/>
                  <a:gd name="connsiteX1" fmla="*/ 275247 w 941718"/>
                  <a:gd name="connsiteY1" fmla="*/ 0 h 672387"/>
                  <a:gd name="connsiteX2" fmla="*/ 886706 w 941718"/>
                  <a:gd name="connsiteY2" fmla="*/ 119062 h 672387"/>
                  <a:gd name="connsiteX3" fmla="*/ 770547 w 941718"/>
                  <a:gd name="connsiteY3" fmla="*/ 295275 h 672387"/>
                  <a:gd name="connsiteX4" fmla="*/ 834319 w 941718"/>
                  <a:gd name="connsiteY4" fmla="*/ 519112 h 672387"/>
                  <a:gd name="connsiteX5" fmla="*/ 941718 w 941718"/>
                  <a:gd name="connsiteY5" fmla="*/ 652462 h 672387"/>
                  <a:gd name="connsiteX6" fmla="*/ 51409 w 941718"/>
                  <a:gd name="connsiteY6" fmla="*/ 457200 h 672387"/>
                  <a:gd name="connsiteX7" fmla="*/ 51409 w 941718"/>
                  <a:gd name="connsiteY7" fmla="*/ 323850 h 672387"/>
                  <a:gd name="connsiteX8" fmla="*/ 65697 w 941718"/>
                  <a:gd name="connsiteY8" fmla="*/ 152400 h 672387"/>
                  <a:gd name="connsiteX9" fmla="*/ 98755 w 941718"/>
                  <a:gd name="connsiteY9" fmla="*/ 38099 h 672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41718" h="672387">
                    <a:moveTo>
                      <a:pt x="98755" y="38099"/>
                    </a:moveTo>
                    <a:cubicBezTo>
                      <a:pt x="141711" y="39687"/>
                      <a:pt x="222766" y="79374"/>
                      <a:pt x="275247" y="0"/>
                    </a:cubicBezTo>
                    <a:lnTo>
                      <a:pt x="886706" y="119062"/>
                    </a:lnTo>
                    <a:cubicBezTo>
                      <a:pt x="905136" y="180975"/>
                      <a:pt x="823555" y="276224"/>
                      <a:pt x="770547" y="295275"/>
                    </a:cubicBezTo>
                    <a:lnTo>
                      <a:pt x="834319" y="519112"/>
                    </a:lnTo>
                    <a:cubicBezTo>
                      <a:pt x="870119" y="563562"/>
                      <a:pt x="891630" y="460375"/>
                      <a:pt x="941718" y="652462"/>
                    </a:cubicBezTo>
                    <a:cubicBezTo>
                      <a:pt x="536596" y="745331"/>
                      <a:pt x="79144" y="484981"/>
                      <a:pt x="51409" y="457200"/>
                    </a:cubicBezTo>
                    <a:cubicBezTo>
                      <a:pt x="23674" y="429419"/>
                      <a:pt x="58553" y="368300"/>
                      <a:pt x="51409" y="323850"/>
                    </a:cubicBezTo>
                    <a:cubicBezTo>
                      <a:pt x="44265" y="279400"/>
                      <a:pt x="-69194" y="164306"/>
                      <a:pt x="65697" y="152400"/>
                    </a:cubicBezTo>
                    <a:lnTo>
                      <a:pt x="98755" y="38099"/>
                    </a:lnTo>
                    <a:close/>
                  </a:path>
                </a:pathLst>
              </a:custGeom>
              <a:gradFill>
                <a:gsLst>
                  <a:gs pos="0">
                    <a:srgbClr val="4E7F47"/>
                  </a:gs>
                  <a:gs pos="39000">
                    <a:srgbClr val="AD6943"/>
                  </a:gs>
                </a:gsLst>
                <a:lin ang="0" scaled="0"/>
              </a:gra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Star: 7 Points 36">
                <a:extLst>
                  <a:ext uri="{FF2B5EF4-FFF2-40B4-BE49-F238E27FC236}">
                    <a16:creationId xmlns:a16="http://schemas.microsoft.com/office/drawing/2014/main" id="{E80F576D-7B8F-C312-36D6-C51106153A34}"/>
                  </a:ext>
                </a:extLst>
              </p:cNvPr>
              <p:cNvSpPr/>
              <p:nvPr/>
            </p:nvSpPr>
            <p:spPr>
              <a:xfrm>
                <a:off x="11896182" y="2673968"/>
                <a:ext cx="494348" cy="632082"/>
              </a:xfrm>
              <a:prstGeom prst="star7">
                <a:avLst>
                  <a:gd name="adj" fmla="val 48261"/>
                  <a:gd name="hf" fmla="val 102572"/>
                  <a:gd name="vf" fmla="val 105210"/>
                </a:avLst>
              </a:prstGeom>
              <a:gradFill>
                <a:gsLst>
                  <a:gs pos="0">
                    <a:srgbClr val="4E7F47"/>
                  </a:gs>
                  <a:gs pos="60000">
                    <a:srgbClr val="AD6943"/>
                  </a:gs>
                </a:gsLst>
                <a:lin ang="0" scaled="0"/>
              </a:gra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12307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AE0250A-B18C-9FF0-9EA8-5C9F46E4E4D9}"/>
              </a:ext>
            </a:extLst>
          </p:cNvPr>
          <p:cNvGrpSpPr/>
          <p:nvPr/>
        </p:nvGrpSpPr>
        <p:grpSpPr>
          <a:xfrm>
            <a:off x="3766089" y="664100"/>
            <a:ext cx="5386244" cy="6669054"/>
            <a:chOff x="3467687" y="1606332"/>
            <a:chExt cx="3691407" cy="4570567"/>
          </a:xfrm>
        </p:grpSpPr>
        <p:sp>
          <p:nvSpPr>
            <p:cNvPr id="3" name="Rectangle 34">
              <a:extLst>
                <a:ext uri="{FF2B5EF4-FFF2-40B4-BE49-F238E27FC236}">
                  <a16:creationId xmlns:a16="http://schemas.microsoft.com/office/drawing/2014/main" id="{329E2489-01B1-9906-B6B6-91C61C21A01A}"/>
                </a:ext>
              </a:extLst>
            </p:cNvPr>
            <p:cNvSpPr/>
            <p:nvPr/>
          </p:nvSpPr>
          <p:spPr>
            <a:xfrm rot="4809409" flipH="1">
              <a:off x="6218600" y="2387274"/>
              <a:ext cx="710397" cy="1170590"/>
            </a:xfrm>
            <a:custGeom>
              <a:avLst/>
              <a:gdLst>
                <a:gd name="connsiteX0" fmla="*/ 0 w 280987"/>
                <a:gd name="connsiteY0" fmla="*/ 0 h 222852"/>
                <a:gd name="connsiteX1" fmla="*/ 280987 w 280987"/>
                <a:gd name="connsiteY1" fmla="*/ 0 h 222852"/>
                <a:gd name="connsiteX2" fmla="*/ 280987 w 280987"/>
                <a:gd name="connsiteY2" fmla="*/ 222852 h 222852"/>
                <a:gd name="connsiteX3" fmla="*/ 0 w 280987"/>
                <a:gd name="connsiteY3" fmla="*/ 222852 h 222852"/>
                <a:gd name="connsiteX4" fmla="*/ 0 w 280987"/>
                <a:gd name="connsiteY4" fmla="*/ 0 h 222852"/>
                <a:gd name="connsiteX0" fmla="*/ 0 w 461962"/>
                <a:gd name="connsiteY0" fmla="*/ 0 h 537177"/>
                <a:gd name="connsiteX1" fmla="*/ 280987 w 461962"/>
                <a:gd name="connsiteY1" fmla="*/ 0 h 537177"/>
                <a:gd name="connsiteX2" fmla="*/ 461962 w 461962"/>
                <a:gd name="connsiteY2" fmla="*/ 537177 h 537177"/>
                <a:gd name="connsiteX3" fmla="*/ 0 w 461962"/>
                <a:gd name="connsiteY3" fmla="*/ 222852 h 537177"/>
                <a:gd name="connsiteX4" fmla="*/ 0 w 461962"/>
                <a:gd name="connsiteY4" fmla="*/ 0 h 537177"/>
                <a:gd name="connsiteX0" fmla="*/ 0 w 581024"/>
                <a:gd name="connsiteY0" fmla="*/ 0 h 1170590"/>
                <a:gd name="connsiteX1" fmla="*/ 400049 w 581024"/>
                <a:gd name="connsiteY1" fmla="*/ 633413 h 1170590"/>
                <a:gd name="connsiteX2" fmla="*/ 581024 w 581024"/>
                <a:gd name="connsiteY2" fmla="*/ 1170590 h 1170590"/>
                <a:gd name="connsiteX3" fmla="*/ 119062 w 581024"/>
                <a:gd name="connsiteY3" fmla="*/ 856265 h 1170590"/>
                <a:gd name="connsiteX4" fmla="*/ 0 w 581024"/>
                <a:gd name="connsiteY4" fmla="*/ 0 h 1170590"/>
                <a:gd name="connsiteX0" fmla="*/ 0 w 581024"/>
                <a:gd name="connsiteY0" fmla="*/ 0 h 1170590"/>
                <a:gd name="connsiteX1" fmla="*/ 581024 w 581024"/>
                <a:gd name="connsiteY1" fmla="*/ 1170590 h 1170590"/>
                <a:gd name="connsiteX2" fmla="*/ 119062 w 581024"/>
                <a:gd name="connsiteY2" fmla="*/ 856265 h 1170590"/>
                <a:gd name="connsiteX3" fmla="*/ 0 w 581024"/>
                <a:gd name="connsiteY3" fmla="*/ 0 h 1170590"/>
                <a:gd name="connsiteX0" fmla="*/ 0 w 581024"/>
                <a:gd name="connsiteY0" fmla="*/ 0 h 1170590"/>
                <a:gd name="connsiteX1" fmla="*/ 581024 w 581024"/>
                <a:gd name="connsiteY1" fmla="*/ 1170590 h 1170590"/>
                <a:gd name="connsiteX2" fmla="*/ 0 w 581024"/>
                <a:gd name="connsiteY2" fmla="*/ 0 h 1170590"/>
                <a:gd name="connsiteX0" fmla="*/ 13235 w 594259"/>
                <a:gd name="connsiteY0" fmla="*/ 0 h 1170590"/>
                <a:gd name="connsiteX1" fmla="*/ 594259 w 594259"/>
                <a:gd name="connsiteY1" fmla="*/ 1170590 h 1170590"/>
                <a:gd name="connsiteX2" fmla="*/ 13235 w 594259"/>
                <a:gd name="connsiteY2" fmla="*/ 0 h 1170590"/>
                <a:gd name="connsiteX0" fmla="*/ 13235 w 607995"/>
                <a:gd name="connsiteY0" fmla="*/ 0 h 1170590"/>
                <a:gd name="connsiteX1" fmla="*/ 594259 w 607995"/>
                <a:gd name="connsiteY1" fmla="*/ 1170590 h 1170590"/>
                <a:gd name="connsiteX2" fmla="*/ 13235 w 607995"/>
                <a:gd name="connsiteY2" fmla="*/ 0 h 1170590"/>
                <a:gd name="connsiteX0" fmla="*/ 13235 w 604241"/>
                <a:gd name="connsiteY0" fmla="*/ 0 h 1170590"/>
                <a:gd name="connsiteX1" fmla="*/ 594259 w 604241"/>
                <a:gd name="connsiteY1" fmla="*/ 1170590 h 1170590"/>
                <a:gd name="connsiteX2" fmla="*/ 13235 w 604241"/>
                <a:gd name="connsiteY2" fmla="*/ 0 h 1170590"/>
                <a:gd name="connsiteX0" fmla="*/ 131923 w 722929"/>
                <a:gd name="connsiteY0" fmla="*/ 0 h 1170590"/>
                <a:gd name="connsiteX1" fmla="*/ 712947 w 722929"/>
                <a:gd name="connsiteY1" fmla="*/ 1170590 h 1170590"/>
                <a:gd name="connsiteX2" fmla="*/ 131923 w 722929"/>
                <a:gd name="connsiteY2" fmla="*/ 0 h 1170590"/>
                <a:gd name="connsiteX0" fmla="*/ 116113 w 707119"/>
                <a:gd name="connsiteY0" fmla="*/ 0 h 1170590"/>
                <a:gd name="connsiteX1" fmla="*/ 697137 w 707119"/>
                <a:gd name="connsiteY1" fmla="*/ 1170590 h 1170590"/>
                <a:gd name="connsiteX2" fmla="*/ 116113 w 707119"/>
                <a:gd name="connsiteY2" fmla="*/ 0 h 1170590"/>
                <a:gd name="connsiteX0" fmla="*/ 87912 w 678918"/>
                <a:gd name="connsiteY0" fmla="*/ 0 h 1170590"/>
                <a:gd name="connsiteX1" fmla="*/ 668936 w 678918"/>
                <a:gd name="connsiteY1" fmla="*/ 1170590 h 1170590"/>
                <a:gd name="connsiteX2" fmla="*/ 87912 w 678918"/>
                <a:gd name="connsiteY2" fmla="*/ 0 h 1170590"/>
                <a:gd name="connsiteX0" fmla="*/ 87912 w 710397"/>
                <a:gd name="connsiteY0" fmla="*/ 0 h 1170590"/>
                <a:gd name="connsiteX1" fmla="*/ 668936 w 710397"/>
                <a:gd name="connsiteY1" fmla="*/ 1170590 h 1170590"/>
                <a:gd name="connsiteX2" fmla="*/ 87912 w 710397"/>
                <a:gd name="connsiteY2" fmla="*/ 0 h 1170590"/>
                <a:gd name="connsiteX0" fmla="*/ 87912 w 710397"/>
                <a:gd name="connsiteY0" fmla="*/ 0 h 1170590"/>
                <a:gd name="connsiteX1" fmla="*/ 668936 w 710397"/>
                <a:gd name="connsiteY1" fmla="*/ 1170590 h 1170590"/>
                <a:gd name="connsiteX2" fmla="*/ 87912 w 710397"/>
                <a:gd name="connsiteY2" fmla="*/ 0 h 117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0397" h="1170590">
                  <a:moveTo>
                    <a:pt x="87912" y="0"/>
                  </a:moveTo>
                  <a:cubicBezTo>
                    <a:pt x="19649" y="309235"/>
                    <a:pt x="-243876" y="999468"/>
                    <a:pt x="668936" y="1170590"/>
                  </a:cubicBezTo>
                  <a:cubicBezTo>
                    <a:pt x="903886" y="485118"/>
                    <a:pt x="62512" y="637846"/>
                    <a:pt x="87912" y="0"/>
                  </a:cubicBezTo>
                  <a:close/>
                </a:path>
              </a:pathLst>
            </a:custGeom>
            <a:solidFill>
              <a:srgbClr val="4EB639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34">
              <a:extLst>
                <a:ext uri="{FF2B5EF4-FFF2-40B4-BE49-F238E27FC236}">
                  <a16:creationId xmlns:a16="http://schemas.microsoft.com/office/drawing/2014/main" id="{743433E4-1DED-8E05-30E6-B4E2CA6FD5F4}"/>
                </a:ext>
              </a:extLst>
            </p:cNvPr>
            <p:cNvSpPr/>
            <p:nvPr/>
          </p:nvSpPr>
          <p:spPr>
            <a:xfrm>
              <a:off x="5204441" y="1606332"/>
              <a:ext cx="710397" cy="1170590"/>
            </a:xfrm>
            <a:custGeom>
              <a:avLst/>
              <a:gdLst>
                <a:gd name="connsiteX0" fmla="*/ 0 w 280987"/>
                <a:gd name="connsiteY0" fmla="*/ 0 h 222852"/>
                <a:gd name="connsiteX1" fmla="*/ 280987 w 280987"/>
                <a:gd name="connsiteY1" fmla="*/ 0 h 222852"/>
                <a:gd name="connsiteX2" fmla="*/ 280987 w 280987"/>
                <a:gd name="connsiteY2" fmla="*/ 222852 h 222852"/>
                <a:gd name="connsiteX3" fmla="*/ 0 w 280987"/>
                <a:gd name="connsiteY3" fmla="*/ 222852 h 222852"/>
                <a:gd name="connsiteX4" fmla="*/ 0 w 280987"/>
                <a:gd name="connsiteY4" fmla="*/ 0 h 222852"/>
                <a:gd name="connsiteX0" fmla="*/ 0 w 461962"/>
                <a:gd name="connsiteY0" fmla="*/ 0 h 537177"/>
                <a:gd name="connsiteX1" fmla="*/ 280987 w 461962"/>
                <a:gd name="connsiteY1" fmla="*/ 0 h 537177"/>
                <a:gd name="connsiteX2" fmla="*/ 461962 w 461962"/>
                <a:gd name="connsiteY2" fmla="*/ 537177 h 537177"/>
                <a:gd name="connsiteX3" fmla="*/ 0 w 461962"/>
                <a:gd name="connsiteY3" fmla="*/ 222852 h 537177"/>
                <a:gd name="connsiteX4" fmla="*/ 0 w 461962"/>
                <a:gd name="connsiteY4" fmla="*/ 0 h 537177"/>
                <a:gd name="connsiteX0" fmla="*/ 0 w 581024"/>
                <a:gd name="connsiteY0" fmla="*/ 0 h 1170590"/>
                <a:gd name="connsiteX1" fmla="*/ 400049 w 581024"/>
                <a:gd name="connsiteY1" fmla="*/ 633413 h 1170590"/>
                <a:gd name="connsiteX2" fmla="*/ 581024 w 581024"/>
                <a:gd name="connsiteY2" fmla="*/ 1170590 h 1170590"/>
                <a:gd name="connsiteX3" fmla="*/ 119062 w 581024"/>
                <a:gd name="connsiteY3" fmla="*/ 856265 h 1170590"/>
                <a:gd name="connsiteX4" fmla="*/ 0 w 581024"/>
                <a:gd name="connsiteY4" fmla="*/ 0 h 1170590"/>
                <a:gd name="connsiteX0" fmla="*/ 0 w 581024"/>
                <a:gd name="connsiteY0" fmla="*/ 0 h 1170590"/>
                <a:gd name="connsiteX1" fmla="*/ 581024 w 581024"/>
                <a:gd name="connsiteY1" fmla="*/ 1170590 h 1170590"/>
                <a:gd name="connsiteX2" fmla="*/ 119062 w 581024"/>
                <a:gd name="connsiteY2" fmla="*/ 856265 h 1170590"/>
                <a:gd name="connsiteX3" fmla="*/ 0 w 581024"/>
                <a:gd name="connsiteY3" fmla="*/ 0 h 1170590"/>
                <a:gd name="connsiteX0" fmla="*/ 0 w 581024"/>
                <a:gd name="connsiteY0" fmla="*/ 0 h 1170590"/>
                <a:gd name="connsiteX1" fmla="*/ 581024 w 581024"/>
                <a:gd name="connsiteY1" fmla="*/ 1170590 h 1170590"/>
                <a:gd name="connsiteX2" fmla="*/ 0 w 581024"/>
                <a:gd name="connsiteY2" fmla="*/ 0 h 1170590"/>
                <a:gd name="connsiteX0" fmla="*/ 13235 w 594259"/>
                <a:gd name="connsiteY0" fmla="*/ 0 h 1170590"/>
                <a:gd name="connsiteX1" fmla="*/ 594259 w 594259"/>
                <a:gd name="connsiteY1" fmla="*/ 1170590 h 1170590"/>
                <a:gd name="connsiteX2" fmla="*/ 13235 w 594259"/>
                <a:gd name="connsiteY2" fmla="*/ 0 h 1170590"/>
                <a:gd name="connsiteX0" fmla="*/ 13235 w 607995"/>
                <a:gd name="connsiteY0" fmla="*/ 0 h 1170590"/>
                <a:gd name="connsiteX1" fmla="*/ 594259 w 607995"/>
                <a:gd name="connsiteY1" fmla="*/ 1170590 h 1170590"/>
                <a:gd name="connsiteX2" fmla="*/ 13235 w 607995"/>
                <a:gd name="connsiteY2" fmla="*/ 0 h 1170590"/>
                <a:gd name="connsiteX0" fmla="*/ 13235 w 604241"/>
                <a:gd name="connsiteY0" fmla="*/ 0 h 1170590"/>
                <a:gd name="connsiteX1" fmla="*/ 594259 w 604241"/>
                <a:gd name="connsiteY1" fmla="*/ 1170590 h 1170590"/>
                <a:gd name="connsiteX2" fmla="*/ 13235 w 604241"/>
                <a:gd name="connsiteY2" fmla="*/ 0 h 1170590"/>
                <a:gd name="connsiteX0" fmla="*/ 131923 w 722929"/>
                <a:gd name="connsiteY0" fmla="*/ 0 h 1170590"/>
                <a:gd name="connsiteX1" fmla="*/ 712947 w 722929"/>
                <a:gd name="connsiteY1" fmla="*/ 1170590 h 1170590"/>
                <a:gd name="connsiteX2" fmla="*/ 131923 w 722929"/>
                <a:gd name="connsiteY2" fmla="*/ 0 h 1170590"/>
                <a:gd name="connsiteX0" fmla="*/ 116113 w 707119"/>
                <a:gd name="connsiteY0" fmla="*/ 0 h 1170590"/>
                <a:gd name="connsiteX1" fmla="*/ 697137 w 707119"/>
                <a:gd name="connsiteY1" fmla="*/ 1170590 h 1170590"/>
                <a:gd name="connsiteX2" fmla="*/ 116113 w 707119"/>
                <a:gd name="connsiteY2" fmla="*/ 0 h 1170590"/>
                <a:gd name="connsiteX0" fmla="*/ 87912 w 678918"/>
                <a:gd name="connsiteY0" fmla="*/ 0 h 1170590"/>
                <a:gd name="connsiteX1" fmla="*/ 668936 w 678918"/>
                <a:gd name="connsiteY1" fmla="*/ 1170590 h 1170590"/>
                <a:gd name="connsiteX2" fmla="*/ 87912 w 678918"/>
                <a:gd name="connsiteY2" fmla="*/ 0 h 1170590"/>
                <a:gd name="connsiteX0" fmla="*/ 87912 w 710397"/>
                <a:gd name="connsiteY0" fmla="*/ 0 h 1170590"/>
                <a:gd name="connsiteX1" fmla="*/ 668936 w 710397"/>
                <a:gd name="connsiteY1" fmla="*/ 1170590 h 1170590"/>
                <a:gd name="connsiteX2" fmla="*/ 87912 w 710397"/>
                <a:gd name="connsiteY2" fmla="*/ 0 h 1170590"/>
                <a:gd name="connsiteX0" fmla="*/ 87912 w 710397"/>
                <a:gd name="connsiteY0" fmla="*/ 0 h 1170590"/>
                <a:gd name="connsiteX1" fmla="*/ 668936 w 710397"/>
                <a:gd name="connsiteY1" fmla="*/ 1170590 h 1170590"/>
                <a:gd name="connsiteX2" fmla="*/ 87912 w 710397"/>
                <a:gd name="connsiteY2" fmla="*/ 0 h 117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0397" h="1170590">
                  <a:moveTo>
                    <a:pt x="87912" y="0"/>
                  </a:moveTo>
                  <a:cubicBezTo>
                    <a:pt x="19649" y="309235"/>
                    <a:pt x="-243876" y="999468"/>
                    <a:pt x="668936" y="1170590"/>
                  </a:cubicBezTo>
                  <a:cubicBezTo>
                    <a:pt x="903886" y="485118"/>
                    <a:pt x="62512" y="637846"/>
                    <a:pt x="87912" y="0"/>
                  </a:cubicBezTo>
                  <a:close/>
                </a:path>
              </a:pathLst>
            </a:custGeom>
            <a:solidFill>
              <a:srgbClr val="4EB639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19">
              <a:extLst>
                <a:ext uri="{FF2B5EF4-FFF2-40B4-BE49-F238E27FC236}">
                  <a16:creationId xmlns:a16="http://schemas.microsoft.com/office/drawing/2014/main" id="{E07BA7DB-215F-FD2A-E16D-2CFF4DD4E94C}"/>
                </a:ext>
              </a:extLst>
            </p:cNvPr>
            <p:cNvSpPr/>
            <p:nvPr/>
          </p:nvSpPr>
          <p:spPr>
            <a:xfrm>
              <a:off x="5639614" y="2312987"/>
              <a:ext cx="908506" cy="761140"/>
            </a:xfrm>
            <a:custGeom>
              <a:avLst/>
              <a:gdLst>
                <a:gd name="connsiteX0" fmla="*/ 0 w 405586"/>
                <a:gd name="connsiteY0" fmla="*/ 0 h 211547"/>
                <a:gd name="connsiteX1" fmla="*/ 405586 w 405586"/>
                <a:gd name="connsiteY1" fmla="*/ 0 h 211547"/>
                <a:gd name="connsiteX2" fmla="*/ 405586 w 405586"/>
                <a:gd name="connsiteY2" fmla="*/ 211547 h 211547"/>
                <a:gd name="connsiteX3" fmla="*/ 0 w 405586"/>
                <a:gd name="connsiteY3" fmla="*/ 211547 h 211547"/>
                <a:gd name="connsiteX4" fmla="*/ 0 w 405586"/>
                <a:gd name="connsiteY4" fmla="*/ 0 h 211547"/>
                <a:gd name="connsiteX0" fmla="*/ 388620 w 794206"/>
                <a:gd name="connsiteY0" fmla="*/ 0 h 523967"/>
                <a:gd name="connsiteX1" fmla="*/ 794206 w 794206"/>
                <a:gd name="connsiteY1" fmla="*/ 0 h 523967"/>
                <a:gd name="connsiteX2" fmla="*/ 794206 w 794206"/>
                <a:gd name="connsiteY2" fmla="*/ 211547 h 523967"/>
                <a:gd name="connsiteX3" fmla="*/ 0 w 794206"/>
                <a:gd name="connsiteY3" fmla="*/ 523967 h 523967"/>
                <a:gd name="connsiteX4" fmla="*/ 388620 w 794206"/>
                <a:gd name="connsiteY4" fmla="*/ 0 h 523967"/>
                <a:gd name="connsiteX0" fmla="*/ 746760 w 794206"/>
                <a:gd name="connsiteY0" fmla="*/ 0 h 638267"/>
                <a:gd name="connsiteX1" fmla="*/ 794206 w 794206"/>
                <a:gd name="connsiteY1" fmla="*/ 114300 h 638267"/>
                <a:gd name="connsiteX2" fmla="*/ 794206 w 794206"/>
                <a:gd name="connsiteY2" fmla="*/ 325847 h 638267"/>
                <a:gd name="connsiteX3" fmla="*/ 0 w 794206"/>
                <a:gd name="connsiteY3" fmla="*/ 638267 h 638267"/>
                <a:gd name="connsiteX4" fmla="*/ 746760 w 794206"/>
                <a:gd name="connsiteY4" fmla="*/ 0 h 638267"/>
                <a:gd name="connsiteX0" fmla="*/ 746760 w 878026"/>
                <a:gd name="connsiteY0" fmla="*/ 0 h 638267"/>
                <a:gd name="connsiteX1" fmla="*/ 878026 w 878026"/>
                <a:gd name="connsiteY1" fmla="*/ 114300 h 638267"/>
                <a:gd name="connsiteX2" fmla="*/ 794206 w 878026"/>
                <a:gd name="connsiteY2" fmla="*/ 325847 h 638267"/>
                <a:gd name="connsiteX3" fmla="*/ 0 w 878026"/>
                <a:gd name="connsiteY3" fmla="*/ 638267 h 638267"/>
                <a:gd name="connsiteX4" fmla="*/ 746760 w 878026"/>
                <a:gd name="connsiteY4" fmla="*/ 0 h 638267"/>
                <a:gd name="connsiteX0" fmla="*/ 746760 w 878026"/>
                <a:gd name="connsiteY0" fmla="*/ 0 h 638267"/>
                <a:gd name="connsiteX1" fmla="*/ 878026 w 878026"/>
                <a:gd name="connsiteY1" fmla="*/ 114300 h 638267"/>
                <a:gd name="connsiteX2" fmla="*/ 839926 w 878026"/>
                <a:gd name="connsiteY2" fmla="*/ 264887 h 638267"/>
                <a:gd name="connsiteX3" fmla="*/ 0 w 878026"/>
                <a:gd name="connsiteY3" fmla="*/ 638267 h 638267"/>
                <a:gd name="connsiteX4" fmla="*/ 746760 w 878026"/>
                <a:gd name="connsiteY4" fmla="*/ 0 h 638267"/>
                <a:gd name="connsiteX0" fmla="*/ 746760 w 878026"/>
                <a:gd name="connsiteY0" fmla="*/ 0 h 638267"/>
                <a:gd name="connsiteX1" fmla="*/ 878026 w 878026"/>
                <a:gd name="connsiteY1" fmla="*/ 114300 h 638267"/>
                <a:gd name="connsiteX2" fmla="*/ 839926 w 878026"/>
                <a:gd name="connsiteY2" fmla="*/ 264887 h 638267"/>
                <a:gd name="connsiteX3" fmla="*/ 0 w 878026"/>
                <a:gd name="connsiteY3" fmla="*/ 638267 h 638267"/>
                <a:gd name="connsiteX4" fmla="*/ 746760 w 878026"/>
                <a:gd name="connsiteY4" fmla="*/ 0 h 638267"/>
                <a:gd name="connsiteX0" fmla="*/ 777240 w 908506"/>
                <a:gd name="connsiteY0" fmla="*/ 0 h 737327"/>
                <a:gd name="connsiteX1" fmla="*/ 908506 w 908506"/>
                <a:gd name="connsiteY1" fmla="*/ 114300 h 737327"/>
                <a:gd name="connsiteX2" fmla="*/ 870406 w 908506"/>
                <a:gd name="connsiteY2" fmla="*/ 264887 h 737327"/>
                <a:gd name="connsiteX3" fmla="*/ 0 w 908506"/>
                <a:gd name="connsiteY3" fmla="*/ 737327 h 737327"/>
                <a:gd name="connsiteX4" fmla="*/ 777240 w 908506"/>
                <a:gd name="connsiteY4" fmla="*/ 0 h 737327"/>
                <a:gd name="connsiteX0" fmla="*/ 777240 w 908506"/>
                <a:gd name="connsiteY0" fmla="*/ 0 h 737327"/>
                <a:gd name="connsiteX1" fmla="*/ 908506 w 908506"/>
                <a:gd name="connsiteY1" fmla="*/ 114300 h 737327"/>
                <a:gd name="connsiteX2" fmla="*/ 870406 w 908506"/>
                <a:gd name="connsiteY2" fmla="*/ 264887 h 737327"/>
                <a:gd name="connsiteX3" fmla="*/ 0 w 908506"/>
                <a:gd name="connsiteY3" fmla="*/ 737327 h 737327"/>
                <a:gd name="connsiteX4" fmla="*/ 777240 w 908506"/>
                <a:gd name="connsiteY4" fmla="*/ 0 h 737327"/>
                <a:gd name="connsiteX0" fmla="*/ 777240 w 908506"/>
                <a:gd name="connsiteY0" fmla="*/ 0 h 737327"/>
                <a:gd name="connsiteX1" fmla="*/ 908506 w 908506"/>
                <a:gd name="connsiteY1" fmla="*/ 114300 h 737327"/>
                <a:gd name="connsiteX2" fmla="*/ 870406 w 908506"/>
                <a:gd name="connsiteY2" fmla="*/ 264887 h 737327"/>
                <a:gd name="connsiteX3" fmla="*/ 0 w 908506"/>
                <a:gd name="connsiteY3" fmla="*/ 737327 h 737327"/>
                <a:gd name="connsiteX4" fmla="*/ 777240 w 908506"/>
                <a:gd name="connsiteY4" fmla="*/ 0 h 737327"/>
                <a:gd name="connsiteX0" fmla="*/ 777240 w 908506"/>
                <a:gd name="connsiteY0" fmla="*/ 0 h 737327"/>
                <a:gd name="connsiteX1" fmla="*/ 908506 w 908506"/>
                <a:gd name="connsiteY1" fmla="*/ 114300 h 737327"/>
                <a:gd name="connsiteX2" fmla="*/ 870406 w 908506"/>
                <a:gd name="connsiteY2" fmla="*/ 264887 h 737327"/>
                <a:gd name="connsiteX3" fmla="*/ 0 w 908506"/>
                <a:gd name="connsiteY3" fmla="*/ 737327 h 737327"/>
                <a:gd name="connsiteX4" fmla="*/ 777240 w 908506"/>
                <a:gd name="connsiteY4" fmla="*/ 0 h 737327"/>
                <a:gd name="connsiteX0" fmla="*/ 777240 w 908506"/>
                <a:gd name="connsiteY0" fmla="*/ 0 h 737327"/>
                <a:gd name="connsiteX1" fmla="*/ 908506 w 908506"/>
                <a:gd name="connsiteY1" fmla="*/ 114300 h 737327"/>
                <a:gd name="connsiteX2" fmla="*/ 870406 w 908506"/>
                <a:gd name="connsiteY2" fmla="*/ 264887 h 737327"/>
                <a:gd name="connsiteX3" fmla="*/ 0 w 908506"/>
                <a:gd name="connsiteY3" fmla="*/ 737327 h 737327"/>
                <a:gd name="connsiteX4" fmla="*/ 777240 w 908506"/>
                <a:gd name="connsiteY4" fmla="*/ 0 h 737327"/>
                <a:gd name="connsiteX0" fmla="*/ 805815 w 908506"/>
                <a:gd name="connsiteY0" fmla="*/ 0 h 761140"/>
                <a:gd name="connsiteX1" fmla="*/ 908506 w 908506"/>
                <a:gd name="connsiteY1" fmla="*/ 138113 h 761140"/>
                <a:gd name="connsiteX2" fmla="*/ 870406 w 908506"/>
                <a:gd name="connsiteY2" fmla="*/ 288700 h 761140"/>
                <a:gd name="connsiteX3" fmla="*/ 0 w 908506"/>
                <a:gd name="connsiteY3" fmla="*/ 761140 h 761140"/>
                <a:gd name="connsiteX4" fmla="*/ 805815 w 908506"/>
                <a:gd name="connsiteY4" fmla="*/ 0 h 76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8506" h="761140">
                  <a:moveTo>
                    <a:pt x="805815" y="0"/>
                  </a:moveTo>
                  <a:lnTo>
                    <a:pt x="908506" y="138113"/>
                  </a:lnTo>
                  <a:lnTo>
                    <a:pt x="870406" y="288700"/>
                  </a:lnTo>
                  <a:cubicBezTo>
                    <a:pt x="529471" y="237900"/>
                    <a:pt x="165675" y="651920"/>
                    <a:pt x="0" y="761140"/>
                  </a:cubicBezTo>
                  <a:cubicBezTo>
                    <a:pt x="30480" y="660144"/>
                    <a:pt x="325755" y="47656"/>
                    <a:pt x="805815" y="0"/>
                  </a:cubicBezTo>
                  <a:close/>
                </a:path>
              </a:pathLst>
            </a:custGeom>
            <a:solidFill>
              <a:srgbClr val="4EB639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B240A30-00DB-5A60-23DE-DABD15FE5C03}"/>
                </a:ext>
              </a:extLst>
            </p:cNvPr>
            <p:cNvSpPr/>
            <p:nvPr/>
          </p:nvSpPr>
          <p:spPr>
            <a:xfrm rot="17582430">
              <a:off x="3855941" y="5661000"/>
              <a:ext cx="386908" cy="595702"/>
            </a:xfrm>
            <a:prstGeom prst="ellipse">
              <a:avLst/>
            </a:prstGeom>
            <a:solidFill>
              <a:srgbClr val="FFFA0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8403242-549E-0CBB-4BBC-40B23E6EAE0D}"/>
                </a:ext>
              </a:extLst>
            </p:cNvPr>
            <p:cNvSpPr/>
            <p:nvPr/>
          </p:nvSpPr>
          <p:spPr>
            <a:xfrm rot="17582430">
              <a:off x="5515454" y="2752700"/>
              <a:ext cx="386908" cy="595702"/>
            </a:xfrm>
            <a:prstGeom prst="ellipse">
              <a:avLst/>
            </a:prstGeom>
            <a:solidFill>
              <a:srgbClr val="FFFA0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1A72BC9-AB11-A140-EA17-516A9687920F}"/>
                </a:ext>
              </a:extLst>
            </p:cNvPr>
            <p:cNvSpPr/>
            <p:nvPr/>
          </p:nvSpPr>
          <p:spPr>
            <a:xfrm rot="1916656">
              <a:off x="3467687" y="2753569"/>
              <a:ext cx="2821922" cy="3423330"/>
            </a:xfrm>
            <a:prstGeom prst="ellipse">
              <a:avLst/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19000">
                  <a:srgbClr val="FFFA02"/>
                </a:gs>
              </a:gsLst>
              <a:lin ang="114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2E2A49-E836-23C1-D250-CC1C8EF82554}"/>
                </a:ext>
              </a:extLst>
            </p:cNvPr>
            <p:cNvSpPr/>
            <p:nvPr/>
          </p:nvSpPr>
          <p:spPr>
            <a:xfrm rot="17582430">
              <a:off x="5490579" y="2804918"/>
              <a:ext cx="386908" cy="595702"/>
            </a:xfrm>
            <a:prstGeom prst="ellipse">
              <a:avLst/>
            </a:prstGeom>
            <a:solidFill>
              <a:srgbClr val="FFFA0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4BBE14A-7CE3-F619-23BA-49E748D4D57E}"/>
                </a:ext>
              </a:extLst>
            </p:cNvPr>
            <p:cNvSpPr/>
            <p:nvPr/>
          </p:nvSpPr>
          <p:spPr>
            <a:xfrm rot="17582430">
              <a:off x="3916266" y="5571793"/>
              <a:ext cx="386908" cy="595702"/>
            </a:xfrm>
            <a:prstGeom prst="ellipse">
              <a:avLst/>
            </a:prstGeom>
            <a:solidFill>
              <a:srgbClr val="FFFA0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181F9A-3121-2959-37FF-8A9BB91ECB8F}"/>
              </a:ext>
            </a:extLst>
          </p:cNvPr>
          <p:cNvGrpSpPr/>
          <p:nvPr/>
        </p:nvGrpSpPr>
        <p:grpSpPr>
          <a:xfrm>
            <a:off x="-704311" y="0"/>
            <a:ext cx="5386244" cy="6669054"/>
            <a:chOff x="3467687" y="1606332"/>
            <a:chExt cx="3691407" cy="4570567"/>
          </a:xfrm>
          <a:solidFill>
            <a:schemeClr val="bg1"/>
          </a:solidFill>
        </p:grpSpPr>
        <p:sp>
          <p:nvSpPr>
            <p:cNvPr id="12" name="Rectangle 34">
              <a:extLst>
                <a:ext uri="{FF2B5EF4-FFF2-40B4-BE49-F238E27FC236}">
                  <a16:creationId xmlns:a16="http://schemas.microsoft.com/office/drawing/2014/main" id="{06F49D2C-20B7-15D1-E7D7-C67CA25B2F75}"/>
                </a:ext>
              </a:extLst>
            </p:cNvPr>
            <p:cNvSpPr/>
            <p:nvPr/>
          </p:nvSpPr>
          <p:spPr>
            <a:xfrm rot="4809409" flipH="1">
              <a:off x="6218600" y="2387274"/>
              <a:ext cx="710397" cy="1170590"/>
            </a:xfrm>
            <a:custGeom>
              <a:avLst/>
              <a:gdLst>
                <a:gd name="connsiteX0" fmla="*/ 0 w 280987"/>
                <a:gd name="connsiteY0" fmla="*/ 0 h 222852"/>
                <a:gd name="connsiteX1" fmla="*/ 280987 w 280987"/>
                <a:gd name="connsiteY1" fmla="*/ 0 h 222852"/>
                <a:gd name="connsiteX2" fmla="*/ 280987 w 280987"/>
                <a:gd name="connsiteY2" fmla="*/ 222852 h 222852"/>
                <a:gd name="connsiteX3" fmla="*/ 0 w 280987"/>
                <a:gd name="connsiteY3" fmla="*/ 222852 h 222852"/>
                <a:gd name="connsiteX4" fmla="*/ 0 w 280987"/>
                <a:gd name="connsiteY4" fmla="*/ 0 h 222852"/>
                <a:gd name="connsiteX0" fmla="*/ 0 w 461962"/>
                <a:gd name="connsiteY0" fmla="*/ 0 h 537177"/>
                <a:gd name="connsiteX1" fmla="*/ 280987 w 461962"/>
                <a:gd name="connsiteY1" fmla="*/ 0 h 537177"/>
                <a:gd name="connsiteX2" fmla="*/ 461962 w 461962"/>
                <a:gd name="connsiteY2" fmla="*/ 537177 h 537177"/>
                <a:gd name="connsiteX3" fmla="*/ 0 w 461962"/>
                <a:gd name="connsiteY3" fmla="*/ 222852 h 537177"/>
                <a:gd name="connsiteX4" fmla="*/ 0 w 461962"/>
                <a:gd name="connsiteY4" fmla="*/ 0 h 537177"/>
                <a:gd name="connsiteX0" fmla="*/ 0 w 581024"/>
                <a:gd name="connsiteY0" fmla="*/ 0 h 1170590"/>
                <a:gd name="connsiteX1" fmla="*/ 400049 w 581024"/>
                <a:gd name="connsiteY1" fmla="*/ 633413 h 1170590"/>
                <a:gd name="connsiteX2" fmla="*/ 581024 w 581024"/>
                <a:gd name="connsiteY2" fmla="*/ 1170590 h 1170590"/>
                <a:gd name="connsiteX3" fmla="*/ 119062 w 581024"/>
                <a:gd name="connsiteY3" fmla="*/ 856265 h 1170590"/>
                <a:gd name="connsiteX4" fmla="*/ 0 w 581024"/>
                <a:gd name="connsiteY4" fmla="*/ 0 h 1170590"/>
                <a:gd name="connsiteX0" fmla="*/ 0 w 581024"/>
                <a:gd name="connsiteY0" fmla="*/ 0 h 1170590"/>
                <a:gd name="connsiteX1" fmla="*/ 581024 w 581024"/>
                <a:gd name="connsiteY1" fmla="*/ 1170590 h 1170590"/>
                <a:gd name="connsiteX2" fmla="*/ 119062 w 581024"/>
                <a:gd name="connsiteY2" fmla="*/ 856265 h 1170590"/>
                <a:gd name="connsiteX3" fmla="*/ 0 w 581024"/>
                <a:gd name="connsiteY3" fmla="*/ 0 h 1170590"/>
                <a:gd name="connsiteX0" fmla="*/ 0 w 581024"/>
                <a:gd name="connsiteY0" fmla="*/ 0 h 1170590"/>
                <a:gd name="connsiteX1" fmla="*/ 581024 w 581024"/>
                <a:gd name="connsiteY1" fmla="*/ 1170590 h 1170590"/>
                <a:gd name="connsiteX2" fmla="*/ 0 w 581024"/>
                <a:gd name="connsiteY2" fmla="*/ 0 h 1170590"/>
                <a:gd name="connsiteX0" fmla="*/ 13235 w 594259"/>
                <a:gd name="connsiteY0" fmla="*/ 0 h 1170590"/>
                <a:gd name="connsiteX1" fmla="*/ 594259 w 594259"/>
                <a:gd name="connsiteY1" fmla="*/ 1170590 h 1170590"/>
                <a:gd name="connsiteX2" fmla="*/ 13235 w 594259"/>
                <a:gd name="connsiteY2" fmla="*/ 0 h 1170590"/>
                <a:gd name="connsiteX0" fmla="*/ 13235 w 607995"/>
                <a:gd name="connsiteY0" fmla="*/ 0 h 1170590"/>
                <a:gd name="connsiteX1" fmla="*/ 594259 w 607995"/>
                <a:gd name="connsiteY1" fmla="*/ 1170590 h 1170590"/>
                <a:gd name="connsiteX2" fmla="*/ 13235 w 607995"/>
                <a:gd name="connsiteY2" fmla="*/ 0 h 1170590"/>
                <a:gd name="connsiteX0" fmla="*/ 13235 w 604241"/>
                <a:gd name="connsiteY0" fmla="*/ 0 h 1170590"/>
                <a:gd name="connsiteX1" fmla="*/ 594259 w 604241"/>
                <a:gd name="connsiteY1" fmla="*/ 1170590 h 1170590"/>
                <a:gd name="connsiteX2" fmla="*/ 13235 w 604241"/>
                <a:gd name="connsiteY2" fmla="*/ 0 h 1170590"/>
                <a:gd name="connsiteX0" fmla="*/ 131923 w 722929"/>
                <a:gd name="connsiteY0" fmla="*/ 0 h 1170590"/>
                <a:gd name="connsiteX1" fmla="*/ 712947 w 722929"/>
                <a:gd name="connsiteY1" fmla="*/ 1170590 h 1170590"/>
                <a:gd name="connsiteX2" fmla="*/ 131923 w 722929"/>
                <a:gd name="connsiteY2" fmla="*/ 0 h 1170590"/>
                <a:gd name="connsiteX0" fmla="*/ 116113 w 707119"/>
                <a:gd name="connsiteY0" fmla="*/ 0 h 1170590"/>
                <a:gd name="connsiteX1" fmla="*/ 697137 w 707119"/>
                <a:gd name="connsiteY1" fmla="*/ 1170590 h 1170590"/>
                <a:gd name="connsiteX2" fmla="*/ 116113 w 707119"/>
                <a:gd name="connsiteY2" fmla="*/ 0 h 1170590"/>
                <a:gd name="connsiteX0" fmla="*/ 87912 w 678918"/>
                <a:gd name="connsiteY0" fmla="*/ 0 h 1170590"/>
                <a:gd name="connsiteX1" fmla="*/ 668936 w 678918"/>
                <a:gd name="connsiteY1" fmla="*/ 1170590 h 1170590"/>
                <a:gd name="connsiteX2" fmla="*/ 87912 w 678918"/>
                <a:gd name="connsiteY2" fmla="*/ 0 h 1170590"/>
                <a:gd name="connsiteX0" fmla="*/ 87912 w 710397"/>
                <a:gd name="connsiteY0" fmla="*/ 0 h 1170590"/>
                <a:gd name="connsiteX1" fmla="*/ 668936 w 710397"/>
                <a:gd name="connsiteY1" fmla="*/ 1170590 h 1170590"/>
                <a:gd name="connsiteX2" fmla="*/ 87912 w 710397"/>
                <a:gd name="connsiteY2" fmla="*/ 0 h 1170590"/>
                <a:gd name="connsiteX0" fmla="*/ 87912 w 710397"/>
                <a:gd name="connsiteY0" fmla="*/ 0 h 1170590"/>
                <a:gd name="connsiteX1" fmla="*/ 668936 w 710397"/>
                <a:gd name="connsiteY1" fmla="*/ 1170590 h 1170590"/>
                <a:gd name="connsiteX2" fmla="*/ 87912 w 710397"/>
                <a:gd name="connsiteY2" fmla="*/ 0 h 117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0397" h="1170590">
                  <a:moveTo>
                    <a:pt x="87912" y="0"/>
                  </a:moveTo>
                  <a:cubicBezTo>
                    <a:pt x="19649" y="309235"/>
                    <a:pt x="-243876" y="999468"/>
                    <a:pt x="668936" y="1170590"/>
                  </a:cubicBezTo>
                  <a:cubicBezTo>
                    <a:pt x="903886" y="485118"/>
                    <a:pt x="62512" y="637846"/>
                    <a:pt x="87912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34">
              <a:extLst>
                <a:ext uri="{FF2B5EF4-FFF2-40B4-BE49-F238E27FC236}">
                  <a16:creationId xmlns:a16="http://schemas.microsoft.com/office/drawing/2014/main" id="{29128AED-780A-74A7-E3A5-8A32A704B3B0}"/>
                </a:ext>
              </a:extLst>
            </p:cNvPr>
            <p:cNvSpPr/>
            <p:nvPr/>
          </p:nvSpPr>
          <p:spPr>
            <a:xfrm>
              <a:off x="5204441" y="1606332"/>
              <a:ext cx="710397" cy="1170590"/>
            </a:xfrm>
            <a:custGeom>
              <a:avLst/>
              <a:gdLst>
                <a:gd name="connsiteX0" fmla="*/ 0 w 280987"/>
                <a:gd name="connsiteY0" fmla="*/ 0 h 222852"/>
                <a:gd name="connsiteX1" fmla="*/ 280987 w 280987"/>
                <a:gd name="connsiteY1" fmla="*/ 0 h 222852"/>
                <a:gd name="connsiteX2" fmla="*/ 280987 w 280987"/>
                <a:gd name="connsiteY2" fmla="*/ 222852 h 222852"/>
                <a:gd name="connsiteX3" fmla="*/ 0 w 280987"/>
                <a:gd name="connsiteY3" fmla="*/ 222852 h 222852"/>
                <a:gd name="connsiteX4" fmla="*/ 0 w 280987"/>
                <a:gd name="connsiteY4" fmla="*/ 0 h 222852"/>
                <a:gd name="connsiteX0" fmla="*/ 0 w 461962"/>
                <a:gd name="connsiteY0" fmla="*/ 0 h 537177"/>
                <a:gd name="connsiteX1" fmla="*/ 280987 w 461962"/>
                <a:gd name="connsiteY1" fmla="*/ 0 h 537177"/>
                <a:gd name="connsiteX2" fmla="*/ 461962 w 461962"/>
                <a:gd name="connsiteY2" fmla="*/ 537177 h 537177"/>
                <a:gd name="connsiteX3" fmla="*/ 0 w 461962"/>
                <a:gd name="connsiteY3" fmla="*/ 222852 h 537177"/>
                <a:gd name="connsiteX4" fmla="*/ 0 w 461962"/>
                <a:gd name="connsiteY4" fmla="*/ 0 h 537177"/>
                <a:gd name="connsiteX0" fmla="*/ 0 w 581024"/>
                <a:gd name="connsiteY0" fmla="*/ 0 h 1170590"/>
                <a:gd name="connsiteX1" fmla="*/ 400049 w 581024"/>
                <a:gd name="connsiteY1" fmla="*/ 633413 h 1170590"/>
                <a:gd name="connsiteX2" fmla="*/ 581024 w 581024"/>
                <a:gd name="connsiteY2" fmla="*/ 1170590 h 1170590"/>
                <a:gd name="connsiteX3" fmla="*/ 119062 w 581024"/>
                <a:gd name="connsiteY3" fmla="*/ 856265 h 1170590"/>
                <a:gd name="connsiteX4" fmla="*/ 0 w 581024"/>
                <a:gd name="connsiteY4" fmla="*/ 0 h 1170590"/>
                <a:gd name="connsiteX0" fmla="*/ 0 w 581024"/>
                <a:gd name="connsiteY0" fmla="*/ 0 h 1170590"/>
                <a:gd name="connsiteX1" fmla="*/ 581024 w 581024"/>
                <a:gd name="connsiteY1" fmla="*/ 1170590 h 1170590"/>
                <a:gd name="connsiteX2" fmla="*/ 119062 w 581024"/>
                <a:gd name="connsiteY2" fmla="*/ 856265 h 1170590"/>
                <a:gd name="connsiteX3" fmla="*/ 0 w 581024"/>
                <a:gd name="connsiteY3" fmla="*/ 0 h 1170590"/>
                <a:gd name="connsiteX0" fmla="*/ 0 w 581024"/>
                <a:gd name="connsiteY0" fmla="*/ 0 h 1170590"/>
                <a:gd name="connsiteX1" fmla="*/ 581024 w 581024"/>
                <a:gd name="connsiteY1" fmla="*/ 1170590 h 1170590"/>
                <a:gd name="connsiteX2" fmla="*/ 0 w 581024"/>
                <a:gd name="connsiteY2" fmla="*/ 0 h 1170590"/>
                <a:gd name="connsiteX0" fmla="*/ 13235 w 594259"/>
                <a:gd name="connsiteY0" fmla="*/ 0 h 1170590"/>
                <a:gd name="connsiteX1" fmla="*/ 594259 w 594259"/>
                <a:gd name="connsiteY1" fmla="*/ 1170590 h 1170590"/>
                <a:gd name="connsiteX2" fmla="*/ 13235 w 594259"/>
                <a:gd name="connsiteY2" fmla="*/ 0 h 1170590"/>
                <a:gd name="connsiteX0" fmla="*/ 13235 w 607995"/>
                <a:gd name="connsiteY0" fmla="*/ 0 h 1170590"/>
                <a:gd name="connsiteX1" fmla="*/ 594259 w 607995"/>
                <a:gd name="connsiteY1" fmla="*/ 1170590 h 1170590"/>
                <a:gd name="connsiteX2" fmla="*/ 13235 w 607995"/>
                <a:gd name="connsiteY2" fmla="*/ 0 h 1170590"/>
                <a:gd name="connsiteX0" fmla="*/ 13235 w 604241"/>
                <a:gd name="connsiteY0" fmla="*/ 0 h 1170590"/>
                <a:gd name="connsiteX1" fmla="*/ 594259 w 604241"/>
                <a:gd name="connsiteY1" fmla="*/ 1170590 h 1170590"/>
                <a:gd name="connsiteX2" fmla="*/ 13235 w 604241"/>
                <a:gd name="connsiteY2" fmla="*/ 0 h 1170590"/>
                <a:gd name="connsiteX0" fmla="*/ 131923 w 722929"/>
                <a:gd name="connsiteY0" fmla="*/ 0 h 1170590"/>
                <a:gd name="connsiteX1" fmla="*/ 712947 w 722929"/>
                <a:gd name="connsiteY1" fmla="*/ 1170590 h 1170590"/>
                <a:gd name="connsiteX2" fmla="*/ 131923 w 722929"/>
                <a:gd name="connsiteY2" fmla="*/ 0 h 1170590"/>
                <a:gd name="connsiteX0" fmla="*/ 116113 w 707119"/>
                <a:gd name="connsiteY0" fmla="*/ 0 h 1170590"/>
                <a:gd name="connsiteX1" fmla="*/ 697137 w 707119"/>
                <a:gd name="connsiteY1" fmla="*/ 1170590 h 1170590"/>
                <a:gd name="connsiteX2" fmla="*/ 116113 w 707119"/>
                <a:gd name="connsiteY2" fmla="*/ 0 h 1170590"/>
                <a:gd name="connsiteX0" fmla="*/ 87912 w 678918"/>
                <a:gd name="connsiteY0" fmla="*/ 0 h 1170590"/>
                <a:gd name="connsiteX1" fmla="*/ 668936 w 678918"/>
                <a:gd name="connsiteY1" fmla="*/ 1170590 h 1170590"/>
                <a:gd name="connsiteX2" fmla="*/ 87912 w 678918"/>
                <a:gd name="connsiteY2" fmla="*/ 0 h 1170590"/>
                <a:gd name="connsiteX0" fmla="*/ 87912 w 710397"/>
                <a:gd name="connsiteY0" fmla="*/ 0 h 1170590"/>
                <a:gd name="connsiteX1" fmla="*/ 668936 w 710397"/>
                <a:gd name="connsiteY1" fmla="*/ 1170590 h 1170590"/>
                <a:gd name="connsiteX2" fmla="*/ 87912 w 710397"/>
                <a:gd name="connsiteY2" fmla="*/ 0 h 1170590"/>
                <a:gd name="connsiteX0" fmla="*/ 87912 w 710397"/>
                <a:gd name="connsiteY0" fmla="*/ 0 h 1170590"/>
                <a:gd name="connsiteX1" fmla="*/ 668936 w 710397"/>
                <a:gd name="connsiteY1" fmla="*/ 1170590 h 1170590"/>
                <a:gd name="connsiteX2" fmla="*/ 87912 w 710397"/>
                <a:gd name="connsiteY2" fmla="*/ 0 h 117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0397" h="1170590">
                  <a:moveTo>
                    <a:pt x="87912" y="0"/>
                  </a:moveTo>
                  <a:cubicBezTo>
                    <a:pt x="19649" y="309235"/>
                    <a:pt x="-243876" y="999468"/>
                    <a:pt x="668936" y="1170590"/>
                  </a:cubicBezTo>
                  <a:cubicBezTo>
                    <a:pt x="903886" y="485118"/>
                    <a:pt x="62512" y="637846"/>
                    <a:pt x="87912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9">
              <a:extLst>
                <a:ext uri="{FF2B5EF4-FFF2-40B4-BE49-F238E27FC236}">
                  <a16:creationId xmlns:a16="http://schemas.microsoft.com/office/drawing/2014/main" id="{5729B8CB-50BD-869A-25A4-C0062A2AA73B}"/>
                </a:ext>
              </a:extLst>
            </p:cNvPr>
            <p:cNvSpPr/>
            <p:nvPr/>
          </p:nvSpPr>
          <p:spPr>
            <a:xfrm>
              <a:off x="5639614" y="2312987"/>
              <a:ext cx="908506" cy="761140"/>
            </a:xfrm>
            <a:custGeom>
              <a:avLst/>
              <a:gdLst>
                <a:gd name="connsiteX0" fmla="*/ 0 w 405586"/>
                <a:gd name="connsiteY0" fmla="*/ 0 h 211547"/>
                <a:gd name="connsiteX1" fmla="*/ 405586 w 405586"/>
                <a:gd name="connsiteY1" fmla="*/ 0 h 211547"/>
                <a:gd name="connsiteX2" fmla="*/ 405586 w 405586"/>
                <a:gd name="connsiteY2" fmla="*/ 211547 h 211547"/>
                <a:gd name="connsiteX3" fmla="*/ 0 w 405586"/>
                <a:gd name="connsiteY3" fmla="*/ 211547 h 211547"/>
                <a:gd name="connsiteX4" fmla="*/ 0 w 405586"/>
                <a:gd name="connsiteY4" fmla="*/ 0 h 211547"/>
                <a:gd name="connsiteX0" fmla="*/ 388620 w 794206"/>
                <a:gd name="connsiteY0" fmla="*/ 0 h 523967"/>
                <a:gd name="connsiteX1" fmla="*/ 794206 w 794206"/>
                <a:gd name="connsiteY1" fmla="*/ 0 h 523967"/>
                <a:gd name="connsiteX2" fmla="*/ 794206 w 794206"/>
                <a:gd name="connsiteY2" fmla="*/ 211547 h 523967"/>
                <a:gd name="connsiteX3" fmla="*/ 0 w 794206"/>
                <a:gd name="connsiteY3" fmla="*/ 523967 h 523967"/>
                <a:gd name="connsiteX4" fmla="*/ 388620 w 794206"/>
                <a:gd name="connsiteY4" fmla="*/ 0 h 523967"/>
                <a:gd name="connsiteX0" fmla="*/ 746760 w 794206"/>
                <a:gd name="connsiteY0" fmla="*/ 0 h 638267"/>
                <a:gd name="connsiteX1" fmla="*/ 794206 w 794206"/>
                <a:gd name="connsiteY1" fmla="*/ 114300 h 638267"/>
                <a:gd name="connsiteX2" fmla="*/ 794206 w 794206"/>
                <a:gd name="connsiteY2" fmla="*/ 325847 h 638267"/>
                <a:gd name="connsiteX3" fmla="*/ 0 w 794206"/>
                <a:gd name="connsiteY3" fmla="*/ 638267 h 638267"/>
                <a:gd name="connsiteX4" fmla="*/ 746760 w 794206"/>
                <a:gd name="connsiteY4" fmla="*/ 0 h 638267"/>
                <a:gd name="connsiteX0" fmla="*/ 746760 w 878026"/>
                <a:gd name="connsiteY0" fmla="*/ 0 h 638267"/>
                <a:gd name="connsiteX1" fmla="*/ 878026 w 878026"/>
                <a:gd name="connsiteY1" fmla="*/ 114300 h 638267"/>
                <a:gd name="connsiteX2" fmla="*/ 794206 w 878026"/>
                <a:gd name="connsiteY2" fmla="*/ 325847 h 638267"/>
                <a:gd name="connsiteX3" fmla="*/ 0 w 878026"/>
                <a:gd name="connsiteY3" fmla="*/ 638267 h 638267"/>
                <a:gd name="connsiteX4" fmla="*/ 746760 w 878026"/>
                <a:gd name="connsiteY4" fmla="*/ 0 h 638267"/>
                <a:gd name="connsiteX0" fmla="*/ 746760 w 878026"/>
                <a:gd name="connsiteY0" fmla="*/ 0 h 638267"/>
                <a:gd name="connsiteX1" fmla="*/ 878026 w 878026"/>
                <a:gd name="connsiteY1" fmla="*/ 114300 h 638267"/>
                <a:gd name="connsiteX2" fmla="*/ 839926 w 878026"/>
                <a:gd name="connsiteY2" fmla="*/ 264887 h 638267"/>
                <a:gd name="connsiteX3" fmla="*/ 0 w 878026"/>
                <a:gd name="connsiteY3" fmla="*/ 638267 h 638267"/>
                <a:gd name="connsiteX4" fmla="*/ 746760 w 878026"/>
                <a:gd name="connsiteY4" fmla="*/ 0 h 638267"/>
                <a:gd name="connsiteX0" fmla="*/ 746760 w 878026"/>
                <a:gd name="connsiteY0" fmla="*/ 0 h 638267"/>
                <a:gd name="connsiteX1" fmla="*/ 878026 w 878026"/>
                <a:gd name="connsiteY1" fmla="*/ 114300 h 638267"/>
                <a:gd name="connsiteX2" fmla="*/ 839926 w 878026"/>
                <a:gd name="connsiteY2" fmla="*/ 264887 h 638267"/>
                <a:gd name="connsiteX3" fmla="*/ 0 w 878026"/>
                <a:gd name="connsiteY3" fmla="*/ 638267 h 638267"/>
                <a:gd name="connsiteX4" fmla="*/ 746760 w 878026"/>
                <a:gd name="connsiteY4" fmla="*/ 0 h 638267"/>
                <a:gd name="connsiteX0" fmla="*/ 777240 w 908506"/>
                <a:gd name="connsiteY0" fmla="*/ 0 h 737327"/>
                <a:gd name="connsiteX1" fmla="*/ 908506 w 908506"/>
                <a:gd name="connsiteY1" fmla="*/ 114300 h 737327"/>
                <a:gd name="connsiteX2" fmla="*/ 870406 w 908506"/>
                <a:gd name="connsiteY2" fmla="*/ 264887 h 737327"/>
                <a:gd name="connsiteX3" fmla="*/ 0 w 908506"/>
                <a:gd name="connsiteY3" fmla="*/ 737327 h 737327"/>
                <a:gd name="connsiteX4" fmla="*/ 777240 w 908506"/>
                <a:gd name="connsiteY4" fmla="*/ 0 h 737327"/>
                <a:gd name="connsiteX0" fmla="*/ 777240 w 908506"/>
                <a:gd name="connsiteY0" fmla="*/ 0 h 737327"/>
                <a:gd name="connsiteX1" fmla="*/ 908506 w 908506"/>
                <a:gd name="connsiteY1" fmla="*/ 114300 h 737327"/>
                <a:gd name="connsiteX2" fmla="*/ 870406 w 908506"/>
                <a:gd name="connsiteY2" fmla="*/ 264887 h 737327"/>
                <a:gd name="connsiteX3" fmla="*/ 0 w 908506"/>
                <a:gd name="connsiteY3" fmla="*/ 737327 h 737327"/>
                <a:gd name="connsiteX4" fmla="*/ 777240 w 908506"/>
                <a:gd name="connsiteY4" fmla="*/ 0 h 737327"/>
                <a:gd name="connsiteX0" fmla="*/ 777240 w 908506"/>
                <a:gd name="connsiteY0" fmla="*/ 0 h 737327"/>
                <a:gd name="connsiteX1" fmla="*/ 908506 w 908506"/>
                <a:gd name="connsiteY1" fmla="*/ 114300 h 737327"/>
                <a:gd name="connsiteX2" fmla="*/ 870406 w 908506"/>
                <a:gd name="connsiteY2" fmla="*/ 264887 h 737327"/>
                <a:gd name="connsiteX3" fmla="*/ 0 w 908506"/>
                <a:gd name="connsiteY3" fmla="*/ 737327 h 737327"/>
                <a:gd name="connsiteX4" fmla="*/ 777240 w 908506"/>
                <a:gd name="connsiteY4" fmla="*/ 0 h 737327"/>
                <a:gd name="connsiteX0" fmla="*/ 777240 w 908506"/>
                <a:gd name="connsiteY0" fmla="*/ 0 h 737327"/>
                <a:gd name="connsiteX1" fmla="*/ 908506 w 908506"/>
                <a:gd name="connsiteY1" fmla="*/ 114300 h 737327"/>
                <a:gd name="connsiteX2" fmla="*/ 870406 w 908506"/>
                <a:gd name="connsiteY2" fmla="*/ 264887 h 737327"/>
                <a:gd name="connsiteX3" fmla="*/ 0 w 908506"/>
                <a:gd name="connsiteY3" fmla="*/ 737327 h 737327"/>
                <a:gd name="connsiteX4" fmla="*/ 777240 w 908506"/>
                <a:gd name="connsiteY4" fmla="*/ 0 h 737327"/>
                <a:gd name="connsiteX0" fmla="*/ 777240 w 908506"/>
                <a:gd name="connsiteY0" fmla="*/ 0 h 737327"/>
                <a:gd name="connsiteX1" fmla="*/ 908506 w 908506"/>
                <a:gd name="connsiteY1" fmla="*/ 114300 h 737327"/>
                <a:gd name="connsiteX2" fmla="*/ 870406 w 908506"/>
                <a:gd name="connsiteY2" fmla="*/ 264887 h 737327"/>
                <a:gd name="connsiteX3" fmla="*/ 0 w 908506"/>
                <a:gd name="connsiteY3" fmla="*/ 737327 h 737327"/>
                <a:gd name="connsiteX4" fmla="*/ 777240 w 908506"/>
                <a:gd name="connsiteY4" fmla="*/ 0 h 737327"/>
                <a:gd name="connsiteX0" fmla="*/ 805815 w 908506"/>
                <a:gd name="connsiteY0" fmla="*/ 0 h 761140"/>
                <a:gd name="connsiteX1" fmla="*/ 908506 w 908506"/>
                <a:gd name="connsiteY1" fmla="*/ 138113 h 761140"/>
                <a:gd name="connsiteX2" fmla="*/ 870406 w 908506"/>
                <a:gd name="connsiteY2" fmla="*/ 288700 h 761140"/>
                <a:gd name="connsiteX3" fmla="*/ 0 w 908506"/>
                <a:gd name="connsiteY3" fmla="*/ 761140 h 761140"/>
                <a:gd name="connsiteX4" fmla="*/ 805815 w 908506"/>
                <a:gd name="connsiteY4" fmla="*/ 0 h 76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8506" h="761140">
                  <a:moveTo>
                    <a:pt x="805815" y="0"/>
                  </a:moveTo>
                  <a:lnTo>
                    <a:pt x="908506" y="138113"/>
                  </a:lnTo>
                  <a:lnTo>
                    <a:pt x="870406" y="288700"/>
                  </a:lnTo>
                  <a:cubicBezTo>
                    <a:pt x="529471" y="237900"/>
                    <a:pt x="165675" y="651920"/>
                    <a:pt x="0" y="761140"/>
                  </a:cubicBezTo>
                  <a:cubicBezTo>
                    <a:pt x="30480" y="660144"/>
                    <a:pt x="325755" y="47656"/>
                    <a:pt x="805815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884EC57-A129-63D6-C4C7-EA4A79ADB063}"/>
                </a:ext>
              </a:extLst>
            </p:cNvPr>
            <p:cNvSpPr/>
            <p:nvPr/>
          </p:nvSpPr>
          <p:spPr>
            <a:xfrm rot="17582430">
              <a:off x="3855941" y="5661000"/>
              <a:ext cx="386908" cy="595702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59F524D-3B9B-8F32-6ECA-4ED5067F35A8}"/>
                </a:ext>
              </a:extLst>
            </p:cNvPr>
            <p:cNvSpPr/>
            <p:nvPr/>
          </p:nvSpPr>
          <p:spPr>
            <a:xfrm rot="17582430">
              <a:off x="5515454" y="2752700"/>
              <a:ext cx="386908" cy="595702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620E854-1FAF-2AA8-28BF-76F5D0F610D3}"/>
                </a:ext>
              </a:extLst>
            </p:cNvPr>
            <p:cNvSpPr/>
            <p:nvPr/>
          </p:nvSpPr>
          <p:spPr>
            <a:xfrm rot="1916656">
              <a:off x="3467687" y="2753569"/>
              <a:ext cx="2821922" cy="3423330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49841D1-3A25-8E4C-8482-550068D7C32B}"/>
                </a:ext>
              </a:extLst>
            </p:cNvPr>
            <p:cNvSpPr/>
            <p:nvPr/>
          </p:nvSpPr>
          <p:spPr>
            <a:xfrm rot="17582430">
              <a:off x="5490579" y="2804918"/>
              <a:ext cx="386908" cy="595702"/>
            </a:xfrm>
            <a:prstGeom prst="ellipse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3B643BF-A1D6-4297-60C5-2D515EDE99DB}"/>
                </a:ext>
              </a:extLst>
            </p:cNvPr>
            <p:cNvSpPr/>
            <p:nvPr/>
          </p:nvSpPr>
          <p:spPr>
            <a:xfrm rot="17582430">
              <a:off x="3916266" y="5571793"/>
              <a:ext cx="386908" cy="595702"/>
            </a:xfrm>
            <a:prstGeom prst="ellipse">
              <a:avLst/>
            </a:prstGeom>
            <a:grpFill/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F9DE59-0190-9D8B-A420-FB00598F66F8}"/>
              </a:ext>
            </a:extLst>
          </p:cNvPr>
          <p:cNvGrpSpPr/>
          <p:nvPr/>
        </p:nvGrpSpPr>
        <p:grpSpPr>
          <a:xfrm>
            <a:off x="4527657" y="0"/>
            <a:ext cx="5386244" cy="6669054"/>
            <a:chOff x="3467687" y="1606332"/>
            <a:chExt cx="3691407" cy="4570567"/>
          </a:xfrm>
        </p:grpSpPr>
        <p:sp>
          <p:nvSpPr>
            <p:cNvPr id="21" name="Rectangle 34">
              <a:extLst>
                <a:ext uri="{FF2B5EF4-FFF2-40B4-BE49-F238E27FC236}">
                  <a16:creationId xmlns:a16="http://schemas.microsoft.com/office/drawing/2014/main" id="{4CAB0934-6A95-06B5-F47A-2E814AD50446}"/>
                </a:ext>
              </a:extLst>
            </p:cNvPr>
            <p:cNvSpPr/>
            <p:nvPr/>
          </p:nvSpPr>
          <p:spPr>
            <a:xfrm rot="4809409" flipH="1">
              <a:off x="6218600" y="2387274"/>
              <a:ext cx="710397" cy="1170590"/>
            </a:xfrm>
            <a:custGeom>
              <a:avLst/>
              <a:gdLst>
                <a:gd name="connsiteX0" fmla="*/ 0 w 280987"/>
                <a:gd name="connsiteY0" fmla="*/ 0 h 222852"/>
                <a:gd name="connsiteX1" fmla="*/ 280987 w 280987"/>
                <a:gd name="connsiteY1" fmla="*/ 0 h 222852"/>
                <a:gd name="connsiteX2" fmla="*/ 280987 w 280987"/>
                <a:gd name="connsiteY2" fmla="*/ 222852 h 222852"/>
                <a:gd name="connsiteX3" fmla="*/ 0 w 280987"/>
                <a:gd name="connsiteY3" fmla="*/ 222852 h 222852"/>
                <a:gd name="connsiteX4" fmla="*/ 0 w 280987"/>
                <a:gd name="connsiteY4" fmla="*/ 0 h 222852"/>
                <a:gd name="connsiteX0" fmla="*/ 0 w 461962"/>
                <a:gd name="connsiteY0" fmla="*/ 0 h 537177"/>
                <a:gd name="connsiteX1" fmla="*/ 280987 w 461962"/>
                <a:gd name="connsiteY1" fmla="*/ 0 h 537177"/>
                <a:gd name="connsiteX2" fmla="*/ 461962 w 461962"/>
                <a:gd name="connsiteY2" fmla="*/ 537177 h 537177"/>
                <a:gd name="connsiteX3" fmla="*/ 0 w 461962"/>
                <a:gd name="connsiteY3" fmla="*/ 222852 h 537177"/>
                <a:gd name="connsiteX4" fmla="*/ 0 w 461962"/>
                <a:gd name="connsiteY4" fmla="*/ 0 h 537177"/>
                <a:gd name="connsiteX0" fmla="*/ 0 w 581024"/>
                <a:gd name="connsiteY0" fmla="*/ 0 h 1170590"/>
                <a:gd name="connsiteX1" fmla="*/ 400049 w 581024"/>
                <a:gd name="connsiteY1" fmla="*/ 633413 h 1170590"/>
                <a:gd name="connsiteX2" fmla="*/ 581024 w 581024"/>
                <a:gd name="connsiteY2" fmla="*/ 1170590 h 1170590"/>
                <a:gd name="connsiteX3" fmla="*/ 119062 w 581024"/>
                <a:gd name="connsiteY3" fmla="*/ 856265 h 1170590"/>
                <a:gd name="connsiteX4" fmla="*/ 0 w 581024"/>
                <a:gd name="connsiteY4" fmla="*/ 0 h 1170590"/>
                <a:gd name="connsiteX0" fmla="*/ 0 w 581024"/>
                <a:gd name="connsiteY0" fmla="*/ 0 h 1170590"/>
                <a:gd name="connsiteX1" fmla="*/ 581024 w 581024"/>
                <a:gd name="connsiteY1" fmla="*/ 1170590 h 1170590"/>
                <a:gd name="connsiteX2" fmla="*/ 119062 w 581024"/>
                <a:gd name="connsiteY2" fmla="*/ 856265 h 1170590"/>
                <a:gd name="connsiteX3" fmla="*/ 0 w 581024"/>
                <a:gd name="connsiteY3" fmla="*/ 0 h 1170590"/>
                <a:gd name="connsiteX0" fmla="*/ 0 w 581024"/>
                <a:gd name="connsiteY0" fmla="*/ 0 h 1170590"/>
                <a:gd name="connsiteX1" fmla="*/ 581024 w 581024"/>
                <a:gd name="connsiteY1" fmla="*/ 1170590 h 1170590"/>
                <a:gd name="connsiteX2" fmla="*/ 0 w 581024"/>
                <a:gd name="connsiteY2" fmla="*/ 0 h 1170590"/>
                <a:gd name="connsiteX0" fmla="*/ 13235 w 594259"/>
                <a:gd name="connsiteY0" fmla="*/ 0 h 1170590"/>
                <a:gd name="connsiteX1" fmla="*/ 594259 w 594259"/>
                <a:gd name="connsiteY1" fmla="*/ 1170590 h 1170590"/>
                <a:gd name="connsiteX2" fmla="*/ 13235 w 594259"/>
                <a:gd name="connsiteY2" fmla="*/ 0 h 1170590"/>
                <a:gd name="connsiteX0" fmla="*/ 13235 w 607995"/>
                <a:gd name="connsiteY0" fmla="*/ 0 h 1170590"/>
                <a:gd name="connsiteX1" fmla="*/ 594259 w 607995"/>
                <a:gd name="connsiteY1" fmla="*/ 1170590 h 1170590"/>
                <a:gd name="connsiteX2" fmla="*/ 13235 w 607995"/>
                <a:gd name="connsiteY2" fmla="*/ 0 h 1170590"/>
                <a:gd name="connsiteX0" fmla="*/ 13235 w 604241"/>
                <a:gd name="connsiteY0" fmla="*/ 0 h 1170590"/>
                <a:gd name="connsiteX1" fmla="*/ 594259 w 604241"/>
                <a:gd name="connsiteY1" fmla="*/ 1170590 h 1170590"/>
                <a:gd name="connsiteX2" fmla="*/ 13235 w 604241"/>
                <a:gd name="connsiteY2" fmla="*/ 0 h 1170590"/>
                <a:gd name="connsiteX0" fmla="*/ 131923 w 722929"/>
                <a:gd name="connsiteY0" fmla="*/ 0 h 1170590"/>
                <a:gd name="connsiteX1" fmla="*/ 712947 w 722929"/>
                <a:gd name="connsiteY1" fmla="*/ 1170590 h 1170590"/>
                <a:gd name="connsiteX2" fmla="*/ 131923 w 722929"/>
                <a:gd name="connsiteY2" fmla="*/ 0 h 1170590"/>
                <a:gd name="connsiteX0" fmla="*/ 116113 w 707119"/>
                <a:gd name="connsiteY0" fmla="*/ 0 h 1170590"/>
                <a:gd name="connsiteX1" fmla="*/ 697137 w 707119"/>
                <a:gd name="connsiteY1" fmla="*/ 1170590 h 1170590"/>
                <a:gd name="connsiteX2" fmla="*/ 116113 w 707119"/>
                <a:gd name="connsiteY2" fmla="*/ 0 h 1170590"/>
                <a:gd name="connsiteX0" fmla="*/ 87912 w 678918"/>
                <a:gd name="connsiteY0" fmla="*/ 0 h 1170590"/>
                <a:gd name="connsiteX1" fmla="*/ 668936 w 678918"/>
                <a:gd name="connsiteY1" fmla="*/ 1170590 h 1170590"/>
                <a:gd name="connsiteX2" fmla="*/ 87912 w 678918"/>
                <a:gd name="connsiteY2" fmla="*/ 0 h 1170590"/>
                <a:gd name="connsiteX0" fmla="*/ 87912 w 710397"/>
                <a:gd name="connsiteY0" fmla="*/ 0 h 1170590"/>
                <a:gd name="connsiteX1" fmla="*/ 668936 w 710397"/>
                <a:gd name="connsiteY1" fmla="*/ 1170590 h 1170590"/>
                <a:gd name="connsiteX2" fmla="*/ 87912 w 710397"/>
                <a:gd name="connsiteY2" fmla="*/ 0 h 1170590"/>
                <a:gd name="connsiteX0" fmla="*/ 87912 w 710397"/>
                <a:gd name="connsiteY0" fmla="*/ 0 h 1170590"/>
                <a:gd name="connsiteX1" fmla="*/ 668936 w 710397"/>
                <a:gd name="connsiteY1" fmla="*/ 1170590 h 1170590"/>
                <a:gd name="connsiteX2" fmla="*/ 87912 w 710397"/>
                <a:gd name="connsiteY2" fmla="*/ 0 h 117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0397" h="1170590">
                  <a:moveTo>
                    <a:pt x="87912" y="0"/>
                  </a:moveTo>
                  <a:cubicBezTo>
                    <a:pt x="19649" y="309235"/>
                    <a:pt x="-243876" y="999468"/>
                    <a:pt x="668936" y="1170590"/>
                  </a:cubicBezTo>
                  <a:cubicBezTo>
                    <a:pt x="903886" y="485118"/>
                    <a:pt x="62512" y="637846"/>
                    <a:pt x="87912" y="0"/>
                  </a:cubicBezTo>
                  <a:close/>
                </a:path>
              </a:pathLst>
            </a:custGeom>
            <a:solidFill>
              <a:srgbClr val="4EB639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34">
              <a:extLst>
                <a:ext uri="{FF2B5EF4-FFF2-40B4-BE49-F238E27FC236}">
                  <a16:creationId xmlns:a16="http://schemas.microsoft.com/office/drawing/2014/main" id="{577304E8-E384-28C8-8D93-D63CCA253C83}"/>
                </a:ext>
              </a:extLst>
            </p:cNvPr>
            <p:cNvSpPr/>
            <p:nvPr/>
          </p:nvSpPr>
          <p:spPr>
            <a:xfrm>
              <a:off x="5204441" y="1606332"/>
              <a:ext cx="710397" cy="1170590"/>
            </a:xfrm>
            <a:custGeom>
              <a:avLst/>
              <a:gdLst>
                <a:gd name="connsiteX0" fmla="*/ 0 w 280987"/>
                <a:gd name="connsiteY0" fmla="*/ 0 h 222852"/>
                <a:gd name="connsiteX1" fmla="*/ 280987 w 280987"/>
                <a:gd name="connsiteY1" fmla="*/ 0 h 222852"/>
                <a:gd name="connsiteX2" fmla="*/ 280987 w 280987"/>
                <a:gd name="connsiteY2" fmla="*/ 222852 h 222852"/>
                <a:gd name="connsiteX3" fmla="*/ 0 w 280987"/>
                <a:gd name="connsiteY3" fmla="*/ 222852 h 222852"/>
                <a:gd name="connsiteX4" fmla="*/ 0 w 280987"/>
                <a:gd name="connsiteY4" fmla="*/ 0 h 222852"/>
                <a:gd name="connsiteX0" fmla="*/ 0 w 461962"/>
                <a:gd name="connsiteY0" fmla="*/ 0 h 537177"/>
                <a:gd name="connsiteX1" fmla="*/ 280987 w 461962"/>
                <a:gd name="connsiteY1" fmla="*/ 0 h 537177"/>
                <a:gd name="connsiteX2" fmla="*/ 461962 w 461962"/>
                <a:gd name="connsiteY2" fmla="*/ 537177 h 537177"/>
                <a:gd name="connsiteX3" fmla="*/ 0 w 461962"/>
                <a:gd name="connsiteY3" fmla="*/ 222852 h 537177"/>
                <a:gd name="connsiteX4" fmla="*/ 0 w 461962"/>
                <a:gd name="connsiteY4" fmla="*/ 0 h 537177"/>
                <a:gd name="connsiteX0" fmla="*/ 0 w 581024"/>
                <a:gd name="connsiteY0" fmla="*/ 0 h 1170590"/>
                <a:gd name="connsiteX1" fmla="*/ 400049 w 581024"/>
                <a:gd name="connsiteY1" fmla="*/ 633413 h 1170590"/>
                <a:gd name="connsiteX2" fmla="*/ 581024 w 581024"/>
                <a:gd name="connsiteY2" fmla="*/ 1170590 h 1170590"/>
                <a:gd name="connsiteX3" fmla="*/ 119062 w 581024"/>
                <a:gd name="connsiteY3" fmla="*/ 856265 h 1170590"/>
                <a:gd name="connsiteX4" fmla="*/ 0 w 581024"/>
                <a:gd name="connsiteY4" fmla="*/ 0 h 1170590"/>
                <a:gd name="connsiteX0" fmla="*/ 0 w 581024"/>
                <a:gd name="connsiteY0" fmla="*/ 0 h 1170590"/>
                <a:gd name="connsiteX1" fmla="*/ 581024 w 581024"/>
                <a:gd name="connsiteY1" fmla="*/ 1170590 h 1170590"/>
                <a:gd name="connsiteX2" fmla="*/ 119062 w 581024"/>
                <a:gd name="connsiteY2" fmla="*/ 856265 h 1170590"/>
                <a:gd name="connsiteX3" fmla="*/ 0 w 581024"/>
                <a:gd name="connsiteY3" fmla="*/ 0 h 1170590"/>
                <a:gd name="connsiteX0" fmla="*/ 0 w 581024"/>
                <a:gd name="connsiteY0" fmla="*/ 0 h 1170590"/>
                <a:gd name="connsiteX1" fmla="*/ 581024 w 581024"/>
                <a:gd name="connsiteY1" fmla="*/ 1170590 h 1170590"/>
                <a:gd name="connsiteX2" fmla="*/ 0 w 581024"/>
                <a:gd name="connsiteY2" fmla="*/ 0 h 1170590"/>
                <a:gd name="connsiteX0" fmla="*/ 13235 w 594259"/>
                <a:gd name="connsiteY0" fmla="*/ 0 h 1170590"/>
                <a:gd name="connsiteX1" fmla="*/ 594259 w 594259"/>
                <a:gd name="connsiteY1" fmla="*/ 1170590 h 1170590"/>
                <a:gd name="connsiteX2" fmla="*/ 13235 w 594259"/>
                <a:gd name="connsiteY2" fmla="*/ 0 h 1170590"/>
                <a:gd name="connsiteX0" fmla="*/ 13235 w 607995"/>
                <a:gd name="connsiteY0" fmla="*/ 0 h 1170590"/>
                <a:gd name="connsiteX1" fmla="*/ 594259 w 607995"/>
                <a:gd name="connsiteY1" fmla="*/ 1170590 h 1170590"/>
                <a:gd name="connsiteX2" fmla="*/ 13235 w 607995"/>
                <a:gd name="connsiteY2" fmla="*/ 0 h 1170590"/>
                <a:gd name="connsiteX0" fmla="*/ 13235 w 604241"/>
                <a:gd name="connsiteY0" fmla="*/ 0 h 1170590"/>
                <a:gd name="connsiteX1" fmla="*/ 594259 w 604241"/>
                <a:gd name="connsiteY1" fmla="*/ 1170590 h 1170590"/>
                <a:gd name="connsiteX2" fmla="*/ 13235 w 604241"/>
                <a:gd name="connsiteY2" fmla="*/ 0 h 1170590"/>
                <a:gd name="connsiteX0" fmla="*/ 131923 w 722929"/>
                <a:gd name="connsiteY0" fmla="*/ 0 h 1170590"/>
                <a:gd name="connsiteX1" fmla="*/ 712947 w 722929"/>
                <a:gd name="connsiteY1" fmla="*/ 1170590 h 1170590"/>
                <a:gd name="connsiteX2" fmla="*/ 131923 w 722929"/>
                <a:gd name="connsiteY2" fmla="*/ 0 h 1170590"/>
                <a:gd name="connsiteX0" fmla="*/ 116113 w 707119"/>
                <a:gd name="connsiteY0" fmla="*/ 0 h 1170590"/>
                <a:gd name="connsiteX1" fmla="*/ 697137 w 707119"/>
                <a:gd name="connsiteY1" fmla="*/ 1170590 h 1170590"/>
                <a:gd name="connsiteX2" fmla="*/ 116113 w 707119"/>
                <a:gd name="connsiteY2" fmla="*/ 0 h 1170590"/>
                <a:gd name="connsiteX0" fmla="*/ 87912 w 678918"/>
                <a:gd name="connsiteY0" fmla="*/ 0 h 1170590"/>
                <a:gd name="connsiteX1" fmla="*/ 668936 w 678918"/>
                <a:gd name="connsiteY1" fmla="*/ 1170590 h 1170590"/>
                <a:gd name="connsiteX2" fmla="*/ 87912 w 678918"/>
                <a:gd name="connsiteY2" fmla="*/ 0 h 1170590"/>
                <a:gd name="connsiteX0" fmla="*/ 87912 w 710397"/>
                <a:gd name="connsiteY0" fmla="*/ 0 h 1170590"/>
                <a:gd name="connsiteX1" fmla="*/ 668936 w 710397"/>
                <a:gd name="connsiteY1" fmla="*/ 1170590 h 1170590"/>
                <a:gd name="connsiteX2" fmla="*/ 87912 w 710397"/>
                <a:gd name="connsiteY2" fmla="*/ 0 h 1170590"/>
                <a:gd name="connsiteX0" fmla="*/ 87912 w 710397"/>
                <a:gd name="connsiteY0" fmla="*/ 0 h 1170590"/>
                <a:gd name="connsiteX1" fmla="*/ 668936 w 710397"/>
                <a:gd name="connsiteY1" fmla="*/ 1170590 h 1170590"/>
                <a:gd name="connsiteX2" fmla="*/ 87912 w 710397"/>
                <a:gd name="connsiteY2" fmla="*/ 0 h 117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0397" h="1170590">
                  <a:moveTo>
                    <a:pt x="87912" y="0"/>
                  </a:moveTo>
                  <a:cubicBezTo>
                    <a:pt x="19649" y="309235"/>
                    <a:pt x="-243876" y="999468"/>
                    <a:pt x="668936" y="1170590"/>
                  </a:cubicBezTo>
                  <a:cubicBezTo>
                    <a:pt x="903886" y="485118"/>
                    <a:pt x="62512" y="637846"/>
                    <a:pt x="87912" y="0"/>
                  </a:cubicBezTo>
                  <a:close/>
                </a:path>
              </a:pathLst>
            </a:custGeom>
            <a:solidFill>
              <a:srgbClr val="4EB639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19">
              <a:extLst>
                <a:ext uri="{FF2B5EF4-FFF2-40B4-BE49-F238E27FC236}">
                  <a16:creationId xmlns:a16="http://schemas.microsoft.com/office/drawing/2014/main" id="{E5A166AA-8FB1-B4AF-A416-F451F69C2384}"/>
                </a:ext>
              </a:extLst>
            </p:cNvPr>
            <p:cNvSpPr/>
            <p:nvPr/>
          </p:nvSpPr>
          <p:spPr>
            <a:xfrm>
              <a:off x="5639614" y="2312987"/>
              <a:ext cx="908506" cy="761140"/>
            </a:xfrm>
            <a:custGeom>
              <a:avLst/>
              <a:gdLst>
                <a:gd name="connsiteX0" fmla="*/ 0 w 405586"/>
                <a:gd name="connsiteY0" fmla="*/ 0 h 211547"/>
                <a:gd name="connsiteX1" fmla="*/ 405586 w 405586"/>
                <a:gd name="connsiteY1" fmla="*/ 0 h 211547"/>
                <a:gd name="connsiteX2" fmla="*/ 405586 w 405586"/>
                <a:gd name="connsiteY2" fmla="*/ 211547 h 211547"/>
                <a:gd name="connsiteX3" fmla="*/ 0 w 405586"/>
                <a:gd name="connsiteY3" fmla="*/ 211547 h 211547"/>
                <a:gd name="connsiteX4" fmla="*/ 0 w 405586"/>
                <a:gd name="connsiteY4" fmla="*/ 0 h 211547"/>
                <a:gd name="connsiteX0" fmla="*/ 388620 w 794206"/>
                <a:gd name="connsiteY0" fmla="*/ 0 h 523967"/>
                <a:gd name="connsiteX1" fmla="*/ 794206 w 794206"/>
                <a:gd name="connsiteY1" fmla="*/ 0 h 523967"/>
                <a:gd name="connsiteX2" fmla="*/ 794206 w 794206"/>
                <a:gd name="connsiteY2" fmla="*/ 211547 h 523967"/>
                <a:gd name="connsiteX3" fmla="*/ 0 w 794206"/>
                <a:gd name="connsiteY3" fmla="*/ 523967 h 523967"/>
                <a:gd name="connsiteX4" fmla="*/ 388620 w 794206"/>
                <a:gd name="connsiteY4" fmla="*/ 0 h 523967"/>
                <a:gd name="connsiteX0" fmla="*/ 746760 w 794206"/>
                <a:gd name="connsiteY0" fmla="*/ 0 h 638267"/>
                <a:gd name="connsiteX1" fmla="*/ 794206 w 794206"/>
                <a:gd name="connsiteY1" fmla="*/ 114300 h 638267"/>
                <a:gd name="connsiteX2" fmla="*/ 794206 w 794206"/>
                <a:gd name="connsiteY2" fmla="*/ 325847 h 638267"/>
                <a:gd name="connsiteX3" fmla="*/ 0 w 794206"/>
                <a:gd name="connsiteY3" fmla="*/ 638267 h 638267"/>
                <a:gd name="connsiteX4" fmla="*/ 746760 w 794206"/>
                <a:gd name="connsiteY4" fmla="*/ 0 h 638267"/>
                <a:gd name="connsiteX0" fmla="*/ 746760 w 878026"/>
                <a:gd name="connsiteY0" fmla="*/ 0 h 638267"/>
                <a:gd name="connsiteX1" fmla="*/ 878026 w 878026"/>
                <a:gd name="connsiteY1" fmla="*/ 114300 h 638267"/>
                <a:gd name="connsiteX2" fmla="*/ 794206 w 878026"/>
                <a:gd name="connsiteY2" fmla="*/ 325847 h 638267"/>
                <a:gd name="connsiteX3" fmla="*/ 0 w 878026"/>
                <a:gd name="connsiteY3" fmla="*/ 638267 h 638267"/>
                <a:gd name="connsiteX4" fmla="*/ 746760 w 878026"/>
                <a:gd name="connsiteY4" fmla="*/ 0 h 638267"/>
                <a:gd name="connsiteX0" fmla="*/ 746760 w 878026"/>
                <a:gd name="connsiteY0" fmla="*/ 0 h 638267"/>
                <a:gd name="connsiteX1" fmla="*/ 878026 w 878026"/>
                <a:gd name="connsiteY1" fmla="*/ 114300 h 638267"/>
                <a:gd name="connsiteX2" fmla="*/ 839926 w 878026"/>
                <a:gd name="connsiteY2" fmla="*/ 264887 h 638267"/>
                <a:gd name="connsiteX3" fmla="*/ 0 w 878026"/>
                <a:gd name="connsiteY3" fmla="*/ 638267 h 638267"/>
                <a:gd name="connsiteX4" fmla="*/ 746760 w 878026"/>
                <a:gd name="connsiteY4" fmla="*/ 0 h 638267"/>
                <a:gd name="connsiteX0" fmla="*/ 746760 w 878026"/>
                <a:gd name="connsiteY0" fmla="*/ 0 h 638267"/>
                <a:gd name="connsiteX1" fmla="*/ 878026 w 878026"/>
                <a:gd name="connsiteY1" fmla="*/ 114300 h 638267"/>
                <a:gd name="connsiteX2" fmla="*/ 839926 w 878026"/>
                <a:gd name="connsiteY2" fmla="*/ 264887 h 638267"/>
                <a:gd name="connsiteX3" fmla="*/ 0 w 878026"/>
                <a:gd name="connsiteY3" fmla="*/ 638267 h 638267"/>
                <a:gd name="connsiteX4" fmla="*/ 746760 w 878026"/>
                <a:gd name="connsiteY4" fmla="*/ 0 h 638267"/>
                <a:gd name="connsiteX0" fmla="*/ 777240 w 908506"/>
                <a:gd name="connsiteY0" fmla="*/ 0 h 737327"/>
                <a:gd name="connsiteX1" fmla="*/ 908506 w 908506"/>
                <a:gd name="connsiteY1" fmla="*/ 114300 h 737327"/>
                <a:gd name="connsiteX2" fmla="*/ 870406 w 908506"/>
                <a:gd name="connsiteY2" fmla="*/ 264887 h 737327"/>
                <a:gd name="connsiteX3" fmla="*/ 0 w 908506"/>
                <a:gd name="connsiteY3" fmla="*/ 737327 h 737327"/>
                <a:gd name="connsiteX4" fmla="*/ 777240 w 908506"/>
                <a:gd name="connsiteY4" fmla="*/ 0 h 737327"/>
                <a:gd name="connsiteX0" fmla="*/ 777240 w 908506"/>
                <a:gd name="connsiteY0" fmla="*/ 0 h 737327"/>
                <a:gd name="connsiteX1" fmla="*/ 908506 w 908506"/>
                <a:gd name="connsiteY1" fmla="*/ 114300 h 737327"/>
                <a:gd name="connsiteX2" fmla="*/ 870406 w 908506"/>
                <a:gd name="connsiteY2" fmla="*/ 264887 h 737327"/>
                <a:gd name="connsiteX3" fmla="*/ 0 w 908506"/>
                <a:gd name="connsiteY3" fmla="*/ 737327 h 737327"/>
                <a:gd name="connsiteX4" fmla="*/ 777240 w 908506"/>
                <a:gd name="connsiteY4" fmla="*/ 0 h 737327"/>
                <a:gd name="connsiteX0" fmla="*/ 777240 w 908506"/>
                <a:gd name="connsiteY0" fmla="*/ 0 h 737327"/>
                <a:gd name="connsiteX1" fmla="*/ 908506 w 908506"/>
                <a:gd name="connsiteY1" fmla="*/ 114300 h 737327"/>
                <a:gd name="connsiteX2" fmla="*/ 870406 w 908506"/>
                <a:gd name="connsiteY2" fmla="*/ 264887 h 737327"/>
                <a:gd name="connsiteX3" fmla="*/ 0 w 908506"/>
                <a:gd name="connsiteY3" fmla="*/ 737327 h 737327"/>
                <a:gd name="connsiteX4" fmla="*/ 777240 w 908506"/>
                <a:gd name="connsiteY4" fmla="*/ 0 h 737327"/>
                <a:gd name="connsiteX0" fmla="*/ 777240 w 908506"/>
                <a:gd name="connsiteY0" fmla="*/ 0 h 737327"/>
                <a:gd name="connsiteX1" fmla="*/ 908506 w 908506"/>
                <a:gd name="connsiteY1" fmla="*/ 114300 h 737327"/>
                <a:gd name="connsiteX2" fmla="*/ 870406 w 908506"/>
                <a:gd name="connsiteY2" fmla="*/ 264887 h 737327"/>
                <a:gd name="connsiteX3" fmla="*/ 0 w 908506"/>
                <a:gd name="connsiteY3" fmla="*/ 737327 h 737327"/>
                <a:gd name="connsiteX4" fmla="*/ 777240 w 908506"/>
                <a:gd name="connsiteY4" fmla="*/ 0 h 737327"/>
                <a:gd name="connsiteX0" fmla="*/ 777240 w 908506"/>
                <a:gd name="connsiteY0" fmla="*/ 0 h 737327"/>
                <a:gd name="connsiteX1" fmla="*/ 908506 w 908506"/>
                <a:gd name="connsiteY1" fmla="*/ 114300 h 737327"/>
                <a:gd name="connsiteX2" fmla="*/ 870406 w 908506"/>
                <a:gd name="connsiteY2" fmla="*/ 264887 h 737327"/>
                <a:gd name="connsiteX3" fmla="*/ 0 w 908506"/>
                <a:gd name="connsiteY3" fmla="*/ 737327 h 737327"/>
                <a:gd name="connsiteX4" fmla="*/ 777240 w 908506"/>
                <a:gd name="connsiteY4" fmla="*/ 0 h 737327"/>
                <a:gd name="connsiteX0" fmla="*/ 805815 w 908506"/>
                <a:gd name="connsiteY0" fmla="*/ 0 h 761140"/>
                <a:gd name="connsiteX1" fmla="*/ 908506 w 908506"/>
                <a:gd name="connsiteY1" fmla="*/ 138113 h 761140"/>
                <a:gd name="connsiteX2" fmla="*/ 870406 w 908506"/>
                <a:gd name="connsiteY2" fmla="*/ 288700 h 761140"/>
                <a:gd name="connsiteX3" fmla="*/ 0 w 908506"/>
                <a:gd name="connsiteY3" fmla="*/ 761140 h 761140"/>
                <a:gd name="connsiteX4" fmla="*/ 805815 w 908506"/>
                <a:gd name="connsiteY4" fmla="*/ 0 h 76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8506" h="761140">
                  <a:moveTo>
                    <a:pt x="805815" y="0"/>
                  </a:moveTo>
                  <a:lnTo>
                    <a:pt x="908506" y="138113"/>
                  </a:lnTo>
                  <a:lnTo>
                    <a:pt x="870406" y="288700"/>
                  </a:lnTo>
                  <a:cubicBezTo>
                    <a:pt x="529471" y="237900"/>
                    <a:pt x="165675" y="651920"/>
                    <a:pt x="0" y="761140"/>
                  </a:cubicBezTo>
                  <a:cubicBezTo>
                    <a:pt x="30480" y="660144"/>
                    <a:pt x="325755" y="47656"/>
                    <a:pt x="805815" y="0"/>
                  </a:cubicBezTo>
                  <a:close/>
                </a:path>
              </a:pathLst>
            </a:custGeom>
            <a:solidFill>
              <a:srgbClr val="4EB639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F1CB862-6983-DC26-C0D7-4707D77E5B34}"/>
                </a:ext>
              </a:extLst>
            </p:cNvPr>
            <p:cNvSpPr/>
            <p:nvPr/>
          </p:nvSpPr>
          <p:spPr>
            <a:xfrm rot="17582430">
              <a:off x="3855941" y="5661000"/>
              <a:ext cx="386908" cy="595702"/>
            </a:xfrm>
            <a:prstGeom prst="ellipse">
              <a:avLst/>
            </a:prstGeom>
            <a:solidFill>
              <a:srgbClr val="FFFA0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B0ED686-F940-F8FE-91BC-DA34E3DA6C01}"/>
                </a:ext>
              </a:extLst>
            </p:cNvPr>
            <p:cNvSpPr/>
            <p:nvPr/>
          </p:nvSpPr>
          <p:spPr>
            <a:xfrm rot="17582430">
              <a:off x="5515454" y="2752700"/>
              <a:ext cx="386908" cy="595702"/>
            </a:xfrm>
            <a:prstGeom prst="ellipse">
              <a:avLst/>
            </a:prstGeom>
            <a:solidFill>
              <a:srgbClr val="FFFA0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8F993B1-CAFE-736A-D9A7-B69979EE9DBA}"/>
                </a:ext>
              </a:extLst>
            </p:cNvPr>
            <p:cNvSpPr/>
            <p:nvPr/>
          </p:nvSpPr>
          <p:spPr>
            <a:xfrm rot="1916656">
              <a:off x="3467687" y="2753569"/>
              <a:ext cx="2821922" cy="3423330"/>
            </a:xfrm>
            <a:prstGeom prst="ellipse">
              <a:avLst/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19000">
                  <a:srgbClr val="FFFA02"/>
                </a:gs>
              </a:gsLst>
              <a:lin ang="114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8231DCD-D8FA-5942-BB84-519E9D0A3732}"/>
                </a:ext>
              </a:extLst>
            </p:cNvPr>
            <p:cNvSpPr/>
            <p:nvPr/>
          </p:nvSpPr>
          <p:spPr>
            <a:xfrm rot="17582430">
              <a:off x="5490579" y="2804918"/>
              <a:ext cx="386908" cy="595702"/>
            </a:xfrm>
            <a:prstGeom prst="ellipse">
              <a:avLst/>
            </a:prstGeom>
            <a:solidFill>
              <a:srgbClr val="FFFA0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8F453F8-BB74-1CC5-81C6-9CAD74072CE9}"/>
                </a:ext>
              </a:extLst>
            </p:cNvPr>
            <p:cNvSpPr/>
            <p:nvPr/>
          </p:nvSpPr>
          <p:spPr>
            <a:xfrm rot="17582430">
              <a:off x="3916266" y="5571793"/>
              <a:ext cx="386908" cy="595702"/>
            </a:xfrm>
            <a:prstGeom prst="ellipse">
              <a:avLst/>
            </a:prstGeom>
            <a:solidFill>
              <a:srgbClr val="FFFA0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2475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B8540A8-691C-F30F-3F40-3611F75B4729}"/>
              </a:ext>
            </a:extLst>
          </p:cNvPr>
          <p:cNvGrpSpPr/>
          <p:nvPr/>
        </p:nvGrpSpPr>
        <p:grpSpPr>
          <a:xfrm>
            <a:off x="3469968" y="1369013"/>
            <a:ext cx="3118464" cy="5181065"/>
            <a:chOff x="3469968" y="1369013"/>
            <a:chExt cx="3118464" cy="5181065"/>
          </a:xfrm>
        </p:grpSpPr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606EA288-B8A5-7669-BFC1-4BC13A29E166}"/>
                </a:ext>
              </a:extLst>
            </p:cNvPr>
            <p:cNvSpPr/>
            <p:nvPr/>
          </p:nvSpPr>
          <p:spPr>
            <a:xfrm rot="20714000">
              <a:off x="4737391" y="1426520"/>
              <a:ext cx="1245118" cy="1083206"/>
            </a:xfrm>
            <a:custGeom>
              <a:avLst/>
              <a:gdLst>
                <a:gd name="connsiteX0" fmla="*/ 0 w 914918"/>
                <a:gd name="connsiteY0" fmla="*/ 0 h 506228"/>
                <a:gd name="connsiteX1" fmla="*/ 914918 w 914918"/>
                <a:gd name="connsiteY1" fmla="*/ 0 h 506228"/>
                <a:gd name="connsiteX2" fmla="*/ 914918 w 914918"/>
                <a:gd name="connsiteY2" fmla="*/ 506228 h 506228"/>
                <a:gd name="connsiteX3" fmla="*/ 0 w 914918"/>
                <a:gd name="connsiteY3" fmla="*/ 506228 h 506228"/>
                <a:gd name="connsiteX4" fmla="*/ 0 w 914918"/>
                <a:gd name="connsiteY4" fmla="*/ 0 h 506228"/>
                <a:gd name="connsiteX0" fmla="*/ 381000 w 1295918"/>
                <a:gd name="connsiteY0" fmla="*/ 0 h 506228"/>
                <a:gd name="connsiteX1" fmla="*/ 1295918 w 1295918"/>
                <a:gd name="connsiteY1" fmla="*/ 0 h 506228"/>
                <a:gd name="connsiteX2" fmla="*/ 1295918 w 1295918"/>
                <a:gd name="connsiteY2" fmla="*/ 506228 h 506228"/>
                <a:gd name="connsiteX3" fmla="*/ 0 w 1295918"/>
                <a:gd name="connsiteY3" fmla="*/ 455428 h 506228"/>
                <a:gd name="connsiteX4" fmla="*/ 381000 w 1295918"/>
                <a:gd name="connsiteY4" fmla="*/ 0 h 506228"/>
                <a:gd name="connsiteX0" fmla="*/ 381000 w 1295918"/>
                <a:gd name="connsiteY0" fmla="*/ 596900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4" fmla="*/ 381000 w 1295918"/>
                <a:gd name="connsiteY4" fmla="*/ 596900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83218"/>
                <a:gd name="connsiteY0" fmla="*/ 1052328 h 1052328"/>
                <a:gd name="connsiteX1" fmla="*/ 1283218 w 1283218"/>
                <a:gd name="connsiteY1" fmla="*/ 0 h 1052328"/>
                <a:gd name="connsiteX2" fmla="*/ 0 w 1283218"/>
                <a:gd name="connsiteY2" fmla="*/ 1052328 h 1052328"/>
                <a:gd name="connsiteX0" fmla="*/ 0 w 1245118"/>
                <a:gd name="connsiteY0" fmla="*/ 1082808 h 1082808"/>
                <a:gd name="connsiteX1" fmla="*/ 1245118 w 1245118"/>
                <a:gd name="connsiteY1" fmla="*/ 0 h 1082808"/>
                <a:gd name="connsiteX2" fmla="*/ 0 w 1245118"/>
                <a:gd name="connsiteY2" fmla="*/ 1082808 h 1082808"/>
                <a:gd name="connsiteX0" fmla="*/ 0 w 1245118"/>
                <a:gd name="connsiteY0" fmla="*/ 1082808 h 1083206"/>
                <a:gd name="connsiteX1" fmla="*/ 1245118 w 1245118"/>
                <a:gd name="connsiteY1" fmla="*/ 0 h 1083206"/>
                <a:gd name="connsiteX2" fmla="*/ 0 w 1245118"/>
                <a:gd name="connsiteY2" fmla="*/ 1082808 h 108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5118" h="1083206">
                  <a:moveTo>
                    <a:pt x="0" y="1082808"/>
                  </a:moveTo>
                  <a:cubicBezTo>
                    <a:pt x="224539" y="262132"/>
                    <a:pt x="664979" y="84076"/>
                    <a:pt x="1245118" y="0"/>
                  </a:cubicBezTo>
                  <a:cubicBezTo>
                    <a:pt x="830079" y="360936"/>
                    <a:pt x="917959" y="1102872"/>
                    <a:pt x="0" y="1082808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56CE7E03-30F4-10DB-373B-7CF53186B1BB}"/>
                </a:ext>
              </a:extLst>
            </p:cNvPr>
            <p:cNvSpPr/>
            <p:nvPr/>
          </p:nvSpPr>
          <p:spPr>
            <a:xfrm rot="886000" flipH="1">
              <a:off x="4136738" y="1419817"/>
              <a:ext cx="1245118" cy="1083206"/>
            </a:xfrm>
            <a:custGeom>
              <a:avLst/>
              <a:gdLst>
                <a:gd name="connsiteX0" fmla="*/ 0 w 914918"/>
                <a:gd name="connsiteY0" fmla="*/ 0 h 506228"/>
                <a:gd name="connsiteX1" fmla="*/ 914918 w 914918"/>
                <a:gd name="connsiteY1" fmla="*/ 0 h 506228"/>
                <a:gd name="connsiteX2" fmla="*/ 914918 w 914918"/>
                <a:gd name="connsiteY2" fmla="*/ 506228 h 506228"/>
                <a:gd name="connsiteX3" fmla="*/ 0 w 914918"/>
                <a:gd name="connsiteY3" fmla="*/ 506228 h 506228"/>
                <a:gd name="connsiteX4" fmla="*/ 0 w 914918"/>
                <a:gd name="connsiteY4" fmla="*/ 0 h 506228"/>
                <a:gd name="connsiteX0" fmla="*/ 381000 w 1295918"/>
                <a:gd name="connsiteY0" fmla="*/ 0 h 506228"/>
                <a:gd name="connsiteX1" fmla="*/ 1295918 w 1295918"/>
                <a:gd name="connsiteY1" fmla="*/ 0 h 506228"/>
                <a:gd name="connsiteX2" fmla="*/ 1295918 w 1295918"/>
                <a:gd name="connsiteY2" fmla="*/ 506228 h 506228"/>
                <a:gd name="connsiteX3" fmla="*/ 0 w 1295918"/>
                <a:gd name="connsiteY3" fmla="*/ 455428 h 506228"/>
                <a:gd name="connsiteX4" fmla="*/ 381000 w 1295918"/>
                <a:gd name="connsiteY4" fmla="*/ 0 h 506228"/>
                <a:gd name="connsiteX0" fmla="*/ 381000 w 1295918"/>
                <a:gd name="connsiteY0" fmla="*/ 596900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4" fmla="*/ 381000 w 1295918"/>
                <a:gd name="connsiteY4" fmla="*/ 596900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83218"/>
                <a:gd name="connsiteY0" fmla="*/ 1052328 h 1052328"/>
                <a:gd name="connsiteX1" fmla="*/ 1283218 w 1283218"/>
                <a:gd name="connsiteY1" fmla="*/ 0 h 1052328"/>
                <a:gd name="connsiteX2" fmla="*/ 0 w 1283218"/>
                <a:gd name="connsiteY2" fmla="*/ 1052328 h 1052328"/>
                <a:gd name="connsiteX0" fmla="*/ 0 w 1245118"/>
                <a:gd name="connsiteY0" fmla="*/ 1082808 h 1082808"/>
                <a:gd name="connsiteX1" fmla="*/ 1245118 w 1245118"/>
                <a:gd name="connsiteY1" fmla="*/ 0 h 1082808"/>
                <a:gd name="connsiteX2" fmla="*/ 0 w 1245118"/>
                <a:gd name="connsiteY2" fmla="*/ 1082808 h 1082808"/>
                <a:gd name="connsiteX0" fmla="*/ 0 w 1245118"/>
                <a:gd name="connsiteY0" fmla="*/ 1082808 h 1083206"/>
                <a:gd name="connsiteX1" fmla="*/ 1245118 w 1245118"/>
                <a:gd name="connsiteY1" fmla="*/ 0 h 1083206"/>
                <a:gd name="connsiteX2" fmla="*/ 0 w 1245118"/>
                <a:gd name="connsiteY2" fmla="*/ 1082808 h 108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5118" h="1083206">
                  <a:moveTo>
                    <a:pt x="0" y="1082808"/>
                  </a:moveTo>
                  <a:cubicBezTo>
                    <a:pt x="224539" y="262132"/>
                    <a:pt x="664979" y="84076"/>
                    <a:pt x="1245118" y="0"/>
                  </a:cubicBezTo>
                  <a:cubicBezTo>
                    <a:pt x="830079" y="360936"/>
                    <a:pt x="917959" y="1102872"/>
                    <a:pt x="0" y="1082808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B03F514-4FAD-DBEE-C642-58391820D2DC}"/>
                </a:ext>
              </a:extLst>
            </p:cNvPr>
            <p:cNvSpPr/>
            <p:nvPr/>
          </p:nvSpPr>
          <p:spPr>
            <a:xfrm>
              <a:off x="3469968" y="2591769"/>
              <a:ext cx="3118464" cy="3958309"/>
            </a:xfrm>
            <a:custGeom>
              <a:avLst/>
              <a:gdLst>
                <a:gd name="connsiteX0" fmla="*/ 0 w 1301857"/>
                <a:gd name="connsiteY0" fmla="*/ 0 h 449450"/>
                <a:gd name="connsiteX1" fmla="*/ 1301857 w 1301857"/>
                <a:gd name="connsiteY1" fmla="*/ 0 h 449450"/>
                <a:gd name="connsiteX2" fmla="*/ 1301857 w 1301857"/>
                <a:gd name="connsiteY2" fmla="*/ 449450 h 449450"/>
                <a:gd name="connsiteX3" fmla="*/ 0 w 1301857"/>
                <a:gd name="connsiteY3" fmla="*/ 449450 h 449450"/>
                <a:gd name="connsiteX4" fmla="*/ 0 w 1301857"/>
                <a:gd name="connsiteY4" fmla="*/ 0 h 449450"/>
                <a:gd name="connsiteX0" fmla="*/ 0 w 1301857"/>
                <a:gd name="connsiteY0" fmla="*/ 0 h 3859077"/>
                <a:gd name="connsiteX1" fmla="*/ 1301857 w 1301857"/>
                <a:gd name="connsiteY1" fmla="*/ 0 h 3859077"/>
                <a:gd name="connsiteX2" fmla="*/ 1301857 w 1301857"/>
                <a:gd name="connsiteY2" fmla="*/ 449450 h 3859077"/>
                <a:gd name="connsiteX3" fmla="*/ 681925 w 1301857"/>
                <a:gd name="connsiteY3" fmla="*/ 3859077 h 3859077"/>
                <a:gd name="connsiteX4" fmla="*/ 0 w 1301857"/>
                <a:gd name="connsiteY4" fmla="*/ 0 h 3859077"/>
                <a:gd name="connsiteX0" fmla="*/ 0 w 1301857"/>
                <a:gd name="connsiteY0" fmla="*/ 0 h 3859077"/>
                <a:gd name="connsiteX1" fmla="*/ 1301857 w 1301857"/>
                <a:gd name="connsiteY1" fmla="*/ 0 h 3859077"/>
                <a:gd name="connsiteX2" fmla="*/ 681925 w 1301857"/>
                <a:gd name="connsiteY2" fmla="*/ 3859077 h 3859077"/>
                <a:gd name="connsiteX3" fmla="*/ 0 w 1301857"/>
                <a:gd name="connsiteY3" fmla="*/ 0 h 3859077"/>
                <a:gd name="connsiteX0" fmla="*/ 0 w 1208867"/>
                <a:gd name="connsiteY0" fmla="*/ 0 h 3859077"/>
                <a:gd name="connsiteX1" fmla="*/ 1208867 w 1208867"/>
                <a:gd name="connsiteY1" fmla="*/ 0 h 3859077"/>
                <a:gd name="connsiteX2" fmla="*/ 588935 w 1208867"/>
                <a:gd name="connsiteY2" fmla="*/ 3859077 h 3859077"/>
                <a:gd name="connsiteX3" fmla="*/ 0 w 1208867"/>
                <a:gd name="connsiteY3" fmla="*/ 0 h 3859077"/>
                <a:gd name="connsiteX0" fmla="*/ 631533 w 1840400"/>
                <a:gd name="connsiteY0" fmla="*/ 0 h 3859077"/>
                <a:gd name="connsiteX1" fmla="*/ 1840400 w 1840400"/>
                <a:gd name="connsiteY1" fmla="*/ 0 h 3859077"/>
                <a:gd name="connsiteX2" fmla="*/ 1220468 w 1840400"/>
                <a:gd name="connsiteY2" fmla="*/ 3859077 h 3859077"/>
                <a:gd name="connsiteX3" fmla="*/ 631533 w 1840400"/>
                <a:gd name="connsiteY3" fmla="*/ 0 h 3859077"/>
                <a:gd name="connsiteX0" fmla="*/ 631533 w 1530434"/>
                <a:gd name="connsiteY0" fmla="*/ 0 h 3859077"/>
                <a:gd name="connsiteX1" fmla="*/ 1530434 w 1530434"/>
                <a:gd name="connsiteY1" fmla="*/ 0 h 3859077"/>
                <a:gd name="connsiteX2" fmla="*/ 1220468 w 1530434"/>
                <a:gd name="connsiteY2" fmla="*/ 3859077 h 3859077"/>
                <a:gd name="connsiteX3" fmla="*/ 631533 w 1530434"/>
                <a:gd name="connsiteY3" fmla="*/ 0 h 3859077"/>
                <a:gd name="connsiteX0" fmla="*/ 694656 w 1299090"/>
                <a:gd name="connsiteY0" fmla="*/ 0 h 3859077"/>
                <a:gd name="connsiteX1" fmla="*/ 1299090 w 1299090"/>
                <a:gd name="connsiteY1" fmla="*/ 0 h 3859077"/>
                <a:gd name="connsiteX2" fmla="*/ 989124 w 1299090"/>
                <a:gd name="connsiteY2" fmla="*/ 3859077 h 3859077"/>
                <a:gd name="connsiteX3" fmla="*/ 694656 w 1299090"/>
                <a:gd name="connsiteY3" fmla="*/ 0 h 3859077"/>
                <a:gd name="connsiteX0" fmla="*/ 694656 w 1268094"/>
                <a:gd name="connsiteY0" fmla="*/ 0 h 3859077"/>
                <a:gd name="connsiteX1" fmla="*/ 1268094 w 1268094"/>
                <a:gd name="connsiteY1" fmla="*/ 15499 h 3859077"/>
                <a:gd name="connsiteX2" fmla="*/ 989124 w 1268094"/>
                <a:gd name="connsiteY2" fmla="*/ 3859077 h 3859077"/>
                <a:gd name="connsiteX3" fmla="*/ 694656 w 1268094"/>
                <a:gd name="connsiteY3" fmla="*/ 0 h 3859077"/>
                <a:gd name="connsiteX0" fmla="*/ 694656 w 1943360"/>
                <a:gd name="connsiteY0" fmla="*/ 0 h 3859077"/>
                <a:gd name="connsiteX1" fmla="*/ 1268094 w 1943360"/>
                <a:gd name="connsiteY1" fmla="*/ 15499 h 3859077"/>
                <a:gd name="connsiteX2" fmla="*/ 989124 w 1943360"/>
                <a:gd name="connsiteY2" fmla="*/ 3859077 h 3859077"/>
                <a:gd name="connsiteX3" fmla="*/ 694656 w 1943360"/>
                <a:gd name="connsiteY3" fmla="*/ 0 h 3859077"/>
                <a:gd name="connsiteX0" fmla="*/ 894040 w 2142744"/>
                <a:gd name="connsiteY0" fmla="*/ 0 h 3859077"/>
                <a:gd name="connsiteX1" fmla="*/ 1467478 w 2142744"/>
                <a:gd name="connsiteY1" fmla="*/ 15499 h 3859077"/>
                <a:gd name="connsiteX2" fmla="*/ 1188508 w 2142744"/>
                <a:gd name="connsiteY2" fmla="*/ 3859077 h 3859077"/>
                <a:gd name="connsiteX3" fmla="*/ 894040 w 2142744"/>
                <a:gd name="connsiteY3" fmla="*/ 0 h 3859077"/>
                <a:gd name="connsiteX0" fmla="*/ 894040 w 2130756"/>
                <a:gd name="connsiteY0" fmla="*/ 46494 h 3905571"/>
                <a:gd name="connsiteX1" fmla="*/ 1451980 w 2130756"/>
                <a:gd name="connsiteY1" fmla="*/ 0 h 3905571"/>
                <a:gd name="connsiteX2" fmla="*/ 1188508 w 2130756"/>
                <a:gd name="connsiteY2" fmla="*/ 3905571 h 3905571"/>
                <a:gd name="connsiteX3" fmla="*/ 894040 w 2130756"/>
                <a:gd name="connsiteY3" fmla="*/ 46494 h 3905571"/>
                <a:gd name="connsiteX0" fmla="*/ 894040 w 2130756"/>
                <a:gd name="connsiteY0" fmla="*/ 0 h 3859077"/>
                <a:gd name="connsiteX1" fmla="*/ 1451980 w 2130756"/>
                <a:gd name="connsiteY1" fmla="*/ 1 h 3859077"/>
                <a:gd name="connsiteX2" fmla="*/ 1188508 w 2130756"/>
                <a:gd name="connsiteY2" fmla="*/ 3859077 h 3859077"/>
                <a:gd name="connsiteX3" fmla="*/ 894040 w 2130756"/>
                <a:gd name="connsiteY3" fmla="*/ 0 h 3859077"/>
                <a:gd name="connsiteX0" fmla="*/ 894040 w 2619164"/>
                <a:gd name="connsiteY0" fmla="*/ 0 h 3859180"/>
                <a:gd name="connsiteX1" fmla="*/ 1451980 w 2619164"/>
                <a:gd name="connsiteY1" fmla="*/ 1 h 3859180"/>
                <a:gd name="connsiteX2" fmla="*/ 1188508 w 2619164"/>
                <a:gd name="connsiteY2" fmla="*/ 3859077 h 3859180"/>
                <a:gd name="connsiteX3" fmla="*/ 894040 w 2619164"/>
                <a:gd name="connsiteY3" fmla="*/ 0 h 3859180"/>
                <a:gd name="connsiteX0" fmla="*/ 894040 w 2692238"/>
                <a:gd name="connsiteY0" fmla="*/ 0 h 3862874"/>
                <a:gd name="connsiteX1" fmla="*/ 1451980 w 2692238"/>
                <a:gd name="connsiteY1" fmla="*/ 1 h 3862874"/>
                <a:gd name="connsiteX2" fmla="*/ 1188508 w 2692238"/>
                <a:gd name="connsiteY2" fmla="*/ 3859077 h 3862874"/>
                <a:gd name="connsiteX3" fmla="*/ 894040 w 2692238"/>
                <a:gd name="connsiteY3" fmla="*/ 0 h 3862874"/>
                <a:gd name="connsiteX0" fmla="*/ 1344673 w 3142871"/>
                <a:gd name="connsiteY0" fmla="*/ 0 h 3878528"/>
                <a:gd name="connsiteX1" fmla="*/ 1902613 w 3142871"/>
                <a:gd name="connsiteY1" fmla="*/ 1 h 3878528"/>
                <a:gd name="connsiteX2" fmla="*/ 1639141 w 3142871"/>
                <a:gd name="connsiteY2" fmla="*/ 3859077 h 3878528"/>
                <a:gd name="connsiteX3" fmla="*/ 1344673 w 3142871"/>
                <a:gd name="connsiteY3" fmla="*/ 0 h 3878528"/>
                <a:gd name="connsiteX0" fmla="*/ 1335034 w 3144425"/>
                <a:gd name="connsiteY0" fmla="*/ 0 h 3939141"/>
                <a:gd name="connsiteX1" fmla="*/ 1892974 w 3144425"/>
                <a:gd name="connsiteY1" fmla="*/ 1 h 3939141"/>
                <a:gd name="connsiteX2" fmla="*/ 1652362 w 3144425"/>
                <a:gd name="connsiteY2" fmla="*/ 3920037 h 3939141"/>
                <a:gd name="connsiteX3" fmla="*/ 1335034 w 3144425"/>
                <a:gd name="connsiteY3" fmla="*/ 0 h 3939141"/>
                <a:gd name="connsiteX0" fmla="*/ 1335034 w 3158596"/>
                <a:gd name="connsiteY0" fmla="*/ 0 h 3939141"/>
                <a:gd name="connsiteX1" fmla="*/ 1892974 w 3158596"/>
                <a:gd name="connsiteY1" fmla="*/ 1 h 3939141"/>
                <a:gd name="connsiteX2" fmla="*/ 1652362 w 3158596"/>
                <a:gd name="connsiteY2" fmla="*/ 3920037 h 3939141"/>
                <a:gd name="connsiteX3" fmla="*/ 1335034 w 3158596"/>
                <a:gd name="connsiteY3" fmla="*/ 0 h 3939141"/>
                <a:gd name="connsiteX0" fmla="*/ 1322327 w 3161099"/>
                <a:gd name="connsiteY0" fmla="*/ 0 h 3977031"/>
                <a:gd name="connsiteX1" fmla="*/ 1880267 w 3161099"/>
                <a:gd name="connsiteY1" fmla="*/ 1 h 3977031"/>
                <a:gd name="connsiteX2" fmla="*/ 1670135 w 3161099"/>
                <a:gd name="connsiteY2" fmla="*/ 3958137 h 3977031"/>
                <a:gd name="connsiteX3" fmla="*/ 1322327 w 3161099"/>
                <a:gd name="connsiteY3" fmla="*/ 0 h 3977031"/>
                <a:gd name="connsiteX0" fmla="*/ 1372977 w 3211749"/>
                <a:gd name="connsiteY0" fmla="*/ 0 h 3959204"/>
                <a:gd name="connsiteX1" fmla="*/ 1930917 w 3211749"/>
                <a:gd name="connsiteY1" fmla="*/ 1 h 3959204"/>
                <a:gd name="connsiteX2" fmla="*/ 1720785 w 3211749"/>
                <a:gd name="connsiteY2" fmla="*/ 3958137 h 3959204"/>
                <a:gd name="connsiteX3" fmla="*/ 1372977 w 3211749"/>
                <a:gd name="connsiteY3" fmla="*/ 0 h 3959204"/>
                <a:gd name="connsiteX0" fmla="*/ 1372977 w 3211749"/>
                <a:gd name="connsiteY0" fmla="*/ 0 h 3958330"/>
                <a:gd name="connsiteX1" fmla="*/ 1930917 w 3211749"/>
                <a:gd name="connsiteY1" fmla="*/ 1 h 3958330"/>
                <a:gd name="connsiteX2" fmla="*/ 1720785 w 3211749"/>
                <a:gd name="connsiteY2" fmla="*/ 3958137 h 3958330"/>
                <a:gd name="connsiteX3" fmla="*/ 1372977 w 3211749"/>
                <a:gd name="connsiteY3" fmla="*/ 0 h 3958330"/>
                <a:gd name="connsiteX0" fmla="*/ 1448221 w 3286993"/>
                <a:gd name="connsiteY0" fmla="*/ 0 h 3958922"/>
                <a:gd name="connsiteX1" fmla="*/ 2006161 w 3286993"/>
                <a:gd name="connsiteY1" fmla="*/ 1 h 3958922"/>
                <a:gd name="connsiteX2" fmla="*/ 1796029 w 3286993"/>
                <a:gd name="connsiteY2" fmla="*/ 3958137 h 3958922"/>
                <a:gd name="connsiteX3" fmla="*/ 1448221 w 3286993"/>
                <a:gd name="connsiteY3" fmla="*/ 0 h 3958922"/>
                <a:gd name="connsiteX0" fmla="*/ 1448221 w 3294166"/>
                <a:gd name="connsiteY0" fmla="*/ 0 h 3958922"/>
                <a:gd name="connsiteX1" fmla="*/ 2006161 w 3294166"/>
                <a:gd name="connsiteY1" fmla="*/ 1 h 3958922"/>
                <a:gd name="connsiteX2" fmla="*/ 1796029 w 3294166"/>
                <a:gd name="connsiteY2" fmla="*/ 3958137 h 3958922"/>
                <a:gd name="connsiteX3" fmla="*/ 1448221 w 3294166"/>
                <a:gd name="connsiteY3" fmla="*/ 0 h 3958922"/>
                <a:gd name="connsiteX0" fmla="*/ 1448221 w 3294166"/>
                <a:gd name="connsiteY0" fmla="*/ 0 h 3958330"/>
                <a:gd name="connsiteX1" fmla="*/ 2006161 w 3294166"/>
                <a:gd name="connsiteY1" fmla="*/ 1 h 3958330"/>
                <a:gd name="connsiteX2" fmla="*/ 1796029 w 3294166"/>
                <a:gd name="connsiteY2" fmla="*/ 3958137 h 3958330"/>
                <a:gd name="connsiteX3" fmla="*/ 1448221 w 3294166"/>
                <a:gd name="connsiteY3" fmla="*/ 0 h 3958330"/>
                <a:gd name="connsiteX0" fmla="*/ 1328740 w 3174685"/>
                <a:gd name="connsiteY0" fmla="*/ 0 h 3958309"/>
                <a:gd name="connsiteX1" fmla="*/ 1886680 w 3174685"/>
                <a:gd name="connsiteY1" fmla="*/ 1 h 3958309"/>
                <a:gd name="connsiteX2" fmla="*/ 1676548 w 3174685"/>
                <a:gd name="connsiteY2" fmla="*/ 3958137 h 3958309"/>
                <a:gd name="connsiteX3" fmla="*/ 1328740 w 3174685"/>
                <a:gd name="connsiteY3" fmla="*/ 0 h 3958309"/>
                <a:gd name="connsiteX0" fmla="*/ 1328740 w 3118464"/>
                <a:gd name="connsiteY0" fmla="*/ 0 h 3958309"/>
                <a:gd name="connsiteX1" fmla="*/ 1886680 w 3118464"/>
                <a:gd name="connsiteY1" fmla="*/ 1 h 3958309"/>
                <a:gd name="connsiteX2" fmla="*/ 1676548 w 3118464"/>
                <a:gd name="connsiteY2" fmla="*/ 3958137 h 3958309"/>
                <a:gd name="connsiteX3" fmla="*/ 1328740 w 3118464"/>
                <a:gd name="connsiteY3" fmla="*/ 0 h 3958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8464" h="3958309">
                  <a:moveTo>
                    <a:pt x="1328740" y="0"/>
                  </a:moveTo>
                  <a:lnTo>
                    <a:pt x="1886680" y="1"/>
                  </a:lnTo>
                  <a:cubicBezTo>
                    <a:pt x="3361602" y="613799"/>
                    <a:pt x="3763976" y="3795825"/>
                    <a:pt x="1676548" y="3958137"/>
                  </a:cubicBezTo>
                  <a:cubicBezTo>
                    <a:pt x="-549558" y="3985905"/>
                    <a:pt x="-448399" y="660938"/>
                    <a:pt x="1328740" y="0"/>
                  </a:cubicBezTo>
                  <a:close/>
                </a:path>
              </a:pathLst>
            </a:custGeom>
            <a:solidFill>
              <a:srgbClr val="FFFF15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7741BC8-9BB3-7C49-8376-5D4F4D6E0E60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>
              <a:off x="3486150" y="2591770"/>
              <a:ext cx="1870498" cy="17802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7848E3D-B89D-ACF4-F600-106241E740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43646" y="2949652"/>
              <a:ext cx="2342636" cy="235747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F809867-18D3-F043-C23D-845B7BA37C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1538" y="3514365"/>
              <a:ext cx="2441787" cy="242767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DEB9E6F-68A2-9F41-940D-D45DB47DDE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9698" y="4186440"/>
              <a:ext cx="2135402" cy="22256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1E11309-DAA6-A5F8-3C36-F34EB62A16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40743" y="5076543"/>
              <a:ext cx="1447689" cy="14735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EEFCB8-564B-7EBC-85C4-A9DD3267A575}"/>
                </a:ext>
              </a:extLst>
            </p:cNvPr>
            <p:cNvCxnSpPr>
              <a:cxnSpLocks/>
            </p:cNvCxnSpPr>
            <p:nvPr/>
          </p:nvCxnSpPr>
          <p:spPr>
            <a:xfrm>
              <a:off x="4200525" y="2944054"/>
              <a:ext cx="2330757" cy="231802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10251B0-F3B8-1C98-C366-5D0D5AD33A84}"/>
                </a:ext>
              </a:extLst>
            </p:cNvPr>
            <p:cNvCxnSpPr>
              <a:cxnSpLocks/>
            </p:cNvCxnSpPr>
            <p:nvPr/>
          </p:nvCxnSpPr>
          <p:spPr>
            <a:xfrm>
              <a:off x="3785118" y="3495286"/>
              <a:ext cx="2510907" cy="2457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F9D8373-63A4-A3CE-9389-03BEFF89633F}"/>
                </a:ext>
              </a:extLst>
            </p:cNvPr>
            <p:cNvCxnSpPr>
              <a:cxnSpLocks/>
            </p:cNvCxnSpPr>
            <p:nvPr/>
          </p:nvCxnSpPr>
          <p:spPr>
            <a:xfrm>
              <a:off x="3549861" y="4164457"/>
              <a:ext cx="2173709" cy="22475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FDA40CA-6B10-9443-7A9B-DBF965E05FE3}"/>
                </a:ext>
              </a:extLst>
            </p:cNvPr>
            <p:cNvCxnSpPr>
              <a:cxnSpLocks/>
            </p:cNvCxnSpPr>
            <p:nvPr/>
          </p:nvCxnSpPr>
          <p:spPr>
            <a:xfrm>
              <a:off x="3492711" y="5101455"/>
              <a:ext cx="1469814" cy="144805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EA6A06F-2537-3162-4260-4D432B50B355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>
              <a:off x="4798708" y="2591769"/>
              <a:ext cx="1716392" cy="168779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29">
              <a:extLst>
                <a:ext uri="{FF2B5EF4-FFF2-40B4-BE49-F238E27FC236}">
                  <a16:creationId xmlns:a16="http://schemas.microsoft.com/office/drawing/2014/main" id="{D76F3252-3937-F014-90E8-7122700ACC33}"/>
                </a:ext>
              </a:extLst>
            </p:cNvPr>
            <p:cNvSpPr/>
            <p:nvPr/>
          </p:nvSpPr>
          <p:spPr>
            <a:xfrm rot="18686222">
              <a:off x="4445684" y="1449969"/>
              <a:ext cx="1245118" cy="1083206"/>
            </a:xfrm>
            <a:custGeom>
              <a:avLst/>
              <a:gdLst>
                <a:gd name="connsiteX0" fmla="*/ 0 w 914918"/>
                <a:gd name="connsiteY0" fmla="*/ 0 h 506228"/>
                <a:gd name="connsiteX1" fmla="*/ 914918 w 914918"/>
                <a:gd name="connsiteY1" fmla="*/ 0 h 506228"/>
                <a:gd name="connsiteX2" fmla="*/ 914918 w 914918"/>
                <a:gd name="connsiteY2" fmla="*/ 506228 h 506228"/>
                <a:gd name="connsiteX3" fmla="*/ 0 w 914918"/>
                <a:gd name="connsiteY3" fmla="*/ 506228 h 506228"/>
                <a:gd name="connsiteX4" fmla="*/ 0 w 914918"/>
                <a:gd name="connsiteY4" fmla="*/ 0 h 506228"/>
                <a:gd name="connsiteX0" fmla="*/ 381000 w 1295918"/>
                <a:gd name="connsiteY0" fmla="*/ 0 h 506228"/>
                <a:gd name="connsiteX1" fmla="*/ 1295918 w 1295918"/>
                <a:gd name="connsiteY1" fmla="*/ 0 h 506228"/>
                <a:gd name="connsiteX2" fmla="*/ 1295918 w 1295918"/>
                <a:gd name="connsiteY2" fmla="*/ 506228 h 506228"/>
                <a:gd name="connsiteX3" fmla="*/ 0 w 1295918"/>
                <a:gd name="connsiteY3" fmla="*/ 455428 h 506228"/>
                <a:gd name="connsiteX4" fmla="*/ 381000 w 1295918"/>
                <a:gd name="connsiteY4" fmla="*/ 0 h 506228"/>
                <a:gd name="connsiteX0" fmla="*/ 381000 w 1295918"/>
                <a:gd name="connsiteY0" fmla="*/ 596900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4" fmla="*/ 381000 w 1295918"/>
                <a:gd name="connsiteY4" fmla="*/ 596900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83218"/>
                <a:gd name="connsiteY0" fmla="*/ 1052328 h 1052328"/>
                <a:gd name="connsiteX1" fmla="*/ 1283218 w 1283218"/>
                <a:gd name="connsiteY1" fmla="*/ 0 h 1052328"/>
                <a:gd name="connsiteX2" fmla="*/ 0 w 1283218"/>
                <a:gd name="connsiteY2" fmla="*/ 1052328 h 1052328"/>
                <a:gd name="connsiteX0" fmla="*/ 0 w 1245118"/>
                <a:gd name="connsiteY0" fmla="*/ 1082808 h 1082808"/>
                <a:gd name="connsiteX1" fmla="*/ 1245118 w 1245118"/>
                <a:gd name="connsiteY1" fmla="*/ 0 h 1082808"/>
                <a:gd name="connsiteX2" fmla="*/ 0 w 1245118"/>
                <a:gd name="connsiteY2" fmla="*/ 1082808 h 1082808"/>
                <a:gd name="connsiteX0" fmla="*/ 0 w 1245118"/>
                <a:gd name="connsiteY0" fmla="*/ 1082808 h 1083206"/>
                <a:gd name="connsiteX1" fmla="*/ 1245118 w 1245118"/>
                <a:gd name="connsiteY1" fmla="*/ 0 h 1083206"/>
                <a:gd name="connsiteX2" fmla="*/ 0 w 1245118"/>
                <a:gd name="connsiteY2" fmla="*/ 1082808 h 108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5118" h="1083206">
                  <a:moveTo>
                    <a:pt x="0" y="1082808"/>
                  </a:moveTo>
                  <a:cubicBezTo>
                    <a:pt x="224539" y="262132"/>
                    <a:pt x="664979" y="84076"/>
                    <a:pt x="1245118" y="0"/>
                  </a:cubicBezTo>
                  <a:cubicBezTo>
                    <a:pt x="830079" y="360936"/>
                    <a:pt x="917959" y="1102872"/>
                    <a:pt x="0" y="1082808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EBBDA0B-9A1F-EC84-17FB-7D03E298FCF4}"/>
                </a:ext>
              </a:extLst>
            </p:cNvPr>
            <p:cNvSpPr/>
            <p:nvPr/>
          </p:nvSpPr>
          <p:spPr>
            <a:xfrm>
              <a:off x="5038207" y="1727922"/>
              <a:ext cx="1245118" cy="1083206"/>
            </a:xfrm>
            <a:custGeom>
              <a:avLst/>
              <a:gdLst>
                <a:gd name="connsiteX0" fmla="*/ 0 w 914918"/>
                <a:gd name="connsiteY0" fmla="*/ 0 h 506228"/>
                <a:gd name="connsiteX1" fmla="*/ 914918 w 914918"/>
                <a:gd name="connsiteY1" fmla="*/ 0 h 506228"/>
                <a:gd name="connsiteX2" fmla="*/ 914918 w 914918"/>
                <a:gd name="connsiteY2" fmla="*/ 506228 h 506228"/>
                <a:gd name="connsiteX3" fmla="*/ 0 w 914918"/>
                <a:gd name="connsiteY3" fmla="*/ 506228 h 506228"/>
                <a:gd name="connsiteX4" fmla="*/ 0 w 914918"/>
                <a:gd name="connsiteY4" fmla="*/ 0 h 506228"/>
                <a:gd name="connsiteX0" fmla="*/ 381000 w 1295918"/>
                <a:gd name="connsiteY0" fmla="*/ 0 h 506228"/>
                <a:gd name="connsiteX1" fmla="*/ 1295918 w 1295918"/>
                <a:gd name="connsiteY1" fmla="*/ 0 h 506228"/>
                <a:gd name="connsiteX2" fmla="*/ 1295918 w 1295918"/>
                <a:gd name="connsiteY2" fmla="*/ 506228 h 506228"/>
                <a:gd name="connsiteX3" fmla="*/ 0 w 1295918"/>
                <a:gd name="connsiteY3" fmla="*/ 455428 h 506228"/>
                <a:gd name="connsiteX4" fmla="*/ 381000 w 1295918"/>
                <a:gd name="connsiteY4" fmla="*/ 0 h 506228"/>
                <a:gd name="connsiteX0" fmla="*/ 381000 w 1295918"/>
                <a:gd name="connsiteY0" fmla="*/ 596900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4" fmla="*/ 381000 w 1295918"/>
                <a:gd name="connsiteY4" fmla="*/ 596900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83218"/>
                <a:gd name="connsiteY0" fmla="*/ 1052328 h 1052328"/>
                <a:gd name="connsiteX1" fmla="*/ 1283218 w 1283218"/>
                <a:gd name="connsiteY1" fmla="*/ 0 h 1052328"/>
                <a:gd name="connsiteX2" fmla="*/ 0 w 1283218"/>
                <a:gd name="connsiteY2" fmla="*/ 1052328 h 1052328"/>
                <a:gd name="connsiteX0" fmla="*/ 0 w 1245118"/>
                <a:gd name="connsiteY0" fmla="*/ 1082808 h 1082808"/>
                <a:gd name="connsiteX1" fmla="*/ 1245118 w 1245118"/>
                <a:gd name="connsiteY1" fmla="*/ 0 h 1082808"/>
                <a:gd name="connsiteX2" fmla="*/ 0 w 1245118"/>
                <a:gd name="connsiteY2" fmla="*/ 1082808 h 1082808"/>
                <a:gd name="connsiteX0" fmla="*/ 0 w 1245118"/>
                <a:gd name="connsiteY0" fmla="*/ 1082808 h 1083206"/>
                <a:gd name="connsiteX1" fmla="*/ 1245118 w 1245118"/>
                <a:gd name="connsiteY1" fmla="*/ 0 h 1083206"/>
                <a:gd name="connsiteX2" fmla="*/ 0 w 1245118"/>
                <a:gd name="connsiteY2" fmla="*/ 1082808 h 108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5118" h="1083206">
                  <a:moveTo>
                    <a:pt x="0" y="1082808"/>
                  </a:moveTo>
                  <a:cubicBezTo>
                    <a:pt x="224539" y="262132"/>
                    <a:pt x="664979" y="84076"/>
                    <a:pt x="1245118" y="0"/>
                  </a:cubicBezTo>
                  <a:cubicBezTo>
                    <a:pt x="830079" y="360936"/>
                    <a:pt x="917959" y="1102872"/>
                    <a:pt x="0" y="1082808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7355554D-01DC-5B4A-2B70-2FB491E59502}"/>
                </a:ext>
              </a:extLst>
            </p:cNvPr>
            <p:cNvSpPr/>
            <p:nvPr/>
          </p:nvSpPr>
          <p:spPr>
            <a:xfrm flipH="1">
              <a:off x="3796226" y="1729087"/>
              <a:ext cx="1245118" cy="1083206"/>
            </a:xfrm>
            <a:custGeom>
              <a:avLst/>
              <a:gdLst>
                <a:gd name="connsiteX0" fmla="*/ 0 w 914918"/>
                <a:gd name="connsiteY0" fmla="*/ 0 h 506228"/>
                <a:gd name="connsiteX1" fmla="*/ 914918 w 914918"/>
                <a:gd name="connsiteY1" fmla="*/ 0 h 506228"/>
                <a:gd name="connsiteX2" fmla="*/ 914918 w 914918"/>
                <a:gd name="connsiteY2" fmla="*/ 506228 h 506228"/>
                <a:gd name="connsiteX3" fmla="*/ 0 w 914918"/>
                <a:gd name="connsiteY3" fmla="*/ 506228 h 506228"/>
                <a:gd name="connsiteX4" fmla="*/ 0 w 914918"/>
                <a:gd name="connsiteY4" fmla="*/ 0 h 506228"/>
                <a:gd name="connsiteX0" fmla="*/ 381000 w 1295918"/>
                <a:gd name="connsiteY0" fmla="*/ 0 h 506228"/>
                <a:gd name="connsiteX1" fmla="*/ 1295918 w 1295918"/>
                <a:gd name="connsiteY1" fmla="*/ 0 h 506228"/>
                <a:gd name="connsiteX2" fmla="*/ 1295918 w 1295918"/>
                <a:gd name="connsiteY2" fmla="*/ 506228 h 506228"/>
                <a:gd name="connsiteX3" fmla="*/ 0 w 1295918"/>
                <a:gd name="connsiteY3" fmla="*/ 455428 h 506228"/>
                <a:gd name="connsiteX4" fmla="*/ 381000 w 1295918"/>
                <a:gd name="connsiteY4" fmla="*/ 0 h 506228"/>
                <a:gd name="connsiteX0" fmla="*/ 381000 w 1295918"/>
                <a:gd name="connsiteY0" fmla="*/ 596900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4" fmla="*/ 381000 w 1295918"/>
                <a:gd name="connsiteY4" fmla="*/ 596900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83218"/>
                <a:gd name="connsiteY0" fmla="*/ 1052328 h 1052328"/>
                <a:gd name="connsiteX1" fmla="*/ 1283218 w 1283218"/>
                <a:gd name="connsiteY1" fmla="*/ 0 h 1052328"/>
                <a:gd name="connsiteX2" fmla="*/ 0 w 1283218"/>
                <a:gd name="connsiteY2" fmla="*/ 1052328 h 1052328"/>
                <a:gd name="connsiteX0" fmla="*/ 0 w 1245118"/>
                <a:gd name="connsiteY0" fmla="*/ 1082808 h 1082808"/>
                <a:gd name="connsiteX1" fmla="*/ 1245118 w 1245118"/>
                <a:gd name="connsiteY1" fmla="*/ 0 h 1082808"/>
                <a:gd name="connsiteX2" fmla="*/ 0 w 1245118"/>
                <a:gd name="connsiteY2" fmla="*/ 1082808 h 1082808"/>
                <a:gd name="connsiteX0" fmla="*/ 0 w 1245118"/>
                <a:gd name="connsiteY0" fmla="*/ 1082808 h 1083206"/>
                <a:gd name="connsiteX1" fmla="*/ 1245118 w 1245118"/>
                <a:gd name="connsiteY1" fmla="*/ 0 h 1083206"/>
                <a:gd name="connsiteX2" fmla="*/ 0 w 1245118"/>
                <a:gd name="connsiteY2" fmla="*/ 1082808 h 108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5118" h="1083206">
                  <a:moveTo>
                    <a:pt x="0" y="1082808"/>
                  </a:moveTo>
                  <a:cubicBezTo>
                    <a:pt x="224539" y="262132"/>
                    <a:pt x="664979" y="84076"/>
                    <a:pt x="1245118" y="0"/>
                  </a:cubicBezTo>
                  <a:cubicBezTo>
                    <a:pt x="830079" y="360936"/>
                    <a:pt x="917959" y="1102872"/>
                    <a:pt x="0" y="1082808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F878E01-D1CE-6F5B-A58E-76117A211991}"/>
              </a:ext>
            </a:extLst>
          </p:cNvPr>
          <p:cNvGrpSpPr/>
          <p:nvPr/>
        </p:nvGrpSpPr>
        <p:grpSpPr>
          <a:xfrm>
            <a:off x="5893853" y="657813"/>
            <a:ext cx="3118464" cy="5181065"/>
            <a:chOff x="3469968" y="1369013"/>
            <a:chExt cx="3118464" cy="5181065"/>
          </a:xfrm>
          <a:solidFill>
            <a:schemeClr val="bg1"/>
          </a:solidFill>
        </p:grpSpPr>
        <p:sp>
          <p:nvSpPr>
            <p:cNvPr id="4" name="Rectangle 29">
              <a:extLst>
                <a:ext uri="{FF2B5EF4-FFF2-40B4-BE49-F238E27FC236}">
                  <a16:creationId xmlns:a16="http://schemas.microsoft.com/office/drawing/2014/main" id="{78FB9B97-1C79-C6A7-9ABA-EDE7D0EE6308}"/>
                </a:ext>
              </a:extLst>
            </p:cNvPr>
            <p:cNvSpPr/>
            <p:nvPr/>
          </p:nvSpPr>
          <p:spPr>
            <a:xfrm rot="20714000">
              <a:off x="4737391" y="1426520"/>
              <a:ext cx="1245118" cy="1083206"/>
            </a:xfrm>
            <a:custGeom>
              <a:avLst/>
              <a:gdLst>
                <a:gd name="connsiteX0" fmla="*/ 0 w 914918"/>
                <a:gd name="connsiteY0" fmla="*/ 0 h 506228"/>
                <a:gd name="connsiteX1" fmla="*/ 914918 w 914918"/>
                <a:gd name="connsiteY1" fmla="*/ 0 h 506228"/>
                <a:gd name="connsiteX2" fmla="*/ 914918 w 914918"/>
                <a:gd name="connsiteY2" fmla="*/ 506228 h 506228"/>
                <a:gd name="connsiteX3" fmla="*/ 0 w 914918"/>
                <a:gd name="connsiteY3" fmla="*/ 506228 h 506228"/>
                <a:gd name="connsiteX4" fmla="*/ 0 w 914918"/>
                <a:gd name="connsiteY4" fmla="*/ 0 h 506228"/>
                <a:gd name="connsiteX0" fmla="*/ 381000 w 1295918"/>
                <a:gd name="connsiteY0" fmla="*/ 0 h 506228"/>
                <a:gd name="connsiteX1" fmla="*/ 1295918 w 1295918"/>
                <a:gd name="connsiteY1" fmla="*/ 0 h 506228"/>
                <a:gd name="connsiteX2" fmla="*/ 1295918 w 1295918"/>
                <a:gd name="connsiteY2" fmla="*/ 506228 h 506228"/>
                <a:gd name="connsiteX3" fmla="*/ 0 w 1295918"/>
                <a:gd name="connsiteY3" fmla="*/ 455428 h 506228"/>
                <a:gd name="connsiteX4" fmla="*/ 381000 w 1295918"/>
                <a:gd name="connsiteY4" fmla="*/ 0 h 506228"/>
                <a:gd name="connsiteX0" fmla="*/ 381000 w 1295918"/>
                <a:gd name="connsiteY0" fmla="*/ 596900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4" fmla="*/ 381000 w 1295918"/>
                <a:gd name="connsiteY4" fmla="*/ 596900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83218"/>
                <a:gd name="connsiteY0" fmla="*/ 1052328 h 1052328"/>
                <a:gd name="connsiteX1" fmla="*/ 1283218 w 1283218"/>
                <a:gd name="connsiteY1" fmla="*/ 0 h 1052328"/>
                <a:gd name="connsiteX2" fmla="*/ 0 w 1283218"/>
                <a:gd name="connsiteY2" fmla="*/ 1052328 h 1052328"/>
                <a:gd name="connsiteX0" fmla="*/ 0 w 1245118"/>
                <a:gd name="connsiteY0" fmla="*/ 1082808 h 1082808"/>
                <a:gd name="connsiteX1" fmla="*/ 1245118 w 1245118"/>
                <a:gd name="connsiteY1" fmla="*/ 0 h 1082808"/>
                <a:gd name="connsiteX2" fmla="*/ 0 w 1245118"/>
                <a:gd name="connsiteY2" fmla="*/ 1082808 h 1082808"/>
                <a:gd name="connsiteX0" fmla="*/ 0 w 1245118"/>
                <a:gd name="connsiteY0" fmla="*/ 1082808 h 1083206"/>
                <a:gd name="connsiteX1" fmla="*/ 1245118 w 1245118"/>
                <a:gd name="connsiteY1" fmla="*/ 0 h 1083206"/>
                <a:gd name="connsiteX2" fmla="*/ 0 w 1245118"/>
                <a:gd name="connsiteY2" fmla="*/ 1082808 h 108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5118" h="1083206">
                  <a:moveTo>
                    <a:pt x="0" y="1082808"/>
                  </a:moveTo>
                  <a:cubicBezTo>
                    <a:pt x="224539" y="262132"/>
                    <a:pt x="664979" y="84076"/>
                    <a:pt x="1245118" y="0"/>
                  </a:cubicBezTo>
                  <a:cubicBezTo>
                    <a:pt x="830079" y="360936"/>
                    <a:pt x="917959" y="1102872"/>
                    <a:pt x="0" y="1082808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29">
              <a:extLst>
                <a:ext uri="{FF2B5EF4-FFF2-40B4-BE49-F238E27FC236}">
                  <a16:creationId xmlns:a16="http://schemas.microsoft.com/office/drawing/2014/main" id="{2B526E4B-0887-E342-B071-420E93B8D2F1}"/>
                </a:ext>
              </a:extLst>
            </p:cNvPr>
            <p:cNvSpPr/>
            <p:nvPr/>
          </p:nvSpPr>
          <p:spPr>
            <a:xfrm rot="886000" flipH="1">
              <a:off x="4136738" y="1419817"/>
              <a:ext cx="1245118" cy="1083206"/>
            </a:xfrm>
            <a:custGeom>
              <a:avLst/>
              <a:gdLst>
                <a:gd name="connsiteX0" fmla="*/ 0 w 914918"/>
                <a:gd name="connsiteY0" fmla="*/ 0 h 506228"/>
                <a:gd name="connsiteX1" fmla="*/ 914918 w 914918"/>
                <a:gd name="connsiteY1" fmla="*/ 0 h 506228"/>
                <a:gd name="connsiteX2" fmla="*/ 914918 w 914918"/>
                <a:gd name="connsiteY2" fmla="*/ 506228 h 506228"/>
                <a:gd name="connsiteX3" fmla="*/ 0 w 914918"/>
                <a:gd name="connsiteY3" fmla="*/ 506228 h 506228"/>
                <a:gd name="connsiteX4" fmla="*/ 0 w 914918"/>
                <a:gd name="connsiteY4" fmla="*/ 0 h 506228"/>
                <a:gd name="connsiteX0" fmla="*/ 381000 w 1295918"/>
                <a:gd name="connsiteY0" fmla="*/ 0 h 506228"/>
                <a:gd name="connsiteX1" fmla="*/ 1295918 w 1295918"/>
                <a:gd name="connsiteY1" fmla="*/ 0 h 506228"/>
                <a:gd name="connsiteX2" fmla="*/ 1295918 w 1295918"/>
                <a:gd name="connsiteY2" fmla="*/ 506228 h 506228"/>
                <a:gd name="connsiteX3" fmla="*/ 0 w 1295918"/>
                <a:gd name="connsiteY3" fmla="*/ 455428 h 506228"/>
                <a:gd name="connsiteX4" fmla="*/ 381000 w 1295918"/>
                <a:gd name="connsiteY4" fmla="*/ 0 h 506228"/>
                <a:gd name="connsiteX0" fmla="*/ 381000 w 1295918"/>
                <a:gd name="connsiteY0" fmla="*/ 596900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4" fmla="*/ 381000 w 1295918"/>
                <a:gd name="connsiteY4" fmla="*/ 596900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83218"/>
                <a:gd name="connsiteY0" fmla="*/ 1052328 h 1052328"/>
                <a:gd name="connsiteX1" fmla="*/ 1283218 w 1283218"/>
                <a:gd name="connsiteY1" fmla="*/ 0 h 1052328"/>
                <a:gd name="connsiteX2" fmla="*/ 0 w 1283218"/>
                <a:gd name="connsiteY2" fmla="*/ 1052328 h 1052328"/>
                <a:gd name="connsiteX0" fmla="*/ 0 w 1245118"/>
                <a:gd name="connsiteY0" fmla="*/ 1082808 h 1082808"/>
                <a:gd name="connsiteX1" fmla="*/ 1245118 w 1245118"/>
                <a:gd name="connsiteY1" fmla="*/ 0 h 1082808"/>
                <a:gd name="connsiteX2" fmla="*/ 0 w 1245118"/>
                <a:gd name="connsiteY2" fmla="*/ 1082808 h 1082808"/>
                <a:gd name="connsiteX0" fmla="*/ 0 w 1245118"/>
                <a:gd name="connsiteY0" fmla="*/ 1082808 h 1083206"/>
                <a:gd name="connsiteX1" fmla="*/ 1245118 w 1245118"/>
                <a:gd name="connsiteY1" fmla="*/ 0 h 1083206"/>
                <a:gd name="connsiteX2" fmla="*/ 0 w 1245118"/>
                <a:gd name="connsiteY2" fmla="*/ 1082808 h 108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5118" h="1083206">
                  <a:moveTo>
                    <a:pt x="0" y="1082808"/>
                  </a:moveTo>
                  <a:cubicBezTo>
                    <a:pt x="224539" y="262132"/>
                    <a:pt x="664979" y="84076"/>
                    <a:pt x="1245118" y="0"/>
                  </a:cubicBezTo>
                  <a:cubicBezTo>
                    <a:pt x="830079" y="360936"/>
                    <a:pt x="917959" y="1102872"/>
                    <a:pt x="0" y="1082808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5404A626-6E93-4B36-46EF-39EA2132EF0B}"/>
                </a:ext>
              </a:extLst>
            </p:cNvPr>
            <p:cNvSpPr/>
            <p:nvPr/>
          </p:nvSpPr>
          <p:spPr>
            <a:xfrm>
              <a:off x="3469968" y="2591769"/>
              <a:ext cx="3118464" cy="3958309"/>
            </a:xfrm>
            <a:custGeom>
              <a:avLst/>
              <a:gdLst>
                <a:gd name="connsiteX0" fmla="*/ 0 w 1301857"/>
                <a:gd name="connsiteY0" fmla="*/ 0 h 449450"/>
                <a:gd name="connsiteX1" fmla="*/ 1301857 w 1301857"/>
                <a:gd name="connsiteY1" fmla="*/ 0 h 449450"/>
                <a:gd name="connsiteX2" fmla="*/ 1301857 w 1301857"/>
                <a:gd name="connsiteY2" fmla="*/ 449450 h 449450"/>
                <a:gd name="connsiteX3" fmla="*/ 0 w 1301857"/>
                <a:gd name="connsiteY3" fmla="*/ 449450 h 449450"/>
                <a:gd name="connsiteX4" fmla="*/ 0 w 1301857"/>
                <a:gd name="connsiteY4" fmla="*/ 0 h 449450"/>
                <a:gd name="connsiteX0" fmla="*/ 0 w 1301857"/>
                <a:gd name="connsiteY0" fmla="*/ 0 h 3859077"/>
                <a:gd name="connsiteX1" fmla="*/ 1301857 w 1301857"/>
                <a:gd name="connsiteY1" fmla="*/ 0 h 3859077"/>
                <a:gd name="connsiteX2" fmla="*/ 1301857 w 1301857"/>
                <a:gd name="connsiteY2" fmla="*/ 449450 h 3859077"/>
                <a:gd name="connsiteX3" fmla="*/ 681925 w 1301857"/>
                <a:gd name="connsiteY3" fmla="*/ 3859077 h 3859077"/>
                <a:gd name="connsiteX4" fmla="*/ 0 w 1301857"/>
                <a:gd name="connsiteY4" fmla="*/ 0 h 3859077"/>
                <a:gd name="connsiteX0" fmla="*/ 0 w 1301857"/>
                <a:gd name="connsiteY0" fmla="*/ 0 h 3859077"/>
                <a:gd name="connsiteX1" fmla="*/ 1301857 w 1301857"/>
                <a:gd name="connsiteY1" fmla="*/ 0 h 3859077"/>
                <a:gd name="connsiteX2" fmla="*/ 681925 w 1301857"/>
                <a:gd name="connsiteY2" fmla="*/ 3859077 h 3859077"/>
                <a:gd name="connsiteX3" fmla="*/ 0 w 1301857"/>
                <a:gd name="connsiteY3" fmla="*/ 0 h 3859077"/>
                <a:gd name="connsiteX0" fmla="*/ 0 w 1208867"/>
                <a:gd name="connsiteY0" fmla="*/ 0 h 3859077"/>
                <a:gd name="connsiteX1" fmla="*/ 1208867 w 1208867"/>
                <a:gd name="connsiteY1" fmla="*/ 0 h 3859077"/>
                <a:gd name="connsiteX2" fmla="*/ 588935 w 1208867"/>
                <a:gd name="connsiteY2" fmla="*/ 3859077 h 3859077"/>
                <a:gd name="connsiteX3" fmla="*/ 0 w 1208867"/>
                <a:gd name="connsiteY3" fmla="*/ 0 h 3859077"/>
                <a:gd name="connsiteX0" fmla="*/ 631533 w 1840400"/>
                <a:gd name="connsiteY0" fmla="*/ 0 h 3859077"/>
                <a:gd name="connsiteX1" fmla="*/ 1840400 w 1840400"/>
                <a:gd name="connsiteY1" fmla="*/ 0 h 3859077"/>
                <a:gd name="connsiteX2" fmla="*/ 1220468 w 1840400"/>
                <a:gd name="connsiteY2" fmla="*/ 3859077 h 3859077"/>
                <a:gd name="connsiteX3" fmla="*/ 631533 w 1840400"/>
                <a:gd name="connsiteY3" fmla="*/ 0 h 3859077"/>
                <a:gd name="connsiteX0" fmla="*/ 631533 w 1530434"/>
                <a:gd name="connsiteY0" fmla="*/ 0 h 3859077"/>
                <a:gd name="connsiteX1" fmla="*/ 1530434 w 1530434"/>
                <a:gd name="connsiteY1" fmla="*/ 0 h 3859077"/>
                <a:gd name="connsiteX2" fmla="*/ 1220468 w 1530434"/>
                <a:gd name="connsiteY2" fmla="*/ 3859077 h 3859077"/>
                <a:gd name="connsiteX3" fmla="*/ 631533 w 1530434"/>
                <a:gd name="connsiteY3" fmla="*/ 0 h 3859077"/>
                <a:gd name="connsiteX0" fmla="*/ 694656 w 1299090"/>
                <a:gd name="connsiteY0" fmla="*/ 0 h 3859077"/>
                <a:gd name="connsiteX1" fmla="*/ 1299090 w 1299090"/>
                <a:gd name="connsiteY1" fmla="*/ 0 h 3859077"/>
                <a:gd name="connsiteX2" fmla="*/ 989124 w 1299090"/>
                <a:gd name="connsiteY2" fmla="*/ 3859077 h 3859077"/>
                <a:gd name="connsiteX3" fmla="*/ 694656 w 1299090"/>
                <a:gd name="connsiteY3" fmla="*/ 0 h 3859077"/>
                <a:gd name="connsiteX0" fmla="*/ 694656 w 1268094"/>
                <a:gd name="connsiteY0" fmla="*/ 0 h 3859077"/>
                <a:gd name="connsiteX1" fmla="*/ 1268094 w 1268094"/>
                <a:gd name="connsiteY1" fmla="*/ 15499 h 3859077"/>
                <a:gd name="connsiteX2" fmla="*/ 989124 w 1268094"/>
                <a:gd name="connsiteY2" fmla="*/ 3859077 h 3859077"/>
                <a:gd name="connsiteX3" fmla="*/ 694656 w 1268094"/>
                <a:gd name="connsiteY3" fmla="*/ 0 h 3859077"/>
                <a:gd name="connsiteX0" fmla="*/ 694656 w 1943360"/>
                <a:gd name="connsiteY0" fmla="*/ 0 h 3859077"/>
                <a:gd name="connsiteX1" fmla="*/ 1268094 w 1943360"/>
                <a:gd name="connsiteY1" fmla="*/ 15499 h 3859077"/>
                <a:gd name="connsiteX2" fmla="*/ 989124 w 1943360"/>
                <a:gd name="connsiteY2" fmla="*/ 3859077 h 3859077"/>
                <a:gd name="connsiteX3" fmla="*/ 694656 w 1943360"/>
                <a:gd name="connsiteY3" fmla="*/ 0 h 3859077"/>
                <a:gd name="connsiteX0" fmla="*/ 894040 w 2142744"/>
                <a:gd name="connsiteY0" fmla="*/ 0 h 3859077"/>
                <a:gd name="connsiteX1" fmla="*/ 1467478 w 2142744"/>
                <a:gd name="connsiteY1" fmla="*/ 15499 h 3859077"/>
                <a:gd name="connsiteX2" fmla="*/ 1188508 w 2142744"/>
                <a:gd name="connsiteY2" fmla="*/ 3859077 h 3859077"/>
                <a:gd name="connsiteX3" fmla="*/ 894040 w 2142744"/>
                <a:gd name="connsiteY3" fmla="*/ 0 h 3859077"/>
                <a:gd name="connsiteX0" fmla="*/ 894040 w 2130756"/>
                <a:gd name="connsiteY0" fmla="*/ 46494 h 3905571"/>
                <a:gd name="connsiteX1" fmla="*/ 1451980 w 2130756"/>
                <a:gd name="connsiteY1" fmla="*/ 0 h 3905571"/>
                <a:gd name="connsiteX2" fmla="*/ 1188508 w 2130756"/>
                <a:gd name="connsiteY2" fmla="*/ 3905571 h 3905571"/>
                <a:gd name="connsiteX3" fmla="*/ 894040 w 2130756"/>
                <a:gd name="connsiteY3" fmla="*/ 46494 h 3905571"/>
                <a:gd name="connsiteX0" fmla="*/ 894040 w 2130756"/>
                <a:gd name="connsiteY0" fmla="*/ 0 h 3859077"/>
                <a:gd name="connsiteX1" fmla="*/ 1451980 w 2130756"/>
                <a:gd name="connsiteY1" fmla="*/ 1 h 3859077"/>
                <a:gd name="connsiteX2" fmla="*/ 1188508 w 2130756"/>
                <a:gd name="connsiteY2" fmla="*/ 3859077 h 3859077"/>
                <a:gd name="connsiteX3" fmla="*/ 894040 w 2130756"/>
                <a:gd name="connsiteY3" fmla="*/ 0 h 3859077"/>
                <a:gd name="connsiteX0" fmla="*/ 894040 w 2619164"/>
                <a:gd name="connsiteY0" fmla="*/ 0 h 3859180"/>
                <a:gd name="connsiteX1" fmla="*/ 1451980 w 2619164"/>
                <a:gd name="connsiteY1" fmla="*/ 1 h 3859180"/>
                <a:gd name="connsiteX2" fmla="*/ 1188508 w 2619164"/>
                <a:gd name="connsiteY2" fmla="*/ 3859077 h 3859180"/>
                <a:gd name="connsiteX3" fmla="*/ 894040 w 2619164"/>
                <a:gd name="connsiteY3" fmla="*/ 0 h 3859180"/>
                <a:gd name="connsiteX0" fmla="*/ 894040 w 2692238"/>
                <a:gd name="connsiteY0" fmla="*/ 0 h 3862874"/>
                <a:gd name="connsiteX1" fmla="*/ 1451980 w 2692238"/>
                <a:gd name="connsiteY1" fmla="*/ 1 h 3862874"/>
                <a:gd name="connsiteX2" fmla="*/ 1188508 w 2692238"/>
                <a:gd name="connsiteY2" fmla="*/ 3859077 h 3862874"/>
                <a:gd name="connsiteX3" fmla="*/ 894040 w 2692238"/>
                <a:gd name="connsiteY3" fmla="*/ 0 h 3862874"/>
                <a:gd name="connsiteX0" fmla="*/ 1344673 w 3142871"/>
                <a:gd name="connsiteY0" fmla="*/ 0 h 3878528"/>
                <a:gd name="connsiteX1" fmla="*/ 1902613 w 3142871"/>
                <a:gd name="connsiteY1" fmla="*/ 1 h 3878528"/>
                <a:gd name="connsiteX2" fmla="*/ 1639141 w 3142871"/>
                <a:gd name="connsiteY2" fmla="*/ 3859077 h 3878528"/>
                <a:gd name="connsiteX3" fmla="*/ 1344673 w 3142871"/>
                <a:gd name="connsiteY3" fmla="*/ 0 h 3878528"/>
                <a:gd name="connsiteX0" fmla="*/ 1335034 w 3144425"/>
                <a:gd name="connsiteY0" fmla="*/ 0 h 3939141"/>
                <a:gd name="connsiteX1" fmla="*/ 1892974 w 3144425"/>
                <a:gd name="connsiteY1" fmla="*/ 1 h 3939141"/>
                <a:gd name="connsiteX2" fmla="*/ 1652362 w 3144425"/>
                <a:gd name="connsiteY2" fmla="*/ 3920037 h 3939141"/>
                <a:gd name="connsiteX3" fmla="*/ 1335034 w 3144425"/>
                <a:gd name="connsiteY3" fmla="*/ 0 h 3939141"/>
                <a:gd name="connsiteX0" fmla="*/ 1335034 w 3158596"/>
                <a:gd name="connsiteY0" fmla="*/ 0 h 3939141"/>
                <a:gd name="connsiteX1" fmla="*/ 1892974 w 3158596"/>
                <a:gd name="connsiteY1" fmla="*/ 1 h 3939141"/>
                <a:gd name="connsiteX2" fmla="*/ 1652362 w 3158596"/>
                <a:gd name="connsiteY2" fmla="*/ 3920037 h 3939141"/>
                <a:gd name="connsiteX3" fmla="*/ 1335034 w 3158596"/>
                <a:gd name="connsiteY3" fmla="*/ 0 h 3939141"/>
                <a:gd name="connsiteX0" fmla="*/ 1322327 w 3161099"/>
                <a:gd name="connsiteY0" fmla="*/ 0 h 3977031"/>
                <a:gd name="connsiteX1" fmla="*/ 1880267 w 3161099"/>
                <a:gd name="connsiteY1" fmla="*/ 1 h 3977031"/>
                <a:gd name="connsiteX2" fmla="*/ 1670135 w 3161099"/>
                <a:gd name="connsiteY2" fmla="*/ 3958137 h 3977031"/>
                <a:gd name="connsiteX3" fmla="*/ 1322327 w 3161099"/>
                <a:gd name="connsiteY3" fmla="*/ 0 h 3977031"/>
                <a:gd name="connsiteX0" fmla="*/ 1372977 w 3211749"/>
                <a:gd name="connsiteY0" fmla="*/ 0 h 3959204"/>
                <a:gd name="connsiteX1" fmla="*/ 1930917 w 3211749"/>
                <a:gd name="connsiteY1" fmla="*/ 1 h 3959204"/>
                <a:gd name="connsiteX2" fmla="*/ 1720785 w 3211749"/>
                <a:gd name="connsiteY2" fmla="*/ 3958137 h 3959204"/>
                <a:gd name="connsiteX3" fmla="*/ 1372977 w 3211749"/>
                <a:gd name="connsiteY3" fmla="*/ 0 h 3959204"/>
                <a:gd name="connsiteX0" fmla="*/ 1372977 w 3211749"/>
                <a:gd name="connsiteY0" fmla="*/ 0 h 3958330"/>
                <a:gd name="connsiteX1" fmla="*/ 1930917 w 3211749"/>
                <a:gd name="connsiteY1" fmla="*/ 1 h 3958330"/>
                <a:gd name="connsiteX2" fmla="*/ 1720785 w 3211749"/>
                <a:gd name="connsiteY2" fmla="*/ 3958137 h 3958330"/>
                <a:gd name="connsiteX3" fmla="*/ 1372977 w 3211749"/>
                <a:gd name="connsiteY3" fmla="*/ 0 h 3958330"/>
                <a:gd name="connsiteX0" fmla="*/ 1448221 w 3286993"/>
                <a:gd name="connsiteY0" fmla="*/ 0 h 3958922"/>
                <a:gd name="connsiteX1" fmla="*/ 2006161 w 3286993"/>
                <a:gd name="connsiteY1" fmla="*/ 1 h 3958922"/>
                <a:gd name="connsiteX2" fmla="*/ 1796029 w 3286993"/>
                <a:gd name="connsiteY2" fmla="*/ 3958137 h 3958922"/>
                <a:gd name="connsiteX3" fmla="*/ 1448221 w 3286993"/>
                <a:gd name="connsiteY3" fmla="*/ 0 h 3958922"/>
                <a:gd name="connsiteX0" fmla="*/ 1448221 w 3294166"/>
                <a:gd name="connsiteY0" fmla="*/ 0 h 3958922"/>
                <a:gd name="connsiteX1" fmla="*/ 2006161 w 3294166"/>
                <a:gd name="connsiteY1" fmla="*/ 1 h 3958922"/>
                <a:gd name="connsiteX2" fmla="*/ 1796029 w 3294166"/>
                <a:gd name="connsiteY2" fmla="*/ 3958137 h 3958922"/>
                <a:gd name="connsiteX3" fmla="*/ 1448221 w 3294166"/>
                <a:gd name="connsiteY3" fmla="*/ 0 h 3958922"/>
                <a:gd name="connsiteX0" fmla="*/ 1448221 w 3294166"/>
                <a:gd name="connsiteY0" fmla="*/ 0 h 3958330"/>
                <a:gd name="connsiteX1" fmla="*/ 2006161 w 3294166"/>
                <a:gd name="connsiteY1" fmla="*/ 1 h 3958330"/>
                <a:gd name="connsiteX2" fmla="*/ 1796029 w 3294166"/>
                <a:gd name="connsiteY2" fmla="*/ 3958137 h 3958330"/>
                <a:gd name="connsiteX3" fmla="*/ 1448221 w 3294166"/>
                <a:gd name="connsiteY3" fmla="*/ 0 h 3958330"/>
                <a:gd name="connsiteX0" fmla="*/ 1328740 w 3174685"/>
                <a:gd name="connsiteY0" fmla="*/ 0 h 3958309"/>
                <a:gd name="connsiteX1" fmla="*/ 1886680 w 3174685"/>
                <a:gd name="connsiteY1" fmla="*/ 1 h 3958309"/>
                <a:gd name="connsiteX2" fmla="*/ 1676548 w 3174685"/>
                <a:gd name="connsiteY2" fmla="*/ 3958137 h 3958309"/>
                <a:gd name="connsiteX3" fmla="*/ 1328740 w 3174685"/>
                <a:gd name="connsiteY3" fmla="*/ 0 h 3958309"/>
                <a:gd name="connsiteX0" fmla="*/ 1328740 w 3118464"/>
                <a:gd name="connsiteY0" fmla="*/ 0 h 3958309"/>
                <a:gd name="connsiteX1" fmla="*/ 1886680 w 3118464"/>
                <a:gd name="connsiteY1" fmla="*/ 1 h 3958309"/>
                <a:gd name="connsiteX2" fmla="*/ 1676548 w 3118464"/>
                <a:gd name="connsiteY2" fmla="*/ 3958137 h 3958309"/>
                <a:gd name="connsiteX3" fmla="*/ 1328740 w 3118464"/>
                <a:gd name="connsiteY3" fmla="*/ 0 h 3958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8464" h="3958309">
                  <a:moveTo>
                    <a:pt x="1328740" y="0"/>
                  </a:moveTo>
                  <a:lnTo>
                    <a:pt x="1886680" y="1"/>
                  </a:lnTo>
                  <a:cubicBezTo>
                    <a:pt x="3361602" y="613799"/>
                    <a:pt x="3763976" y="3795825"/>
                    <a:pt x="1676548" y="3958137"/>
                  </a:cubicBezTo>
                  <a:cubicBezTo>
                    <a:pt x="-549558" y="3985905"/>
                    <a:pt x="-448399" y="660938"/>
                    <a:pt x="1328740" y="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65D8FE-5F53-3F28-D803-13F26601B876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>
              <a:off x="3486150" y="2591770"/>
              <a:ext cx="1870498" cy="1780205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C189A0F-F371-D239-CC79-ACF516A19F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43646" y="2949652"/>
              <a:ext cx="2342636" cy="2357475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9C609E8-BBAF-6812-225E-7F003C32A7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1538" y="3514365"/>
              <a:ext cx="2441787" cy="2427674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1460B45-A371-3845-B9C2-633DD6CBAB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9698" y="4186440"/>
              <a:ext cx="2135402" cy="2225611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ACDF0D1-DFDA-32B0-C787-9D0DB67AAD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40743" y="5076543"/>
              <a:ext cx="1447689" cy="1473535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3DAF381-752F-D4CF-8421-D373A56E6A61}"/>
                </a:ext>
              </a:extLst>
            </p:cNvPr>
            <p:cNvCxnSpPr>
              <a:cxnSpLocks/>
            </p:cNvCxnSpPr>
            <p:nvPr/>
          </p:nvCxnSpPr>
          <p:spPr>
            <a:xfrm>
              <a:off x="4200525" y="2944054"/>
              <a:ext cx="2330757" cy="2318024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841A98F-1426-F856-8F9D-AE0D268D6C18}"/>
                </a:ext>
              </a:extLst>
            </p:cNvPr>
            <p:cNvCxnSpPr>
              <a:cxnSpLocks/>
            </p:cNvCxnSpPr>
            <p:nvPr/>
          </p:nvCxnSpPr>
          <p:spPr>
            <a:xfrm>
              <a:off x="3785118" y="3495286"/>
              <a:ext cx="2510907" cy="2457946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F27CB3B-9B1F-1393-0AB7-530A9C02ACCF}"/>
                </a:ext>
              </a:extLst>
            </p:cNvPr>
            <p:cNvCxnSpPr>
              <a:cxnSpLocks/>
            </p:cNvCxnSpPr>
            <p:nvPr/>
          </p:nvCxnSpPr>
          <p:spPr>
            <a:xfrm>
              <a:off x="3549861" y="4164457"/>
              <a:ext cx="2173709" cy="2247594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F31C66C-E085-E8CA-58E2-7E9652119AEF}"/>
                </a:ext>
              </a:extLst>
            </p:cNvPr>
            <p:cNvCxnSpPr>
              <a:cxnSpLocks/>
            </p:cNvCxnSpPr>
            <p:nvPr/>
          </p:nvCxnSpPr>
          <p:spPr>
            <a:xfrm>
              <a:off x="3492711" y="5101455"/>
              <a:ext cx="1469814" cy="1448058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A62A130-0CDD-C9AD-BFA8-5B3107032F26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>
              <a:off x="4798708" y="2591769"/>
              <a:ext cx="1716392" cy="1687793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38D89E49-62D0-53F8-6397-CC5CCB57D00E}"/>
                </a:ext>
              </a:extLst>
            </p:cNvPr>
            <p:cNvSpPr/>
            <p:nvPr/>
          </p:nvSpPr>
          <p:spPr>
            <a:xfrm rot="18686222">
              <a:off x="4445684" y="1449969"/>
              <a:ext cx="1245118" cy="1083206"/>
            </a:xfrm>
            <a:custGeom>
              <a:avLst/>
              <a:gdLst>
                <a:gd name="connsiteX0" fmla="*/ 0 w 914918"/>
                <a:gd name="connsiteY0" fmla="*/ 0 h 506228"/>
                <a:gd name="connsiteX1" fmla="*/ 914918 w 914918"/>
                <a:gd name="connsiteY1" fmla="*/ 0 h 506228"/>
                <a:gd name="connsiteX2" fmla="*/ 914918 w 914918"/>
                <a:gd name="connsiteY2" fmla="*/ 506228 h 506228"/>
                <a:gd name="connsiteX3" fmla="*/ 0 w 914918"/>
                <a:gd name="connsiteY3" fmla="*/ 506228 h 506228"/>
                <a:gd name="connsiteX4" fmla="*/ 0 w 914918"/>
                <a:gd name="connsiteY4" fmla="*/ 0 h 506228"/>
                <a:gd name="connsiteX0" fmla="*/ 381000 w 1295918"/>
                <a:gd name="connsiteY0" fmla="*/ 0 h 506228"/>
                <a:gd name="connsiteX1" fmla="*/ 1295918 w 1295918"/>
                <a:gd name="connsiteY1" fmla="*/ 0 h 506228"/>
                <a:gd name="connsiteX2" fmla="*/ 1295918 w 1295918"/>
                <a:gd name="connsiteY2" fmla="*/ 506228 h 506228"/>
                <a:gd name="connsiteX3" fmla="*/ 0 w 1295918"/>
                <a:gd name="connsiteY3" fmla="*/ 455428 h 506228"/>
                <a:gd name="connsiteX4" fmla="*/ 381000 w 1295918"/>
                <a:gd name="connsiteY4" fmla="*/ 0 h 506228"/>
                <a:gd name="connsiteX0" fmla="*/ 381000 w 1295918"/>
                <a:gd name="connsiteY0" fmla="*/ 596900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4" fmla="*/ 381000 w 1295918"/>
                <a:gd name="connsiteY4" fmla="*/ 596900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83218"/>
                <a:gd name="connsiteY0" fmla="*/ 1052328 h 1052328"/>
                <a:gd name="connsiteX1" fmla="*/ 1283218 w 1283218"/>
                <a:gd name="connsiteY1" fmla="*/ 0 h 1052328"/>
                <a:gd name="connsiteX2" fmla="*/ 0 w 1283218"/>
                <a:gd name="connsiteY2" fmla="*/ 1052328 h 1052328"/>
                <a:gd name="connsiteX0" fmla="*/ 0 w 1245118"/>
                <a:gd name="connsiteY0" fmla="*/ 1082808 h 1082808"/>
                <a:gd name="connsiteX1" fmla="*/ 1245118 w 1245118"/>
                <a:gd name="connsiteY1" fmla="*/ 0 h 1082808"/>
                <a:gd name="connsiteX2" fmla="*/ 0 w 1245118"/>
                <a:gd name="connsiteY2" fmla="*/ 1082808 h 1082808"/>
                <a:gd name="connsiteX0" fmla="*/ 0 w 1245118"/>
                <a:gd name="connsiteY0" fmla="*/ 1082808 h 1083206"/>
                <a:gd name="connsiteX1" fmla="*/ 1245118 w 1245118"/>
                <a:gd name="connsiteY1" fmla="*/ 0 h 1083206"/>
                <a:gd name="connsiteX2" fmla="*/ 0 w 1245118"/>
                <a:gd name="connsiteY2" fmla="*/ 1082808 h 108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5118" h="1083206">
                  <a:moveTo>
                    <a:pt x="0" y="1082808"/>
                  </a:moveTo>
                  <a:cubicBezTo>
                    <a:pt x="224539" y="262132"/>
                    <a:pt x="664979" y="84076"/>
                    <a:pt x="1245118" y="0"/>
                  </a:cubicBezTo>
                  <a:cubicBezTo>
                    <a:pt x="830079" y="360936"/>
                    <a:pt x="917959" y="1102872"/>
                    <a:pt x="0" y="1082808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D5DC9012-491E-FE30-2FA9-ECF73A56C212}"/>
                </a:ext>
              </a:extLst>
            </p:cNvPr>
            <p:cNvSpPr/>
            <p:nvPr/>
          </p:nvSpPr>
          <p:spPr>
            <a:xfrm>
              <a:off x="5038207" y="1727922"/>
              <a:ext cx="1245118" cy="1083206"/>
            </a:xfrm>
            <a:custGeom>
              <a:avLst/>
              <a:gdLst>
                <a:gd name="connsiteX0" fmla="*/ 0 w 914918"/>
                <a:gd name="connsiteY0" fmla="*/ 0 h 506228"/>
                <a:gd name="connsiteX1" fmla="*/ 914918 w 914918"/>
                <a:gd name="connsiteY1" fmla="*/ 0 h 506228"/>
                <a:gd name="connsiteX2" fmla="*/ 914918 w 914918"/>
                <a:gd name="connsiteY2" fmla="*/ 506228 h 506228"/>
                <a:gd name="connsiteX3" fmla="*/ 0 w 914918"/>
                <a:gd name="connsiteY3" fmla="*/ 506228 h 506228"/>
                <a:gd name="connsiteX4" fmla="*/ 0 w 914918"/>
                <a:gd name="connsiteY4" fmla="*/ 0 h 506228"/>
                <a:gd name="connsiteX0" fmla="*/ 381000 w 1295918"/>
                <a:gd name="connsiteY0" fmla="*/ 0 h 506228"/>
                <a:gd name="connsiteX1" fmla="*/ 1295918 w 1295918"/>
                <a:gd name="connsiteY1" fmla="*/ 0 h 506228"/>
                <a:gd name="connsiteX2" fmla="*/ 1295918 w 1295918"/>
                <a:gd name="connsiteY2" fmla="*/ 506228 h 506228"/>
                <a:gd name="connsiteX3" fmla="*/ 0 w 1295918"/>
                <a:gd name="connsiteY3" fmla="*/ 455428 h 506228"/>
                <a:gd name="connsiteX4" fmla="*/ 381000 w 1295918"/>
                <a:gd name="connsiteY4" fmla="*/ 0 h 506228"/>
                <a:gd name="connsiteX0" fmla="*/ 381000 w 1295918"/>
                <a:gd name="connsiteY0" fmla="*/ 596900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4" fmla="*/ 381000 w 1295918"/>
                <a:gd name="connsiteY4" fmla="*/ 596900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83218"/>
                <a:gd name="connsiteY0" fmla="*/ 1052328 h 1052328"/>
                <a:gd name="connsiteX1" fmla="*/ 1283218 w 1283218"/>
                <a:gd name="connsiteY1" fmla="*/ 0 h 1052328"/>
                <a:gd name="connsiteX2" fmla="*/ 0 w 1283218"/>
                <a:gd name="connsiteY2" fmla="*/ 1052328 h 1052328"/>
                <a:gd name="connsiteX0" fmla="*/ 0 w 1245118"/>
                <a:gd name="connsiteY0" fmla="*/ 1082808 h 1082808"/>
                <a:gd name="connsiteX1" fmla="*/ 1245118 w 1245118"/>
                <a:gd name="connsiteY1" fmla="*/ 0 h 1082808"/>
                <a:gd name="connsiteX2" fmla="*/ 0 w 1245118"/>
                <a:gd name="connsiteY2" fmla="*/ 1082808 h 1082808"/>
                <a:gd name="connsiteX0" fmla="*/ 0 w 1245118"/>
                <a:gd name="connsiteY0" fmla="*/ 1082808 h 1083206"/>
                <a:gd name="connsiteX1" fmla="*/ 1245118 w 1245118"/>
                <a:gd name="connsiteY1" fmla="*/ 0 h 1083206"/>
                <a:gd name="connsiteX2" fmla="*/ 0 w 1245118"/>
                <a:gd name="connsiteY2" fmla="*/ 1082808 h 108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5118" h="1083206">
                  <a:moveTo>
                    <a:pt x="0" y="1082808"/>
                  </a:moveTo>
                  <a:cubicBezTo>
                    <a:pt x="224539" y="262132"/>
                    <a:pt x="664979" y="84076"/>
                    <a:pt x="1245118" y="0"/>
                  </a:cubicBezTo>
                  <a:cubicBezTo>
                    <a:pt x="830079" y="360936"/>
                    <a:pt x="917959" y="1102872"/>
                    <a:pt x="0" y="1082808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199D7BFB-5107-B1B1-09C2-C9A7616AE223}"/>
                </a:ext>
              </a:extLst>
            </p:cNvPr>
            <p:cNvSpPr/>
            <p:nvPr/>
          </p:nvSpPr>
          <p:spPr>
            <a:xfrm flipH="1">
              <a:off x="3796226" y="1729087"/>
              <a:ext cx="1245118" cy="1083206"/>
            </a:xfrm>
            <a:custGeom>
              <a:avLst/>
              <a:gdLst>
                <a:gd name="connsiteX0" fmla="*/ 0 w 914918"/>
                <a:gd name="connsiteY0" fmla="*/ 0 h 506228"/>
                <a:gd name="connsiteX1" fmla="*/ 914918 w 914918"/>
                <a:gd name="connsiteY1" fmla="*/ 0 h 506228"/>
                <a:gd name="connsiteX2" fmla="*/ 914918 w 914918"/>
                <a:gd name="connsiteY2" fmla="*/ 506228 h 506228"/>
                <a:gd name="connsiteX3" fmla="*/ 0 w 914918"/>
                <a:gd name="connsiteY3" fmla="*/ 506228 h 506228"/>
                <a:gd name="connsiteX4" fmla="*/ 0 w 914918"/>
                <a:gd name="connsiteY4" fmla="*/ 0 h 506228"/>
                <a:gd name="connsiteX0" fmla="*/ 381000 w 1295918"/>
                <a:gd name="connsiteY0" fmla="*/ 0 h 506228"/>
                <a:gd name="connsiteX1" fmla="*/ 1295918 w 1295918"/>
                <a:gd name="connsiteY1" fmla="*/ 0 h 506228"/>
                <a:gd name="connsiteX2" fmla="*/ 1295918 w 1295918"/>
                <a:gd name="connsiteY2" fmla="*/ 506228 h 506228"/>
                <a:gd name="connsiteX3" fmla="*/ 0 w 1295918"/>
                <a:gd name="connsiteY3" fmla="*/ 455428 h 506228"/>
                <a:gd name="connsiteX4" fmla="*/ 381000 w 1295918"/>
                <a:gd name="connsiteY4" fmla="*/ 0 h 506228"/>
                <a:gd name="connsiteX0" fmla="*/ 381000 w 1295918"/>
                <a:gd name="connsiteY0" fmla="*/ 596900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4" fmla="*/ 381000 w 1295918"/>
                <a:gd name="connsiteY4" fmla="*/ 596900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83218"/>
                <a:gd name="connsiteY0" fmla="*/ 1052328 h 1052328"/>
                <a:gd name="connsiteX1" fmla="*/ 1283218 w 1283218"/>
                <a:gd name="connsiteY1" fmla="*/ 0 h 1052328"/>
                <a:gd name="connsiteX2" fmla="*/ 0 w 1283218"/>
                <a:gd name="connsiteY2" fmla="*/ 1052328 h 1052328"/>
                <a:gd name="connsiteX0" fmla="*/ 0 w 1245118"/>
                <a:gd name="connsiteY0" fmla="*/ 1082808 h 1082808"/>
                <a:gd name="connsiteX1" fmla="*/ 1245118 w 1245118"/>
                <a:gd name="connsiteY1" fmla="*/ 0 h 1082808"/>
                <a:gd name="connsiteX2" fmla="*/ 0 w 1245118"/>
                <a:gd name="connsiteY2" fmla="*/ 1082808 h 1082808"/>
                <a:gd name="connsiteX0" fmla="*/ 0 w 1245118"/>
                <a:gd name="connsiteY0" fmla="*/ 1082808 h 1083206"/>
                <a:gd name="connsiteX1" fmla="*/ 1245118 w 1245118"/>
                <a:gd name="connsiteY1" fmla="*/ 0 h 1083206"/>
                <a:gd name="connsiteX2" fmla="*/ 0 w 1245118"/>
                <a:gd name="connsiteY2" fmla="*/ 1082808 h 108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5118" h="1083206">
                  <a:moveTo>
                    <a:pt x="0" y="1082808"/>
                  </a:moveTo>
                  <a:cubicBezTo>
                    <a:pt x="224539" y="262132"/>
                    <a:pt x="664979" y="84076"/>
                    <a:pt x="1245118" y="0"/>
                  </a:cubicBezTo>
                  <a:cubicBezTo>
                    <a:pt x="830079" y="360936"/>
                    <a:pt x="917959" y="1102872"/>
                    <a:pt x="0" y="1082808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A56960-4FF0-AABB-2467-C7D413F41EB4}"/>
              </a:ext>
            </a:extLst>
          </p:cNvPr>
          <p:cNvGrpSpPr/>
          <p:nvPr/>
        </p:nvGrpSpPr>
        <p:grpSpPr>
          <a:xfrm>
            <a:off x="737659" y="1799722"/>
            <a:ext cx="3118464" cy="5181065"/>
            <a:chOff x="3469968" y="1369013"/>
            <a:chExt cx="3118464" cy="5181065"/>
          </a:xfrm>
        </p:grpSpPr>
        <p:sp>
          <p:nvSpPr>
            <p:cNvPr id="37" name="Rectangle 29">
              <a:extLst>
                <a:ext uri="{FF2B5EF4-FFF2-40B4-BE49-F238E27FC236}">
                  <a16:creationId xmlns:a16="http://schemas.microsoft.com/office/drawing/2014/main" id="{C19161ED-0B8F-EA9F-C1C4-57CE15CCE2A6}"/>
                </a:ext>
              </a:extLst>
            </p:cNvPr>
            <p:cNvSpPr/>
            <p:nvPr/>
          </p:nvSpPr>
          <p:spPr>
            <a:xfrm rot="20714000">
              <a:off x="4737391" y="1426520"/>
              <a:ext cx="1245118" cy="1083206"/>
            </a:xfrm>
            <a:custGeom>
              <a:avLst/>
              <a:gdLst>
                <a:gd name="connsiteX0" fmla="*/ 0 w 914918"/>
                <a:gd name="connsiteY0" fmla="*/ 0 h 506228"/>
                <a:gd name="connsiteX1" fmla="*/ 914918 w 914918"/>
                <a:gd name="connsiteY1" fmla="*/ 0 h 506228"/>
                <a:gd name="connsiteX2" fmla="*/ 914918 w 914918"/>
                <a:gd name="connsiteY2" fmla="*/ 506228 h 506228"/>
                <a:gd name="connsiteX3" fmla="*/ 0 w 914918"/>
                <a:gd name="connsiteY3" fmla="*/ 506228 h 506228"/>
                <a:gd name="connsiteX4" fmla="*/ 0 w 914918"/>
                <a:gd name="connsiteY4" fmla="*/ 0 h 506228"/>
                <a:gd name="connsiteX0" fmla="*/ 381000 w 1295918"/>
                <a:gd name="connsiteY0" fmla="*/ 0 h 506228"/>
                <a:gd name="connsiteX1" fmla="*/ 1295918 w 1295918"/>
                <a:gd name="connsiteY1" fmla="*/ 0 h 506228"/>
                <a:gd name="connsiteX2" fmla="*/ 1295918 w 1295918"/>
                <a:gd name="connsiteY2" fmla="*/ 506228 h 506228"/>
                <a:gd name="connsiteX3" fmla="*/ 0 w 1295918"/>
                <a:gd name="connsiteY3" fmla="*/ 455428 h 506228"/>
                <a:gd name="connsiteX4" fmla="*/ 381000 w 1295918"/>
                <a:gd name="connsiteY4" fmla="*/ 0 h 506228"/>
                <a:gd name="connsiteX0" fmla="*/ 381000 w 1295918"/>
                <a:gd name="connsiteY0" fmla="*/ 596900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4" fmla="*/ 381000 w 1295918"/>
                <a:gd name="connsiteY4" fmla="*/ 596900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83218"/>
                <a:gd name="connsiteY0" fmla="*/ 1052328 h 1052328"/>
                <a:gd name="connsiteX1" fmla="*/ 1283218 w 1283218"/>
                <a:gd name="connsiteY1" fmla="*/ 0 h 1052328"/>
                <a:gd name="connsiteX2" fmla="*/ 0 w 1283218"/>
                <a:gd name="connsiteY2" fmla="*/ 1052328 h 1052328"/>
                <a:gd name="connsiteX0" fmla="*/ 0 w 1245118"/>
                <a:gd name="connsiteY0" fmla="*/ 1082808 h 1082808"/>
                <a:gd name="connsiteX1" fmla="*/ 1245118 w 1245118"/>
                <a:gd name="connsiteY1" fmla="*/ 0 h 1082808"/>
                <a:gd name="connsiteX2" fmla="*/ 0 w 1245118"/>
                <a:gd name="connsiteY2" fmla="*/ 1082808 h 1082808"/>
                <a:gd name="connsiteX0" fmla="*/ 0 w 1245118"/>
                <a:gd name="connsiteY0" fmla="*/ 1082808 h 1083206"/>
                <a:gd name="connsiteX1" fmla="*/ 1245118 w 1245118"/>
                <a:gd name="connsiteY1" fmla="*/ 0 h 1083206"/>
                <a:gd name="connsiteX2" fmla="*/ 0 w 1245118"/>
                <a:gd name="connsiteY2" fmla="*/ 1082808 h 108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5118" h="1083206">
                  <a:moveTo>
                    <a:pt x="0" y="1082808"/>
                  </a:moveTo>
                  <a:cubicBezTo>
                    <a:pt x="224539" y="262132"/>
                    <a:pt x="664979" y="84076"/>
                    <a:pt x="1245118" y="0"/>
                  </a:cubicBezTo>
                  <a:cubicBezTo>
                    <a:pt x="830079" y="360936"/>
                    <a:pt x="917959" y="1102872"/>
                    <a:pt x="0" y="1082808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29">
              <a:extLst>
                <a:ext uri="{FF2B5EF4-FFF2-40B4-BE49-F238E27FC236}">
                  <a16:creationId xmlns:a16="http://schemas.microsoft.com/office/drawing/2014/main" id="{E1FBD48F-21B8-A76F-7306-8FE90331D7AF}"/>
                </a:ext>
              </a:extLst>
            </p:cNvPr>
            <p:cNvSpPr/>
            <p:nvPr/>
          </p:nvSpPr>
          <p:spPr>
            <a:xfrm rot="886000" flipH="1">
              <a:off x="4136738" y="1419817"/>
              <a:ext cx="1245118" cy="1083206"/>
            </a:xfrm>
            <a:custGeom>
              <a:avLst/>
              <a:gdLst>
                <a:gd name="connsiteX0" fmla="*/ 0 w 914918"/>
                <a:gd name="connsiteY0" fmla="*/ 0 h 506228"/>
                <a:gd name="connsiteX1" fmla="*/ 914918 w 914918"/>
                <a:gd name="connsiteY1" fmla="*/ 0 h 506228"/>
                <a:gd name="connsiteX2" fmla="*/ 914918 w 914918"/>
                <a:gd name="connsiteY2" fmla="*/ 506228 h 506228"/>
                <a:gd name="connsiteX3" fmla="*/ 0 w 914918"/>
                <a:gd name="connsiteY3" fmla="*/ 506228 h 506228"/>
                <a:gd name="connsiteX4" fmla="*/ 0 w 914918"/>
                <a:gd name="connsiteY4" fmla="*/ 0 h 506228"/>
                <a:gd name="connsiteX0" fmla="*/ 381000 w 1295918"/>
                <a:gd name="connsiteY0" fmla="*/ 0 h 506228"/>
                <a:gd name="connsiteX1" fmla="*/ 1295918 w 1295918"/>
                <a:gd name="connsiteY1" fmla="*/ 0 h 506228"/>
                <a:gd name="connsiteX2" fmla="*/ 1295918 w 1295918"/>
                <a:gd name="connsiteY2" fmla="*/ 506228 h 506228"/>
                <a:gd name="connsiteX3" fmla="*/ 0 w 1295918"/>
                <a:gd name="connsiteY3" fmla="*/ 455428 h 506228"/>
                <a:gd name="connsiteX4" fmla="*/ 381000 w 1295918"/>
                <a:gd name="connsiteY4" fmla="*/ 0 h 506228"/>
                <a:gd name="connsiteX0" fmla="*/ 381000 w 1295918"/>
                <a:gd name="connsiteY0" fmla="*/ 596900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4" fmla="*/ 381000 w 1295918"/>
                <a:gd name="connsiteY4" fmla="*/ 596900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83218"/>
                <a:gd name="connsiteY0" fmla="*/ 1052328 h 1052328"/>
                <a:gd name="connsiteX1" fmla="*/ 1283218 w 1283218"/>
                <a:gd name="connsiteY1" fmla="*/ 0 h 1052328"/>
                <a:gd name="connsiteX2" fmla="*/ 0 w 1283218"/>
                <a:gd name="connsiteY2" fmla="*/ 1052328 h 1052328"/>
                <a:gd name="connsiteX0" fmla="*/ 0 w 1245118"/>
                <a:gd name="connsiteY0" fmla="*/ 1082808 h 1082808"/>
                <a:gd name="connsiteX1" fmla="*/ 1245118 w 1245118"/>
                <a:gd name="connsiteY1" fmla="*/ 0 h 1082808"/>
                <a:gd name="connsiteX2" fmla="*/ 0 w 1245118"/>
                <a:gd name="connsiteY2" fmla="*/ 1082808 h 1082808"/>
                <a:gd name="connsiteX0" fmla="*/ 0 w 1245118"/>
                <a:gd name="connsiteY0" fmla="*/ 1082808 h 1083206"/>
                <a:gd name="connsiteX1" fmla="*/ 1245118 w 1245118"/>
                <a:gd name="connsiteY1" fmla="*/ 0 h 1083206"/>
                <a:gd name="connsiteX2" fmla="*/ 0 w 1245118"/>
                <a:gd name="connsiteY2" fmla="*/ 1082808 h 108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5118" h="1083206">
                  <a:moveTo>
                    <a:pt x="0" y="1082808"/>
                  </a:moveTo>
                  <a:cubicBezTo>
                    <a:pt x="224539" y="262132"/>
                    <a:pt x="664979" y="84076"/>
                    <a:pt x="1245118" y="0"/>
                  </a:cubicBezTo>
                  <a:cubicBezTo>
                    <a:pt x="830079" y="360936"/>
                    <a:pt x="917959" y="1102872"/>
                    <a:pt x="0" y="1082808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2">
              <a:extLst>
                <a:ext uri="{FF2B5EF4-FFF2-40B4-BE49-F238E27FC236}">
                  <a16:creationId xmlns:a16="http://schemas.microsoft.com/office/drawing/2014/main" id="{5BB0689F-C194-22EA-1FFD-C952239F6A44}"/>
                </a:ext>
              </a:extLst>
            </p:cNvPr>
            <p:cNvSpPr/>
            <p:nvPr/>
          </p:nvSpPr>
          <p:spPr>
            <a:xfrm>
              <a:off x="3469968" y="2591769"/>
              <a:ext cx="3118464" cy="3958309"/>
            </a:xfrm>
            <a:custGeom>
              <a:avLst/>
              <a:gdLst>
                <a:gd name="connsiteX0" fmla="*/ 0 w 1301857"/>
                <a:gd name="connsiteY0" fmla="*/ 0 h 449450"/>
                <a:gd name="connsiteX1" fmla="*/ 1301857 w 1301857"/>
                <a:gd name="connsiteY1" fmla="*/ 0 h 449450"/>
                <a:gd name="connsiteX2" fmla="*/ 1301857 w 1301857"/>
                <a:gd name="connsiteY2" fmla="*/ 449450 h 449450"/>
                <a:gd name="connsiteX3" fmla="*/ 0 w 1301857"/>
                <a:gd name="connsiteY3" fmla="*/ 449450 h 449450"/>
                <a:gd name="connsiteX4" fmla="*/ 0 w 1301857"/>
                <a:gd name="connsiteY4" fmla="*/ 0 h 449450"/>
                <a:gd name="connsiteX0" fmla="*/ 0 w 1301857"/>
                <a:gd name="connsiteY0" fmla="*/ 0 h 3859077"/>
                <a:gd name="connsiteX1" fmla="*/ 1301857 w 1301857"/>
                <a:gd name="connsiteY1" fmla="*/ 0 h 3859077"/>
                <a:gd name="connsiteX2" fmla="*/ 1301857 w 1301857"/>
                <a:gd name="connsiteY2" fmla="*/ 449450 h 3859077"/>
                <a:gd name="connsiteX3" fmla="*/ 681925 w 1301857"/>
                <a:gd name="connsiteY3" fmla="*/ 3859077 h 3859077"/>
                <a:gd name="connsiteX4" fmla="*/ 0 w 1301857"/>
                <a:gd name="connsiteY4" fmla="*/ 0 h 3859077"/>
                <a:gd name="connsiteX0" fmla="*/ 0 w 1301857"/>
                <a:gd name="connsiteY0" fmla="*/ 0 h 3859077"/>
                <a:gd name="connsiteX1" fmla="*/ 1301857 w 1301857"/>
                <a:gd name="connsiteY1" fmla="*/ 0 h 3859077"/>
                <a:gd name="connsiteX2" fmla="*/ 681925 w 1301857"/>
                <a:gd name="connsiteY2" fmla="*/ 3859077 h 3859077"/>
                <a:gd name="connsiteX3" fmla="*/ 0 w 1301857"/>
                <a:gd name="connsiteY3" fmla="*/ 0 h 3859077"/>
                <a:gd name="connsiteX0" fmla="*/ 0 w 1208867"/>
                <a:gd name="connsiteY0" fmla="*/ 0 h 3859077"/>
                <a:gd name="connsiteX1" fmla="*/ 1208867 w 1208867"/>
                <a:gd name="connsiteY1" fmla="*/ 0 h 3859077"/>
                <a:gd name="connsiteX2" fmla="*/ 588935 w 1208867"/>
                <a:gd name="connsiteY2" fmla="*/ 3859077 h 3859077"/>
                <a:gd name="connsiteX3" fmla="*/ 0 w 1208867"/>
                <a:gd name="connsiteY3" fmla="*/ 0 h 3859077"/>
                <a:gd name="connsiteX0" fmla="*/ 631533 w 1840400"/>
                <a:gd name="connsiteY0" fmla="*/ 0 h 3859077"/>
                <a:gd name="connsiteX1" fmla="*/ 1840400 w 1840400"/>
                <a:gd name="connsiteY1" fmla="*/ 0 h 3859077"/>
                <a:gd name="connsiteX2" fmla="*/ 1220468 w 1840400"/>
                <a:gd name="connsiteY2" fmla="*/ 3859077 h 3859077"/>
                <a:gd name="connsiteX3" fmla="*/ 631533 w 1840400"/>
                <a:gd name="connsiteY3" fmla="*/ 0 h 3859077"/>
                <a:gd name="connsiteX0" fmla="*/ 631533 w 1530434"/>
                <a:gd name="connsiteY0" fmla="*/ 0 h 3859077"/>
                <a:gd name="connsiteX1" fmla="*/ 1530434 w 1530434"/>
                <a:gd name="connsiteY1" fmla="*/ 0 h 3859077"/>
                <a:gd name="connsiteX2" fmla="*/ 1220468 w 1530434"/>
                <a:gd name="connsiteY2" fmla="*/ 3859077 h 3859077"/>
                <a:gd name="connsiteX3" fmla="*/ 631533 w 1530434"/>
                <a:gd name="connsiteY3" fmla="*/ 0 h 3859077"/>
                <a:gd name="connsiteX0" fmla="*/ 694656 w 1299090"/>
                <a:gd name="connsiteY0" fmla="*/ 0 h 3859077"/>
                <a:gd name="connsiteX1" fmla="*/ 1299090 w 1299090"/>
                <a:gd name="connsiteY1" fmla="*/ 0 h 3859077"/>
                <a:gd name="connsiteX2" fmla="*/ 989124 w 1299090"/>
                <a:gd name="connsiteY2" fmla="*/ 3859077 h 3859077"/>
                <a:gd name="connsiteX3" fmla="*/ 694656 w 1299090"/>
                <a:gd name="connsiteY3" fmla="*/ 0 h 3859077"/>
                <a:gd name="connsiteX0" fmla="*/ 694656 w 1268094"/>
                <a:gd name="connsiteY0" fmla="*/ 0 h 3859077"/>
                <a:gd name="connsiteX1" fmla="*/ 1268094 w 1268094"/>
                <a:gd name="connsiteY1" fmla="*/ 15499 h 3859077"/>
                <a:gd name="connsiteX2" fmla="*/ 989124 w 1268094"/>
                <a:gd name="connsiteY2" fmla="*/ 3859077 h 3859077"/>
                <a:gd name="connsiteX3" fmla="*/ 694656 w 1268094"/>
                <a:gd name="connsiteY3" fmla="*/ 0 h 3859077"/>
                <a:gd name="connsiteX0" fmla="*/ 694656 w 1943360"/>
                <a:gd name="connsiteY0" fmla="*/ 0 h 3859077"/>
                <a:gd name="connsiteX1" fmla="*/ 1268094 w 1943360"/>
                <a:gd name="connsiteY1" fmla="*/ 15499 h 3859077"/>
                <a:gd name="connsiteX2" fmla="*/ 989124 w 1943360"/>
                <a:gd name="connsiteY2" fmla="*/ 3859077 h 3859077"/>
                <a:gd name="connsiteX3" fmla="*/ 694656 w 1943360"/>
                <a:gd name="connsiteY3" fmla="*/ 0 h 3859077"/>
                <a:gd name="connsiteX0" fmla="*/ 894040 w 2142744"/>
                <a:gd name="connsiteY0" fmla="*/ 0 h 3859077"/>
                <a:gd name="connsiteX1" fmla="*/ 1467478 w 2142744"/>
                <a:gd name="connsiteY1" fmla="*/ 15499 h 3859077"/>
                <a:gd name="connsiteX2" fmla="*/ 1188508 w 2142744"/>
                <a:gd name="connsiteY2" fmla="*/ 3859077 h 3859077"/>
                <a:gd name="connsiteX3" fmla="*/ 894040 w 2142744"/>
                <a:gd name="connsiteY3" fmla="*/ 0 h 3859077"/>
                <a:gd name="connsiteX0" fmla="*/ 894040 w 2130756"/>
                <a:gd name="connsiteY0" fmla="*/ 46494 h 3905571"/>
                <a:gd name="connsiteX1" fmla="*/ 1451980 w 2130756"/>
                <a:gd name="connsiteY1" fmla="*/ 0 h 3905571"/>
                <a:gd name="connsiteX2" fmla="*/ 1188508 w 2130756"/>
                <a:gd name="connsiteY2" fmla="*/ 3905571 h 3905571"/>
                <a:gd name="connsiteX3" fmla="*/ 894040 w 2130756"/>
                <a:gd name="connsiteY3" fmla="*/ 46494 h 3905571"/>
                <a:gd name="connsiteX0" fmla="*/ 894040 w 2130756"/>
                <a:gd name="connsiteY0" fmla="*/ 0 h 3859077"/>
                <a:gd name="connsiteX1" fmla="*/ 1451980 w 2130756"/>
                <a:gd name="connsiteY1" fmla="*/ 1 h 3859077"/>
                <a:gd name="connsiteX2" fmla="*/ 1188508 w 2130756"/>
                <a:gd name="connsiteY2" fmla="*/ 3859077 h 3859077"/>
                <a:gd name="connsiteX3" fmla="*/ 894040 w 2130756"/>
                <a:gd name="connsiteY3" fmla="*/ 0 h 3859077"/>
                <a:gd name="connsiteX0" fmla="*/ 894040 w 2619164"/>
                <a:gd name="connsiteY0" fmla="*/ 0 h 3859180"/>
                <a:gd name="connsiteX1" fmla="*/ 1451980 w 2619164"/>
                <a:gd name="connsiteY1" fmla="*/ 1 h 3859180"/>
                <a:gd name="connsiteX2" fmla="*/ 1188508 w 2619164"/>
                <a:gd name="connsiteY2" fmla="*/ 3859077 h 3859180"/>
                <a:gd name="connsiteX3" fmla="*/ 894040 w 2619164"/>
                <a:gd name="connsiteY3" fmla="*/ 0 h 3859180"/>
                <a:gd name="connsiteX0" fmla="*/ 894040 w 2692238"/>
                <a:gd name="connsiteY0" fmla="*/ 0 h 3862874"/>
                <a:gd name="connsiteX1" fmla="*/ 1451980 w 2692238"/>
                <a:gd name="connsiteY1" fmla="*/ 1 h 3862874"/>
                <a:gd name="connsiteX2" fmla="*/ 1188508 w 2692238"/>
                <a:gd name="connsiteY2" fmla="*/ 3859077 h 3862874"/>
                <a:gd name="connsiteX3" fmla="*/ 894040 w 2692238"/>
                <a:gd name="connsiteY3" fmla="*/ 0 h 3862874"/>
                <a:gd name="connsiteX0" fmla="*/ 1344673 w 3142871"/>
                <a:gd name="connsiteY0" fmla="*/ 0 h 3878528"/>
                <a:gd name="connsiteX1" fmla="*/ 1902613 w 3142871"/>
                <a:gd name="connsiteY1" fmla="*/ 1 h 3878528"/>
                <a:gd name="connsiteX2" fmla="*/ 1639141 w 3142871"/>
                <a:gd name="connsiteY2" fmla="*/ 3859077 h 3878528"/>
                <a:gd name="connsiteX3" fmla="*/ 1344673 w 3142871"/>
                <a:gd name="connsiteY3" fmla="*/ 0 h 3878528"/>
                <a:gd name="connsiteX0" fmla="*/ 1335034 w 3144425"/>
                <a:gd name="connsiteY0" fmla="*/ 0 h 3939141"/>
                <a:gd name="connsiteX1" fmla="*/ 1892974 w 3144425"/>
                <a:gd name="connsiteY1" fmla="*/ 1 h 3939141"/>
                <a:gd name="connsiteX2" fmla="*/ 1652362 w 3144425"/>
                <a:gd name="connsiteY2" fmla="*/ 3920037 h 3939141"/>
                <a:gd name="connsiteX3" fmla="*/ 1335034 w 3144425"/>
                <a:gd name="connsiteY3" fmla="*/ 0 h 3939141"/>
                <a:gd name="connsiteX0" fmla="*/ 1335034 w 3158596"/>
                <a:gd name="connsiteY0" fmla="*/ 0 h 3939141"/>
                <a:gd name="connsiteX1" fmla="*/ 1892974 w 3158596"/>
                <a:gd name="connsiteY1" fmla="*/ 1 h 3939141"/>
                <a:gd name="connsiteX2" fmla="*/ 1652362 w 3158596"/>
                <a:gd name="connsiteY2" fmla="*/ 3920037 h 3939141"/>
                <a:gd name="connsiteX3" fmla="*/ 1335034 w 3158596"/>
                <a:gd name="connsiteY3" fmla="*/ 0 h 3939141"/>
                <a:gd name="connsiteX0" fmla="*/ 1322327 w 3161099"/>
                <a:gd name="connsiteY0" fmla="*/ 0 h 3977031"/>
                <a:gd name="connsiteX1" fmla="*/ 1880267 w 3161099"/>
                <a:gd name="connsiteY1" fmla="*/ 1 h 3977031"/>
                <a:gd name="connsiteX2" fmla="*/ 1670135 w 3161099"/>
                <a:gd name="connsiteY2" fmla="*/ 3958137 h 3977031"/>
                <a:gd name="connsiteX3" fmla="*/ 1322327 w 3161099"/>
                <a:gd name="connsiteY3" fmla="*/ 0 h 3977031"/>
                <a:gd name="connsiteX0" fmla="*/ 1372977 w 3211749"/>
                <a:gd name="connsiteY0" fmla="*/ 0 h 3959204"/>
                <a:gd name="connsiteX1" fmla="*/ 1930917 w 3211749"/>
                <a:gd name="connsiteY1" fmla="*/ 1 h 3959204"/>
                <a:gd name="connsiteX2" fmla="*/ 1720785 w 3211749"/>
                <a:gd name="connsiteY2" fmla="*/ 3958137 h 3959204"/>
                <a:gd name="connsiteX3" fmla="*/ 1372977 w 3211749"/>
                <a:gd name="connsiteY3" fmla="*/ 0 h 3959204"/>
                <a:gd name="connsiteX0" fmla="*/ 1372977 w 3211749"/>
                <a:gd name="connsiteY0" fmla="*/ 0 h 3958330"/>
                <a:gd name="connsiteX1" fmla="*/ 1930917 w 3211749"/>
                <a:gd name="connsiteY1" fmla="*/ 1 h 3958330"/>
                <a:gd name="connsiteX2" fmla="*/ 1720785 w 3211749"/>
                <a:gd name="connsiteY2" fmla="*/ 3958137 h 3958330"/>
                <a:gd name="connsiteX3" fmla="*/ 1372977 w 3211749"/>
                <a:gd name="connsiteY3" fmla="*/ 0 h 3958330"/>
                <a:gd name="connsiteX0" fmla="*/ 1448221 w 3286993"/>
                <a:gd name="connsiteY0" fmla="*/ 0 h 3958922"/>
                <a:gd name="connsiteX1" fmla="*/ 2006161 w 3286993"/>
                <a:gd name="connsiteY1" fmla="*/ 1 h 3958922"/>
                <a:gd name="connsiteX2" fmla="*/ 1796029 w 3286993"/>
                <a:gd name="connsiteY2" fmla="*/ 3958137 h 3958922"/>
                <a:gd name="connsiteX3" fmla="*/ 1448221 w 3286993"/>
                <a:gd name="connsiteY3" fmla="*/ 0 h 3958922"/>
                <a:gd name="connsiteX0" fmla="*/ 1448221 w 3294166"/>
                <a:gd name="connsiteY0" fmla="*/ 0 h 3958922"/>
                <a:gd name="connsiteX1" fmla="*/ 2006161 w 3294166"/>
                <a:gd name="connsiteY1" fmla="*/ 1 h 3958922"/>
                <a:gd name="connsiteX2" fmla="*/ 1796029 w 3294166"/>
                <a:gd name="connsiteY2" fmla="*/ 3958137 h 3958922"/>
                <a:gd name="connsiteX3" fmla="*/ 1448221 w 3294166"/>
                <a:gd name="connsiteY3" fmla="*/ 0 h 3958922"/>
                <a:gd name="connsiteX0" fmla="*/ 1448221 w 3294166"/>
                <a:gd name="connsiteY0" fmla="*/ 0 h 3958330"/>
                <a:gd name="connsiteX1" fmla="*/ 2006161 w 3294166"/>
                <a:gd name="connsiteY1" fmla="*/ 1 h 3958330"/>
                <a:gd name="connsiteX2" fmla="*/ 1796029 w 3294166"/>
                <a:gd name="connsiteY2" fmla="*/ 3958137 h 3958330"/>
                <a:gd name="connsiteX3" fmla="*/ 1448221 w 3294166"/>
                <a:gd name="connsiteY3" fmla="*/ 0 h 3958330"/>
                <a:gd name="connsiteX0" fmla="*/ 1328740 w 3174685"/>
                <a:gd name="connsiteY0" fmla="*/ 0 h 3958309"/>
                <a:gd name="connsiteX1" fmla="*/ 1886680 w 3174685"/>
                <a:gd name="connsiteY1" fmla="*/ 1 h 3958309"/>
                <a:gd name="connsiteX2" fmla="*/ 1676548 w 3174685"/>
                <a:gd name="connsiteY2" fmla="*/ 3958137 h 3958309"/>
                <a:gd name="connsiteX3" fmla="*/ 1328740 w 3174685"/>
                <a:gd name="connsiteY3" fmla="*/ 0 h 3958309"/>
                <a:gd name="connsiteX0" fmla="*/ 1328740 w 3118464"/>
                <a:gd name="connsiteY0" fmla="*/ 0 h 3958309"/>
                <a:gd name="connsiteX1" fmla="*/ 1886680 w 3118464"/>
                <a:gd name="connsiteY1" fmla="*/ 1 h 3958309"/>
                <a:gd name="connsiteX2" fmla="*/ 1676548 w 3118464"/>
                <a:gd name="connsiteY2" fmla="*/ 3958137 h 3958309"/>
                <a:gd name="connsiteX3" fmla="*/ 1328740 w 3118464"/>
                <a:gd name="connsiteY3" fmla="*/ 0 h 3958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8464" h="3958309">
                  <a:moveTo>
                    <a:pt x="1328740" y="0"/>
                  </a:moveTo>
                  <a:lnTo>
                    <a:pt x="1886680" y="1"/>
                  </a:lnTo>
                  <a:cubicBezTo>
                    <a:pt x="3361602" y="613799"/>
                    <a:pt x="3763976" y="3795825"/>
                    <a:pt x="1676548" y="3958137"/>
                  </a:cubicBezTo>
                  <a:cubicBezTo>
                    <a:pt x="-549558" y="3985905"/>
                    <a:pt x="-448399" y="660938"/>
                    <a:pt x="1328740" y="0"/>
                  </a:cubicBezTo>
                  <a:close/>
                </a:path>
              </a:pathLst>
            </a:custGeom>
            <a:solidFill>
              <a:srgbClr val="FFFF15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3D5B998-E2B0-6C88-3F1B-85EE72730001}"/>
                </a:ext>
              </a:extLst>
            </p:cNvPr>
            <p:cNvCxnSpPr>
              <a:cxnSpLocks/>
              <a:stCxn id="39" idx="1"/>
            </p:cNvCxnSpPr>
            <p:nvPr/>
          </p:nvCxnSpPr>
          <p:spPr>
            <a:xfrm flipH="1">
              <a:off x="3486150" y="2591770"/>
              <a:ext cx="1870498" cy="1780205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2213E88-4B53-D76B-885A-55AE618434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43646" y="2949652"/>
              <a:ext cx="2342636" cy="2357475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903F5F0-3EEA-CDDB-FC2D-C041658DB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1538" y="3514365"/>
              <a:ext cx="2441787" cy="2427674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D3BE5C3-2587-C04F-A85C-451EE3DB74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9698" y="4186440"/>
              <a:ext cx="2135402" cy="2225611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5D8A22F-ED75-2985-70A4-D22CE1CFD6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40743" y="5076543"/>
              <a:ext cx="1447689" cy="1473535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D7B5696-0726-3E57-A9C4-FCD622528A58}"/>
                </a:ext>
              </a:extLst>
            </p:cNvPr>
            <p:cNvCxnSpPr>
              <a:cxnSpLocks/>
            </p:cNvCxnSpPr>
            <p:nvPr/>
          </p:nvCxnSpPr>
          <p:spPr>
            <a:xfrm>
              <a:off x="4200525" y="2944054"/>
              <a:ext cx="2330757" cy="2318024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3DD2039-FA9F-71CE-6DB5-EFA5357DC020}"/>
                </a:ext>
              </a:extLst>
            </p:cNvPr>
            <p:cNvCxnSpPr>
              <a:cxnSpLocks/>
            </p:cNvCxnSpPr>
            <p:nvPr/>
          </p:nvCxnSpPr>
          <p:spPr>
            <a:xfrm>
              <a:off x="3785118" y="3495286"/>
              <a:ext cx="2510907" cy="2457946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AD9D851-51D1-0A22-BB0B-38E492387015}"/>
                </a:ext>
              </a:extLst>
            </p:cNvPr>
            <p:cNvCxnSpPr>
              <a:cxnSpLocks/>
            </p:cNvCxnSpPr>
            <p:nvPr/>
          </p:nvCxnSpPr>
          <p:spPr>
            <a:xfrm>
              <a:off x="3549861" y="4164457"/>
              <a:ext cx="2173709" cy="2247594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28371C2-76D0-7443-AFCD-BA0E7BE7C90B}"/>
                </a:ext>
              </a:extLst>
            </p:cNvPr>
            <p:cNvCxnSpPr>
              <a:cxnSpLocks/>
            </p:cNvCxnSpPr>
            <p:nvPr/>
          </p:nvCxnSpPr>
          <p:spPr>
            <a:xfrm>
              <a:off x="3492711" y="5101455"/>
              <a:ext cx="1469814" cy="1448058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ED4E3BB-8894-464E-FDAA-14E90EB135EA}"/>
                </a:ext>
              </a:extLst>
            </p:cNvPr>
            <p:cNvCxnSpPr>
              <a:cxnSpLocks/>
              <a:stCxn id="39" idx="0"/>
            </p:cNvCxnSpPr>
            <p:nvPr/>
          </p:nvCxnSpPr>
          <p:spPr>
            <a:xfrm>
              <a:off x="4798708" y="2591769"/>
              <a:ext cx="1716392" cy="1687793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29">
              <a:extLst>
                <a:ext uri="{FF2B5EF4-FFF2-40B4-BE49-F238E27FC236}">
                  <a16:creationId xmlns:a16="http://schemas.microsoft.com/office/drawing/2014/main" id="{2CDA33EE-6215-5142-3E0E-1415ADAA8A73}"/>
                </a:ext>
              </a:extLst>
            </p:cNvPr>
            <p:cNvSpPr/>
            <p:nvPr/>
          </p:nvSpPr>
          <p:spPr>
            <a:xfrm rot="18686222">
              <a:off x="4445684" y="1449969"/>
              <a:ext cx="1245118" cy="1083206"/>
            </a:xfrm>
            <a:custGeom>
              <a:avLst/>
              <a:gdLst>
                <a:gd name="connsiteX0" fmla="*/ 0 w 914918"/>
                <a:gd name="connsiteY0" fmla="*/ 0 h 506228"/>
                <a:gd name="connsiteX1" fmla="*/ 914918 w 914918"/>
                <a:gd name="connsiteY1" fmla="*/ 0 h 506228"/>
                <a:gd name="connsiteX2" fmla="*/ 914918 w 914918"/>
                <a:gd name="connsiteY2" fmla="*/ 506228 h 506228"/>
                <a:gd name="connsiteX3" fmla="*/ 0 w 914918"/>
                <a:gd name="connsiteY3" fmla="*/ 506228 h 506228"/>
                <a:gd name="connsiteX4" fmla="*/ 0 w 914918"/>
                <a:gd name="connsiteY4" fmla="*/ 0 h 506228"/>
                <a:gd name="connsiteX0" fmla="*/ 381000 w 1295918"/>
                <a:gd name="connsiteY0" fmla="*/ 0 h 506228"/>
                <a:gd name="connsiteX1" fmla="*/ 1295918 w 1295918"/>
                <a:gd name="connsiteY1" fmla="*/ 0 h 506228"/>
                <a:gd name="connsiteX2" fmla="*/ 1295918 w 1295918"/>
                <a:gd name="connsiteY2" fmla="*/ 506228 h 506228"/>
                <a:gd name="connsiteX3" fmla="*/ 0 w 1295918"/>
                <a:gd name="connsiteY3" fmla="*/ 455428 h 506228"/>
                <a:gd name="connsiteX4" fmla="*/ 381000 w 1295918"/>
                <a:gd name="connsiteY4" fmla="*/ 0 h 506228"/>
                <a:gd name="connsiteX0" fmla="*/ 381000 w 1295918"/>
                <a:gd name="connsiteY0" fmla="*/ 596900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4" fmla="*/ 381000 w 1295918"/>
                <a:gd name="connsiteY4" fmla="*/ 596900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83218"/>
                <a:gd name="connsiteY0" fmla="*/ 1052328 h 1052328"/>
                <a:gd name="connsiteX1" fmla="*/ 1283218 w 1283218"/>
                <a:gd name="connsiteY1" fmla="*/ 0 h 1052328"/>
                <a:gd name="connsiteX2" fmla="*/ 0 w 1283218"/>
                <a:gd name="connsiteY2" fmla="*/ 1052328 h 1052328"/>
                <a:gd name="connsiteX0" fmla="*/ 0 w 1245118"/>
                <a:gd name="connsiteY0" fmla="*/ 1082808 h 1082808"/>
                <a:gd name="connsiteX1" fmla="*/ 1245118 w 1245118"/>
                <a:gd name="connsiteY1" fmla="*/ 0 h 1082808"/>
                <a:gd name="connsiteX2" fmla="*/ 0 w 1245118"/>
                <a:gd name="connsiteY2" fmla="*/ 1082808 h 1082808"/>
                <a:gd name="connsiteX0" fmla="*/ 0 w 1245118"/>
                <a:gd name="connsiteY0" fmla="*/ 1082808 h 1083206"/>
                <a:gd name="connsiteX1" fmla="*/ 1245118 w 1245118"/>
                <a:gd name="connsiteY1" fmla="*/ 0 h 1083206"/>
                <a:gd name="connsiteX2" fmla="*/ 0 w 1245118"/>
                <a:gd name="connsiteY2" fmla="*/ 1082808 h 108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5118" h="1083206">
                  <a:moveTo>
                    <a:pt x="0" y="1082808"/>
                  </a:moveTo>
                  <a:cubicBezTo>
                    <a:pt x="224539" y="262132"/>
                    <a:pt x="664979" y="84076"/>
                    <a:pt x="1245118" y="0"/>
                  </a:cubicBezTo>
                  <a:cubicBezTo>
                    <a:pt x="830079" y="360936"/>
                    <a:pt x="917959" y="1102872"/>
                    <a:pt x="0" y="1082808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29">
              <a:extLst>
                <a:ext uri="{FF2B5EF4-FFF2-40B4-BE49-F238E27FC236}">
                  <a16:creationId xmlns:a16="http://schemas.microsoft.com/office/drawing/2014/main" id="{3BA191D1-5324-7CA9-7E38-1B0C45B0390A}"/>
                </a:ext>
              </a:extLst>
            </p:cNvPr>
            <p:cNvSpPr/>
            <p:nvPr/>
          </p:nvSpPr>
          <p:spPr>
            <a:xfrm>
              <a:off x="5038207" y="1727922"/>
              <a:ext cx="1245118" cy="1083206"/>
            </a:xfrm>
            <a:custGeom>
              <a:avLst/>
              <a:gdLst>
                <a:gd name="connsiteX0" fmla="*/ 0 w 914918"/>
                <a:gd name="connsiteY0" fmla="*/ 0 h 506228"/>
                <a:gd name="connsiteX1" fmla="*/ 914918 w 914918"/>
                <a:gd name="connsiteY1" fmla="*/ 0 h 506228"/>
                <a:gd name="connsiteX2" fmla="*/ 914918 w 914918"/>
                <a:gd name="connsiteY2" fmla="*/ 506228 h 506228"/>
                <a:gd name="connsiteX3" fmla="*/ 0 w 914918"/>
                <a:gd name="connsiteY3" fmla="*/ 506228 h 506228"/>
                <a:gd name="connsiteX4" fmla="*/ 0 w 914918"/>
                <a:gd name="connsiteY4" fmla="*/ 0 h 506228"/>
                <a:gd name="connsiteX0" fmla="*/ 381000 w 1295918"/>
                <a:gd name="connsiteY0" fmla="*/ 0 h 506228"/>
                <a:gd name="connsiteX1" fmla="*/ 1295918 w 1295918"/>
                <a:gd name="connsiteY1" fmla="*/ 0 h 506228"/>
                <a:gd name="connsiteX2" fmla="*/ 1295918 w 1295918"/>
                <a:gd name="connsiteY2" fmla="*/ 506228 h 506228"/>
                <a:gd name="connsiteX3" fmla="*/ 0 w 1295918"/>
                <a:gd name="connsiteY3" fmla="*/ 455428 h 506228"/>
                <a:gd name="connsiteX4" fmla="*/ 381000 w 1295918"/>
                <a:gd name="connsiteY4" fmla="*/ 0 h 506228"/>
                <a:gd name="connsiteX0" fmla="*/ 381000 w 1295918"/>
                <a:gd name="connsiteY0" fmla="*/ 596900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4" fmla="*/ 381000 w 1295918"/>
                <a:gd name="connsiteY4" fmla="*/ 596900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83218"/>
                <a:gd name="connsiteY0" fmla="*/ 1052328 h 1052328"/>
                <a:gd name="connsiteX1" fmla="*/ 1283218 w 1283218"/>
                <a:gd name="connsiteY1" fmla="*/ 0 h 1052328"/>
                <a:gd name="connsiteX2" fmla="*/ 0 w 1283218"/>
                <a:gd name="connsiteY2" fmla="*/ 1052328 h 1052328"/>
                <a:gd name="connsiteX0" fmla="*/ 0 w 1245118"/>
                <a:gd name="connsiteY0" fmla="*/ 1082808 h 1082808"/>
                <a:gd name="connsiteX1" fmla="*/ 1245118 w 1245118"/>
                <a:gd name="connsiteY1" fmla="*/ 0 h 1082808"/>
                <a:gd name="connsiteX2" fmla="*/ 0 w 1245118"/>
                <a:gd name="connsiteY2" fmla="*/ 1082808 h 1082808"/>
                <a:gd name="connsiteX0" fmla="*/ 0 w 1245118"/>
                <a:gd name="connsiteY0" fmla="*/ 1082808 h 1083206"/>
                <a:gd name="connsiteX1" fmla="*/ 1245118 w 1245118"/>
                <a:gd name="connsiteY1" fmla="*/ 0 h 1083206"/>
                <a:gd name="connsiteX2" fmla="*/ 0 w 1245118"/>
                <a:gd name="connsiteY2" fmla="*/ 1082808 h 108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5118" h="1083206">
                  <a:moveTo>
                    <a:pt x="0" y="1082808"/>
                  </a:moveTo>
                  <a:cubicBezTo>
                    <a:pt x="224539" y="262132"/>
                    <a:pt x="664979" y="84076"/>
                    <a:pt x="1245118" y="0"/>
                  </a:cubicBezTo>
                  <a:cubicBezTo>
                    <a:pt x="830079" y="360936"/>
                    <a:pt x="917959" y="1102872"/>
                    <a:pt x="0" y="1082808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29">
              <a:extLst>
                <a:ext uri="{FF2B5EF4-FFF2-40B4-BE49-F238E27FC236}">
                  <a16:creationId xmlns:a16="http://schemas.microsoft.com/office/drawing/2014/main" id="{75DA4032-ED9F-787C-208F-0DC1D0AE9C58}"/>
                </a:ext>
              </a:extLst>
            </p:cNvPr>
            <p:cNvSpPr/>
            <p:nvPr/>
          </p:nvSpPr>
          <p:spPr>
            <a:xfrm flipH="1">
              <a:off x="3796226" y="1729087"/>
              <a:ext cx="1245118" cy="1083206"/>
            </a:xfrm>
            <a:custGeom>
              <a:avLst/>
              <a:gdLst>
                <a:gd name="connsiteX0" fmla="*/ 0 w 914918"/>
                <a:gd name="connsiteY0" fmla="*/ 0 h 506228"/>
                <a:gd name="connsiteX1" fmla="*/ 914918 w 914918"/>
                <a:gd name="connsiteY1" fmla="*/ 0 h 506228"/>
                <a:gd name="connsiteX2" fmla="*/ 914918 w 914918"/>
                <a:gd name="connsiteY2" fmla="*/ 506228 h 506228"/>
                <a:gd name="connsiteX3" fmla="*/ 0 w 914918"/>
                <a:gd name="connsiteY3" fmla="*/ 506228 h 506228"/>
                <a:gd name="connsiteX4" fmla="*/ 0 w 914918"/>
                <a:gd name="connsiteY4" fmla="*/ 0 h 506228"/>
                <a:gd name="connsiteX0" fmla="*/ 381000 w 1295918"/>
                <a:gd name="connsiteY0" fmla="*/ 0 h 506228"/>
                <a:gd name="connsiteX1" fmla="*/ 1295918 w 1295918"/>
                <a:gd name="connsiteY1" fmla="*/ 0 h 506228"/>
                <a:gd name="connsiteX2" fmla="*/ 1295918 w 1295918"/>
                <a:gd name="connsiteY2" fmla="*/ 506228 h 506228"/>
                <a:gd name="connsiteX3" fmla="*/ 0 w 1295918"/>
                <a:gd name="connsiteY3" fmla="*/ 455428 h 506228"/>
                <a:gd name="connsiteX4" fmla="*/ 381000 w 1295918"/>
                <a:gd name="connsiteY4" fmla="*/ 0 h 506228"/>
                <a:gd name="connsiteX0" fmla="*/ 381000 w 1295918"/>
                <a:gd name="connsiteY0" fmla="*/ 596900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4" fmla="*/ 381000 w 1295918"/>
                <a:gd name="connsiteY4" fmla="*/ 596900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95918"/>
                <a:gd name="connsiteY0" fmla="*/ 1052328 h 1103128"/>
                <a:gd name="connsiteX1" fmla="*/ 1283218 w 1295918"/>
                <a:gd name="connsiteY1" fmla="*/ 0 h 1103128"/>
                <a:gd name="connsiteX2" fmla="*/ 1295918 w 1295918"/>
                <a:gd name="connsiteY2" fmla="*/ 1103128 h 1103128"/>
                <a:gd name="connsiteX3" fmla="*/ 0 w 1295918"/>
                <a:gd name="connsiteY3" fmla="*/ 1052328 h 1103128"/>
                <a:gd name="connsiteX0" fmla="*/ 0 w 1283218"/>
                <a:gd name="connsiteY0" fmla="*/ 1052328 h 1052328"/>
                <a:gd name="connsiteX1" fmla="*/ 1283218 w 1283218"/>
                <a:gd name="connsiteY1" fmla="*/ 0 h 1052328"/>
                <a:gd name="connsiteX2" fmla="*/ 0 w 1283218"/>
                <a:gd name="connsiteY2" fmla="*/ 1052328 h 1052328"/>
                <a:gd name="connsiteX0" fmla="*/ 0 w 1245118"/>
                <a:gd name="connsiteY0" fmla="*/ 1082808 h 1082808"/>
                <a:gd name="connsiteX1" fmla="*/ 1245118 w 1245118"/>
                <a:gd name="connsiteY1" fmla="*/ 0 h 1082808"/>
                <a:gd name="connsiteX2" fmla="*/ 0 w 1245118"/>
                <a:gd name="connsiteY2" fmla="*/ 1082808 h 1082808"/>
                <a:gd name="connsiteX0" fmla="*/ 0 w 1245118"/>
                <a:gd name="connsiteY0" fmla="*/ 1082808 h 1083206"/>
                <a:gd name="connsiteX1" fmla="*/ 1245118 w 1245118"/>
                <a:gd name="connsiteY1" fmla="*/ 0 h 1083206"/>
                <a:gd name="connsiteX2" fmla="*/ 0 w 1245118"/>
                <a:gd name="connsiteY2" fmla="*/ 1082808 h 108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5118" h="1083206">
                  <a:moveTo>
                    <a:pt x="0" y="1082808"/>
                  </a:moveTo>
                  <a:cubicBezTo>
                    <a:pt x="224539" y="262132"/>
                    <a:pt x="664979" y="84076"/>
                    <a:pt x="1245118" y="0"/>
                  </a:cubicBezTo>
                  <a:cubicBezTo>
                    <a:pt x="830079" y="360936"/>
                    <a:pt x="917959" y="1102872"/>
                    <a:pt x="0" y="1082808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3742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9697115-9B0F-A925-0D26-1B5D8B4200A1}"/>
              </a:ext>
            </a:extLst>
          </p:cNvPr>
          <p:cNvGrpSpPr/>
          <p:nvPr/>
        </p:nvGrpSpPr>
        <p:grpSpPr>
          <a:xfrm>
            <a:off x="4088021" y="554284"/>
            <a:ext cx="4301123" cy="6840745"/>
            <a:chOff x="4088021" y="554284"/>
            <a:chExt cx="4301123" cy="6840745"/>
          </a:xfrm>
        </p:grpSpPr>
        <p:sp>
          <p:nvSpPr>
            <p:cNvPr id="5" name="Rectangle 57">
              <a:extLst>
                <a:ext uri="{FF2B5EF4-FFF2-40B4-BE49-F238E27FC236}">
                  <a16:creationId xmlns:a16="http://schemas.microsoft.com/office/drawing/2014/main" id="{79C5DCE3-B007-ADE2-6195-E78CC857FAA8}"/>
                </a:ext>
              </a:extLst>
            </p:cNvPr>
            <p:cNvSpPr/>
            <p:nvPr/>
          </p:nvSpPr>
          <p:spPr>
            <a:xfrm rot="20489730" flipH="1">
              <a:off x="5284962" y="985917"/>
              <a:ext cx="445278" cy="1684253"/>
            </a:xfrm>
            <a:custGeom>
              <a:avLst/>
              <a:gdLst>
                <a:gd name="connsiteX0" fmla="*/ 0 w 45719"/>
                <a:gd name="connsiteY0" fmla="*/ 0 h 357564"/>
                <a:gd name="connsiteX1" fmla="*/ 45719 w 45719"/>
                <a:gd name="connsiteY1" fmla="*/ 0 h 357564"/>
                <a:gd name="connsiteX2" fmla="*/ 45719 w 45719"/>
                <a:gd name="connsiteY2" fmla="*/ 357564 h 357564"/>
                <a:gd name="connsiteX3" fmla="*/ 0 w 45719"/>
                <a:gd name="connsiteY3" fmla="*/ 357564 h 357564"/>
                <a:gd name="connsiteX4" fmla="*/ 0 w 45719"/>
                <a:gd name="connsiteY4" fmla="*/ 0 h 357564"/>
                <a:gd name="connsiteX0" fmla="*/ 0 w 93054"/>
                <a:gd name="connsiteY0" fmla="*/ 0 h 357564"/>
                <a:gd name="connsiteX1" fmla="*/ 93054 w 93054"/>
                <a:gd name="connsiteY1" fmla="*/ 52649 h 357564"/>
                <a:gd name="connsiteX2" fmla="*/ 45719 w 93054"/>
                <a:gd name="connsiteY2" fmla="*/ 357564 h 357564"/>
                <a:gd name="connsiteX3" fmla="*/ 0 w 93054"/>
                <a:gd name="connsiteY3" fmla="*/ 357564 h 357564"/>
                <a:gd name="connsiteX4" fmla="*/ 0 w 93054"/>
                <a:gd name="connsiteY4" fmla="*/ 0 h 357564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380" h="352778">
                  <a:moveTo>
                    <a:pt x="67710" y="0"/>
                  </a:moveTo>
                  <a:lnTo>
                    <a:pt x="113380" y="47863"/>
                  </a:lnTo>
                  <a:cubicBezTo>
                    <a:pt x="55913" y="135718"/>
                    <a:pt x="81823" y="251140"/>
                    <a:pt x="66045" y="352778"/>
                  </a:cubicBezTo>
                  <a:lnTo>
                    <a:pt x="20326" y="352778"/>
                  </a:lnTo>
                  <a:cubicBezTo>
                    <a:pt x="36121" y="235185"/>
                    <a:pt x="-60848" y="96629"/>
                    <a:pt x="67710" y="0"/>
                  </a:cubicBezTo>
                  <a:close/>
                </a:path>
              </a:pathLst>
            </a:custGeom>
            <a:solidFill>
              <a:srgbClr val="A17655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09B701-4BEE-6493-64F0-163087AF322F}"/>
                </a:ext>
              </a:extLst>
            </p:cNvPr>
            <p:cNvSpPr/>
            <p:nvPr/>
          </p:nvSpPr>
          <p:spPr>
            <a:xfrm rot="517903">
              <a:off x="5053861" y="1025770"/>
              <a:ext cx="174052" cy="341778"/>
            </a:xfrm>
            <a:prstGeom prst="ellipse">
              <a:avLst/>
            </a:prstGeom>
            <a:solidFill>
              <a:srgbClr val="966E5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56">
              <a:extLst>
                <a:ext uri="{FF2B5EF4-FFF2-40B4-BE49-F238E27FC236}">
                  <a16:creationId xmlns:a16="http://schemas.microsoft.com/office/drawing/2014/main" id="{BDFB2F0C-5C15-2455-06E6-6037C350D1C7}"/>
                </a:ext>
              </a:extLst>
            </p:cNvPr>
            <p:cNvSpPr/>
            <p:nvPr/>
          </p:nvSpPr>
          <p:spPr>
            <a:xfrm rot="20824006">
              <a:off x="5616202" y="554284"/>
              <a:ext cx="2772942" cy="128475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solidFill>
              <a:srgbClr val="7C895D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6838D20-643B-6265-E39E-F2DA68F298E4}"/>
                </a:ext>
              </a:extLst>
            </p:cNvPr>
            <p:cNvSpPr/>
            <p:nvPr/>
          </p:nvSpPr>
          <p:spPr>
            <a:xfrm>
              <a:off x="4088021" y="2358571"/>
              <a:ext cx="3504765" cy="5036458"/>
            </a:xfrm>
            <a:custGeom>
              <a:avLst/>
              <a:gdLst>
                <a:gd name="connsiteX0" fmla="*/ 0 w 740229"/>
                <a:gd name="connsiteY0" fmla="*/ 0 h 1451429"/>
                <a:gd name="connsiteX1" fmla="*/ 740229 w 740229"/>
                <a:gd name="connsiteY1" fmla="*/ 0 h 1451429"/>
                <a:gd name="connsiteX2" fmla="*/ 740229 w 740229"/>
                <a:gd name="connsiteY2" fmla="*/ 1451429 h 1451429"/>
                <a:gd name="connsiteX3" fmla="*/ 0 w 740229"/>
                <a:gd name="connsiteY3" fmla="*/ 1451429 h 1451429"/>
                <a:gd name="connsiteX4" fmla="*/ 0 w 740229"/>
                <a:gd name="connsiteY4" fmla="*/ 0 h 1451429"/>
                <a:gd name="connsiteX0" fmla="*/ 0 w 1494972"/>
                <a:gd name="connsiteY0" fmla="*/ 1277257 h 1451429"/>
                <a:gd name="connsiteX1" fmla="*/ 1494972 w 1494972"/>
                <a:gd name="connsiteY1" fmla="*/ 0 h 1451429"/>
                <a:gd name="connsiteX2" fmla="*/ 1494972 w 1494972"/>
                <a:gd name="connsiteY2" fmla="*/ 1451429 h 1451429"/>
                <a:gd name="connsiteX3" fmla="*/ 754743 w 1494972"/>
                <a:gd name="connsiteY3" fmla="*/ 1451429 h 1451429"/>
                <a:gd name="connsiteX4" fmla="*/ 0 w 1494972"/>
                <a:gd name="connsiteY4" fmla="*/ 1277257 h 1451429"/>
                <a:gd name="connsiteX0" fmla="*/ 0 w 2017486"/>
                <a:gd name="connsiteY0" fmla="*/ 449942 h 624114"/>
                <a:gd name="connsiteX1" fmla="*/ 2017486 w 2017486"/>
                <a:gd name="connsiteY1" fmla="*/ 0 h 624114"/>
                <a:gd name="connsiteX2" fmla="*/ 1494972 w 2017486"/>
                <a:gd name="connsiteY2" fmla="*/ 624114 h 624114"/>
                <a:gd name="connsiteX3" fmla="*/ 754743 w 2017486"/>
                <a:gd name="connsiteY3" fmla="*/ 624114 h 624114"/>
                <a:gd name="connsiteX4" fmla="*/ 0 w 2017486"/>
                <a:gd name="connsiteY4" fmla="*/ 449942 h 624114"/>
                <a:gd name="connsiteX0" fmla="*/ 0 w 2017486"/>
                <a:gd name="connsiteY0" fmla="*/ 449942 h 3846285"/>
                <a:gd name="connsiteX1" fmla="*/ 2017486 w 2017486"/>
                <a:gd name="connsiteY1" fmla="*/ 0 h 3846285"/>
                <a:gd name="connsiteX2" fmla="*/ 1059544 w 2017486"/>
                <a:gd name="connsiteY2" fmla="*/ 3846285 h 3846285"/>
                <a:gd name="connsiteX3" fmla="*/ 754743 w 2017486"/>
                <a:gd name="connsiteY3" fmla="*/ 624114 h 3846285"/>
                <a:gd name="connsiteX4" fmla="*/ 0 w 2017486"/>
                <a:gd name="connsiteY4" fmla="*/ 449942 h 3846285"/>
                <a:gd name="connsiteX0" fmla="*/ 0 w 2017486"/>
                <a:gd name="connsiteY0" fmla="*/ 449942 h 3846285"/>
                <a:gd name="connsiteX1" fmla="*/ 2017486 w 2017486"/>
                <a:gd name="connsiteY1" fmla="*/ 0 h 3846285"/>
                <a:gd name="connsiteX2" fmla="*/ 1059544 w 2017486"/>
                <a:gd name="connsiteY2" fmla="*/ 3846285 h 3846285"/>
                <a:gd name="connsiteX3" fmla="*/ 0 w 2017486"/>
                <a:gd name="connsiteY3" fmla="*/ 449942 h 3846285"/>
                <a:gd name="connsiteX0" fmla="*/ 0 w 2264229"/>
                <a:gd name="connsiteY0" fmla="*/ 1103085 h 3846285"/>
                <a:gd name="connsiteX1" fmla="*/ 2264229 w 2264229"/>
                <a:gd name="connsiteY1" fmla="*/ 0 h 3846285"/>
                <a:gd name="connsiteX2" fmla="*/ 1306287 w 2264229"/>
                <a:gd name="connsiteY2" fmla="*/ 3846285 h 3846285"/>
                <a:gd name="connsiteX3" fmla="*/ 0 w 2264229"/>
                <a:gd name="connsiteY3" fmla="*/ 1103085 h 3846285"/>
                <a:gd name="connsiteX0" fmla="*/ 0 w 2307772"/>
                <a:gd name="connsiteY0" fmla="*/ 493485 h 3236685"/>
                <a:gd name="connsiteX1" fmla="*/ 2307772 w 2307772"/>
                <a:gd name="connsiteY1" fmla="*/ 0 h 3236685"/>
                <a:gd name="connsiteX2" fmla="*/ 1306287 w 2307772"/>
                <a:gd name="connsiteY2" fmla="*/ 3236685 h 3236685"/>
                <a:gd name="connsiteX3" fmla="*/ 0 w 2307772"/>
                <a:gd name="connsiteY3" fmla="*/ 493485 h 3236685"/>
                <a:gd name="connsiteX0" fmla="*/ 0 w 2935853"/>
                <a:gd name="connsiteY0" fmla="*/ 493485 h 3236685"/>
                <a:gd name="connsiteX1" fmla="*/ 2307772 w 2935853"/>
                <a:gd name="connsiteY1" fmla="*/ 0 h 3236685"/>
                <a:gd name="connsiteX2" fmla="*/ 1306287 w 2935853"/>
                <a:gd name="connsiteY2" fmla="*/ 3236685 h 3236685"/>
                <a:gd name="connsiteX3" fmla="*/ 0 w 2935853"/>
                <a:gd name="connsiteY3" fmla="*/ 493485 h 3236685"/>
                <a:gd name="connsiteX0" fmla="*/ 277860 w 3213713"/>
                <a:gd name="connsiteY0" fmla="*/ 493485 h 3236685"/>
                <a:gd name="connsiteX1" fmla="*/ 2585632 w 3213713"/>
                <a:gd name="connsiteY1" fmla="*/ 0 h 3236685"/>
                <a:gd name="connsiteX2" fmla="*/ 1584147 w 3213713"/>
                <a:gd name="connsiteY2" fmla="*/ 3236685 h 3236685"/>
                <a:gd name="connsiteX3" fmla="*/ 277860 w 3213713"/>
                <a:gd name="connsiteY3" fmla="*/ 493485 h 3236685"/>
                <a:gd name="connsiteX0" fmla="*/ 566448 w 3502301"/>
                <a:gd name="connsiteY0" fmla="*/ 493485 h 3236685"/>
                <a:gd name="connsiteX1" fmla="*/ 2874220 w 3502301"/>
                <a:gd name="connsiteY1" fmla="*/ 0 h 3236685"/>
                <a:gd name="connsiteX2" fmla="*/ 1872735 w 3502301"/>
                <a:gd name="connsiteY2" fmla="*/ 3236685 h 3236685"/>
                <a:gd name="connsiteX3" fmla="*/ 566448 w 3502301"/>
                <a:gd name="connsiteY3" fmla="*/ 493485 h 3236685"/>
                <a:gd name="connsiteX0" fmla="*/ 566448 w 3752013"/>
                <a:gd name="connsiteY0" fmla="*/ 493485 h 3236685"/>
                <a:gd name="connsiteX1" fmla="*/ 2874220 w 3752013"/>
                <a:gd name="connsiteY1" fmla="*/ 0 h 3236685"/>
                <a:gd name="connsiteX2" fmla="*/ 1872735 w 3752013"/>
                <a:gd name="connsiteY2" fmla="*/ 3236685 h 3236685"/>
                <a:gd name="connsiteX3" fmla="*/ 566448 w 3752013"/>
                <a:gd name="connsiteY3" fmla="*/ 493485 h 3236685"/>
                <a:gd name="connsiteX0" fmla="*/ 566448 w 3595547"/>
                <a:gd name="connsiteY0" fmla="*/ 493485 h 3236685"/>
                <a:gd name="connsiteX1" fmla="*/ 2874220 w 3595547"/>
                <a:gd name="connsiteY1" fmla="*/ 0 h 3236685"/>
                <a:gd name="connsiteX2" fmla="*/ 1872735 w 3595547"/>
                <a:gd name="connsiteY2" fmla="*/ 3236685 h 3236685"/>
                <a:gd name="connsiteX3" fmla="*/ 566448 w 3595547"/>
                <a:gd name="connsiteY3" fmla="*/ 493485 h 3236685"/>
                <a:gd name="connsiteX0" fmla="*/ 498214 w 3527313"/>
                <a:gd name="connsiteY0" fmla="*/ 493485 h 3236685"/>
                <a:gd name="connsiteX1" fmla="*/ 2805986 w 3527313"/>
                <a:gd name="connsiteY1" fmla="*/ 0 h 3236685"/>
                <a:gd name="connsiteX2" fmla="*/ 1804501 w 3527313"/>
                <a:gd name="connsiteY2" fmla="*/ 3236685 h 3236685"/>
                <a:gd name="connsiteX3" fmla="*/ 498214 w 3527313"/>
                <a:gd name="connsiteY3" fmla="*/ 493485 h 3236685"/>
                <a:gd name="connsiteX0" fmla="*/ 579141 w 3608240"/>
                <a:gd name="connsiteY0" fmla="*/ 493485 h 3236685"/>
                <a:gd name="connsiteX1" fmla="*/ 2886913 w 3608240"/>
                <a:gd name="connsiteY1" fmla="*/ 0 h 3236685"/>
                <a:gd name="connsiteX2" fmla="*/ 1885428 w 3608240"/>
                <a:gd name="connsiteY2" fmla="*/ 3236685 h 3236685"/>
                <a:gd name="connsiteX3" fmla="*/ 579141 w 3608240"/>
                <a:gd name="connsiteY3" fmla="*/ 493485 h 3236685"/>
                <a:gd name="connsiteX0" fmla="*/ 579141 w 3687290"/>
                <a:gd name="connsiteY0" fmla="*/ 493485 h 3236685"/>
                <a:gd name="connsiteX1" fmla="*/ 2886913 w 3687290"/>
                <a:gd name="connsiteY1" fmla="*/ 0 h 3236685"/>
                <a:gd name="connsiteX2" fmla="*/ 1885428 w 3687290"/>
                <a:gd name="connsiteY2" fmla="*/ 3236685 h 3236685"/>
                <a:gd name="connsiteX3" fmla="*/ 579141 w 3687290"/>
                <a:gd name="connsiteY3" fmla="*/ 493485 h 3236685"/>
                <a:gd name="connsiteX0" fmla="*/ 579141 w 3638051"/>
                <a:gd name="connsiteY0" fmla="*/ 493485 h 3236685"/>
                <a:gd name="connsiteX1" fmla="*/ 2886913 w 3638051"/>
                <a:gd name="connsiteY1" fmla="*/ 0 h 3236685"/>
                <a:gd name="connsiteX2" fmla="*/ 1885428 w 3638051"/>
                <a:gd name="connsiteY2" fmla="*/ 3236685 h 3236685"/>
                <a:gd name="connsiteX3" fmla="*/ 579141 w 3638051"/>
                <a:gd name="connsiteY3" fmla="*/ 493485 h 3236685"/>
                <a:gd name="connsiteX0" fmla="*/ 539995 w 3598905"/>
                <a:gd name="connsiteY0" fmla="*/ 493485 h 3236685"/>
                <a:gd name="connsiteX1" fmla="*/ 2847767 w 3598905"/>
                <a:gd name="connsiteY1" fmla="*/ 0 h 3236685"/>
                <a:gd name="connsiteX2" fmla="*/ 1846282 w 3598905"/>
                <a:gd name="connsiteY2" fmla="*/ 3236685 h 3236685"/>
                <a:gd name="connsiteX3" fmla="*/ 539995 w 3598905"/>
                <a:gd name="connsiteY3" fmla="*/ 493485 h 3236685"/>
                <a:gd name="connsiteX0" fmla="*/ 539995 w 3561279"/>
                <a:gd name="connsiteY0" fmla="*/ 493485 h 3236685"/>
                <a:gd name="connsiteX1" fmla="*/ 2847767 w 3561279"/>
                <a:gd name="connsiteY1" fmla="*/ 0 h 3236685"/>
                <a:gd name="connsiteX2" fmla="*/ 1846282 w 3561279"/>
                <a:gd name="connsiteY2" fmla="*/ 3236685 h 3236685"/>
                <a:gd name="connsiteX3" fmla="*/ 539995 w 3561279"/>
                <a:gd name="connsiteY3" fmla="*/ 493485 h 3236685"/>
                <a:gd name="connsiteX0" fmla="*/ 539995 w 3628684"/>
                <a:gd name="connsiteY0" fmla="*/ 493485 h 3236685"/>
                <a:gd name="connsiteX1" fmla="*/ 2847767 w 3628684"/>
                <a:gd name="connsiteY1" fmla="*/ 0 h 3236685"/>
                <a:gd name="connsiteX2" fmla="*/ 1846282 w 3628684"/>
                <a:gd name="connsiteY2" fmla="*/ 3236685 h 3236685"/>
                <a:gd name="connsiteX3" fmla="*/ 539995 w 3628684"/>
                <a:gd name="connsiteY3" fmla="*/ 493485 h 3236685"/>
                <a:gd name="connsiteX0" fmla="*/ 539995 w 3628684"/>
                <a:gd name="connsiteY0" fmla="*/ 362857 h 3106057"/>
                <a:gd name="connsiteX1" fmla="*/ 2847767 w 3628684"/>
                <a:gd name="connsiteY1" fmla="*/ 0 h 3106057"/>
                <a:gd name="connsiteX2" fmla="*/ 1846282 w 3628684"/>
                <a:gd name="connsiteY2" fmla="*/ 3106057 h 3106057"/>
                <a:gd name="connsiteX3" fmla="*/ 539995 w 3628684"/>
                <a:gd name="connsiteY3" fmla="*/ 362857 h 3106057"/>
                <a:gd name="connsiteX0" fmla="*/ 539995 w 3608065"/>
                <a:gd name="connsiteY0" fmla="*/ 362857 h 3106057"/>
                <a:gd name="connsiteX1" fmla="*/ 2847767 w 3608065"/>
                <a:gd name="connsiteY1" fmla="*/ 0 h 3106057"/>
                <a:gd name="connsiteX2" fmla="*/ 1846282 w 3608065"/>
                <a:gd name="connsiteY2" fmla="*/ 3106057 h 3106057"/>
                <a:gd name="connsiteX3" fmla="*/ 539995 w 3608065"/>
                <a:gd name="connsiteY3" fmla="*/ 362857 h 3106057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52967 w 3590557"/>
                <a:gd name="connsiteY0" fmla="*/ 2201818 h 5036458"/>
                <a:gd name="connsiteX1" fmla="*/ 1843289 w 3590557"/>
                <a:gd name="connsiteY1" fmla="*/ 0 h 5036458"/>
                <a:gd name="connsiteX2" fmla="*/ 2830259 w 3590557"/>
                <a:gd name="connsiteY2" fmla="*/ 1930401 h 5036458"/>
                <a:gd name="connsiteX3" fmla="*/ 1828774 w 3590557"/>
                <a:gd name="connsiteY3" fmla="*/ 5036458 h 5036458"/>
                <a:gd name="connsiteX4" fmla="*/ 552967 w 3590557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5530 w 3633120"/>
                <a:gd name="connsiteY0" fmla="*/ 2201818 h 5036458"/>
                <a:gd name="connsiteX1" fmla="*/ 1885852 w 3633120"/>
                <a:gd name="connsiteY1" fmla="*/ 0 h 5036458"/>
                <a:gd name="connsiteX2" fmla="*/ 2872822 w 3633120"/>
                <a:gd name="connsiteY2" fmla="*/ 1930401 h 5036458"/>
                <a:gd name="connsiteX3" fmla="*/ 1871337 w 3633120"/>
                <a:gd name="connsiteY3" fmla="*/ 5036458 h 5036458"/>
                <a:gd name="connsiteX4" fmla="*/ 595530 w 3633120"/>
                <a:gd name="connsiteY4" fmla="*/ 2201818 h 5036458"/>
                <a:gd name="connsiteX0" fmla="*/ 595530 w 3663316"/>
                <a:gd name="connsiteY0" fmla="*/ 2201818 h 5036458"/>
                <a:gd name="connsiteX1" fmla="*/ 1885852 w 3663316"/>
                <a:gd name="connsiteY1" fmla="*/ 0 h 5036458"/>
                <a:gd name="connsiteX2" fmla="*/ 2872822 w 3663316"/>
                <a:gd name="connsiteY2" fmla="*/ 1930401 h 5036458"/>
                <a:gd name="connsiteX3" fmla="*/ 1871337 w 3663316"/>
                <a:gd name="connsiteY3" fmla="*/ 5036458 h 5036458"/>
                <a:gd name="connsiteX4" fmla="*/ 595530 w 3663316"/>
                <a:gd name="connsiteY4" fmla="*/ 2201818 h 5036458"/>
                <a:gd name="connsiteX0" fmla="*/ 595530 w 3663316"/>
                <a:gd name="connsiteY0" fmla="*/ 2201818 h 5036458"/>
                <a:gd name="connsiteX1" fmla="*/ 1885852 w 3663316"/>
                <a:gd name="connsiteY1" fmla="*/ 0 h 5036458"/>
                <a:gd name="connsiteX2" fmla="*/ 2872822 w 3663316"/>
                <a:gd name="connsiteY2" fmla="*/ 1930401 h 5036458"/>
                <a:gd name="connsiteX3" fmla="*/ 1871337 w 3663316"/>
                <a:gd name="connsiteY3" fmla="*/ 5036458 h 5036458"/>
                <a:gd name="connsiteX4" fmla="*/ 595530 w 3663316"/>
                <a:gd name="connsiteY4" fmla="*/ 2201818 h 5036458"/>
                <a:gd name="connsiteX0" fmla="*/ 595530 w 3698853"/>
                <a:gd name="connsiteY0" fmla="*/ 2201818 h 5036458"/>
                <a:gd name="connsiteX1" fmla="*/ 1885852 w 3698853"/>
                <a:gd name="connsiteY1" fmla="*/ 0 h 5036458"/>
                <a:gd name="connsiteX2" fmla="*/ 2872822 w 3698853"/>
                <a:gd name="connsiteY2" fmla="*/ 1930401 h 5036458"/>
                <a:gd name="connsiteX3" fmla="*/ 1871337 w 3698853"/>
                <a:gd name="connsiteY3" fmla="*/ 5036458 h 5036458"/>
                <a:gd name="connsiteX4" fmla="*/ 595530 w 3698853"/>
                <a:gd name="connsiteY4" fmla="*/ 2201818 h 5036458"/>
                <a:gd name="connsiteX0" fmla="*/ 595530 w 3626371"/>
                <a:gd name="connsiteY0" fmla="*/ 2201818 h 5036458"/>
                <a:gd name="connsiteX1" fmla="*/ 1885852 w 3626371"/>
                <a:gd name="connsiteY1" fmla="*/ 0 h 5036458"/>
                <a:gd name="connsiteX2" fmla="*/ 2872822 w 3626371"/>
                <a:gd name="connsiteY2" fmla="*/ 1930401 h 5036458"/>
                <a:gd name="connsiteX3" fmla="*/ 1871337 w 3626371"/>
                <a:gd name="connsiteY3" fmla="*/ 5036458 h 5036458"/>
                <a:gd name="connsiteX4" fmla="*/ 595530 w 3626371"/>
                <a:gd name="connsiteY4" fmla="*/ 2201818 h 5036458"/>
                <a:gd name="connsiteX0" fmla="*/ 570610 w 3601451"/>
                <a:gd name="connsiteY0" fmla="*/ 2201818 h 5036458"/>
                <a:gd name="connsiteX1" fmla="*/ 1860932 w 3601451"/>
                <a:gd name="connsiteY1" fmla="*/ 0 h 5036458"/>
                <a:gd name="connsiteX2" fmla="*/ 2847902 w 3601451"/>
                <a:gd name="connsiteY2" fmla="*/ 1930401 h 5036458"/>
                <a:gd name="connsiteX3" fmla="*/ 1846417 w 3601451"/>
                <a:gd name="connsiteY3" fmla="*/ 5036458 h 5036458"/>
                <a:gd name="connsiteX4" fmla="*/ 570610 w 3601451"/>
                <a:gd name="connsiteY4" fmla="*/ 2201818 h 5036458"/>
                <a:gd name="connsiteX0" fmla="*/ 586324 w 3579065"/>
                <a:gd name="connsiteY0" fmla="*/ 2100218 h 5036458"/>
                <a:gd name="connsiteX1" fmla="*/ 1838546 w 3579065"/>
                <a:gd name="connsiteY1" fmla="*/ 0 h 5036458"/>
                <a:gd name="connsiteX2" fmla="*/ 2825516 w 3579065"/>
                <a:gd name="connsiteY2" fmla="*/ 1930401 h 5036458"/>
                <a:gd name="connsiteX3" fmla="*/ 1824031 w 3579065"/>
                <a:gd name="connsiteY3" fmla="*/ 5036458 h 5036458"/>
                <a:gd name="connsiteX4" fmla="*/ 586324 w 3579065"/>
                <a:gd name="connsiteY4" fmla="*/ 2100218 h 5036458"/>
                <a:gd name="connsiteX0" fmla="*/ 618866 w 3535407"/>
                <a:gd name="connsiteY0" fmla="*/ 2112918 h 5036458"/>
                <a:gd name="connsiteX1" fmla="*/ 1794888 w 3535407"/>
                <a:gd name="connsiteY1" fmla="*/ 0 h 5036458"/>
                <a:gd name="connsiteX2" fmla="*/ 2781858 w 3535407"/>
                <a:gd name="connsiteY2" fmla="*/ 1930401 h 5036458"/>
                <a:gd name="connsiteX3" fmla="*/ 1780373 w 3535407"/>
                <a:gd name="connsiteY3" fmla="*/ 5036458 h 5036458"/>
                <a:gd name="connsiteX4" fmla="*/ 618866 w 3535407"/>
                <a:gd name="connsiteY4" fmla="*/ 2112918 h 5036458"/>
                <a:gd name="connsiteX0" fmla="*/ 618866 w 3535407"/>
                <a:gd name="connsiteY0" fmla="*/ 2112918 h 5036458"/>
                <a:gd name="connsiteX1" fmla="*/ 1794888 w 3535407"/>
                <a:gd name="connsiteY1" fmla="*/ 0 h 5036458"/>
                <a:gd name="connsiteX2" fmla="*/ 2781858 w 3535407"/>
                <a:gd name="connsiteY2" fmla="*/ 1930401 h 5036458"/>
                <a:gd name="connsiteX3" fmla="*/ 1780373 w 3535407"/>
                <a:gd name="connsiteY3" fmla="*/ 5036458 h 5036458"/>
                <a:gd name="connsiteX4" fmla="*/ 618866 w 3535407"/>
                <a:gd name="connsiteY4" fmla="*/ 2112918 h 5036458"/>
                <a:gd name="connsiteX0" fmla="*/ 588224 w 3504765"/>
                <a:gd name="connsiteY0" fmla="*/ 2112918 h 5036458"/>
                <a:gd name="connsiteX1" fmla="*/ 1764246 w 3504765"/>
                <a:gd name="connsiteY1" fmla="*/ 0 h 5036458"/>
                <a:gd name="connsiteX2" fmla="*/ 2751216 w 3504765"/>
                <a:gd name="connsiteY2" fmla="*/ 1930401 h 5036458"/>
                <a:gd name="connsiteX3" fmla="*/ 1749731 w 3504765"/>
                <a:gd name="connsiteY3" fmla="*/ 5036458 h 5036458"/>
                <a:gd name="connsiteX4" fmla="*/ 588224 w 3504765"/>
                <a:gd name="connsiteY4" fmla="*/ 2112918 h 5036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765" h="5036458">
                  <a:moveTo>
                    <a:pt x="588224" y="2112918"/>
                  </a:moveTo>
                  <a:cubicBezTo>
                    <a:pt x="1127551" y="1225974"/>
                    <a:pt x="453121" y="106438"/>
                    <a:pt x="1764246" y="0"/>
                  </a:cubicBezTo>
                  <a:cubicBezTo>
                    <a:pt x="2847979" y="120953"/>
                    <a:pt x="2358726" y="1096434"/>
                    <a:pt x="2751216" y="1930401"/>
                  </a:cubicBezTo>
                  <a:cubicBezTo>
                    <a:pt x="3772659" y="2965753"/>
                    <a:pt x="4030288" y="4977191"/>
                    <a:pt x="1749731" y="5036458"/>
                  </a:cubicBezTo>
                  <a:cubicBezTo>
                    <a:pt x="-743098" y="4956629"/>
                    <a:pt x="-20287" y="2819038"/>
                    <a:pt x="588224" y="2112918"/>
                  </a:cubicBezTo>
                  <a:close/>
                </a:path>
              </a:pathLst>
            </a:custGeom>
            <a:solidFill>
              <a:srgbClr val="D0C863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242A6DD-4977-B2D3-8ECD-CD736DE716C2}"/>
              </a:ext>
            </a:extLst>
          </p:cNvPr>
          <p:cNvGrpSpPr/>
          <p:nvPr/>
        </p:nvGrpSpPr>
        <p:grpSpPr>
          <a:xfrm>
            <a:off x="1359335" y="465827"/>
            <a:ext cx="4301123" cy="6840745"/>
            <a:chOff x="4088021" y="554284"/>
            <a:chExt cx="4301123" cy="6840745"/>
          </a:xfrm>
          <a:solidFill>
            <a:schemeClr val="bg1"/>
          </a:solidFill>
        </p:grpSpPr>
        <p:sp>
          <p:nvSpPr>
            <p:cNvPr id="7" name="Rectangle 57">
              <a:extLst>
                <a:ext uri="{FF2B5EF4-FFF2-40B4-BE49-F238E27FC236}">
                  <a16:creationId xmlns:a16="http://schemas.microsoft.com/office/drawing/2014/main" id="{75F2762B-22B2-E2EC-50E6-F4853E456E3F}"/>
                </a:ext>
              </a:extLst>
            </p:cNvPr>
            <p:cNvSpPr/>
            <p:nvPr/>
          </p:nvSpPr>
          <p:spPr>
            <a:xfrm rot="20489730" flipH="1">
              <a:off x="5284962" y="985917"/>
              <a:ext cx="445278" cy="1684253"/>
            </a:xfrm>
            <a:custGeom>
              <a:avLst/>
              <a:gdLst>
                <a:gd name="connsiteX0" fmla="*/ 0 w 45719"/>
                <a:gd name="connsiteY0" fmla="*/ 0 h 357564"/>
                <a:gd name="connsiteX1" fmla="*/ 45719 w 45719"/>
                <a:gd name="connsiteY1" fmla="*/ 0 h 357564"/>
                <a:gd name="connsiteX2" fmla="*/ 45719 w 45719"/>
                <a:gd name="connsiteY2" fmla="*/ 357564 h 357564"/>
                <a:gd name="connsiteX3" fmla="*/ 0 w 45719"/>
                <a:gd name="connsiteY3" fmla="*/ 357564 h 357564"/>
                <a:gd name="connsiteX4" fmla="*/ 0 w 45719"/>
                <a:gd name="connsiteY4" fmla="*/ 0 h 357564"/>
                <a:gd name="connsiteX0" fmla="*/ 0 w 93054"/>
                <a:gd name="connsiteY0" fmla="*/ 0 h 357564"/>
                <a:gd name="connsiteX1" fmla="*/ 93054 w 93054"/>
                <a:gd name="connsiteY1" fmla="*/ 52649 h 357564"/>
                <a:gd name="connsiteX2" fmla="*/ 45719 w 93054"/>
                <a:gd name="connsiteY2" fmla="*/ 357564 h 357564"/>
                <a:gd name="connsiteX3" fmla="*/ 0 w 93054"/>
                <a:gd name="connsiteY3" fmla="*/ 357564 h 357564"/>
                <a:gd name="connsiteX4" fmla="*/ 0 w 93054"/>
                <a:gd name="connsiteY4" fmla="*/ 0 h 357564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380" h="352778">
                  <a:moveTo>
                    <a:pt x="67710" y="0"/>
                  </a:moveTo>
                  <a:lnTo>
                    <a:pt x="113380" y="47863"/>
                  </a:lnTo>
                  <a:cubicBezTo>
                    <a:pt x="55913" y="135718"/>
                    <a:pt x="81823" y="251140"/>
                    <a:pt x="66045" y="352778"/>
                  </a:cubicBezTo>
                  <a:lnTo>
                    <a:pt x="20326" y="352778"/>
                  </a:lnTo>
                  <a:cubicBezTo>
                    <a:pt x="36121" y="235185"/>
                    <a:pt x="-60848" y="96629"/>
                    <a:pt x="67710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2F0352-74A4-439A-7C14-D639ECB9C9BF}"/>
                </a:ext>
              </a:extLst>
            </p:cNvPr>
            <p:cNvSpPr/>
            <p:nvPr/>
          </p:nvSpPr>
          <p:spPr>
            <a:xfrm rot="517903">
              <a:off x="5053861" y="1025770"/>
              <a:ext cx="174052" cy="341778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56">
              <a:extLst>
                <a:ext uri="{FF2B5EF4-FFF2-40B4-BE49-F238E27FC236}">
                  <a16:creationId xmlns:a16="http://schemas.microsoft.com/office/drawing/2014/main" id="{6E738DB3-FDD6-BF85-D195-9CBD073726F4}"/>
                </a:ext>
              </a:extLst>
            </p:cNvPr>
            <p:cNvSpPr/>
            <p:nvPr/>
          </p:nvSpPr>
          <p:spPr>
            <a:xfrm rot="20824006">
              <a:off x="5616202" y="554284"/>
              <a:ext cx="2772942" cy="128475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2">
              <a:extLst>
                <a:ext uri="{FF2B5EF4-FFF2-40B4-BE49-F238E27FC236}">
                  <a16:creationId xmlns:a16="http://schemas.microsoft.com/office/drawing/2014/main" id="{74C240CC-6D88-8ACC-903E-5E9CBDCF0C99}"/>
                </a:ext>
              </a:extLst>
            </p:cNvPr>
            <p:cNvSpPr/>
            <p:nvPr/>
          </p:nvSpPr>
          <p:spPr>
            <a:xfrm>
              <a:off x="4088021" y="2358571"/>
              <a:ext cx="3504765" cy="5036458"/>
            </a:xfrm>
            <a:custGeom>
              <a:avLst/>
              <a:gdLst>
                <a:gd name="connsiteX0" fmla="*/ 0 w 740229"/>
                <a:gd name="connsiteY0" fmla="*/ 0 h 1451429"/>
                <a:gd name="connsiteX1" fmla="*/ 740229 w 740229"/>
                <a:gd name="connsiteY1" fmla="*/ 0 h 1451429"/>
                <a:gd name="connsiteX2" fmla="*/ 740229 w 740229"/>
                <a:gd name="connsiteY2" fmla="*/ 1451429 h 1451429"/>
                <a:gd name="connsiteX3" fmla="*/ 0 w 740229"/>
                <a:gd name="connsiteY3" fmla="*/ 1451429 h 1451429"/>
                <a:gd name="connsiteX4" fmla="*/ 0 w 740229"/>
                <a:gd name="connsiteY4" fmla="*/ 0 h 1451429"/>
                <a:gd name="connsiteX0" fmla="*/ 0 w 1494972"/>
                <a:gd name="connsiteY0" fmla="*/ 1277257 h 1451429"/>
                <a:gd name="connsiteX1" fmla="*/ 1494972 w 1494972"/>
                <a:gd name="connsiteY1" fmla="*/ 0 h 1451429"/>
                <a:gd name="connsiteX2" fmla="*/ 1494972 w 1494972"/>
                <a:gd name="connsiteY2" fmla="*/ 1451429 h 1451429"/>
                <a:gd name="connsiteX3" fmla="*/ 754743 w 1494972"/>
                <a:gd name="connsiteY3" fmla="*/ 1451429 h 1451429"/>
                <a:gd name="connsiteX4" fmla="*/ 0 w 1494972"/>
                <a:gd name="connsiteY4" fmla="*/ 1277257 h 1451429"/>
                <a:gd name="connsiteX0" fmla="*/ 0 w 2017486"/>
                <a:gd name="connsiteY0" fmla="*/ 449942 h 624114"/>
                <a:gd name="connsiteX1" fmla="*/ 2017486 w 2017486"/>
                <a:gd name="connsiteY1" fmla="*/ 0 h 624114"/>
                <a:gd name="connsiteX2" fmla="*/ 1494972 w 2017486"/>
                <a:gd name="connsiteY2" fmla="*/ 624114 h 624114"/>
                <a:gd name="connsiteX3" fmla="*/ 754743 w 2017486"/>
                <a:gd name="connsiteY3" fmla="*/ 624114 h 624114"/>
                <a:gd name="connsiteX4" fmla="*/ 0 w 2017486"/>
                <a:gd name="connsiteY4" fmla="*/ 449942 h 624114"/>
                <a:gd name="connsiteX0" fmla="*/ 0 w 2017486"/>
                <a:gd name="connsiteY0" fmla="*/ 449942 h 3846285"/>
                <a:gd name="connsiteX1" fmla="*/ 2017486 w 2017486"/>
                <a:gd name="connsiteY1" fmla="*/ 0 h 3846285"/>
                <a:gd name="connsiteX2" fmla="*/ 1059544 w 2017486"/>
                <a:gd name="connsiteY2" fmla="*/ 3846285 h 3846285"/>
                <a:gd name="connsiteX3" fmla="*/ 754743 w 2017486"/>
                <a:gd name="connsiteY3" fmla="*/ 624114 h 3846285"/>
                <a:gd name="connsiteX4" fmla="*/ 0 w 2017486"/>
                <a:gd name="connsiteY4" fmla="*/ 449942 h 3846285"/>
                <a:gd name="connsiteX0" fmla="*/ 0 w 2017486"/>
                <a:gd name="connsiteY0" fmla="*/ 449942 h 3846285"/>
                <a:gd name="connsiteX1" fmla="*/ 2017486 w 2017486"/>
                <a:gd name="connsiteY1" fmla="*/ 0 h 3846285"/>
                <a:gd name="connsiteX2" fmla="*/ 1059544 w 2017486"/>
                <a:gd name="connsiteY2" fmla="*/ 3846285 h 3846285"/>
                <a:gd name="connsiteX3" fmla="*/ 0 w 2017486"/>
                <a:gd name="connsiteY3" fmla="*/ 449942 h 3846285"/>
                <a:gd name="connsiteX0" fmla="*/ 0 w 2264229"/>
                <a:gd name="connsiteY0" fmla="*/ 1103085 h 3846285"/>
                <a:gd name="connsiteX1" fmla="*/ 2264229 w 2264229"/>
                <a:gd name="connsiteY1" fmla="*/ 0 h 3846285"/>
                <a:gd name="connsiteX2" fmla="*/ 1306287 w 2264229"/>
                <a:gd name="connsiteY2" fmla="*/ 3846285 h 3846285"/>
                <a:gd name="connsiteX3" fmla="*/ 0 w 2264229"/>
                <a:gd name="connsiteY3" fmla="*/ 1103085 h 3846285"/>
                <a:gd name="connsiteX0" fmla="*/ 0 w 2307772"/>
                <a:gd name="connsiteY0" fmla="*/ 493485 h 3236685"/>
                <a:gd name="connsiteX1" fmla="*/ 2307772 w 2307772"/>
                <a:gd name="connsiteY1" fmla="*/ 0 h 3236685"/>
                <a:gd name="connsiteX2" fmla="*/ 1306287 w 2307772"/>
                <a:gd name="connsiteY2" fmla="*/ 3236685 h 3236685"/>
                <a:gd name="connsiteX3" fmla="*/ 0 w 2307772"/>
                <a:gd name="connsiteY3" fmla="*/ 493485 h 3236685"/>
                <a:gd name="connsiteX0" fmla="*/ 0 w 2935853"/>
                <a:gd name="connsiteY0" fmla="*/ 493485 h 3236685"/>
                <a:gd name="connsiteX1" fmla="*/ 2307772 w 2935853"/>
                <a:gd name="connsiteY1" fmla="*/ 0 h 3236685"/>
                <a:gd name="connsiteX2" fmla="*/ 1306287 w 2935853"/>
                <a:gd name="connsiteY2" fmla="*/ 3236685 h 3236685"/>
                <a:gd name="connsiteX3" fmla="*/ 0 w 2935853"/>
                <a:gd name="connsiteY3" fmla="*/ 493485 h 3236685"/>
                <a:gd name="connsiteX0" fmla="*/ 277860 w 3213713"/>
                <a:gd name="connsiteY0" fmla="*/ 493485 h 3236685"/>
                <a:gd name="connsiteX1" fmla="*/ 2585632 w 3213713"/>
                <a:gd name="connsiteY1" fmla="*/ 0 h 3236685"/>
                <a:gd name="connsiteX2" fmla="*/ 1584147 w 3213713"/>
                <a:gd name="connsiteY2" fmla="*/ 3236685 h 3236685"/>
                <a:gd name="connsiteX3" fmla="*/ 277860 w 3213713"/>
                <a:gd name="connsiteY3" fmla="*/ 493485 h 3236685"/>
                <a:gd name="connsiteX0" fmla="*/ 566448 w 3502301"/>
                <a:gd name="connsiteY0" fmla="*/ 493485 h 3236685"/>
                <a:gd name="connsiteX1" fmla="*/ 2874220 w 3502301"/>
                <a:gd name="connsiteY1" fmla="*/ 0 h 3236685"/>
                <a:gd name="connsiteX2" fmla="*/ 1872735 w 3502301"/>
                <a:gd name="connsiteY2" fmla="*/ 3236685 h 3236685"/>
                <a:gd name="connsiteX3" fmla="*/ 566448 w 3502301"/>
                <a:gd name="connsiteY3" fmla="*/ 493485 h 3236685"/>
                <a:gd name="connsiteX0" fmla="*/ 566448 w 3752013"/>
                <a:gd name="connsiteY0" fmla="*/ 493485 h 3236685"/>
                <a:gd name="connsiteX1" fmla="*/ 2874220 w 3752013"/>
                <a:gd name="connsiteY1" fmla="*/ 0 h 3236685"/>
                <a:gd name="connsiteX2" fmla="*/ 1872735 w 3752013"/>
                <a:gd name="connsiteY2" fmla="*/ 3236685 h 3236685"/>
                <a:gd name="connsiteX3" fmla="*/ 566448 w 3752013"/>
                <a:gd name="connsiteY3" fmla="*/ 493485 h 3236685"/>
                <a:gd name="connsiteX0" fmla="*/ 566448 w 3595547"/>
                <a:gd name="connsiteY0" fmla="*/ 493485 h 3236685"/>
                <a:gd name="connsiteX1" fmla="*/ 2874220 w 3595547"/>
                <a:gd name="connsiteY1" fmla="*/ 0 h 3236685"/>
                <a:gd name="connsiteX2" fmla="*/ 1872735 w 3595547"/>
                <a:gd name="connsiteY2" fmla="*/ 3236685 h 3236685"/>
                <a:gd name="connsiteX3" fmla="*/ 566448 w 3595547"/>
                <a:gd name="connsiteY3" fmla="*/ 493485 h 3236685"/>
                <a:gd name="connsiteX0" fmla="*/ 498214 w 3527313"/>
                <a:gd name="connsiteY0" fmla="*/ 493485 h 3236685"/>
                <a:gd name="connsiteX1" fmla="*/ 2805986 w 3527313"/>
                <a:gd name="connsiteY1" fmla="*/ 0 h 3236685"/>
                <a:gd name="connsiteX2" fmla="*/ 1804501 w 3527313"/>
                <a:gd name="connsiteY2" fmla="*/ 3236685 h 3236685"/>
                <a:gd name="connsiteX3" fmla="*/ 498214 w 3527313"/>
                <a:gd name="connsiteY3" fmla="*/ 493485 h 3236685"/>
                <a:gd name="connsiteX0" fmla="*/ 579141 w 3608240"/>
                <a:gd name="connsiteY0" fmla="*/ 493485 h 3236685"/>
                <a:gd name="connsiteX1" fmla="*/ 2886913 w 3608240"/>
                <a:gd name="connsiteY1" fmla="*/ 0 h 3236685"/>
                <a:gd name="connsiteX2" fmla="*/ 1885428 w 3608240"/>
                <a:gd name="connsiteY2" fmla="*/ 3236685 h 3236685"/>
                <a:gd name="connsiteX3" fmla="*/ 579141 w 3608240"/>
                <a:gd name="connsiteY3" fmla="*/ 493485 h 3236685"/>
                <a:gd name="connsiteX0" fmla="*/ 579141 w 3687290"/>
                <a:gd name="connsiteY0" fmla="*/ 493485 h 3236685"/>
                <a:gd name="connsiteX1" fmla="*/ 2886913 w 3687290"/>
                <a:gd name="connsiteY1" fmla="*/ 0 h 3236685"/>
                <a:gd name="connsiteX2" fmla="*/ 1885428 w 3687290"/>
                <a:gd name="connsiteY2" fmla="*/ 3236685 h 3236685"/>
                <a:gd name="connsiteX3" fmla="*/ 579141 w 3687290"/>
                <a:gd name="connsiteY3" fmla="*/ 493485 h 3236685"/>
                <a:gd name="connsiteX0" fmla="*/ 579141 w 3638051"/>
                <a:gd name="connsiteY0" fmla="*/ 493485 h 3236685"/>
                <a:gd name="connsiteX1" fmla="*/ 2886913 w 3638051"/>
                <a:gd name="connsiteY1" fmla="*/ 0 h 3236685"/>
                <a:gd name="connsiteX2" fmla="*/ 1885428 w 3638051"/>
                <a:gd name="connsiteY2" fmla="*/ 3236685 h 3236685"/>
                <a:gd name="connsiteX3" fmla="*/ 579141 w 3638051"/>
                <a:gd name="connsiteY3" fmla="*/ 493485 h 3236685"/>
                <a:gd name="connsiteX0" fmla="*/ 539995 w 3598905"/>
                <a:gd name="connsiteY0" fmla="*/ 493485 h 3236685"/>
                <a:gd name="connsiteX1" fmla="*/ 2847767 w 3598905"/>
                <a:gd name="connsiteY1" fmla="*/ 0 h 3236685"/>
                <a:gd name="connsiteX2" fmla="*/ 1846282 w 3598905"/>
                <a:gd name="connsiteY2" fmla="*/ 3236685 h 3236685"/>
                <a:gd name="connsiteX3" fmla="*/ 539995 w 3598905"/>
                <a:gd name="connsiteY3" fmla="*/ 493485 h 3236685"/>
                <a:gd name="connsiteX0" fmla="*/ 539995 w 3561279"/>
                <a:gd name="connsiteY0" fmla="*/ 493485 h 3236685"/>
                <a:gd name="connsiteX1" fmla="*/ 2847767 w 3561279"/>
                <a:gd name="connsiteY1" fmla="*/ 0 h 3236685"/>
                <a:gd name="connsiteX2" fmla="*/ 1846282 w 3561279"/>
                <a:gd name="connsiteY2" fmla="*/ 3236685 h 3236685"/>
                <a:gd name="connsiteX3" fmla="*/ 539995 w 3561279"/>
                <a:gd name="connsiteY3" fmla="*/ 493485 h 3236685"/>
                <a:gd name="connsiteX0" fmla="*/ 539995 w 3628684"/>
                <a:gd name="connsiteY0" fmla="*/ 493485 h 3236685"/>
                <a:gd name="connsiteX1" fmla="*/ 2847767 w 3628684"/>
                <a:gd name="connsiteY1" fmla="*/ 0 h 3236685"/>
                <a:gd name="connsiteX2" fmla="*/ 1846282 w 3628684"/>
                <a:gd name="connsiteY2" fmla="*/ 3236685 h 3236685"/>
                <a:gd name="connsiteX3" fmla="*/ 539995 w 3628684"/>
                <a:gd name="connsiteY3" fmla="*/ 493485 h 3236685"/>
                <a:gd name="connsiteX0" fmla="*/ 539995 w 3628684"/>
                <a:gd name="connsiteY0" fmla="*/ 362857 h 3106057"/>
                <a:gd name="connsiteX1" fmla="*/ 2847767 w 3628684"/>
                <a:gd name="connsiteY1" fmla="*/ 0 h 3106057"/>
                <a:gd name="connsiteX2" fmla="*/ 1846282 w 3628684"/>
                <a:gd name="connsiteY2" fmla="*/ 3106057 h 3106057"/>
                <a:gd name="connsiteX3" fmla="*/ 539995 w 3628684"/>
                <a:gd name="connsiteY3" fmla="*/ 362857 h 3106057"/>
                <a:gd name="connsiteX0" fmla="*/ 539995 w 3608065"/>
                <a:gd name="connsiteY0" fmla="*/ 362857 h 3106057"/>
                <a:gd name="connsiteX1" fmla="*/ 2847767 w 3608065"/>
                <a:gd name="connsiteY1" fmla="*/ 0 h 3106057"/>
                <a:gd name="connsiteX2" fmla="*/ 1846282 w 3608065"/>
                <a:gd name="connsiteY2" fmla="*/ 3106057 h 3106057"/>
                <a:gd name="connsiteX3" fmla="*/ 539995 w 3608065"/>
                <a:gd name="connsiteY3" fmla="*/ 362857 h 3106057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52967 w 3590557"/>
                <a:gd name="connsiteY0" fmla="*/ 2201818 h 5036458"/>
                <a:gd name="connsiteX1" fmla="*/ 1843289 w 3590557"/>
                <a:gd name="connsiteY1" fmla="*/ 0 h 5036458"/>
                <a:gd name="connsiteX2" fmla="*/ 2830259 w 3590557"/>
                <a:gd name="connsiteY2" fmla="*/ 1930401 h 5036458"/>
                <a:gd name="connsiteX3" fmla="*/ 1828774 w 3590557"/>
                <a:gd name="connsiteY3" fmla="*/ 5036458 h 5036458"/>
                <a:gd name="connsiteX4" fmla="*/ 552967 w 3590557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5530 w 3633120"/>
                <a:gd name="connsiteY0" fmla="*/ 2201818 h 5036458"/>
                <a:gd name="connsiteX1" fmla="*/ 1885852 w 3633120"/>
                <a:gd name="connsiteY1" fmla="*/ 0 h 5036458"/>
                <a:gd name="connsiteX2" fmla="*/ 2872822 w 3633120"/>
                <a:gd name="connsiteY2" fmla="*/ 1930401 h 5036458"/>
                <a:gd name="connsiteX3" fmla="*/ 1871337 w 3633120"/>
                <a:gd name="connsiteY3" fmla="*/ 5036458 h 5036458"/>
                <a:gd name="connsiteX4" fmla="*/ 595530 w 3633120"/>
                <a:gd name="connsiteY4" fmla="*/ 2201818 h 5036458"/>
                <a:gd name="connsiteX0" fmla="*/ 595530 w 3663316"/>
                <a:gd name="connsiteY0" fmla="*/ 2201818 h 5036458"/>
                <a:gd name="connsiteX1" fmla="*/ 1885852 w 3663316"/>
                <a:gd name="connsiteY1" fmla="*/ 0 h 5036458"/>
                <a:gd name="connsiteX2" fmla="*/ 2872822 w 3663316"/>
                <a:gd name="connsiteY2" fmla="*/ 1930401 h 5036458"/>
                <a:gd name="connsiteX3" fmla="*/ 1871337 w 3663316"/>
                <a:gd name="connsiteY3" fmla="*/ 5036458 h 5036458"/>
                <a:gd name="connsiteX4" fmla="*/ 595530 w 3663316"/>
                <a:gd name="connsiteY4" fmla="*/ 2201818 h 5036458"/>
                <a:gd name="connsiteX0" fmla="*/ 595530 w 3663316"/>
                <a:gd name="connsiteY0" fmla="*/ 2201818 h 5036458"/>
                <a:gd name="connsiteX1" fmla="*/ 1885852 w 3663316"/>
                <a:gd name="connsiteY1" fmla="*/ 0 h 5036458"/>
                <a:gd name="connsiteX2" fmla="*/ 2872822 w 3663316"/>
                <a:gd name="connsiteY2" fmla="*/ 1930401 h 5036458"/>
                <a:gd name="connsiteX3" fmla="*/ 1871337 w 3663316"/>
                <a:gd name="connsiteY3" fmla="*/ 5036458 h 5036458"/>
                <a:gd name="connsiteX4" fmla="*/ 595530 w 3663316"/>
                <a:gd name="connsiteY4" fmla="*/ 2201818 h 5036458"/>
                <a:gd name="connsiteX0" fmla="*/ 595530 w 3698853"/>
                <a:gd name="connsiteY0" fmla="*/ 2201818 h 5036458"/>
                <a:gd name="connsiteX1" fmla="*/ 1885852 w 3698853"/>
                <a:gd name="connsiteY1" fmla="*/ 0 h 5036458"/>
                <a:gd name="connsiteX2" fmla="*/ 2872822 w 3698853"/>
                <a:gd name="connsiteY2" fmla="*/ 1930401 h 5036458"/>
                <a:gd name="connsiteX3" fmla="*/ 1871337 w 3698853"/>
                <a:gd name="connsiteY3" fmla="*/ 5036458 h 5036458"/>
                <a:gd name="connsiteX4" fmla="*/ 595530 w 3698853"/>
                <a:gd name="connsiteY4" fmla="*/ 2201818 h 5036458"/>
                <a:gd name="connsiteX0" fmla="*/ 595530 w 3626371"/>
                <a:gd name="connsiteY0" fmla="*/ 2201818 h 5036458"/>
                <a:gd name="connsiteX1" fmla="*/ 1885852 w 3626371"/>
                <a:gd name="connsiteY1" fmla="*/ 0 h 5036458"/>
                <a:gd name="connsiteX2" fmla="*/ 2872822 w 3626371"/>
                <a:gd name="connsiteY2" fmla="*/ 1930401 h 5036458"/>
                <a:gd name="connsiteX3" fmla="*/ 1871337 w 3626371"/>
                <a:gd name="connsiteY3" fmla="*/ 5036458 h 5036458"/>
                <a:gd name="connsiteX4" fmla="*/ 595530 w 3626371"/>
                <a:gd name="connsiteY4" fmla="*/ 2201818 h 5036458"/>
                <a:gd name="connsiteX0" fmla="*/ 570610 w 3601451"/>
                <a:gd name="connsiteY0" fmla="*/ 2201818 h 5036458"/>
                <a:gd name="connsiteX1" fmla="*/ 1860932 w 3601451"/>
                <a:gd name="connsiteY1" fmla="*/ 0 h 5036458"/>
                <a:gd name="connsiteX2" fmla="*/ 2847902 w 3601451"/>
                <a:gd name="connsiteY2" fmla="*/ 1930401 h 5036458"/>
                <a:gd name="connsiteX3" fmla="*/ 1846417 w 3601451"/>
                <a:gd name="connsiteY3" fmla="*/ 5036458 h 5036458"/>
                <a:gd name="connsiteX4" fmla="*/ 570610 w 3601451"/>
                <a:gd name="connsiteY4" fmla="*/ 2201818 h 5036458"/>
                <a:gd name="connsiteX0" fmla="*/ 586324 w 3579065"/>
                <a:gd name="connsiteY0" fmla="*/ 2100218 h 5036458"/>
                <a:gd name="connsiteX1" fmla="*/ 1838546 w 3579065"/>
                <a:gd name="connsiteY1" fmla="*/ 0 h 5036458"/>
                <a:gd name="connsiteX2" fmla="*/ 2825516 w 3579065"/>
                <a:gd name="connsiteY2" fmla="*/ 1930401 h 5036458"/>
                <a:gd name="connsiteX3" fmla="*/ 1824031 w 3579065"/>
                <a:gd name="connsiteY3" fmla="*/ 5036458 h 5036458"/>
                <a:gd name="connsiteX4" fmla="*/ 586324 w 3579065"/>
                <a:gd name="connsiteY4" fmla="*/ 2100218 h 5036458"/>
                <a:gd name="connsiteX0" fmla="*/ 618866 w 3535407"/>
                <a:gd name="connsiteY0" fmla="*/ 2112918 h 5036458"/>
                <a:gd name="connsiteX1" fmla="*/ 1794888 w 3535407"/>
                <a:gd name="connsiteY1" fmla="*/ 0 h 5036458"/>
                <a:gd name="connsiteX2" fmla="*/ 2781858 w 3535407"/>
                <a:gd name="connsiteY2" fmla="*/ 1930401 h 5036458"/>
                <a:gd name="connsiteX3" fmla="*/ 1780373 w 3535407"/>
                <a:gd name="connsiteY3" fmla="*/ 5036458 h 5036458"/>
                <a:gd name="connsiteX4" fmla="*/ 618866 w 3535407"/>
                <a:gd name="connsiteY4" fmla="*/ 2112918 h 5036458"/>
                <a:gd name="connsiteX0" fmla="*/ 618866 w 3535407"/>
                <a:gd name="connsiteY0" fmla="*/ 2112918 h 5036458"/>
                <a:gd name="connsiteX1" fmla="*/ 1794888 w 3535407"/>
                <a:gd name="connsiteY1" fmla="*/ 0 h 5036458"/>
                <a:gd name="connsiteX2" fmla="*/ 2781858 w 3535407"/>
                <a:gd name="connsiteY2" fmla="*/ 1930401 h 5036458"/>
                <a:gd name="connsiteX3" fmla="*/ 1780373 w 3535407"/>
                <a:gd name="connsiteY3" fmla="*/ 5036458 h 5036458"/>
                <a:gd name="connsiteX4" fmla="*/ 618866 w 3535407"/>
                <a:gd name="connsiteY4" fmla="*/ 2112918 h 5036458"/>
                <a:gd name="connsiteX0" fmla="*/ 588224 w 3504765"/>
                <a:gd name="connsiteY0" fmla="*/ 2112918 h 5036458"/>
                <a:gd name="connsiteX1" fmla="*/ 1764246 w 3504765"/>
                <a:gd name="connsiteY1" fmla="*/ 0 h 5036458"/>
                <a:gd name="connsiteX2" fmla="*/ 2751216 w 3504765"/>
                <a:gd name="connsiteY2" fmla="*/ 1930401 h 5036458"/>
                <a:gd name="connsiteX3" fmla="*/ 1749731 w 3504765"/>
                <a:gd name="connsiteY3" fmla="*/ 5036458 h 5036458"/>
                <a:gd name="connsiteX4" fmla="*/ 588224 w 3504765"/>
                <a:gd name="connsiteY4" fmla="*/ 2112918 h 5036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765" h="5036458">
                  <a:moveTo>
                    <a:pt x="588224" y="2112918"/>
                  </a:moveTo>
                  <a:cubicBezTo>
                    <a:pt x="1127551" y="1225974"/>
                    <a:pt x="453121" y="106438"/>
                    <a:pt x="1764246" y="0"/>
                  </a:cubicBezTo>
                  <a:cubicBezTo>
                    <a:pt x="2847979" y="120953"/>
                    <a:pt x="2358726" y="1096434"/>
                    <a:pt x="2751216" y="1930401"/>
                  </a:cubicBezTo>
                  <a:cubicBezTo>
                    <a:pt x="3772659" y="2965753"/>
                    <a:pt x="4030288" y="4977191"/>
                    <a:pt x="1749731" y="5036458"/>
                  </a:cubicBezTo>
                  <a:cubicBezTo>
                    <a:pt x="-743098" y="4956629"/>
                    <a:pt x="-20287" y="2819038"/>
                    <a:pt x="588224" y="2112918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EE99A7-6C04-077C-17EC-A0B549E31B05}"/>
              </a:ext>
            </a:extLst>
          </p:cNvPr>
          <p:cNvGrpSpPr/>
          <p:nvPr/>
        </p:nvGrpSpPr>
        <p:grpSpPr>
          <a:xfrm>
            <a:off x="6175546" y="465827"/>
            <a:ext cx="4301123" cy="6840745"/>
            <a:chOff x="4088021" y="554284"/>
            <a:chExt cx="4301123" cy="6840745"/>
          </a:xfrm>
        </p:grpSpPr>
        <p:sp>
          <p:nvSpPr>
            <p:cNvPr id="13" name="Rectangle 57">
              <a:extLst>
                <a:ext uri="{FF2B5EF4-FFF2-40B4-BE49-F238E27FC236}">
                  <a16:creationId xmlns:a16="http://schemas.microsoft.com/office/drawing/2014/main" id="{00074F99-608C-B9B0-B4C1-3FD829C8062D}"/>
                </a:ext>
              </a:extLst>
            </p:cNvPr>
            <p:cNvSpPr/>
            <p:nvPr/>
          </p:nvSpPr>
          <p:spPr>
            <a:xfrm rot="20489730" flipH="1">
              <a:off x="5284962" y="985917"/>
              <a:ext cx="445278" cy="1684253"/>
            </a:xfrm>
            <a:custGeom>
              <a:avLst/>
              <a:gdLst>
                <a:gd name="connsiteX0" fmla="*/ 0 w 45719"/>
                <a:gd name="connsiteY0" fmla="*/ 0 h 357564"/>
                <a:gd name="connsiteX1" fmla="*/ 45719 w 45719"/>
                <a:gd name="connsiteY1" fmla="*/ 0 h 357564"/>
                <a:gd name="connsiteX2" fmla="*/ 45719 w 45719"/>
                <a:gd name="connsiteY2" fmla="*/ 357564 h 357564"/>
                <a:gd name="connsiteX3" fmla="*/ 0 w 45719"/>
                <a:gd name="connsiteY3" fmla="*/ 357564 h 357564"/>
                <a:gd name="connsiteX4" fmla="*/ 0 w 45719"/>
                <a:gd name="connsiteY4" fmla="*/ 0 h 357564"/>
                <a:gd name="connsiteX0" fmla="*/ 0 w 93054"/>
                <a:gd name="connsiteY0" fmla="*/ 0 h 357564"/>
                <a:gd name="connsiteX1" fmla="*/ 93054 w 93054"/>
                <a:gd name="connsiteY1" fmla="*/ 52649 h 357564"/>
                <a:gd name="connsiteX2" fmla="*/ 45719 w 93054"/>
                <a:gd name="connsiteY2" fmla="*/ 357564 h 357564"/>
                <a:gd name="connsiteX3" fmla="*/ 0 w 93054"/>
                <a:gd name="connsiteY3" fmla="*/ 357564 h 357564"/>
                <a:gd name="connsiteX4" fmla="*/ 0 w 93054"/>
                <a:gd name="connsiteY4" fmla="*/ 0 h 357564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380" h="352778">
                  <a:moveTo>
                    <a:pt x="67710" y="0"/>
                  </a:moveTo>
                  <a:lnTo>
                    <a:pt x="113380" y="47863"/>
                  </a:lnTo>
                  <a:cubicBezTo>
                    <a:pt x="55913" y="135718"/>
                    <a:pt x="81823" y="251140"/>
                    <a:pt x="66045" y="352778"/>
                  </a:cubicBezTo>
                  <a:lnTo>
                    <a:pt x="20326" y="352778"/>
                  </a:lnTo>
                  <a:cubicBezTo>
                    <a:pt x="36121" y="235185"/>
                    <a:pt x="-60848" y="96629"/>
                    <a:pt x="67710" y="0"/>
                  </a:cubicBezTo>
                  <a:close/>
                </a:path>
              </a:pathLst>
            </a:custGeom>
            <a:solidFill>
              <a:srgbClr val="A17655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ECC9475-1045-4963-284C-23632B834F67}"/>
                </a:ext>
              </a:extLst>
            </p:cNvPr>
            <p:cNvSpPr/>
            <p:nvPr/>
          </p:nvSpPr>
          <p:spPr>
            <a:xfrm rot="517903">
              <a:off x="5053861" y="1025770"/>
              <a:ext cx="174052" cy="341778"/>
            </a:xfrm>
            <a:prstGeom prst="ellipse">
              <a:avLst/>
            </a:prstGeom>
            <a:solidFill>
              <a:srgbClr val="966E5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56">
              <a:extLst>
                <a:ext uri="{FF2B5EF4-FFF2-40B4-BE49-F238E27FC236}">
                  <a16:creationId xmlns:a16="http://schemas.microsoft.com/office/drawing/2014/main" id="{75A0A0A3-7E3E-939B-FA2F-E25E3FF5F4D6}"/>
                </a:ext>
              </a:extLst>
            </p:cNvPr>
            <p:cNvSpPr/>
            <p:nvPr/>
          </p:nvSpPr>
          <p:spPr>
            <a:xfrm rot="20824006">
              <a:off x="5616202" y="554284"/>
              <a:ext cx="2772942" cy="128475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solidFill>
              <a:srgbClr val="7C895D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2">
              <a:extLst>
                <a:ext uri="{FF2B5EF4-FFF2-40B4-BE49-F238E27FC236}">
                  <a16:creationId xmlns:a16="http://schemas.microsoft.com/office/drawing/2014/main" id="{A08681A1-3516-D760-153B-C4E2E22F32D4}"/>
                </a:ext>
              </a:extLst>
            </p:cNvPr>
            <p:cNvSpPr/>
            <p:nvPr/>
          </p:nvSpPr>
          <p:spPr>
            <a:xfrm>
              <a:off x="4088021" y="2358571"/>
              <a:ext cx="3504765" cy="5036458"/>
            </a:xfrm>
            <a:custGeom>
              <a:avLst/>
              <a:gdLst>
                <a:gd name="connsiteX0" fmla="*/ 0 w 740229"/>
                <a:gd name="connsiteY0" fmla="*/ 0 h 1451429"/>
                <a:gd name="connsiteX1" fmla="*/ 740229 w 740229"/>
                <a:gd name="connsiteY1" fmla="*/ 0 h 1451429"/>
                <a:gd name="connsiteX2" fmla="*/ 740229 w 740229"/>
                <a:gd name="connsiteY2" fmla="*/ 1451429 h 1451429"/>
                <a:gd name="connsiteX3" fmla="*/ 0 w 740229"/>
                <a:gd name="connsiteY3" fmla="*/ 1451429 h 1451429"/>
                <a:gd name="connsiteX4" fmla="*/ 0 w 740229"/>
                <a:gd name="connsiteY4" fmla="*/ 0 h 1451429"/>
                <a:gd name="connsiteX0" fmla="*/ 0 w 1494972"/>
                <a:gd name="connsiteY0" fmla="*/ 1277257 h 1451429"/>
                <a:gd name="connsiteX1" fmla="*/ 1494972 w 1494972"/>
                <a:gd name="connsiteY1" fmla="*/ 0 h 1451429"/>
                <a:gd name="connsiteX2" fmla="*/ 1494972 w 1494972"/>
                <a:gd name="connsiteY2" fmla="*/ 1451429 h 1451429"/>
                <a:gd name="connsiteX3" fmla="*/ 754743 w 1494972"/>
                <a:gd name="connsiteY3" fmla="*/ 1451429 h 1451429"/>
                <a:gd name="connsiteX4" fmla="*/ 0 w 1494972"/>
                <a:gd name="connsiteY4" fmla="*/ 1277257 h 1451429"/>
                <a:gd name="connsiteX0" fmla="*/ 0 w 2017486"/>
                <a:gd name="connsiteY0" fmla="*/ 449942 h 624114"/>
                <a:gd name="connsiteX1" fmla="*/ 2017486 w 2017486"/>
                <a:gd name="connsiteY1" fmla="*/ 0 h 624114"/>
                <a:gd name="connsiteX2" fmla="*/ 1494972 w 2017486"/>
                <a:gd name="connsiteY2" fmla="*/ 624114 h 624114"/>
                <a:gd name="connsiteX3" fmla="*/ 754743 w 2017486"/>
                <a:gd name="connsiteY3" fmla="*/ 624114 h 624114"/>
                <a:gd name="connsiteX4" fmla="*/ 0 w 2017486"/>
                <a:gd name="connsiteY4" fmla="*/ 449942 h 624114"/>
                <a:gd name="connsiteX0" fmla="*/ 0 w 2017486"/>
                <a:gd name="connsiteY0" fmla="*/ 449942 h 3846285"/>
                <a:gd name="connsiteX1" fmla="*/ 2017486 w 2017486"/>
                <a:gd name="connsiteY1" fmla="*/ 0 h 3846285"/>
                <a:gd name="connsiteX2" fmla="*/ 1059544 w 2017486"/>
                <a:gd name="connsiteY2" fmla="*/ 3846285 h 3846285"/>
                <a:gd name="connsiteX3" fmla="*/ 754743 w 2017486"/>
                <a:gd name="connsiteY3" fmla="*/ 624114 h 3846285"/>
                <a:gd name="connsiteX4" fmla="*/ 0 w 2017486"/>
                <a:gd name="connsiteY4" fmla="*/ 449942 h 3846285"/>
                <a:gd name="connsiteX0" fmla="*/ 0 w 2017486"/>
                <a:gd name="connsiteY0" fmla="*/ 449942 h 3846285"/>
                <a:gd name="connsiteX1" fmla="*/ 2017486 w 2017486"/>
                <a:gd name="connsiteY1" fmla="*/ 0 h 3846285"/>
                <a:gd name="connsiteX2" fmla="*/ 1059544 w 2017486"/>
                <a:gd name="connsiteY2" fmla="*/ 3846285 h 3846285"/>
                <a:gd name="connsiteX3" fmla="*/ 0 w 2017486"/>
                <a:gd name="connsiteY3" fmla="*/ 449942 h 3846285"/>
                <a:gd name="connsiteX0" fmla="*/ 0 w 2264229"/>
                <a:gd name="connsiteY0" fmla="*/ 1103085 h 3846285"/>
                <a:gd name="connsiteX1" fmla="*/ 2264229 w 2264229"/>
                <a:gd name="connsiteY1" fmla="*/ 0 h 3846285"/>
                <a:gd name="connsiteX2" fmla="*/ 1306287 w 2264229"/>
                <a:gd name="connsiteY2" fmla="*/ 3846285 h 3846285"/>
                <a:gd name="connsiteX3" fmla="*/ 0 w 2264229"/>
                <a:gd name="connsiteY3" fmla="*/ 1103085 h 3846285"/>
                <a:gd name="connsiteX0" fmla="*/ 0 w 2307772"/>
                <a:gd name="connsiteY0" fmla="*/ 493485 h 3236685"/>
                <a:gd name="connsiteX1" fmla="*/ 2307772 w 2307772"/>
                <a:gd name="connsiteY1" fmla="*/ 0 h 3236685"/>
                <a:gd name="connsiteX2" fmla="*/ 1306287 w 2307772"/>
                <a:gd name="connsiteY2" fmla="*/ 3236685 h 3236685"/>
                <a:gd name="connsiteX3" fmla="*/ 0 w 2307772"/>
                <a:gd name="connsiteY3" fmla="*/ 493485 h 3236685"/>
                <a:gd name="connsiteX0" fmla="*/ 0 w 2935853"/>
                <a:gd name="connsiteY0" fmla="*/ 493485 h 3236685"/>
                <a:gd name="connsiteX1" fmla="*/ 2307772 w 2935853"/>
                <a:gd name="connsiteY1" fmla="*/ 0 h 3236685"/>
                <a:gd name="connsiteX2" fmla="*/ 1306287 w 2935853"/>
                <a:gd name="connsiteY2" fmla="*/ 3236685 h 3236685"/>
                <a:gd name="connsiteX3" fmla="*/ 0 w 2935853"/>
                <a:gd name="connsiteY3" fmla="*/ 493485 h 3236685"/>
                <a:gd name="connsiteX0" fmla="*/ 277860 w 3213713"/>
                <a:gd name="connsiteY0" fmla="*/ 493485 h 3236685"/>
                <a:gd name="connsiteX1" fmla="*/ 2585632 w 3213713"/>
                <a:gd name="connsiteY1" fmla="*/ 0 h 3236685"/>
                <a:gd name="connsiteX2" fmla="*/ 1584147 w 3213713"/>
                <a:gd name="connsiteY2" fmla="*/ 3236685 h 3236685"/>
                <a:gd name="connsiteX3" fmla="*/ 277860 w 3213713"/>
                <a:gd name="connsiteY3" fmla="*/ 493485 h 3236685"/>
                <a:gd name="connsiteX0" fmla="*/ 566448 w 3502301"/>
                <a:gd name="connsiteY0" fmla="*/ 493485 h 3236685"/>
                <a:gd name="connsiteX1" fmla="*/ 2874220 w 3502301"/>
                <a:gd name="connsiteY1" fmla="*/ 0 h 3236685"/>
                <a:gd name="connsiteX2" fmla="*/ 1872735 w 3502301"/>
                <a:gd name="connsiteY2" fmla="*/ 3236685 h 3236685"/>
                <a:gd name="connsiteX3" fmla="*/ 566448 w 3502301"/>
                <a:gd name="connsiteY3" fmla="*/ 493485 h 3236685"/>
                <a:gd name="connsiteX0" fmla="*/ 566448 w 3752013"/>
                <a:gd name="connsiteY0" fmla="*/ 493485 h 3236685"/>
                <a:gd name="connsiteX1" fmla="*/ 2874220 w 3752013"/>
                <a:gd name="connsiteY1" fmla="*/ 0 h 3236685"/>
                <a:gd name="connsiteX2" fmla="*/ 1872735 w 3752013"/>
                <a:gd name="connsiteY2" fmla="*/ 3236685 h 3236685"/>
                <a:gd name="connsiteX3" fmla="*/ 566448 w 3752013"/>
                <a:gd name="connsiteY3" fmla="*/ 493485 h 3236685"/>
                <a:gd name="connsiteX0" fmla="*/ 566448 w 3595547"/>
                <a:gd name="connsiteY0" fmla="*/ 493485 h 3236685"/>
                <a:gd name="connsiteX1" fmla="*/ 2874220 w 3595547"/>
                <a:gd name="connsiteY1" fmla="*/ 0 h 3236685"/>
                <a:gd name="connsiteX2" fmla="*/ 1872735 w 3595547"/>
                <a:gd name="connsiteY2" fmla="*/ 3236685 h 3236685"/>
                <a:gd name="connsiteX3" fmla="*/ 566448 w 3595547"/>
                <a:gd name="connsiteY3" fmla="*/ 493485 h 3236685"/>
                <a:gd name="connsiteX0" fmla="*/ 498214 w 3527313"/>
                <a:gd name="connsiteY0" fmla="*/ 493485 h 3236685"/>
                <a:gd name="connsiteX1" fmla="*/ 2805986 w 3527313"/>
                <a:gd name="connsiteY1" fmla="*/ 0 h 3236685"/>
                <a:gd name="connsiteX2" fmla="*/ 1804501 w 3527313"/>
                <a:gd name="connsiteY2" fmla="*/ 3236685 h 3236685"/>
                <a:gd name="connsiteX3" fmla="*/ 498214 w 3527313"/>
                <a:gd name="connsiteY3" fmla="*/ 493485 h 3236685"/>
                <a:gd name="connsiteX0" fmla="*/ 579141 w 3608240"/>
                <a:gd name="connsiteY0" fmla="*/ 493485 h 3236685"/>
                <a:gd name="connsiteX1" fmla="*/ 2886913 w 3608240"/>
                <a:gd name="connsiteY1" fmla="*/ 0 h 3236685"/>
                <a:gd name="connsiteX2" fmla="*/ 1885428 w 3608240"/>
                <a:gd name="connsiteY2" fmla="*/ 3236685 h 3236685"/>
                <a:gd name="connsiteX3" fmla="*/ 579141 w 3608240"/>
                <a:gd name="connsiteY3" fmla="*/ 493485 h 3236685"/>
                <a:gd name="connsiteX0" fmla="*/ 579141 w 3687290"/>
                <a:gd name="connsiteY0" fmla="*/ 493485 h 3236685"/>
                <a:gd name="connsiteX1" fmla="*/ 2886913 w 3687290"/>
                <a:gd name="connsiteY1" fmla="*/ 0 h 3236685"/>
                <a:gd name="connsiteX2" fmla="*/ 1885428 w 3687290"/>
                <a:gd name="connsiteY2" fmla="*/ 3236685 h 3236685"/>
                <a:gd name="connsiteX3" fmla="*/ 579141 w 3687290"/>
                <a:gd name="connsiteY3" fmla="*/ 493485 h 3236685"/>
                <a:gd name="connsiteX0" fmla="*/ 579141 w 3638051"/>
                <a:gd name="connsiteY0" fmla="*/ 493485 h 3236685"/>
                <a:gd name="connsiteX1" fmla="*/ 2886913 w 3638051"/>
                <a:gd name="connsiteY1" fmla="*/ 0 h 3236685"/>
                <a:gd name="connsiteX2" fmla="*/ 1885428 w 3638051"/>
                <a:gd name="connsiteY2" fmla="*/ 3236685 h 3236685"/>
                <a:gd name="connsiteX3" fmla="*/ 579141 w 3638051"/>
                <a:gd name="connsiteY3" fmla="*/ 493485 h 3236685"/>
                <a:gd name="connsiteX0" fmla="*/ 539995 w 3598905"/>
                <a:gd name="connsiteY0" fmla="*/ 493485 h 3236685"/>
                <a:gd name="connsiteX1" fmla="*/ 2847767 w 3598905"/>
                <a:gd name="connsiteY1" fmla="*/ 0 h 3236685"/>
                <a:gd name="connsiteX2" fmla="*/ 1846282 w 3598905"/>
                <a:gd name="connsiteY2" fmla="*/ 3236685 h 3236685"/>
                <a:gd name="connsiteX3" fmla="*/ 539995 w 3598905"/>
                <a:gd name="connsiteY3" fmla="*/ 493485 h 3236685"/>
                <a:gd name="connsiteX0" fmla="*/ 539995 w 3561279"/>
                <a:gd name="connsiteY0" fmla="*/ 493485 h 3236685"/>
                <a:gd name="connsiteX1" fmla="*/ 2847767 w 3561279"/>
                <a:gd name="connsiteY1" fmla="*/ 0 h 3236685"/>
                <a:gd name="connsiteX2" fmla="*/ 1846282 w 3561279"/>
                <a:gd name="connsiteY2" fmla="*/ 3236685 h 3236685"/>
                <a:gd name="connsiteX3" fmla="*/ 539995 w 3561279"/>
                <a:gd name="connsiteY3" fmla="*/ 493485 h 3236685"/>
                <a:gd name="connsiteX0" fmla="*/ 539995 w 3628684"/>
                <a:gd name="connsiteY0" fmla="*/ 493485 h 3236685"/>
                <a:gd name="connsiteX1" fmla="*/ 2847767 w 3628684"/>
                <a:gd name="connsiteY1" fmla="*/ 0 h 3236685"/>
                <a:gd name="connsiteX2" fmla="*/ 1846282 w 3628684"/>
                <a:gd name="connsiteY2" fmla="*/ 3236685 h 3236685"/>
                <a:gd name="connsiteX3" fmla="*/ 539995 w 3628684"/>
                <a:gd name="connsiteY3" fmla="*/ 493485 h 3236685"/>
                <a:gd name="connsiteX0" fmla="*/ 539995 w 3628684"/>
                <a:gd name="connsiteY0" fmla="*/ 362857 h 3106057"/>
                <a:gd name="connsiteX1" fmla="*/ 2847767 w 3628684"/>
                <a:gd name="connsiteY1" fmla="*/ 0 h 3106057"/>
                <a:gd name="connsiteX2" fmla="*/ 1846282 w 3628684"/>
                <a:gd name="connsiteY2" fmla="*/ 3106057 h 3106057"/>
                <a:gd name="connsiteX3" fmla="*/ 539995 w 3628684"/>
                <a:gd name="connsiteY3" fmla="*/ 362857 h 3106057"/>
                <a:gd name="connsiteX0" fmla="*/ 539995 w 3608065"/>
                <a:gd name="connsiteY0" fmla="*/ 362857 h 3106057"/>
                <a:gd name="connsiteX1" fmla="*/ 2847767 w 3608065"/>
                <a:gd name="connsiteY1" fmla="*/ 0 h 3106057"/>
                <a:gd name="connsiteX2" fmla="*/ 1846282 w 3608065"/>
                <a:gd name="connsiteY2" fmla="*/ 3106057 h 3106057"/>
                <a:gd name="connsiteX3" fmla="*/ 539995 w 3608065"/>
                <a:gd name="connsiteY3" fmla="*/ 362857 h 3106057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52967 w 3590557"/>
                <a:gd name="connsiteY0" fmla="*/ 2201818 h 5036458"/>
                <a:gd name="connsiteX1" fmla="*/ 1843289 w 3590557"/>
                <a:gd name="connsiteY1" fmla="*/ 0 h 5036458"/>
                <a:gd name="connsiteX2" fmla="*/ 2830259 w 3590557"/>
                <a:gd name="connsiteY2" fmla="*/ 1930401 h 5036458"/>
                <a:gd name="connsiteX3" fmla="*/ 1828774 w 3590557"/>
                <a:gd name="connsiteY3" fmla="*/ 5036458 h 5036458"/>
                <a:gd name="connsiteX4" fmla="*/ 552967 w 3590557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5530 w 3633120"/>
                <a:gd name="connsiteY0" fmla="*/ 2201818 h 5036458"/>
                <a:gd name="connsiteX1" fmla="*/ 1885852 w 3633120"/>
                <a:gd name="connsiteY1" fmla="*/ 0 h 5036458"/>
                <a:gd name="connsiteX2" fmla="*/ 2872822 w 3633120"/>
                <a:gd name="connsiteY2" fmla="*/ 1930401 h 5036458"/>
                <a:gd name="connsiteX3" fmla="*/ 1871337 w 3633120"/>
                <a:gd name="connsiteY3" fmla="*/ 5036458 h 5036458"/>
                <a:gd name="connsiteX4" fmla="*/ 595530 w 3633120"/>
                <a:gd name="connsiteY4" fmla="*/ 2201818 h 5036458"/>
                <a:gd name="connsiteX0" fmla="*/ 595530 w 3663316"/>
                <a:gd name="connsiteY0" fmla="*/ 2201818 h 5036458"/>
                <a:gd name="connsiteX1" fmla="*/ 1885852 w 3663316"/>
                <a:gd name="connsiteY1" fmla="*/ 0 h 5036458"/>
                <a:gd name="connsiteX2" fmla="*/ 2872822 w 3663316"/>
                <a:gd name="connsiteY2" fmla="*/ 1930401 h 5036458"/>
                <a:gd name="connsiteX3" fmla="*/ 1871337 w 3663316"/>
                <a:gd name="connsiteY3" fmla="*/ 5036458 h 5036458"/>
                <a:gd name="connsiteX4" fmla="*/ 595530 w 3663316"/>
                <a:gd name="connsiteY4" fmla="*/ 2201818 h 5036458"/>
                <a:gd name="connsiteX0" fmla="*/ 595530 w 3663316"/>
                <a:gd name="connsiteY0" fmla="*/ 2201818 h 5036458"/>
                <a:gd name="connsiteX1" fmla="*/ 1885852 w 3663316"/>
                <a:gd name="connsiteY1" fmla="*/ 0 h 5036458"/>
                <a:gd name="connsiteX2" fmla="*/ 2872822 w 3663316"/>
                <a:gd name="connsiteY2" fmla="*/ 1930401 h 5036458"/>
                <a:gd name="connsiteX3" fmla="*/ 1871337 w 3663316"/>
                <a:gd name="connsiteY3" fmla="*/ 5036458 h 5036458"/>
                <a:gd name="connsiteX4" fmla="*/ 595530 w 3663316"/>
                <a:gd name="connsiteY4" fmla="*/ 2201818 h 5036458"/>
                <a:gd name="connsiteX0" fmla="*/ 595530 w 3698853"/>
                <a:gd name="connsiteY0" fmla="*/ 2201818 h 5036458"/>
                <a:gd name="connsiteX1" fmla="*/ 1885852 w 3698853"/>
                <a:gd name="connsiteY1" fmla="*/ 0 h 5036458"/>
                <a:gd name="connsiteX2" fmla="*/ 2872822 w 3698853"/>
                <a:gd name="connsiteY2" fmla="*/ 1930401 h 5036458"/>
                <a:gd name="connsiteX3" fmla="*/ 1871337 w 3698853"/>
                <a:gd name="connsiteY3" fmla="*/ 5036458 h 5036458"/>
                <a:gd name="connsiteX4" fmla="*/ 595530 w 3698853"/>
                <a:gd name="connsiteY4" fmla="*/ 2201818 h 5036458"/>
                <a:gd name="connsiteX0" fmla="*/ 595530 w 3626371"/>
                <a:gd name="connsiteY0" fmla="*/ 2201818 h 5036458"/>
                <a:gd name="connsiteX1" fmla="*/ 1885852 w 3626371"/>
                <a:gd name="connsiteY1" fmla="*/ 0 h 5036458"/>
                <a:gd name="connsiteX2" fmla="*/ 2872822 w 3626371"/>
                <a:gd name="connsiteY2" fmla="*/ 1930401 h 5036458"/>
                <a:gd name="connsiteX3" fmla="*/ 1871337 w 3626371"/>
                <a:gd name="connsiteY3" fmla="*/ 5036458 h 5036458"/>
                <a:gd name="connsiteX4" fmla="*/ 595530 w 3626371"/>
                <a:gd name="connsiteY4" fmla="*/ 2201818 h 5036458"/>
                <a:gd name="connsiteX0" fmla="*/ 570610 w 3601451"/>
                <a:gd name="connsiteY0" fmla="*/ 2201818 h 5036458"/>
                <a:gd name="connsiteX1" fmla="*/ 1860932 w 3601451"/>
                <a:gd name="connsiteY1" fmla="*/ 0 h 5036458"/>
                <a:gd name="connsiteX2" fmla="*/ 2847902 w 3601451"/>
                <a:gd name="connsiteY2" fmla="*/ 1930401 h 5036458"/>
                <a:gd name="connsiteX3" fmla="*/ 1846417 w 3601451"/>
                <a:gd name="connsiteY3" fmla="*/ 5036458 h 5036458"/>
                <a:gd name="connsiteX4" fmla="*/ 570610 w 3601451"/>
                <a:gd name="connsiteY4" fmla="*/ 2201818 h 5036458"/>
                <a:gd name="connsiteX0" fmla="*/ 586324 w 3579065"/>
                <a:gd name="connsiteY0" fmla="*/ 2100218 h 5036458"/>
                <a:gd name="connsiteX1" fmla="*/ 1838546 w 3579065"/>
                <a:gd name="connsiteY1" fmla="*/ 0 h 5036458"/>
                <a:gd name="connsiteX2" fmla="*/ 2825516 w 3579065"/>
                <a:gd name="connsiteY2" fmla="*/ 1930401 h 5036458"/>
                <a:gd name="connsiteX3" fmla="*/ 1824031 w 3579065"/>
                <a:gd name="connsiteY3" fmla="*/ 5036458 h 5036458"/>
                <a:gd name="connsiteX4" fmla="*/ 586324 w 3579065"/>
                <a:gd name="connsiteY4" fmla="*/ 2100218 h 5036458"/>
                <a:gd name="connsiteX0" fmla="*/ 618866 w 3535407"/>
                <a:gd name="connsiteY0" fmla="*/ 2112918 h 5036458"/>
                <a:gd name="connsiteX1" fmla="*/ 1794888 w 3535407"/>
                <a:gd name="connsiteY1" fmla="*/ 0 h 5036458"/>
                <a:gd name="connsiteX2" fmla="*/ 2781858 w 3535407"/>
                <a:gd name="connsiteY2" fmla="*/ 1930401 h 5036458"/>
                <a:gd name="connsiteX3" fmla="*/ 1780373 w 3535407"/>
                <a:gd name="connsiteY3" fmla="*/ 5036458 h 5036458"/>
                <a:gd name="connsiteX4" fmla="*/ 618866 w 3535407"/>
                <a:gd name="connsiteY4" fmla="*/ 2112918 h 5036458"/>
                <a:gd name="connsiteX0" fmla="*/ 618866 w 3535407"/>
                <a:gd name="connsiteY0" fmla="*/ 2112918 h 5036458"/>
                <a:gd name="connsiteX1" fmla="*/ 1794888 w 3535407"/>
                <a:gd name="connsiteY1" fmla="*/ 0 h 5036458"/>
                <a:gd name="connsiteX2" fmla="*/ 2781858 w 3535407"/>
                <a:gd name="connsiteY2" fmla="*/ 1930401 h 5036458"/>
                <a:gd name="connsiteX3" fmla="*/ 1780373 w 3535407"/>
                <a:gd name="connsiteY3" fmla="*/ 5036458 h 5036458"/>
                <a:gd name="connsiteX4" fmla="*/ 618866 w 3535407"/>
                <a:gd name="connsiteY4" fmla="*/ 2112918 h 5036458"/>
                <a:gd name="connsiteX0" fmla="*/ 588224 w 3504765"/>
                <a:gd name="connsiteY0" fmla="*/ 2112918 h 5036458"/>
                <a:gd name="connsiteX1" fmla="*/ 1764246 w 3504765"/>
                <a:gd name="connsiteY1" fmla="*/ 0 h 5036458"/>
                <a:gd name="connsiteX2" fmla="*/ 2751216 w 3504765"/>
                <a:gd name="connsiteY2" fmla="*/ 1930401 h 5036458"/>
                <a:gd name="connsiteX3" fmla="*/ 1749731 w 3504765"/>
                <a:gd name="connsiteY3" fmla="*/ 5036458 h 5036458"/>
                <a:gd name="connsiteX4" fmla="*/ 588224 w 3504765"/>
                <a:gd name="connsiteY4" fmla="*/ 2112918 h 5036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765" h="5036458">
                  <a:moveTo>
                    <a:pt x="588224" y="2112918"/>
                  </a:moveTo>
                  <a:cubicBezTo>
                    <a:pt x="1127551" y="1225974"/>
                    <a:pt x="453121" y="106438"/>
                    <a:pt x="1764246" y="0"/>
                  </a:cubicBezTo>
                  <a:cubicBezTo>
                    <a:pt x="2847979" y="120953"/>
                    <a:pt x="2358726" y="1096434"/>
                    <a:pt x="2751216" y="1930401"/>
                  </a:cubicBezTo>
                  <a:cubicBezTo>
                    <a:pt x="3772659" y="2965753"/>
                    <a:pt x="4030288" y="4977191"/>
                    <a:pt x="1749731" y="5036458"/>
                  </a:cubicBezTo>
                  <a:cubicBezTo>
                    <a:pt x="-743098" y="4956629"/>
                    <a:pt x="-20287" y="2819038"/>
                    <a:pt x="588224" y="2112918"/>
                  </a:cubicBezTo>
                  <a:close/>
                </a:path>
              </a:pathLst>
            </a:custGeom>
            <a:solidFill>
              <a:srgbClr val="D0C86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7829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A1C52FB-3E42-6E1E-D676-29FCEA55768C}"/>
              </a:ext>
            </a:extLst>
          </p:cNvPr>
          <p:cNvGrpSpPr/>
          <p:nvPr/>
        </p:nvGrpSpPr>
        <p:grpSpPr>
          <a:xfrm>
            <a:off x="1219200" y="287427"/>
            <a:ext cx="7179107" cy="7074268"/>
            <a:chOff x="1219200" y="287427"/>
            <a:chExt cx="7179107" cy="707426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B8BF463-B90C-9AD0-1A69-1A078C26FBED}"/>
                </a:ext>
              </a:extLst>
            </p:cNvPr>
            <p:cNvSpPr/>
            <p:nvPr/>
          </p:nvSpPr>
          <p:spPr>
            <a:xfrm>
              <a:off x="1660095" y="1131376"/>
              <a:ext cx="6738212" cy="6230319"/>
            </a:xfrm>
            <a:prstGeom prst="ellipse">
              <a:avLst/>
            </a:prstGeom>
            <a:solidFill>
              <a:srgbClr val="FE9B1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2C9059E2-F3DD-3989-39F1-198F4E834059}"/>
                </a:ext>
              </a:extLst>
            </p:cNvPr>
            <p:cNvSpPr/>
            <p:nvPr/>
          </p:nvSpPr>
          <p:spPr>
            <a:xfrm>
              <a:off x="2596571" y="1775663"/>
              <a:ext cx="2203968" cy="4701337"/>
            </a:xfrm>
            <a:custGeom>
              <a:avLst/>
              <a:gdLst>
                <a:gd name="connsiteX0" fmla="*/ 2076773 w 2076773"/>
                <a:gd name="connsiteY0" fmla="*/ 0 h 4633993"/>
                <a:gd name="connsiteX1" fmla="*/ 0 w 2076773"/>
                <a:gd name="connsiteY1" fmla="*/ 4633993 h 4633993"/>
                <a:gd name="connsiteX2" fmla="*/ 0 w 2076773"/>
                <a:gd name="connsiteY2" fmla="*/ 4633993 h 4633993"/>
                <a:gd name="connsiteX0" fmla="*/ 2076773 w 2076773"/>
                <a:gd name="connsiteY0" fmla="*/ 0 h 4633993"/>
                <a:gd name="connsiteX1" fmla="*/ 0 w 2076773"/>
                <a:gd name="connsiteY1" fmla="*/ 4633993 h 4633993"/>
                <a:gd name="connsiteX2" fmla="*/ 0 w 2076773"/>
                <a:gd name="connsiteY2" fmla="*/ 4633993 h 4633993"/>
                <a:gd name="connsiteX0" fmla="*/ 2162821 w 2162821"/>
                <a:gd name="connsiteY0" fmla="*/ 0 h 4633993"/>
                <a:gd name="connsiteX1" fmla="*/ 86048 w 2162821"/>
                <a:gd name="connsiteY1" fmla="*/ 4633993 h 4633993"/>
                <a:gd name="connsiteX2" fmla="*/ 86048 w 2162821"/>
                <a:gd name="connsiteY2" fmla="*/ 4633993 h 4633993"/>
                <a:gd name="connsiteX0" fmla="*/ 2215379 w 2215379"/>
                <a:gd name="connsiteY0" fmla="*/ 0 h 4766431"/>
                <a:gd name="connsiteX1" fmla="*/ 80248 w 2215379"/>
                <a:gd name="connsiteY1" fmla="*/ 4766431 h 4766431"/>
                <a:gd name="connsiteX2" fmla="*/ 80248 w 2215379"/>
                <a:gd name="connsiteY2" fmla="*/ 4766431 h 476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5379" h="4766431">
                  <a:moveTo>
                    <a:pt x="2215379" y="0"/>
                  </a:moveTo>
                  <a:cubicBezTo>
                    <a:pt x="143772" y="1079715"/>
                    <a:pt x="-188389" y="3330255"/>
                    <a:pt x="80248" y="4766431"/>
                  </a:cubicBezTo>
                  <a:lnTo>
                    <a:pt x="80248" y="4766431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56">
              <a:extLst>
                <a:ext uri="{FF2B5EF4-FFF2-40B4-BE49-F238E27FC236}">
                  <a16:creationId xmlns:a16="http://schemas.microsoft.com/office/drawing/2014/main" id="{631375FD-4312-B2A6-E773-C4CA0381143B}"/>
                </a:ext>
              </a:extLst>
            </p:cNvPr>
            <p:cNvSpPr/>
            <p:nvPr/>
          </p:nvSpPr>
          <p:spPr>
            <a:xfrm rot="20715705">
              <a:off x="1219832" y="631632"/>
              <a:ext cx="3328289" cy="1725399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  <a:gd name="connsiteX0" fmla="*/ 0 w 758603"/>
                <a:gd name="connsiteY0" fmla="*/ 167104 h 317929"/>
                <a:gd name="connsiteX1" fmla="*/ 758603 w 758603"/>
                <a:gd name="connsiteY1" fmla="*/ 165718 h 317929"/>
                <a:gd name="connsiteX2" fmla="*/ 0 w 758603"/>
                <a:gd name="connsiteY2" fmla="*/ 167104 h 317929"/>
                <a:gd name="connsiteX0" fmla="*/ 0 w 758603"/>
                <a:gd name="connsiteY0" fmla="*/ 191746 h 342571"/>
                <a:gd name="connsiteX1" fmla="*/ 758603 w 758603"/>
                <a:gd name="connsiteY1" fmla="*/ 190360 h 342571"/>
                <a:gd name="connsiteX2" fmla="*/ 0 w 758603"/>
                <a:gd name="connsiteY2" fmla="*/ 191746 h 342571"/>
                <a:gd name="connsiteX0" fmla="*/ 0 w 758603"/>
                <a:gd name="connsiteY0" fmla="*/ 191746 h 357640"/>
                <a:gd name="connsiteX1" fmla="*/ 758603 w 758603"/>
                <a:gd name="connsiteY1" fmla="*/ 190360 h 357640"/>
                <a:gd name="connsiteX2" fmla="*/ 0 w 758603"/>
                <a:gd name="connsiteY2" fmla="*/ 191746 h 357640"/>
                <a:gd name="connsiteX0" fmla="*/ 0 w 758603"/>
                <a:gd name="connsiteY0" fmla="*/ 191746 h 424125"/>
                <a:gd name="connsiteX1" fmla="*/ 758603 w 758603"/>
                <a:gd name="connsiteY1" fmla="*/ 190360 h 424125"/>
                <a:gd name="connsiteX2" fmla="*/ 0 w 758603"/>
                <a:gd name="connsiteY2" fmla="*/ 191746 h 424125"/>
                <a:gd name="connsiteX0" fmla="*/ 0 w 758603"/>
                <a:gd name="connsiteY0" fmla="*/ 76171 h 308550"/>
                <a:gd name="connsiteX1" fmla="*/ 758603 w 758603"/>
                <a:gd name="connsiteY1" fmla="*/ 74785 h 308550"/>
                <a:gd name="connsiteX2" fmla="*/ 0 w 758603"/>
                <a:gd name="connsiteY2" fmla="*/ 76171 h 308550"/>
                <a:gd name="connsiteX0" fmla="*/ 0 w 758603"/>
                <a:gd name="connsiteY0" fmla="*/ 174119 h 406498"/>
                <a:gd name="connsiteX1" fmla="*/ 758603 w 758603"/>
                <a:gd name="connsiteY1" fmla="*/ 172733 h 406498"/>
                <a:gd name="connsiteX2" fmla="*/ 0 w 758603"/>
                <a:gd name="connsiteY2" fmla="*/ 174119 h 406498"/>
                <a:gd name="connsiteX0" fmla="*/ 0 w 758603"/>
                <a:gd name="connsiteY0" fmla="*/ 163632 h 396011"/>
                <a:gd name="connsiteX1" fmla="*/ 758603 w 758603"/>
                <a:gd name="connsiteY1" fmla="*/ 162246 h 396011"/>
                <a:gd name="connsiteX2" fmla="*/ 0 w 758603"/>
                <a:gd name="connsiteY2" fmla="*/ 163632 h 396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8603" h="396011">
                  <a:moveTo>
                    <a:pt x="0" y="163632"/>
                  </a:moveTo>
                  <a:cubicBezTo>
                    <a:pt x="185997" y="179710"/>
                    <a:pt x="610647" y="-211495"/>
                    <a:pt x="758603" y="162246"/>
                  </a:cubicBezTo>
                  <a:cubicBezTo>
                    <a:pt x="695469" y="502614"/>
                    <a:pt x="105249" y="443451"/>
                    <a:pt x="0" y="163632"/>
                  </a:cubicBezTo>
                  <a:close/>
                </a:path>
              </a:pathLst>
            </a:custGeom>
            <a:solidFill>
              <a:srgbClr val="98DD3E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3A1FC02-F45A-3126-35F0-330B3E27F636}"/>
                </a:ext>
              </a:extLst>
            </p:cNvPr>
            <p:cNvSpPr/>
            <p:nvPr/>
          </p:nvSpPr>
          <p:spPr>
            <a:xfrm>
              <a:off x="1219200" y="803287"/>
              <a:ext cx="3826685" cy="101242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57">
              <a:extLst>
                <a:ext uri="{FF2B5EF4-FFF2-40B4-BE49-F238E27FC236}">
                  <a16:creationId xmlns:a16="http://schemas.microsoft.com/office/drawing/2014/main" id="{F6CD48E3-D9FD-8969-057D-B753B52FD2F4}"/>
                </a:ext>
              </a:extLst>
            </p:cNvPr>
            <p:cNvSpPr/>
            <p:nvPr/>
          </p:nvSpPr>
          <p:spPr>
            <a:xfrm rot="20489730" flipH="1">
              <a:off x="4548172" y="322689"/>
              <a:ext cx="995427" cy="1447516"/>
            </a:xfrm>
            <a:custGeom>
              <a:avLst/>
              <a:gdLst>
                <a:gd name="connsiteX0" fmla="*/ 0 w 45719"/>
                <a:gd name="connsiteY0" fmla="*/ 0 h 357564"/>
                <a:gd name="connsiteX1" fmla="*/ 45719 w 45719"/>
                <a:gd name="connsiteY1" fmla="*/ 0 h 357564"/>
                <a:gd name="connsiteX2" fmla="*/ 45719 w 45719"/>
                <a:gd name="connsiteY2" fmla="*/ 357564 h 357564"/>
                <a:gd name="connsiteX3" fmla="*/ 0 w 45719"/>
                <a:gd name="connsiteY3" fmla="*/ 357564 h 357564"/>
                <a:gd name="connsiteX4" fmla="*/ 0 w 45719"/>
                <a:gd name="connsiteY4" fmla="*/ 0 h 357564"/>
                <a:gd name="connsiteX0" fmla="*/ 0 w 93054"/>
                <a:gd name="connsiteY0" fmla="*/ 0 h 357564"/>
                <a:gd name="connsiteX1" fmla="*/ 93054 w 93054"/>
                <a:gd name="connsiteY1" fmla="*/ 52649 h 357564"/>
                <a:gd name="connsiteX2" fmla="*/ 45719 w 93054"/>
                <a:gd name="connsiteY2" fmla="*/ 357564 h 357564"/>
                <a:gd name="connsiteX3" fmla="*/ 0 w 93054"/>
                <a:gd name="connsiteY3" fmla="*/ 357564 h 357564"/>
                <a:gd name="connsiteX4" fmla="*/ 0 w 93054"/>
                <a:gd name="connsiteY4" fmla="*/ 0 h 357564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112255 w 157925"/>
                <a:gd name="connsiteY0" fmla="*/ 0 h 367214"/>
                <a:gd name="connsiteX1" fmla="*/ 157925 w 157925"/>
                <a:gd name="connsiteY1" fmla="*/ 47863 h 367214"/>
                <a:gd name="connsiteX2" fmla="*/ 110590 w 157925"/>
                <a:gd name="connsiteY2" fmla="*/ 352778 h 367214"/>
                <a:gd name="connsiteX3" fmla="*/ 0 w 157925"/>
                <a:gd name="connsiteY3" fmla="*/ 367214 h 367214"/>
                <a:gd name="connsiteX4" fmla="*/ 112255 w 157925"/>
                <a:gd name="connsiteY4" fmla="*/ 0 h 367214"/>
                <a:gd name="connsiteX0" fmla="*/ 112255 w 157925"/>
                <a:gd name="connsiteY0" fmla="*/ 0 h 367214"/>
                <a:gd name="connsiteX1" fmla="*/ 157925 w 157925"/>
                <a:gd name="connsiteY1" fmla="*/ 47863 h 367214"/>
                <a:gd name="connsiteX2" fmla="*/ 98111 w 157925"/>
                <a:gd name="connsiteY2" fmla="*/ 352791 h 367214"/>
                <a:gd name="connsiteX3" fmla="*/ 0 w 157925"/>
                <a:gd name="connsiteY3" fmla="*/ 367214 h 367214"/>
                <a:gd name="connsiteX4" fmla="*/ 112255 w 157925"/>
                <a:gd name="connsiteY4" fmla="*/ 0 h 367214"/>
                <a:gd name="connsiteX0" fmla="*/ 34308 w 323164"/>
                <a:gd name="connsiteY0" fmla="*/ 60167 h 319351"/>
                <a:gd name="connsiteX1" fmla="*/ 323164 w 323164"/>
                <a:gd name="connsiteY1" fmla="*/ 0 h 319351"/>
                <a:gd name="connsiteX2" fmla="*/ 263350 w 323164"/>
                <a:gd name="connsiteY2" fmla="*/ 304928 h 319351"/>
                <a:gd name="connsiteX3" fmla="*/ 165239 w 323164"/>
                <a:gd name="connsiteY3" fmla="*/ 319351 h 319351"/>
                <a:gd name="connsiteX4" fmla="*/ 34308 w 323164"/>
                <a:gd name="connsiteY4" fmla="*/ 60167 h 319351"/>
                <a:gd name="connsiteX0" fmla="*/ 34308 w 264357"/>
                <a:gd name="connsiteY0" fmla="*/ 39474 h 298658"/>
                <a:gd name="connsiteX1" fmla="*/ 160964 w 264357"/>
                <a:gd name="connsiteY1" fmla="*/ 0 h 298658"/>
                <a:gd name="connsiteX2" fmla="*/ 263350 w 264357"/>
                <a:gd name="connsiteY2" fmla="*/ 284235 h 298658"/>
                <a:gd name="connsiteX3" fmla="*/ 165239 w 264357"/>
                <a:gd name="connsiteY3" fmla="*/ 298658 h 298658"/>
                <a:gd name="connsiteX4" fmla="*/ 34308 w 264357"/>
                <a:gd name="connsiteY4" fmla="*/ 39474 h 298658"/>
                <a:gd name="connsiteX0" fmla="*/ 34308 w 277171"/>
                <a:gd name="connsiteY0" fmla="*/ 39474 h 298658"/>
                <a:gd name="connsiteX1" fmla="*/ 160964 w 277171"/>
                <a:gd name="connsiteY1" fmla="*/ 0 h 298658"/>
                <a:gd name="connsiteX2" fmla="*/ 276230 w 277171"/>
                <a:gd name="connsiteY2" fmla="*/ 280689 h 298658"/>
                <a:gd name="connsiteX3" fmla="*/ 165239 w 277171"/>
                <a:gd name="connsiteY3" fmla="*/ 298658 h 298658"/>
                <a:gd name="connsiteX4" fmla="*/ 34308 w 277171"/>
                <a:gd name="connsiteY4" fmla="*/ 39474 h 298658"/>
                <a:gd name="connsiteX0" fmla="*/ 34308 w 276230"/>
                <a:gd name="connsiteY0" fmla="*/ 39474 h 298658"/>
                <a:gd name="connsiteX1" fmla="*/ 160964 w 276230"/>
                <a:gd name="connsiteY1" fmla="*/ 0 h 298658"/>
                <a:gd name="connsiteX2" fmla="*/ 276230 w 276230"/>
                <a:gd name="connsiteY2" fmla="*/ 280689 h 298658"/>
                <a:gd name="connsiteX3" fmla="*/ 165239 w 276230"/>
                <a:gd name="connsiteY3" fmla="*/ 298658 h 298658"/>
                <a:gd name="connsiteX4" fmla="*/ 34308 w 276230"/>
                <a:gd name="connsiteY4" fmla="*/ 39474 h 298658"/>
                <a:gd name="connsiteX0" fmla="*/ 43420 w 285342"/>
                <a:gd name="connsiteY0" fmla="*/ 39474 h 298658"/>
                <a:gd name="connsiteX1" fmla="*/ 170076 w 285342"/>
                <a:gd name="connsiteY1" fmla="*/ 0 h 298658"/>
                <a:gd name="connsiteX2" fmla="*/ 285342 w 285342"/>
                <a:gd name="connsiteY2" fmla="*/ 280689 h 298658"/>
                <a:gd name="connsiteX3" fmla="*/ 174351 w 285342"/>
                <a:gd name="connsiteY3" fmla="*/ 298658 h 298658"/>
                <a:gd name="connsiteX4" fmla="*/ 43420 w 285342"/>
                <a:gd name="connsiteY4" fmla="*/ 39474 h 298658"/>
                <a:gd name="connsiteX0" fmla="*/ 10963 w 252885"/>
                <a:gd name="connsiteY0" fmla="*/ 39474 h 298658"/>
                <a:gd name="connsiteX1" fmla="*/ 137619 w 252885"/>
                <a:gd name="connsiteY1" fmla="*/ 0 h 298658"/>
                <a:gd name="connsiteX2" fmla="*/ 252885 w 252885"/>
                <a:gd name="connsiteY2" fmla="*/ 280689 h 298658"/>
                <a:gd name="connsiteX3" fmla="*/ 141894 w 252885"/>
                <a:gd name="connsiteY3" fmla="*/ 298658 h 298658"/>
                <a:gd name="connsiteX4" fmla="*/ 10963 w 252885"/>
                <a:gd name="connsiteY4" fmla="*/ 39474 h 298658"/>
                <a:gd name="connsiteX0" fmla="*/ 10166 w 263751"/>
                <a:gd name="connsiteY0" fmla="*/ 35953 h 298658"/>
                <a:gd name="connsiteX1" fmla="*/ 148485 w 263751"/>
                <a:gd name="connsiteY1" fmla="*/ 0 h 298658"/>
                <a:gd name="connsiteX2" fmla="*/ 263751 w 263751"/>
                <a:gd name="connsiteY2" fmla="*/ 280689 h 298658"/>
                <a:gd name="connsiteX3" fmla="*/ 152760 w 263751"/>
                <a:gd name="connsiteY3" fmla="*/ 298658 h 298658"/>
                <a:gd name="connsiteX4" fmla="*/ 10166 w 263751"/>
                <a:gd name="connsiteY4" fmla="*/ 35953 h 298658"/>
                <a:gd name="connsiteX0" fmla="*/ 10918 w 253463"/>
                <a:gd name="connsiteY0" fmla="*/ 32913 h 298658"/>
                <a:gd name="connsiteX1" fmla="*/ 138197 w 253463"/>
                <a:gd name="connsiteY1" fmla="*/ 0 h 298658"/>
                <a:gd name="connsiteX2" fmla="*/ 253463 w 253463"/>
                <a:gd name="connsiteY2" fmla="*/ 280689 h 298658"/>
                <a:gd name="connsiteX3" fmla="*/ 142472 w 253463"/>
                <a:gd name="connsiteY3" fmla="*/ 298658 h 298658"/>
                <a:gd name="connsiteX4" fmla="*/ 10918 w 253463"/>
                <a:gd name="connsiteY4" fmla="*/ 32913 h 298658"/>
                <a:gd name="connsiteX0" fmla="*/ 10918 w 253463"/>
                <a:gd name="connsiteY0" fmla="*/ 37447 h 303192"/>
                <a:gd name="connsiteX1" fmla="*/ 130214 w 253463"/>
                <a:gd name="connsiteY1" fmla="*/ 0 h 303192"/>
                <a:gd name="connsiteX2" fmla="*/ 253463 w 253463"/>
                <a:gd name="connsiteY2" fmla="*/ 285223 h 303192"/>
                <a:gd name="connsiteX3" fmla="*/ 142472 w 253463"/>
                <a:gd name="connsiteY3" fmla="*/ 303192 h 303192"/>
                <a:gd name="connsiteX4" fmla="*/ 10918 w 253463"/>
                <a:gd name="connsiteY4" fmla="*/ 37447 h 30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463" h="303192">
                  <a:moveTo>
                    <a:pt x="10918" y="37447"/>
                  </a:moveTo>
                  <a:lnTo>
                    <a:pt x="130214" y="0"/>
                  </a:lnTo>
                  <a:cubicBezTo>
                    <a:pt x="72747" y="87855"/>
                    <a:pt x="147144" y="185221"/>
                    <a:pt x="253463" y="285223"/>
                  </a:cubicBezTo>
                  <a:cubicBezTo>
                    <a:pt x="238223" y="285223"/>
                    <a:pt x="157712" y="303192"/>
                    <a:pt x="142472" y="303192"/>
                  </a:cubicBezTo>
                  <a:cubicBezTo>
                    <a:pt x="74238" y="205367"/>
                    <a:pt x="-34939" y="45668"/>
                    <a:pt x="10918" y="37447"/>
                  </a:cubicBezTo>
                  <a:close/>
                </a:path>
              </a:pathLst>
            </a:custGeom>
            <a:solidFill>
              <a:srgbClr val="92D05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0F7FA5C-80D6-BB55-266D-40F4A4E2ABE2}"/>
                </a:ext>
              </a:extLst>
            </p:cNvPr>
            <p:cNvSpPr/>
            <p:nvPr/>
          </p:nvSpPr>
          <p:spPr>
            <a:xfrm rot="5843832">
              <a:off x="4956437" y="52355"/>
              <a:ext cx="174052" cy="644195"/>
            </a:xfrm>
            <a:prstGeom prst="ellipse">
              <a:avLst/>
            </a:prstGeom>
            <a:solidFill>
              <a:srgbClr val="92D05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27C736D-3390-2DB8-9FCD-6EF61A3ADDB8}"/>
              </a:ext>
            </a:extLst>
          </p:cNvPr>
          <p:cNvGrpSpPr/>
          <p:nvPr/>
        </p:nvGrpSpPr>
        <p:grpSpPr>
          <a:xfrm>
            <a:off x="3759200" y="1046447"/>
            <a:ext cx="7179107" cy="7074720"/>
            <a:chOff x="1219200" y="286975"/>
            <a:chExt cx="7179107" cy="7074720"/>
          </a:xfrm>
          <a:solidFill>
            <a:schemeClr val="bg1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6AEA4E5-1A8E-CBE9-0ADE-11E37F7219CF}"/>
                </a:ext>
              </a:extLst>
            </p:cNvPr>
            <p:cNvSpPr/>
            <p:nvPr/>
          </p:nvSpPr>
          <p:spPr>
            <a:xfrm>
              <a:off x="1660095" y="1131376"/>
              <a:ext cx="6738212" cy="6230319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33AD65-EBE0-638A-BE25-E032D04B402C}"/>
                </a:ext>
              </a:extLst>
            </p:cNvPr>
            <p:cNvSpPr/>
            <p:nvPr/>
          </p:nvSpPr>
          <p:spPr>
            <a:xfrm>
              <a:off x="2596571" y="1775663"/>
              <a:ext cx="2203968" cy="4701337"/>
            </a:xfrm>
            <a:custGeom>
              <a:avLst/>
              <a:gdLst>
                <a:gd name="connsiteX0" fmla="*/ 2076773 w 2076773"/>
                <a:gd name="connsiteY0" fmla="*/ 0 h 4633993"/>
                <a:gd name="connsiteX1" fmla="*/ 0 w 2076773"/>
                <a:gd name="connsiteY1" fmla="*/ 4633993 h 4633993"/>
                <a:gd name="connsiteX2" fmla="*/ 0 w 2076773"/>
                <a:gd name="connsiteY2" fmla="*/ 4633993 h 4633993"/>
                <a:gd name="connsiteX0" fmla="*/ 2076773 w 2076773"/>
                <a:gd name="connsiteY0" fmla="*/ 0 h 4633993"/>
                <a:gd name="connsiteX1" fmla="*/ 0 w 2076773"/>
                <a:gd name="connsiteY1" fmla="*/ 4633993 h 4633993"/>
                <a:gd name="connsiteX2" fmla="*/ 0 w 2076773"/>
                <a:gd name="connsiteY2" fmla="*/ 4633993 h 4633993"/>
                <a:gd name="connsiteX0" fmla="*/ 2162821 w 2162821"/>
                <a:gd name="connsiteY0" fmla="*/ 0 h 4633993"/>
                <a:gd name="connsiteX1" fmla="*/ 86048 w 2162821"/>
                <a:gd name="connsiteY1" fmla="*/ 4633993 h 4633993"/>
                <a:gd name="connsiteX2" fmla="*/ 86048 w 2162821"/>
                <a:gd name="connsiteY2" fmla="*/ 4633993 h 4633993"/>
                <a:gd name="connsiteX0" fmla="*/ 2215379 w 2215379"/>
                <a:gd name="connsiteY0" fmla="*/ 0 h 4766431"/>
                <a:gd name="connsiteX1" fmla="*/ 80248 w 2215379"/>
                <a:gd name="connsiteY1" fmla="*/ 4766431 h 4766431"/>
                <a:gd name="connsiteX2" fmla="*/ 80248 w 2215379"/>
                <a:gd name="connsiteY2" fmla="*/ 4766431 h 476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5379" h="4766431">
                  <a:moveTo>
                    <a:pt x="2215379" y="0"/>
                  </a:moveTo>
                  <a:cubicBezTo>
                    <a:pt x="143772" y="1079715"/>
                    <a:pt x="-188389" y="3330255"/>
                    <a:pt x="80248" y="4766431"/>
                  </a:cubicBezTo>
                  <a:lnTo>
                    <a:pt x="80248" y="4766431"/>
                  </a:ln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56">
              <a:extLst>
                <a:ext uri="{FF2B5EF4-FFF2-40B4-BE49-F238E27FC236}">
                  <a16:creationId xmlns:a16="http://schemas.microsoft.com/office/drawing/2014/main" id="{1D5D3586-C2FE-22DB-B416-5952C6AECDA1}"/>
                </a:ext>
              </a:extLst>
            </p:cNvPr>
            <p:cNvSpPr/>
            <p:nvPr/>
          </p:nvSpPr>
          <p:spPr>
            <a:xfrm rot="20715705">
              <a:off x="1219832" y="631632"/>
              <a:ext cx="3328289" cy="1725399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  <a:gd name="connsiteX0" fmla="*/ 0 w 758603"/>
                <a:gd name="connsiteY0" fmla="*/ 167104 h 317929"/>
                <a:gd name="connsiteX1" fmla="*/ 758603 w 758603"/>
                <a:gd name="connsiteY1" fmla="*/ 165718 h 317929"/>
                <a:gd name="connsiteX2" fmla="*/ 0 w 758603"/>
                <a:gd name="connsiteY2" fmla="*/ 167104 h 317929"/>
                <a:gd name="connsiteX0" fmla="*/ 0 w 758603"/>
                <a:gd name="connsiteY0" fmla="*/ 191746 h 342571"/>
                <a:gd name="connsiteX1" fmla="*/ 758603 w 758603"/>
                <a:gd name="connsiteY1" fmla="*/ 190360 h 342571"/>
                <a:gd name="connsiteX2" fmla="*/ 0 w 758603"/>
                <a:gd name="connsiteY2" fmla="*/ 191746 h 342571"/>
                <a:gd name="connsiteX0" fmla="*/ 0 w 758603"/>
                <a:gd name="connsiteY0" fmla="*/ 191746 h 357640"/>
                <a:gd name="connsiteX1" fmla="*/ 758603 w 758603"/>
                <a:gd name="connsiteY1" fmla="*/ 190360 h 357640"/>
                <a:gd name="connsiteX2" fmla="*/ 0 w 758603"/>
                <a:gd name="connsiteY2" fmla="*/ 191746 h 357640"/>
                <a:gd name="connsiteX0" fmla="*/ 0 w 758603"/>
                <a:gd name="connsiteY0" fmla="*/ 191746 h 424125"/>
                <a:gd name="connsiteX1" fmla="*/ 758603 w 758603"/>
                <a:gd name="connsiteY1" fmla="*/ 190360 h 424125"/>
                <a:gd name="connsiteX2" fmla="*/ 0 w 758603"/>
                <a:gd name="connsiteY2" fmla="*/ 191746 h 424125"/>
                <a:gd name="connsiteX0" fmla="*/ 0 w 758603"/>
                <a:gd name="connsiteY0" fmla="*/ 76171 h 308550"/>
                <a:gd name="connsiteX1" fmla="*/ 758603 w 758603"/>
                <a:gd name="connsiteY1" fmla="*/ 74785 h 308550"/>
                <a:gd name="connsiteX2" fmla="*/ 0 w 758603"/>
                <a:gd name="connsiteY2" fmla="*/ 76171 h 308550"/>
                <a:gd name="connsiteX0" fmla="*/ 0 w 758603"/>
                <a:gd name="connsiteY0" fmla="*/ 174119 h 406498"/>
                <a:gd name="connsiteX1" fmla="*/ 758603 w 758603"/>
                <a:gd name="connsiteY1" fmla="*/ 172733 h 406498"/>
                <a:gd name="connsiteX2" fmla="*/ 0 w 758603"/>
                <a:gd name="connsiteY2" fmla="*/ 174119 h 406498"/>
                <a:gd name="connsiteX0" fmla="*/ 0 w 758603"/>
                <a:gd name="connsiteY0" fmla="*/ 163632 h 396011"/>
                <a:gd name="connsiteX1" fmla="*/ 758603 w 758603"/>
                <a:gd name="connsiteY1" fmla="*/ 162246 h 396011"/>
                <a:gd name="connsiteX2" fmla="*/ 0 w 758603"/>
                <a:gd name="connsiteY2" fmla="*/ 163632 h 396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8603" h="396011">
                  <a:moveTo>
                    <a:pt x="0" y="163632"/>
                  </a:moveTo>
                  <a:cubicBezTo>
                    <a:pt x="185997" y="179710"/>
                    <a:pt x="610647" y="-211495"/>
                    <a:pt x="758603" y="162246"/>
                  </a:cubicBezTo>
                  <a:cubicBezTo>
                    <a:pt x="695469" y="502614"/>
                    <a:pt x="105249" y="443451"/>
                    <a:pt x="0" y="16363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DF69C0CA-1E68-BEBA-A111-A22FA12A2F39}"/>
                </a:ext>
              </a:extLst>
            </p:cNvPr>
            <p:cNvSpPr/>
            <p:nvPr/>
          </p:nvSpPr>
          <p:spPr>
            <a:xfrm>
              <a:off x="1219200" y="803287"/>
              <a:ext cx="3826685" cy="101242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57">
              <a:extLst>
                <a:ext uri="{FF2B5EF4-FFF2-40B4-BE49-F238E27FC236}">
                  <a16:creationId xmlns:a16="http://schemas.microsoft.com/office/drawing/2014/main" id="{5B9B288D-F3BC-802E-BB05-925646CD73E6}"/>
                </a:ext>
              </a:extLst>
            </p:cNvPr>
            <p:cNvSpPr/>
            <p:nvPr/>
          </p:nvSpPr>
          <p:spPr>
            <a:xfrm rot="20489730" flipH="1">
              <a:off x="4548172" y="322689"/>
              <a:ext cx="995427" cy="1447516"/>
            </a:xfrm>
            <a:custGeom>
              <a:avLst/>
              <a:gdLst>
                <a:gd name="connsiteX0" fmla="*/ 0 w 45719"/>
                <a:gd name="connsiteY0" fmla="*/ 0 h 357564"/>
                <a:gd name="connsiteX1" fmla="*/ 45719 w 45719"/>
                <a:gd name="connsiteY1" fmla="*/ 0 h 357564"/>
                <a:gd name="connsiteX2" fmla="*/ 45719 w 45719"/>
                <a:gd name="connsiteY2" fmla="*/ 357564 h 357564"/>
                <a:gd name="connsiteX3" fmla="*/ 0 w 45719"/>
                <a:gd name="connsiteY3" fmla="*/ 357564 h 357564"/>
                <a:gd name="connsiteX4" fmla="*/ 0 w 45719"/>
                <a:gd name="connsiteY4" fmla="*/ 0 h 357564"/>
                <a:gd name="connsiteX0" fmla="*/ 0 w 93054"/>
                <a:gd name="connsiteY0" fmla="*/ 0 h 357564"/>
                <a:gd name="connsiteX1" fmla="*/ 93054 w 93054"/>
                <a:gd name="connsiteY1" fmla="*/ 52649 h 357564"/>
                <a:gd name="connsiteX2" fmla="*/ 45719 w 93054"/>
                <a:gd name="connsiteY2" fmla="*/ 357564 h 357564"/>
                <a:gd name="connsiteX3" fmla="*/ 0 w 93054"/>
                <a:gd name="connsiteY3" fmla="*/ 357564 h 357564"/>
                <a:gd name="connsiteX4" fmla="*/ 0 w 93054"/>
                <a:gd name="connsiteY4" fmla="*/ 0 h 357564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112255 w 157925"/>
                <a:gd name="connsiteY0" fmla="*/ 0 h 367214"/>
                <a:gd name="connsiteX1" fmla="*/ 157925 w 157925"/>
                <a:gd name="connsiteY1" fmla="*/ 47863 h 367214"/>
                <a:gd name="connsiteX2" fmla="*/ 110590 w 157925"/>
                <a:gd name="connsiteY2" fmla="*/ 352778 h 367214"/>
                <a:gd name="connsiteX3" fmla="*/ 0 w 157925"/>
                <a:gd name="connsiteY3" fmla="*/ 367214 h 367214"/>
                <a:gd name="connsiteX4" fmla="*/ 112255 w 157925"/>
                <a:gd name="connsiteY4" fmla="*/ 0 h 367214"/>
                <a:gd name="connsiteX0" fmla="*/ 112255 w 157925"/>
                <a:gd name="connsiteY0" fmla="*/ 0 h 367214"/>
                <a:gd name="connsiteX1" fmla="*/ 157925 w 157925"/>
                <a:gd name="connsiteY1" fmla="*/ 47863 h 367214"/>
                <a:gd name="connsiteX2" fmla="*/ 98111 w 157925"/>
                <a:gd name="connsiteY2" fmla="*/ 352791 h 367214"/>
                <a:gd name="connsiteX3" fmla="*/ 0 w 157925"/>
                <a:gd name="connsiteY3" fmla="*/ 367214 h 367214"/>
                <a:gd name="connsiteX4" fmla="*/ 112255 w 157925"/>
                <a:gd name="connsiteY4" fmla="*/ 0 h 367214"/>
                <a:gd name="connsiteX0" fmla="*/ 34308 w 323164"/>
                <a:gd name="connsiteY0" fmla="*/ 60167 h 319351"/>
                <a:gd name="connsiteX1" fmla="*/ 323164 w 323164"/>
                <a:gd name="connsiteY1" fmla="*/ 0 h 319351"/>
                <a:gd name="connsiteX2" fmla="*/ 263350 w 323164"/>
                <a:gd name="connsiteY2" fmla="*/ 304928 h 319351"/>
                <a:gd name="connsiteX3" fmla="*/ 165239 w 323164"/>
                <a:gd name="connsiteY3" fmla="*/ 319351 h 319351"/>
                <a:gd name="connsiteX4" fmla="*/ 34308 w 323164"/>
                <a:gd name="connsiteY4" fmla="*/ 60167 h 319351"/>
                <a:gd name="connsiteX0" fmla="*/ 34308 w 264357"/>
                <a:gd name="connsiteY0" fmla="*/ 39474 h 298658"/>
                <a:gd name="connsiteX1" fmla="*/ 160964 w 264357"/>
                <a:gd name="connsiteY1" fmla="*/ 0 h 298658"/>
                <a:gd name="connsiteX2" fmla="*/ 263350 w 264357"/>
                <a:gd name="connsiteY2" fmla="*/ 284235 h 298658"/>
                <a:gd name="connsiteX3" fmla="*/ 165239 w 264357"/>
                <a:gd name="connsiteY3" fmla="*/ 298658 h 298658"/>
                <a:gd name="connsiteX4" fmla="*/ 34308 w 264357"/>
                <a:gd name="connsiteY4" fmla="*/ 39474 h 298658"/>
                <a:gd name="connsiteX0" fmla="*/ 34308 w 277171"/>
                <a:gd name="connsiteY0" fmla="*/ 39474 h 298658"/>
                <a:gd name="connsiteX1" fmla="*/ 160964 w 277171"/>
                <a:gd name="connsiteY1" fmla="*/ 0 h 298658"/>
                <a:gd name="connsiteX2" fmla="*/ 276230 w 277171"/>
                <a:gd name="connsiteY2" fmla="*/ 280689 h 298658"/>
                <a:gd name="connsiteX3" fmla="*/ 165239 w 277171"/>
                <a:gd name="connsiteY3" fmla="*/ 298658 h 298658"/>
                <a:gd name="connsiteX4" fmla="*/ 34308 w 277171"/>
                <a:gd name="connsiteY4" fmla="*/ 39474 h 298658"/>
                <a:gd name="connsiteX0" fmla="*/ 34308 w 276230"/>
                <a:gd name="connsiteY0" fmla="*/ 39474 h 298658"/>
                <a:gd name="connsiteX1" fmla="*/ 160964 w 276230"/>
                <a:gd name="connsiteY1" fmla="*/ 0 h 298658"/>
                <a:gd name="connsiteX2" fmla="*/ 276230 w 276230"/>
                <a:gd name="connsiteY2" fmla="*/ 280689 h 298658"/>
                <a:gd name="connsiteX3" fmla="*/ 165239 w 276230"/>
                <a:gd name="connsiteY3" fmla="*/ 298658 h 298658"/>
                <a:gd name="connsiteX4" fmla="*/ 34308 w 276230"/>
                <a:gd name="connsiteY4" fmla="*/ 39474 h 298658"/>
                <a:gd name="connsiteX0" fmla="*/ 43420 w 285342"/>
                <a:gd name="connsiteY0" fmla="*/ 39474 h 298658"/>
                <a:gd name="connsiteX1" fmla="*/ 170076 w 285342"/>
                <a:gd name="connsiteY1" fmla="*/ 0 h 298658"/>
                <a:gd name="connsiteX2" fmla="*/ 285342 w 285342"/>
                <a:gd name="connsiteY2" fmla="*/ 280689 h 298658"/>
                <a:gd name="connsiteX3" fmla="*/ 174351 w 285342"/>
                <a:gd name="connsiteY3" fmla="*/ 298658 h 298658"/>
                <a:gd name="connsiteX4" fmla="*/ 43420 w 285342"/>
                <a:gd name="connsiteY4" fmla="*/ 39474 h 298658"/>
                <a:gd name="connsiteX0" fmla="*/ 10963 w 252885"/>
                <a:gd name="connsiteY0" fmla="*/ 39474 h 298658"/>
                <a:gd name="connsiteX1" fmla="*/ 137619 w 252885"/>
                <a:gd name="connsiteY1" fmla="*/ 0 h 298658"/>
                <a:gd name="connsiteX2" fmla="*/ 252885 w 252885"/>
                <a:gd name="connsiteY2" fmla="*/ 280689 h 298658"/>
                <a:gd name="connsiteX3" fmla="*/ 141894 w 252885"/>
                <a:gd name="connsiteY3" fmla="*/ 298658 h 298658"/>
                <a:gd name="connsiteX4" fmla="*/ 10963 w 252885"/>
                <a:gd name="connsiteY4" fmla="*/ 39474 h 298658"/>
                <a:gd name="connsiteX0" fmla="*/ 10166 w 263751"/>
                <a:gd name="connsiteY0" fmla="*/ 35953 h 298658"/>
                <a:gd name="connsiteX1" fmla="*/ 148485 w 263751"/>
                <a:gd name="connsiteY1" fmla="*/ 0 h 298658"/>
                <a:gd name="connsiteX2" fmla="*/ 263751 w 263751"/>
                <a:gd name="connsiteY2" fmla="*/ 280689 h 298658"/>
                <a:gd name="connsiteX3" fmla="*/ 152760 w 263751"/>
                <a:gd name="connsiteY3" fmla="*/ 298658 h 298658"/>
                <a:gd name="connsiteX4" fmla="*/ 10166 w 263751"/>
                <a:gd name="connsiteY4" fmla="*/ 35953 h 298658"/>
                <a:gd name="connsiteX0" fmla="*/ 10918 w 253463"/>
                <a:gd name="connsiteY0" fmla="*/ 32913 h 298658"/>
                <a:gd name="connsiteX1" fmla="*/ 138197 w 253463"/>
                <a:gd name="connsiteY1" fmla="*/ 0 h 298658"/>
                <a:gd name="connsiteX2" fmla="*/ 253463 w 253463"/>
                <a:gd name="connsiteY2" fmla="*/ 280689 h 298658"/>
                <a:gd name="connsiteX3" fmla="*/ 142472 w 253463"/>
                <a:gd name="connsiteY3" fmla="*/ 298658 h 298658"/>
                <a:gd name="connsiteX4" fmla="*/ 10918 w 253463"/>
                <a:gd name="connsiteY4" fmla="*/ 32913 h 298658"/>
                <a:gd name="connsiteX0" fmla="*/ 10918 w 253463"/>
                <a:gd name="connsiteY0" fmla="*/ 37447 h 303192"/>
                <a:gd name="connsiteX1" fmla="*/ 130214 w 253463"/>
                <a:gd name="connsiteY1" fmla="*/ 0 h 303192"/>
                <a:gd name="connsiteX2" fmla="*/ 253463 w 253463"/>
                <a:gd name="connsiteY2" fmla="*/ 285223 h 303192"/>
                <a:gd name="connsiteX3" fmla="*/ 142472 w 253463"/>
                <a:gd name="connsiteY3" fmla="*/ 303192 h 303192"/>
                <a:gd name="connsiteX4" fmla="*/ 10918 w 253463"/>
                <a:gd name="connsiteY4" fmla="*/ 37447 h 30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463" h="303192">
                  <a:moveTo>
                    <a:pt x="10918" y="37447"/>
                  </a:moveTo>
                  <a:lnTo>
                    <a:pt x="130214" y="0"/>
                  </a:lnTo>
                  <a:cubicBezTo>
                    <a:pt x="72747" y="87855"/>
                    <a:pt x="147144" y="185221"/>
                    <a:pt x="253463" y="285223"/>
                  </a:cubicBezTo>
                  <a:cubicBezTo>
                    <a:pt x="238223" y="285223"/>
                    <a:pt x="157712" y="303192"/>
                    <a:pt x="142472" y="303192"/>
                  </a:cubicBezTo>
                  <a:cubicBezTo>
                    <a:pt x="74238" y="205367"/>
                    <a:pt x="-34939" y="45668"/>
                    <a:pt x="10918" y="37447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EE5C524-2D13-D7C2-6746-7A0D2EFB0E89}"/>
                </a:ext>
              </a:extLst>
            </p:cNvPr>
            <p:cNvSpPr/>
            <p:nvPr/>
          </p:nvSpPr>
          <p:spPr>
            <a:xfrm rot="5898112">
              <a:off x="4958859" y="51903"/>
              <a:ext cx="174052" cy="644195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039C35-2F8B-CFB3-E977-5D7E5A1F9C18}"/>
              </a:ext>
            </a:extLst>
          </p:cNvPr>
          <p:cNvGrpSpPr/>
          <p:nvPr/>
        </p:nvGrpSpPr>
        <p:grpSpPr>
          <a:xfrm>
            <a:off x="2743852" y="2440972"/>
            <a:ext cx="7179107" cy="7066421"/>
            <a:chOff x="1219200" y="295274"/>
            <a:chExt cx="7179107" cy="706642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929B560-B4DC-BAAC-929C-C65A5225360E}"/>
                </a:ext>
              </a:extLst>
            </p:cNvPr>
            <p:cNvSpPr/>
            <p:nvPr/>
          </p:nvSpPr>
          <p:spPr>
            <a:xfrm>
              <a:off x="1660095" y="1131376"/>
              <a:ext cx="6738212" cy="6230319"/>
            </a:xfrm>
            <a:prstGeom prst="ellipse">
              <a:avLst/>
            </a:prstGeom>
            <a:solidFill>
              <a:srgbClr val="FE9B1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17A95C-39B0-9F2A-B9E1-56B3C98FB245}"/>
                </a:ext>
              </a:extLst>
            </p:cNvPr>
            <p:cNvSpPr/>
            <p:nvPr/>
          </p:nvSpPr>
          <p:spPr>
            <a:xfrm>
              <a:off x="2596571" y="1775663"/>
              <a:ext cx="2203968" cy="4701337"/>
            </a:xfrm>
            <a:custGeom>
              <a:avLst/>
              <a:gdLst>
                <a:gd name="connsiteX0" fmla="*/ 2076773 w 2076773"/>
                <a:gd name="connsiteY0" fmla="*/ 0 h 4633993"/>
                <a:gd name="connsiteX1" fmla="*/ 0 w 2076773"/>
                <a:gd name="connsiteY1" fmla="*/ 4633993 h 4633993"/>
                <a:gd name="connsiteX2" fmla="*/ 0 w 2076773"/>
                <a:gd name="connsiteY2" fmla="*/ 4633993 h 4633993"/>
                <a:gd name="connsiteX0" fmla="*/ 2076773 w 2076773"/>
                <a:gd name="connsiteY0" fmla="*/ 0 h 4633993"/>
                <a:gd name="connsiteX1" fmla="*/ 0 w 2076773"/>
                <a:gd name="connsiteY1" fmla="*/ 4633993 h 4633993"/>
                <a:gd name="connsiteX2" fmla="*/ 0 w 2076773"/>
                <a:gd name="connsiteY2" fmla="*/ 4633993 h 4633993"/>
                <a:gd name="connsiteX0" fmla="*/ 2162821 w 2162821"/>
                <a:gd name="connsiteY0" fmla="*/ 0 h 4633993"/>
                <a:gd name="connsiteX1" fmla="*/ 86048 w 2162821"/>
                <a:gd name="connsiteY1" fmla="*/ 4633993 h 4633993"/>
                <a:gd name="connsiteX2" fmla="*/ 86048 w 2162821"/>
                <a:gd name="connsiteY2" fmla="*/ 4633993 h 4633993"/>
                <a:gd name="connsiteX0" fmla="*/ 2215379 w 2215379"/>
                <a:gd name="connsiteY0" fmla="*/ 0 h 4766431"/>
                <a:gd name="connsiteX1" fmla="*/ 80248 w 2215379"/>
                <a:gd name="connsiteY1" fmla="*/ 4766431 h 4766431"/>
                <a:gd name="connsiteX2" fmla="*/ 80248 w 2215379"/>
                <a:gd name="connsiteY2" fmla="*/ 4766431 h 476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5379" h="4766431">
                  <a:moveTo>
                    <a:pt x="2215379" y="0"/>
                  </a:moveTo>
                  <a:cubicBezTo>
                    <a:pt x="143772" y="1079715"/>
                    <a:pt x="-188389" y="3330255"/>
                    <a:pt x="80248" y="4766431"/>
                  </a:cubicBezTo>
                  <a:lnTo>
                    <a:pt x="80248" y="4766431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56">
              <a:extLst>
                <a:ext uri="{FF2B5EF4-FFF2-40B4-BE49-F238E27FC236}">
                  <a16:creationId xmlns:a16="http://schemas.microsoft.com/office/drawing/2014/main" id="{95C09A23-1521-B36F-377D-5F8E9CDF2F14}"/>
                </a:ext>
              </a:extLst>
            </p:cNvPr>
            <p:cNvSpPr/>
            <p:nvPr/>
          </p:nvSpPr>
          <p:spPr>
            <a:xfrm rot="20715705">
              <a:off x="1219832" y="631632"/>
              <a:ext cx="3328289" cy="1725399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  <a:gd name="connsiteX0" fmla="*/ 0 w 758603"/>
                <a:gd name="connsiteY0" fmla="*/ 167104 h 317929"/>
                <a:gd name="connsiteX1" fmla="*/ 758603 w 758603"/>
                <a:gd name="connsiteY1" fmla="*/ 165718 h 317929"/>
                <a:gd name="connsiteX2" fmla="*/ 0 w 758603"/>
                <a:gd name="connsiteY2" fmla="*/ 167104 h 317929"/>
                <a:gd name="connsiteX0" fmla="*/ 0 w 758603"/>
                <a:gd name="connsiteY0" fmla="*/ 191746 h 342571"/>
                <a:gd name="connsiteX1" fmla="*/ 758603 w 758603"/>
                <a:gd name="connsiteY1" fmla="*/ 190360 h 342571"/>
                <a:gd name="connsiteX2" fmla="*/ 0 w 758603"/>
                <a:gd name="connsiteY2" fmla="*/ 191746 h 342571"/>
                <a:gd name="connsiteX0" fmla="*/ 0 w 758603"/>
                <a:gd name="connsiteY0" fmla="*/ 191746 h 357640"/>
                <a:gd name="connsiteX1" fmla="*/ 758603 w 758603"/>
                <a:gd name="connsiteY1" fmla="*/ 190360 h 357640"/>
                <a:gd name="connsiteX2" fmla="*/ 0 w 758603"/>
                <a:gd name="connsiteY2" fmla="*/ 191746 h 357640"/>
                <a:gd name="connsiteX0" fmla="*/ 0 w 758603"/>
                <a:gd name="connsiteY0" fmla="*/ 191746 h 424125"/>
                <a:gd name="connsiteX1" fmla="*/ 758603 w 758603"/>
                <a:gd name="connsiteY1" fmla="*/ 190360 h 424125"/>
                <a:gd name="connsiteX2" fmla="*/ 0 w 758603"/>
                <a:gd name="connsiteY2" fmla="*/ 191746 h 424125"/>
                <a:gd name="connsiteX0" fmla="*/ 0 w 758603"/>
                <a:gd name="connsiteY0" fmla="*/ 76171 h 308550"/>
                <a:gd name="connsiteX1" fmla="*/ 758603 w 758603"/>
                <a:gd name="connsiteY1" fmla="*/ 74785 h 308550"/>
                <a:gd name="connsiteX2" fmla="*/ 0 w 758603"/>
                <a:gd name="connsiteY2" fmla="*/ 76171 h 308550"/>
                <a:gd name="connsiteX0" fmla="*/ 0 w 758603"/>
                <a:gd name="connsiteY0" fmla="*/ 174119 h 406498"/>
                <a:gd name="connsiteX1" fmla="*/ 758603 w 758603"/>
                <a:gd name="connsiteY1" fmla="*/ 172733 h 406498"/>
                <a:gd name="connsiteX2" fmla="*/ 0 w 758603"/>
                <a:gd name="connsiteY2" fmla="*/ 174119 h 406498"/>
                <a:gd name="connsiteX0" fmla="*/ 0 w 758603"/>
                <a:gd name="connsiteY0" fmla="*/ 163632 h 396011"/>
                <a:gd name="connsiteX1" fmla="*/ 758603 w 758603"/>
                <a:gd name="connsiteY1" fmla="*/ 162246 h 396011"/>
                <a:gd name="connsiteX2" fmla="*/ 0 w 758603"/>
                <a:gd name="connsiteY2" fmla="*/ 163632 h 396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8603" h="396011">
                  <a:moveTo>
                    <a:pt x="0" y="163632"/>
                  </a:moveTo>
                  <a:cubicBezTo>
                    <a:pt x="185997" y="179710"/>
                    <a:pt x="610647" y="-211495"/>
                    <a:pt x="758603" y="162246"/>
                  </a:cubicBezTo>
                  <a:cubicBezTo>
                    <a:pt x="695469" y="502614"/>
                    <a:pt x="105249" y="443451"/>
                    <a:pt x="0" y="163632"/>
                  </a:cubicBezTo>
                  <a:close/>
                </a:path>
              </a:pathLst>
            </a:custGeom>
            <a:solidFill>
              <a:srgbClr val="98DD3E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25477937-34D5-4072-3C95-B1CB248BE7B0}"/>
                </a:ext>
              </a:extLst>
            </p:cNvPr>
            <p:cNvSpPr/>
            <p:nvPr/>
          </p:nvSpPr>
          <p:spPr>
            <a:xfrm>
              <a:off x="1219200" y="803287"/>
              <a:ext cx="3826685" cy="101242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57">
              <a:extLst>
                <a:ext uri="{FF2B5EF4-FFF2-40B4-BE49-F238E27FC236}">
                  <a16:creationId xmlns:a16="http://schemas.microsoft.com/office/drawing/2014/main" id="{0A1FBB03-A8DB-3B3A-F1F1-396E9144AFCB}"/>
                </a:ext>
              </a:extLst>
            </p:cNvPr>
            <p:cNvSpPr/>
            <p:nvPr/>
          </p:nvSpPr>
          <p:spPr>
            <a:xfrm rot="20489730" flipH="1">
              <a:off x="4548172" y="322689"/>
              <a:ext cx="995427" cy="1447516"/>
            </a:xfrm>
            <a:custGeom>
              <a:avLst/>
              <a:gdLst>
                <a:gd name="connsiteX0" fmla="*/ 0 w 45719"/>
                <a:gd name="connsiteY0" fmla="*/ 0 h 357564"/>
                <a:gd name="connsiteX1" fmla="*/ 45719 w 45719"/>
                <a:gd name="connsiteY1" fmla="*/ 0 h 357564"/>
                <a:gd name="connsiteX2" fmla="*/ 45719 w 45719"/>
                <a:gd name="connsiteY2" fmla="*/ 357564 h 357564"/>
                <a:gd name="connsiteX3" fmla="*/ 0 w 45719"/>
                <a:gd name="connsiteY3" fmla="*/ 357564 h 357564"/>
                <a:gd name="connsiteX4" fmla="*/ 0 w 45719"/>
                <a:gd name="connsiteY4" fmla="*/ 0 h 357564"/>
                <a:gd name="connsiteX0" fmla="*/ 0 w 93054"/>
                <a:gd name="connsiteY0" fmla="*/ 0 h 357564"/>
                <a:gd name="connsiteX1" fmla="*/ 93054 w 93054"/>
                <a:gd name="connsiteY1" fmla="*/ 52649 h 357564"/>
                <a:gd name="connsiteX2" fmla="*/ 45719 w 93054"/>
                <a:gd name="connsiteY2" fmla="*/ 357564 h 357564"/>
                <a:gd name="connsiteX3" fmla="*/ 0 w 93054"/>
                <a:gd name="connsiteY3" fmla="*/ 357564 h 357564"/>
                <a:gd name="connsiteX4" fmla="*/ 0 w 93054"/>
                <a:gd name="connsiteY4" fmla="*/ 0 h 357564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112255 w 157925"/>
                <a:gd name="connsiteY0" fmla="*/ 0 h 367214"/>
                <a:gd name="connsiteX1" fmla="*/ 157925 w 157925"/>
                <a:gd name="connsiteY1" fmla="*/ 47863 h 367214"/>
                <a:gd name="connsiteX2" fmla="*/ 110590 w 157925"/>
                <a:gd name="connsiteY2" fmla="*/ 352778 h 367214"/>
                <a:gd name="connsiteX3" fmla="*/ 0 w 157925"/>
                <a:gd name="connsiteY3" fmla="*/ 367214 h 367214"/>
                <a:gd name="connsiteX4" fmla="*/ 112255 w 157925"/>
                <a:gd name="connsiteY4" fmla="*/ 0 h 367214"/>
                <a:gd name="connsiteX0" fmla="*/ 112255 w 157925"/>
                <a:gd name="connsiteY0" fmla="*/ 0 h 367214"/>
                <a:gd name="connsiteX1" fmla="*/ 157925 w 157925"/>
                <a:gd name="connsiteY1" fmla="*/ 47863 h 367214"/>
                <a:gd name="connsiteX2" fmla="*/ 98111 w 157925"/>
                <a:gd name="connsiteY2" fmla="*/ 352791 h 367214"/>
                <a:gd name="connsiteX3" fmla="*/ 0 w 157925"/>
                <a:gd name="connsiteY3" fmla="*/ 367214 h 367214"/>
                <a:gd name="connsiteX4" fmla="*/ 112255 w 157925"/>
                <a:gd name="connsiteY4" fmla="*/ 0 h 367214"/>
                <a:gd name="connsiteX0" fmla="*/ 34308 w 323164"/>
                <a:gd name="connsiteY0" fmla="*/ 60167 h 319351"/>
                <a:gd name="connsiteX1" fmla="*/ 323164 w 323164"/>
                <a:gd name="connsiteY1" fmla="*/ 0 h 319351"/>
                <a:gd name="connsiteX2" fmla="*/ 263350 w 323164"/>
                <a:gd name="connsiteY2" fmla="*/ 304928 h 319351"/>
                <a:gd name="connsiteX3" fmla="*/ 165239 w 323164"/>
                <a:gd name="connsiteY3" fmla="*/ 319351 h 319351"/>
                <a:gd name="connsiteX4" fmla="*/ 34308 w 323164"/>
                <a:gd name="connsiteY4" fmla="*/ 60167 h 319351"/>
                <a:gd name="connsiteX0" fmla="*/ 34308 w 264357"/>
                <a:gd name="connsiteY0" fmla="*/ 39474 h 298658"/>
                <a:gd name="connsiteX1" fmla="*/ 160964 w 264357"/>
                <a:gd name="connsiteY1" fmla="*/ 0 h 298658"/>
                <a:gd name="connsiteX2" fmla="*/ 263350 w 264357"/>
                <a:gd name="connsiteY2" fmla="*/ 284235 h 298658"/>
                <a:gd name="connsiteX3" fmla="*/ 165239 w 264357"/>
                <a:gd name="connsiteY3" fmla="*/ 298658 h 298658"/>
                <a:gd name="connsiteX4" fmla="*/ 34308 w 264357"/>
                <a:gd name="connsiteY4" fmla="*/ 39474 h 298658"/>
                <a:gd name="connsiteX0" fmla="*/ 34308 w 277171"/>
                <a:gd name="connsiteY0" fmla="*/ 39474 h 298658"/>
                <a:gd name="connsiteX1" fmla="*/ 160964 w 277171"/>
                <a:gd name="connsiteY1" fmla="*/ 0 h 298658"/>
                <a:gd name="connsiteX2" fmla="*/ 276230 w 277171"/>
                <a:gd name="connsiteY2" fmla="*/ 280689 h 298658"/>
                <a:gd name="connsiteX3" fmla="*/ 165239 w 277171"/>
                <a:gd name="connsiteY3" fmla="*/ 298658 h 298658"/>
                <a:gd name="connsiteX4" fmla="*/ 34308 w 277171"/>
                <a:gd name="connsiteY4" fmla="*/ 39474 h 298658"/>
                <a:gd name="connsiteX0" fmla="*/ 34308 w 276230"/>
                <a:gd name="connsiteY0" fmla="*/ 39474 h 298658"/>
                <a:gd name="connsiteX1" fmla="*/ 160964 w 276230"/>
                <a:gd name="connsiteY1" fmla="*/ 0 h 298658"/>
                <a:gd name="connsiteX2" fmla="*/ 276230 w 276230"/>
                <a:gd name="connsiteY2" fmla="*/ 280689 h 298658"/>
                <a:gd name="connsiteX3" fmla="*/ 165239 w 276230"/>
                <a:gd name="connsiteY3" fmla="*/ 298658 h 298658"/>
                <a:gd name="connsiteX4" fmla="*/ 34308 w 276230"/>
                <a:gd name="connsiteY4" fmla="*/ 39474 h 298658"/>
                <a:gd name="connsiteX0" fmla="*/ 43420 w 285342"/>
                <a:gd name="connsiteY0" fmla="*/ 39474 h 298658"/>
                <a:gd name="connsiteX1" fmla="*/ 170076 w 285342"/>
                <a:gd name="connsiteY1" fmla="*/ 0 h 298658"/>
                <a:gd name="connsiteX2" fmla="*/ 285342 w 285342"/>
                <a:gd name="connsiteY2" fmla="*/ 280689 h 298658"/>
                <a:gd name="connsiteX3" fmla="*/ 174351 w 285342"/>
                <a:gd name="connsiteY3" fmla="*/ 298658 h 298658"/>
                <a:gd name="connsiteX4" fmla="*/ 43420 w 285342"/>
                <a:gd name="connsiteY4" fmla="*/ 39474 h 298658"/>
                <a:gd name="connsiteX0" fmla="*/ 10963 w 252885"/>
                <a:gd name="connsiteY0" fmla="*/ 39474 h 298658"/>
                <a:gd name="connsiteX1" fmla="*/ 137619 w 252885"/>
                <a:gd name="connsiteY1" fmla="*/ 0 h 298658"/>
                <a:gd name="connsiteX2" fmla="*/ 252885 w 252885"/>
                <a:gd name="connsiteY2" fmla="*/ 280689 h 298658"/>
                <a:gd name="connsiteX3" fmla="*/ 141894 w 252885"/>
                <a:gd name="connsiteY3" fmla="*/ 298658 h 298658"/>
                <a:gd name="connsiteX4" fmla="*/ 10963 w 252885"/>
                <a:gd name="connsiteY4" fmla="*/ 39474 h 298658"/>
                <a:gd name="connsiteX0" fmla="*/ 10166 w 263751"/>
                <a:gd name="connsiteY0" fmla="*/ 35953 h 298658"/>
                <a:gd name="connsiteX1" fmla="*/ 148485 w 263751"/>
                <a:gd name="connsiteY1" fmla="*/ 0 h 298658"/>
                <a:gd name="connsiteX2" fmla="*/ 263751 w 263751"/>
                <a:gd name="connsiteY2" fmla="*/ 280689 h 298658"/>
                <a:gd name="connsiteX3" fmla="*/ 152760 w 263751"/>
                <a:gd name="connsiteY3" fmla="*/ 298658 h 298658"/>
                <a:gd name="connsiteX4" fmla="*/ 10166 w 263751"/>
                <a:gd name="connsiteY4" fmla="*/ 35953 h 298658"/>
                <a:gd name="connsiteX0" fmla="*/ 10918 w 253463"/>
                <a:gd name="connsiteY0" fmla="*/ 32913 h 298658"/>
                <a:gd name="connsiteX1" fmla="*/ 138197 w 253463"/>
                <a:gd name="connsiteY1" fmla="*/ 0 h 298658"/>
                <a:gd name="connsiteX2" fmla="*/ 253463 w 253463"/>
                <a:gd name="connsiteY2" fmla="*/ 280689 h 298658"/>
                <a:gd name="connsiteX3" fmla="*/ 142472 w 253463"/>
                <a:gd name="connsiteY3" fmla="*/ 298658 h 298658"/>
                <a:gd name="connsiteX4" fmla="*/ 10918 w 253463"/>
                <a:gd name="connsiteY4" fmla="*/ 32913 h 298658"/>
                <a:gd name="connsiteX0" fmla="*/ 10918 w 253463"/>
                <a:gd name="connsiteY0" fmla="*/ 37447 h 303192"/>
                <a:gd name="connsiteX1" fmla="*/ 130214 w 253463"/>
                <a:gd name="connsiteY1" fmla="*/ 0 h 303192"/>
                <a:gd name="connsiteX2" fmla="*/ 253463 w 253463"/>
                <a:gd name="connsiteY2" fmla="*/ 285223 h 303192"/>
                <a:gd name="connsiteX3" fmla="*/ 142472 w 253463"/>
                <a:gd name="connsiteY3" fmla="*/ 303192 h 303192"/>
                <a:gd name="connsiteX4" fmla="*/ 10918 w 253463"/>
                <a:gd name="connsiteY4" fmla="*/ 37447 h 30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463" h="303192">
                  <a:moveTo>
                    <a:pt x="10918" y="37447"/>
                  </a:moveTo>
                  <a:lnTo>
                    <a:pt x="130214" y="0"/>
                  </a:lnTo>
                  <a:cubicBezTo>
                    <a:pt x="72747" y="87855"/>
                    <a:pt x="147144" y="185221"/>
                    <a:pt x="253463" y="285223"/>
                  </a:cubicBezTo>
                  <a:cubicBezTo>
                    <a:pt x="238223" y="285223"/>
                    <a:pt x="157712" y="303192"/>
                    <a:pt x="142472" y="303192"/>
                  </a:cubicBezTo>
                  <a:cubicBezTo>
                    <a:pt x="74238" y="205367"/>
                    <a:pt x="-34939" y="45668"/>
                    <a:pt x="10918" y="37447"/>
                  </a:cubicBezTo>
                  <a:close/>
                </a:path>
              </a:pathLst>
            </a:custGeom>
            <a:solidFill>
              <a:srgbClr val="92D05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6B0C97D-3FE6-794A-73D2-2BCC1F5EF595}"/>
                </a:ext>
              </a:extLst>
            </p:cNvPr>
            <p:cNvSpPr/>
            <p:nvPr/>
          </p:nvSpPr>
          <p:spPr>
            <a:xfrm rot="6032570">
              <a:off x="4958859" y="60202"/>
              <a:ext cx="174052" cy="644195"/>
            </a:xfrm>
            <a:prstGeom prst="ellipse">
              <a:avLst/>
            </a:prstGeom>
            <a:solidFill>
              <a:srgbClr val="92D05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2448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62C6C2C-DD65-17B7-6D05-08C70FE5136C}"/>
              </a:ext>
            </a:extLst>
          </p:cNvPr>
          <p:cNvGrpSpPr/>
          <p:nvPr/>
        </p:nvGrpSpPr>
        <p:grpSpPr>
          <a:xfrm>
            <a:off x="2012055" y="1270529"/>
            <a:ext cx="3169597" cy="4498469"/>
            <a:chOff x="2012055" y="1270529"/>
            <a:chExt cx="3169597" cy="449846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EAC4C35-9181-5171-E682-6AA7C45BEB6E}"/>
                </a:ext>
              </a:extLst>
            </p:cNvPr>
            <p:cNvSpPr/>
            <p:nvPr/>
          </p:nvSpPr>
          <p:spPr>
            <a:xfrm>
              <a:off x="2012055" y="1503004"/>
              <a:ext cx="3169597" cy="4265994"/>
            </a:xfrm>
            <a:custGeom>
              <a:avLst/>
              <a:gdLst>
                <a:gd name="connsiteX0" fmla="*/ 0 w 740229"/>
                <a:gd name="connsiteY0" fmla="*/ 0 h 1451429"/>
                <a:gd name="connsiteX1" fmla="*/ 740229 w 740229"/>
                <a:gd name="connsiteY1" fmla="*/ 0 h 1451429"/>
                <a:gd name="connsiteX2" fmla="*/ 740229 w 740229"/>
                <a:gd name="connsiteY2" fmla="*/ 1451429 h 1451429"/>
                <a:gd name="connsiteX3" fmla="*/ 0 w 740229"/>
                <a:gd name="connsiteY3" fmla="*/ 1451429 h 1451429"/>
                <a:gd name="connsiteX4" fmla="*/ 0 w 740229"/>
                <a:gd name="connsiteY4" fmla="*/ 0 h 1451429"/>
                <a:gd name="connsiteX0" fmla="*/ 0 w 1494972"/>
                <a:gd name="connsiteY0" fmla="*/ 1277257 h 1451429"/>
                <a:gd name="connsiteX1" fmla="*/ 1494972 w 1494972"/>
                <a:gd name="connsiteY1" fmla="*/ 0 h 1451429"/>
                <a:gd name="connsiteX2" fmla="*/ 1494972 w 1494972"/>
                <a:gd name="connsiteY2" fmla="*/ 1451429 h 1451429"/>
                <a:gd name="connsiteX3" fmla="*/ 754743 w 1494972"/>
                <a:gd name="connsiteY3" fmla="*/ 1451429 h 1451429"/>
                <a:gd name="connsiteX4" fmla="*/ 0 w 1494972"/>
                <a:gd name="connsiteY4" fmla="*/ 1277257 h 1451429"/>
                <a:gd name="connsiteX0" fmla="*/ 0 w 2017486"/>
                <a:gd name="connsiteY0" fmla="*/ 449942 h 624114"/>
                <a:gd name="connsiteX1" fmla="*/ 2017486 w 2017486"/>
                <a:gd name="connsiteY1" fmla="*/ 0 h 624114"/>
                <a:gd name="connsiteX2" fmla="*/ 1494972 w 2017486"/>
                <a:gd name="connsiteY2" fmla="*/ 624114 h 624114"/>
                <a:gd name="connsiteX3" fmla="*/ 754743 w 2017486"/>
                <a:gd name="connsiteY3" fmla="*/ 624114 h 624114"/>
                <a:gd name="connsiteX4" fmla="*/ 0 w 2017486"/>
                <a:gd name="connsiteY4" fmla="*/ 449942 h 624114"/>
                <a:gd name="connsiteX0" fmla="*/ 0 w 2017486"/>
                <a:gd name="connsiteY0" fmla="*/ 449942 h 3846285"/>
                <a:gd name="connsiteX1" fmla="*/ 2017486 w 2017486"/>
                <a:gd name="connsiteY1" fmla="*/ 0 h 3846285"/>
                <a:gd name="connsiteX2" fmla="*/ 1059544 w 2017486"/>
                <a:gd name="connsiteY2" fmla="*/ 3846285 h 3846285"/>
                <a:gd name="connsiteX3" fmla="*/ 754743 w 2017486"/>
                <a:gd name="connsiteY3" fmla="*/ 624114 h 3846285"/>
                <a:gd name="connsiteX4" fmla="*/ 0 w 2017486"/>
                <a:gd name="connsiteY4" fmla="*/ 449942 h 3846285"/>
                <a:gd name="connsiteX0" fmla="*/ 0 w 2017486"/>
                <a:gd name="connsiteY0" fmla="*/ 449942 h 3846285"/>
                <a:gd name="connsiteX1" fmla="*/ 2017486 w 2017486"/>
                <a:gd name="connsiteY1" fmla="*/ 0 h 3846285"/>
                <a:gd name="connsiteX2" fmla="*/ 1059544 w 2017486"/>
                <a:gd name="connsiteY2" fmla="*/ 3846285 h 3846285"/>
                <a:gd name="connsiteX3" fmla="*/ 0 w 2017486"/>
                <a:gd name="connsiteY3" fmla="*/ 449942 h 3846285"/>
                <a:gd name="connsiteX0" fmla="*/ 0 w 2264229"/>
                <a:gd name="connsiteY0" fmla="*/ 1103085 h 3846285"/>
                <a:gd name="connsiteX1" fmla="*/ 2264229 w 2264229"/>
                <a:gd name="connsiteY1" fmla="*/ 0 h 3846285"/>
                <a:gd name="connsiteX2" fmla="*/ 1306287 w 2264229"/>
                <a:gd name="connsiteY2" fmla="*/ 3846285 h 3846285"/>
                <a:gd name="connsiteX3" fmla="*/ 0 w 2264229"/>
                <a:gd name="connsiteY3" fmla="*/ 1103085 h 3846285"/>
                <a:gd name="connsiteX0" fmla="*/ 0 w 2307772"/>
                <a:gd name="connsiteY0" fmla="*/ 493485 h 3236685"/>
                <a:gd name="connsiteX1" fmla="*/ 2307772 w 2307772"/>
                <a:gd name="connsiteY1" fmla="*/ 0 h 3236685"/>
                <a:gd name="connsiteX2" fmla="*/ 1306287 w 2307772"/>
                <a:gd name="connsiteY2" fmla="*/ 3236685 h 3236685"/>
                <a:gd name="connsiteX3" fmla="*/ 0 w 2307772"/>
                <a:gd name="connsiteY3" fmla="*/ 493485 h 3236685"/>
                <a:gd name="connsiteX0" fmla="*/ 0 w 2935853"/>
                <a:gd name="connsiteY0" fmla="*/ 493485 h 3236685"/>
                <a:gd name="connsiteX1" fmla="*/ 2307772 w 2935853"/>
                <a:gd name="connsiteY1" fmla="*/ 0 h 3236685"/>
                <a:gd name="connsiteX2" fmla="*/ 1306287 w 2935853"/>
                <a:gd name="connsiteY2" fmla="*/ 3236685 h 3236685"/>
                <a:gd name="connsiteX3" fmla="*/ 0 w 2935853"/>
                <a:gd name="connsiteY3" fmla="*/ 493485 h 3236685"/>
                <a:gd name="connsiteX0" fmla="*/ 277860 w 3213713"/>
                <a:gd name="connsiteY0" fmla="*/ 493485 h 3236685"/>
                <a:gd name="connsiteX1" fmla="*/ 2585632 w 3213713"/>
                <a:gd name="connsiteY1" fmla="*/ 0 h 3236685"/>
                <a:gd name="connsiteX2" fmla="*/ 1584147 w 3213713"/>
                <a:gd name="connsiteY2" fmla="*/ 3236685 h 3236685"/>
                <a:gd name="connsiteX3" fmla="*/ 277860 w 3213713"/>
                <a:gd name="connsiteY3" fmla="*/ 493485 h 3236685"/>
                <a:gd name="connsiteX0" fmla="*/ 566448 w 3502301"/>
                <a:gd name="connsiteY0" fmla="*/ 493485 h 3236685"/>
                <a:gd name="connsiteX1" fmla="*/ 2874220 w 3502301"/>
                <a:gd name="connsiteY1" fmla="*/ 0 h 3236685"/>
                <a:gd name="connsiteX2" fmla="*/ 1872735 w 3502301"/>
                <a:gd name="connsiteY2" fmla="*/ 3236685 h 3236685"/>
                <a:gd name="connsiteX3" fmla="*/ 566448 w 3502301"/>
                <a:gd name="connsiteY3" fmla="*/ 493485 h 3236685"/>
                <a:gd name="connsiteX0" fmla="*/ 566448 w 3752013"/>
                <a:gd name="connsiteY0" fmla="*/ 493485 h 3236685"/>
                <a:gd name="connsiteX1" fmla="*/ 2874220 w 3752013"/>
                <a:gd name="connsiteY1" fmla="*/ 0 h 3236685"/>
                <a:gd name="connsiteX2" fmla="*/ 1872735 w 3752013"/>
                <a:gd name="connsiteY2" fmla="*/ 3236685 h 3236685"/>
                <a:gd name="connsiteX3" fmla="*/ 566448 w 3752013"/>
                <a:gd name="connsiteY3" fmla="*/ 493485 h 3236685"/>
                <a:gd name="connsiteX0" fmla="*/ 566448 w 3595547"/>
                <a:gd name="connsiteY0" fmla="*/ 493485 h 3236685"/>
                <a:gd name="connsiteX1" fmla="*/ 2874220 w 3595547"/>
                <a:gd name="connsiteY1" fmla="*/ 0 h 3236685"/>
                <a:gd name="connsiteX2" fmla="*/ 1872735 w 3595547"/>
                <a:gd name="connsiteY2" fmla="*/ 3236685 h 3236685"/>
                <a:gd name="connsiteX3" fmla="*/ 566448 w 3595547"/>
                <a:gd name="connsiteY3" fmla="*/ 493485 h 3236685"/>
                <a:gd name="connsiteX0" fmla="*/ 498214 w 3527313"/>
                <a:gd name="connsiteY0" fmla="*/ 493485 h 3236685"/>
                <a:gd name="connsiteX1" fmla="*/ 2805986 w 3527313"/>
                <a:gd name="connsiteY1" fmla="*/ 0 h 3236685"/>
                <a:gd name="connsiteX2" fmla="*/ 1804501 w 3527313"/>
                <a:gd name="connsiteY2" fmla="*/ 3236685 h 3236685"/>
                <a:gd name="connsiteX3" fmla="*/ 498214 w 3527313"/>
                <a:gd name="connsiteY3" fmla="*/ 493485 h 3236685"/>
                <a:gd name="connsiteX0" fmla="*/ 579141 w 3608240"/>
                <a:gd name="connsiteY0" fmla="*/ 493485 h 3236685"/>
                <a:gd name="connsiteX1" fmla="*/ 2886913 w 3608240"/>
                <a:gd name="connsiteY1" fmla="*/ 0 h 3236685"/>
                <a:gd name="connsiteX2" fmla="*/ 1885428 w 3608240"/>
                <a:gd name="connsiteY2" fmla="*/ 3236685 h 3236685"/>
                <a:gd name="connsiteX3" fmla="*/ 579141 w 3608240"/>
                <a:gd name="connsiteY3" fmla="*/ 493485 h 3236685"/>
                <a:gd name="connsiteX0" fmla="*/ 579141 w 3687290"/>
                <a:gd name="connsiteY0" fmla="*/ 493485 h 3236685"/>
                <a:gd name="connsiteX1" fmla="*/ 2886913 w 3687290"/>
                <a:gd name="connsiteY1" fmla="*/ 0 h 3236685"/>
                <a:gd name="connsiteX2" fmla="*/ 1885428 w 3687290"/>
                <a:gd name="connsiteY2" fmla="*/ 3236685 h 3236685"/>
                <a:gd name="connsiteX3" fmla="*/ 579141 w 3687290"/>
                <a:gd name="connsiteY3" fmla="*/ 493485 h 3236685"/>
                <a:gd name="connsiteX0" fmla="*/ 579141 w 3638051"/>
                <a:gd name="connsiteY0" fmla="*/ 493485 h 3236685"/>
                <a:gd name="connsiteX1" fmla="*/ 2886913 w 3638051"/>
                <a:gd name="connsiteY1" fmla="*/ 0 h 3236685"/>
                <a:gd name="connsiteX2" fmla="*/ 1885428 w 3638051"/>
                <a:gd name="connsiteY2" fmla="*/ 3236685 h 3236685"/>
                <a:gd name="connsiteX3" fmla="*/ 579141 w 3638051"/>
                <a:gd name="connsiteY3" fmla="*/ 493485 h 3236685"/>
                <a:gd name="connsiteX0" fmla="*/ 539995 w 3598905"/>
                <a:gd name="connsiteY0" fmla="*/ 493485 h 3236685"/>
                <a:gd name="connsiteX1" fmla="*/ 2847767 w 3598905"/>
                <a:gd name="connsiteY1" fmla="*/ 0 h 3236685"/>
                <a:gd name="connsiteX2" fmla="*/ 1846282 w 3598905"/>
                <a:gd name="connsiteY2" fmla="*/ 3236685 h 3236685"/>
                <a:gd name="connsiteX3" fmla="*/ 539995 w 3598905"/>
                <a:gd name="connsiteY3" fmla="*/ 493485 h 3236685"/>
                <a:gd name="connsiteX0" fmla="*/ 539995 w 3561279"/>
                <a:gd name="connsiteY0" fmla="*/ 493485 h 3236685"/>
                <a:gd name="connsiteX1" fmla="*/ 2847767 w 3561279"/>
                <a:gd name="connsiteY1" fmla="*/ 0 h 3236685"/>
                <a:gd name="connsiteX2" fmla="*/ 1846282 w 3561279"/>
                <a:gd name="connsiteY2" fmla="*/ 3236685 h 3236685"/>
                <a:gd name="connsiteX3" fmla="*/ 539995 w 3561279"/>
                <a:gd name="connsiteY3" fmla="*/ 493485 h 3236685"/>
                <a:gd name="connsiteX0" fmla="*/ 539995 w 3628684"/>
                <a:gd name="connsiteY0" fmla="*/ 493485 h 3236685"/>
                <a:gd name="connsiteX1" fmla="*/ 2847767 w 3628684"/>
                <a:gd name="connsiteY1" fmla="*/ 0 h 3236685"/>
                <a:gd name="connsiteX2" fmla="*/ 1846282 w 3628684"/>
                <a:gd name="connsiteY2" fmla="*/ 3236685 h 3236685"/>
                <a:gd name="connsiteX3" fmla="*/ 539995 w 3628684"/>
                <a:gd name="connsiteY3" fmla="*/ 493485 h 3236685"/>
                <a:gd name="connsiteX0" fmla="*/ 539995 w 3628684"/>
                <a:gd name="connsiteY0" fmla="*/ 362857 h 3106057"/>
                <a:gd name="connsiteX1" fmla="*/ 2847767 w 3628684"/>
                <a:gd name="connsiteY1" fmla="*/ 0 h 3106057"/>
                <a:gd name="connsiteX2" fmla="*/ 1846282 w 3628684"/>
                <a:gd name="connsiteY2" fmla="*/ 3106057 h 3106057"/>
                <a:gd name="connsiteX3" fmla="*/ 539995 w 3628684"/>
                <a:gd name="connsiteY3" fmla="*/ 362857 h 3106057"/>
                <a:gd name="connsiteX0" fmla="*/ 539995 w 3608065"/>
                <a:gd name="connsiteY0" fmla="*/ 362857 h 3106057"/>
                <a:gd name="connsiteX1" fmla="*/ 2847767 w 3608065"/>
                <a:gd name="connsiteY1" fmla="*/ 0 h 3106057"/>
                <a:gd name="connsiteX2" fmla="*/ 1846282 w 3608065"/>
                <a:gd name="connsiteY2" fmla="*/ 3106057 h 3106057"/>
                <a:gd name="connsiteX3" fmla="*/ 539995 w 3608065"/>
                <a:gd name="connsiteY3" fmla="*/ 362857 h 3106057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52967 w 3590557"/>
                <a:gd name="connsiteY0" fmla="*/ 2201818 h 5036458"/>
                <a:gd name="connsiteX1" fmla="*/ 1843289 w 3590557"/>
                <a:gd name="connsiteY1" fmla="*/ 0 h 5036458"/>
                <a:gd name="connsiteX2" fmla="*/ 2830259 w 3590557"/>
                <a:gd name="connsiteY2" fmla="*/ 1930401 h 5036458"/>
                <a:gd name="connsiteX3" fmla="*/ 1828774 w 3590557"/>
                <a:gd name="connsiteY3" fmla="*/ 5036458 h 5036458"/>
                <a:gd name="connsiteX4" fmla="*/ 552967 w 3590557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5530 w 3633120"/>
                <a:gd name="connsiteY0" fmla="*/ 2201818 h 5036458"/>
                <a:gd name="connsiteX1" fmla="*/ 1885852 w 3633120"/>
                <a:gd name="connsiteY1" fmla="*/ 0 h 5036458"/>
                <a:gd name="connsiteX2" fmla="*/ 2872822 w 3633120"/>
                <a:gd name="connsiteY2" fmla="*/ 1930401 h 5036458"/>
                <a:gd name="connsiteX3" fmla="*/ 1871337 w 3633120"/>
                <a:gd name="connsiteY3" fmla="*/ 5036458 h 5036458"/>
                <a:gd name="connsiteX4" fmla="*/ 595530 w 3633120"/>
                <a:gd name="connsiteY4" fmla="*/ 2201818 h 5036458"/>
                <a:gd name="connsiteX0" fmla="*/ 595530 w 3663316"/>
                <a:gd name="connsiteY0" fmla="*/ 2201818 h 5036458"/>
                <a:gd name="connsiteX1" fmla="*/ 1885852 w 3663316"/>
                <a:gd name="connsiteY1" fmla="*/ 0 h 5036458"/>
                <a:gd name="connsiteX2" fmla="*/ 2872822 w 3663316"/>
                <a:gd name="connsiteY2" fmla="*/ 1930401 h 5036458"/>
                <a:gd name="connsiteX3" fmla="*/ 1871337 w 3663316"/>
                <a:gd name="connsiteY3" fmla="*/ 5036458 h 5036458"/>
                <a:gd name="connsiteX4" fmla="*/ 595530 w 3663316"/>
                <a:gd name="connsiteY4" fmla="*/ 2201818 h 5036458"/>
                <a:gd name="connsiteX0" fmla="*/ 595530 w 3663316"/>
                <a:gd name="connsiteY0" fmla="*/ 2201818 h 5036458"/>
                <a:gd name="connsiteX1" fmla="*/ 1885852 w 3663316"/>
                <a:gd name="connsiteY1" fmla="*/ 0 h 5036458"/>
                <a:gd name="connsiteX2" fmla="*/ 2872822 w 3663316"/>
                <a:gd name="connsiteY2" fmla="*/ 1930401 h 5036458"/>
                <a:gd name="connsiteX3" fmla="*/ 1871337 w 3663316"/>
                <a:gd name="connsiteY3" fmla="*/ 5036458 h 5036458"/>
                <a:gd name="connsiteX4" fmla="*/ 595530 w 3663316"/>
                <a:gd name="connsiteY4" fmla="*/ 2201818 h 5036458"/>
                <a:gd name="connsiteX0" fmla="*/ 595530 w 3698853"/>
                <a:gd name="connsiteY0" fmla="*/ 2201818 h 5036458"/>
                <a:gd name="connsiteX1" fmla="*/ 1885852 w 3698853"/>
                <a:gd name="connsiteY1" fmla="*/ 0 h 5036458"/>
                <a:gd name="connsiteX2" fmla="*/ 2872822 w 3698853"/>
                <a:gd name="connsiteY2" fmla="*/ 1930401 h 5036458"/>
                <a:gd name="connsiteX3" fmla="*/ 1871337 w 3698853"/>
                <a:gd name="connsiteY3" fmla="*/ 5036458 h 5036458"/>
                <a:gd name="connsiteX4" fmla="*/ 595530 w 3698853"/>
                <a:gd name="connsiteY4" fmla="*/ 2201818 h 5036458"/>
                <a:gd name="connsiteX0" fmla="*/ 595530 w 3626371"/>
                <a:gd name="connsiteY0" fmla="*/ 2201818 h 5036458"/>
                <a:gd name="connsiteX1" fmla="*/ 1885852 w 3626371"/>
                <a:gd name="connsiteY1" fmla="*/ 0 h 5036458"/>
                <a:gd name="connsiteX2" fmla="*/ 2872822 w 3626371"/>
                <a:gd name="connsiteY2" fmla="*/ 1930401 h 5036458"/>
                <a:gd name="connsiteX3" fmla="*/ 1871337 w 3626371"/>
                <a:gd name="connsiteY3" fmla="*/ 5036458 h 5036458"/>
                <a:gd name="connsiteX4" fmla="*/ 595530 w 3626371"/>
                <a:gd name="connsiteY4" fmla="*/ 2201818 h 5036458"/>
                <a:gd name="connsiteX0" fmla="*/ 570610 w 3601451"/>
                <a:gd name="connsiteY0" fmla="*/ 2201818 h 5036458"/>
                <a:gd name="connsiteX1" fmla="*/ 1860932 w 3601451"/>
                <a:gd name="connsiteY1" fmla="*/ 0 h 5036458"/>
                <a:gd name="connsiteX2" fmla="*/ 2847902 w 3601451"/>
                <a:gd name="connsiteY2" fmla="*/ 1930401 h 5036458"/>
                <a:gd name="connsiteX3" fmla="*/ 1846417 w 3601451"/>
                <a:gd name="connsiteY3" fmla="*/ 5036458 h 5036458"/>
                <a:gd name="connsiteX4" fmla="*/ 570610 w 3601451"/>
                <a:gd name="connsiteY4" fmla="*/ 2201818 h 5036458"/>
                <a:gd name="connsiteX0" fmla="*/ 586324 w 3579065"/>
                <a:gd name="connsiteY0" fmla="*/ 2100218 h 5036458"/>
                <a:gd name="connsiteX1" fmla="*/ 1838546 w 3579065"/>
                <a:gd name="connsiteY1" fmla="*/ 0 h 5036458"/>
                <a:gd name="connsiteX2" fmla="*/ 2825516 w 3579065"/>
                <a:gd name="connsiteY2" fmla="*/ 1930401 h 5036458"/>
                <a:gd name="connsiteX3" fmla="*/ 1824031 w 3579065"/>
                <a:gd name="connsiteY3" fmla="*/ 5036458 h 5036458"/>
                <a:gd name="connsiteX4" fmla="*/ 586324 w 3579065"/>
                <a:gd name="connsiteY4" fmla="*/ 2100218 h 5036458"/>
                <a:gd name="connsiteX0" fmla="*/ 618866 w 3535407"/>
                <a:gd name="connsiteY0" fmla="*/ 2112918 h 5036458"/>
                <a:gd name="connsiteX1" fmla="*/ 1794888 w 3535407"/>
                <a:gd name="connsiteY1" fmla="*/ 0 h 5036458"/>
                <a:gd name="connsiteX2" fmla="*/ 2781858 w 3535407"/>
                <a:gd name="connsiteY2" fmla="*/ 1930401 h 5036458"/>
                <a:gd name="connsiteX3" fmla="*/ 1780373 w 3535407"/>
                <a:gd name="connsiteY3" fmla="*/ 5036458 h 5036458"/>
                <a:gd name="connsiteX4" fmla="*/ 618866 w 3535407"/>
                <a:gd name="connsiteY4" fmla="*/ 2112918 h 5036458"/>
                <a:gd name="connsiteX0" fmla="*/ 618866 w 3535407"/>
                <a:gd name="connsiteY0" fmla="*/ 2112918 h 5036458"/>
                <a:gd name="connsiteX1" fmla="*/ 1794888 w 3535407"/>
                <a:gd name="connsiteY1" fmla="*/ 0 h 5036458"/>
                <a:gd name="connsiteX2" fmla="*/ 2781858 w 3535407"/>
                <a:gd name="connsiteY2" fmla="*/ 1930401 h 5036458"/>
                <a:gd name="connsiteX3" fmla="*/ 1780373 w 3535407"/>
                <a:gd name="connsiteY3" fmla="*/ 5036458 h 5036458"/>
                <a:gd name="connsiteX4" fmla="*/ 618866 w 3535407"/>
                <a:gd name="connsiteY4" fmla="*/ 2112918 h 5036458"/>
                <a:gd name="connsiteX0" fmla="*/ 588224 w 3504765"/>
                <a:gd name="connsiteY0" fmla="*/ 2112918 h 5036458"/>
                <a:gd name="connsiteX1" fmla="*/ 1764246 w 3504765"/>
                <a:gd name="connsiteY1" fmla="*/ 0 h 5036458"/>
                <a:gd name="connsiteX2" fmla="*/ 2751216 w 3504765"/>
                <a:gd name="connsiteY2" fmla="*/ 1930401 h 5036458"/>
                <a:gd name="connsiteX3" fmla="*/ 1749731 w 3504765"/>
                <a:gd name="connsiteY3" fmla="*/ 5036458 h 5036458"/>
                <a:gd name="connsiteX4" fmla="*/ 588224 w 3504765"/>
                <a:gd name="connsiteY4" fmla="*/ 2112918 h 5036458"/>
                <a:gd name="connsiteX0" fmla="*/ 588224 w 3408152"/>
                <a:gd name="connsiteY0" fmla="*/ 2112918 h 5036458"/>
                <a:gd name="connsiteX1" fmla="*/ 1764246 w 3408152"/>
                <a:gd name="connsiteY1" fmla="*/ 0 h 5036458"/>
                <a:gd name="connsiteX2" fmla="*/ 2580734 w 3408152"/>
                <a:gd name="connsiteY2" fmla="*/ 1689962 h 5036458"/>
                <a:gd name="connsiteX3" fmla="*/ 1749731 w 3408152"/>
                <a:gd name="connsiteY3" fmla="*/ 5036458 h 5036458"/>
                <a:gd name="connsiteX4" fmla="*/ 588224 w 3408152"/>
                <a:gd name="connsiteY4" fmla="*/ 2112918 h 5036458"/>
                <a:gd name="connsiteX0" fmla="*/ 588224 w 3408152"/>
                <a:gd name="connsiteY0" fmla="*/ 1803780 h 4727320"/>
                <a:gd name="connsiteX1" fmla="*/ 1733250 w 3408152"/>
                <a:gd name="connsiteY1" fmla="*/ 0 h 4727320"/>
                <a:gd name="connsiteX2" fmla="*/ 2580734 w 3408152"/>
                <a:gd name="connsiteY2" fmla="*/ 1380824 h 4727320"/>
                <a:gd name="connsiteX3" fmla="*/ 1749731 w 3408152"/>
                <a:gd name="connsiteY3" fmla="*/ 4727320 h 4727320"/>
                <a:gd name="connsiteX4" fmla="*/ 588224 w 3408152"/>
                <a:gd name="connsiteY4" fmla="*/ 1803780 h 4727320"/>
                <a:gd name="connsiteX0" fmla="*/ 588224 w 3408152"/>
                <a:gd name="connsiteY0" fmla="*/ 1803780 h 4727320"/>
                <a:gd name="connsiteX1" fmla="*/ 1733250 w 3408152"/>
                <a:gd name="connsiteY1" fmla="*/ 0 h 4727320"/>
                <a:gd name="connsiteX2" fmla="*/ 2580734 w 3408152"/>
                <a:gd name="connsiteY2" fmla="*/ 1380824 h 4727320"/>
                <a:gd name="connsiteX3" fmla="*/ 1749731 w 3408152"/>
                <a:gd name="connsiteY3" fmla="*/ 4727320 h 4727320"/>
                <a:gd name="connsiteX4" fmla="*/ 588224 w 3408152"/>
                <a:gd name="connsiteY4" fmla="*/ 1803780 h 4727320"/>
                <a:gd name="connsiteX0" fmla="*/ 588224 w 3408152"/>
                <a:gd name="connsiteY0" fmla="*/ 1803780 h 4727320"/>
                <a:gd name="connsiteX1" fmla="*/ 1733250 w 3408152"/>
                <a:gd name="connsiteY1" fmla="*/ 0 h 4727320"/>
                <a:gd name="connsiteX2" fmla="*/ 2580734 w 3408152"/>
                <a:gd name="connsiteY2" fmla="*/ 1380824 h 4727320"/>
                <a:gd name="connsiteX3" fmla="*/ 1749731 w 3408152"/>
                <a:gd name="connsiteY3" fmla="*/ 4727320 h 4727320"/>
                <a:gd name="connsiteX4" fmla="*/ 588224 w 3408152"/>
                <a:gd name="connsiteY4" fmla="*/ 1803780 h 4727320"/>
                <a:gd name="connsiteX0" fmla="*/ 616299 w 3374234"/>
                <a:gd name="connsiteY0" fmla="*/ 1649211 h 4727320"/>
                <a:gd name="connsiteX1" fmla="*/ 1699332 w 3374234"/>
                <a:gd name="connsiteY1" fmla="*/ 0 h 4727320"/>
                <a:gd name="connsiteX2" fmla="*/ 2546816 w 3374234"/>
                <a:gd name="connsiteY2" fmla="*/ 1380824 h 4727320"/>
                <a:gd name="connsiteX3" fmla="*/ 1715813 w 3374234"/>
                <a:gd name="connsiteY3" fmla="*/ 4727320 h 4727320"/>
                <a:gd name="connsiteX4" fmla="*/ 616299 w 3374234"/>
                <a:gd name="connsiteY4" fmla="*/ 1649211 h 4727320"/>
                <a:gd name="connsiteX0" fmla="*/ 660246 w 3325191"/>
                <a:gd name="connsiteY0" fmla="*/ 1425945 h 4727320"/>
                <a:gd name="connsiteX1" fmla="*/ 1650289 w 3325191"/>
                <a:gd name="connsiteY1" fmla="*/ 0 h 4727320"/>
                <a:gd name="connsiteX2" fmla="*/ 2497773 w 3325191"/>
                <a:gd name="connsiteY2" fmla="*/ 1380824 h 4727320"/>
                <a:gd name="connsiteX3" fmla="*/ 1666770 w 3325191"/>
                <a:gd name="connsiteY3" fmla="*/ 4727320 h 4727320"/>
                <a:gd name="connsiteX4" fmla="*/ 660246 w 3325191"/>
                <a:gd name="connsiteY4" fmla="*/ 1425945 h 4727320"/>
                <a:gd name="connsiteX0" fmla="*/ 660246 w 3325191"/>
                <a:gd name="connsiteY0" fmla="*/ 1426197 h 4727572"/>
                <a:gd name="connsiteX1" fmla="*/ 1650289 w 3325191"/>
                <a:gd name="connsiteY1" fmla="*/ 252 h 4727572"/>
                <a:gd name="connsiteX2" fmla="*/ 2497773 w 3325191"/>
                <a:gd name="connsiteY2" fmla="*/ 1381076 h 4727572"/>
                <a:gd name="connsiteX3" fmla="*/ 1666770 w 3325191"/>
                <a:gd name="connsiteY3" fmla="*/ 4727572 h 4727572"/>
                <a:gd name="connsiteX4" fmla="*/ 660246 w 3325191"/>
                <a:gd name="connsiteY4" fmla="*/ 1426197 h 4727572"/>
                <a:gd name="connsiteX0" fmla="*/ 660246 w 3325191"/>
                <a:gd name="connsiteY0" fmla="*/ 1426126 h 4727501"/>
                <a:gd name="connsiteX1" fmla="*/ 1650289 w 3325191"/>
                <a:gd name="connsiteY1" fmla="*/ 181 h 4727501"/>
                <a:gd name="connsiteX2" fmla="*/ 2497773 w 3325191"/>
                <a:gd name="connsiteY2" fmla="*/ 1381005 h 4727501"/>
                <a:gd name="connsiteX3" fmla="*/ 1666770 w 3325191"/>
                <a:gd name="connsiteY3" fmla="*/ 4727501 h 4727501"/>
                <a:gd name="connsiteX4" fmla="*/ 660246 w 3325191"/>
                <a:gd name="connsiteY4" fmla="*/ 1426126 h 4727501"/>
                <a:gd name="connsiteX0" fmla="*/ 660246 w 3325191"/>
                <a:gd name="connsiteY0" fmla="*/ 1425945 h 4727320"/>
                <a:gd name="connsiteX1" fmla="*/ 1650289 w 3325191"/>
                <a:gd name="connsiteY1" fmla="*/ 0 h 4727320"/>
                <a:gd name="connsiteX2" fmla="*/ 2497773 w 3325191"/>
                <a:gd name="connsiteY2" fmla="*/ 1380824 h 4727320"/>
                <a:gd name="connsiteX3" fmla="*/ 1666770 w 3325191"/>
                <a:gd name="connsiteY3" fmla="*/ 4727320 h 4727320"/>
                <a:gd name="connsiteX4" fmla="*/ 660246 w 3325191"/>
                <a:gd name="connsiteY4" fmla="*/ 1425945 h 4727320"/>
                <a:gd name="connsiteX0" fmla="*/ 516695 w 3181640"/>
                <a:gd name="connsiteY0" fmla="*/ 1425945 h 4727320"/>
                <a:gd name="connsiteX1" fmla="*/ 1506738 w 3181640"/>
                <a:gd name="connsiteY1" fmla="*/ 0 h 4727320"/>
                <a:gd name="connsiteX2" fmla="*/ 2354222 w 3181640"/>
                <a:gd name="connsiteY2" fmla="*/ 1380824 h 4727320"/>
                <a:gd name="connsiteX3" fmla="*/ 1523219 w 3181640"/>
                <a:gd name="connsiteY3" fmla="*/ 4727320 h 4727320"/>
                <a:gd name="connsiteX4" fmla="*/ 516695 w 3181640"/>
                <a:gd name="connsiteY4" fmla="*/ 1425945 h 4727320"/>
                <a:gd name="connsiteX0" fmla="*/ 516695 w 3061005"/>
                <a:gd name="connsiteY0" fmla="*/ 1425945 h 4727320"/>
                <a:gd name="connsiteX1" fmla="*/ 1506738 w 3061005"/>
                <a:gd name="connsiteY1" fmla="*/ 0 h 4727320"/>
                <a:gd name="connsiteX2" fmla="*/ 2354222 w 3061005"/>
                <a:gd name="connsiteY2" fmla="*/ 1380824 h 4727320"/>
                <a:gd name="connsiteX3" fmla="*/ 1523219 w 3061005"/>
                <a:gd name="connsiteY3" fmla="*/ 4727320 h 4727320"/>
                <a:gd name="connsiteX4" fmla="*/ 516695 w 3061005"/>
                <a:gd name="connsiteY4" fmla="*/ 1425945 h 4727320"/>
                <a:gd name="connsiteX0" fmla="*/ 516695 w 2966377"/>
                <a:gd name="connsiteY0" fmla="*/ 1425945 h 4727320"/>
                <a:gd name="connsiteX1" fmla="*/ 1506738 w 2966377"/>
                <a:gd name="connsiteY1" fmla="*/ 0 h 4727320"/>
                <a:gd name="connsiteX2" fmla="*/ 2354222 w 2966377"/>
                <a:gd name="connsiteY2" fmla="*/ 1380824 h 4727320"/>
                <a:gd name="connsiteX3" fmla="*/ 1523219 w 2966377"/>
                <a:gd name="connsiteY3" fmla="*/ 4727320 h 4727320"/>
                <a:gd name="connsiteX4" fmla="*/ 516695 w 2966377"/>
                <a:gd name="connsiteY4" fmla="*/ 1425945 h 4727320"/>
                <a:gd name="connsiteX0" fmla="*/ 516695 w 3021384"/>
                <a:gd name="connsiteY0" fmla="*/ 1425945 h 4727320"/>
                <a:gd name="connsiteX1" fmla="*/ 1506738 w 3021384"/>
                <a:gd name="connsiteY1" fmla="*/ 0 h 4727320"/>
                <a:gd name="connsiteX2" fmla="*/ 2354222 w 3021384"/>
                <a:gd name="connsiteY2" fmla="*/ 1380824 h 4727320"/>
                <a:gd name="connsiteX3" fmla="*/ 1523219 w 3021384"/>
                <a:gd name="connsiteY3" fmla="*/ 4727320 h 4727320"/>
                <a:gd name="connsiteX4" fmla="*/ 516695 w 3021384"/>
                <a:gd name="connsiteY4" fmla="*/ 1425945 h 4727320"/>
                <a:gd name="connsiteX0" fmla="*/ 489255 w 2993944"/>
                <a:gd name="connsiteY0" fmla="*/ 1425945 h 4727320"/>
                <a:gd name="connsiteX1" fmla="*/ 1479298 w 2993944"/>
                <a:gd name="connsiteY1" fmla="*/ 0 h 4727320"/>
                <a:gd name="connsiteX2" fmla="*/ 2326782 w 2993944"/>
                <a:gd name="connsiteY2" fmla="*/ 1380824 h 4727320"/>
                <a:gd name="connsiteX3" fmla="*/ 1495779 w 2993944"/>
                <a:gd name="connsiteY3" fmla="*/ 4727320 h 4727320"/>
                <a:gd name="connsiteX4" fmla="*/ 489255 w 2993944"/>
                <a:gd name="connsiteY4" fmla="*/ 1425945 h 4727320"/>
                <a:gd name="connsiteX0" fmla="*/ 664908 w 3169597"/>
                <a:gd name="connsiteY0" fmla="*/ 1425945 h 4727320"/>
                <a:gd name="connsiteX1" fmla="*/ 1654951 w 3169597"/>
                <a:gd name="connsiteY1" fmla="*/ 0 h 4727320"/>
                <a:gd name="connsiteX2" fmla="*/ 2502435 w 3169597"/>
                <a:gd name="connsiteY2" fmla="*/ 1380824 h 4727320"/>
                <a:gd name="connsiteX3" fmla="*/ 1671432 w 3169597"/>
                <a:gd name="connsiteY3" fmla="*/ 4727320 h 4727320"/>
                <a:gd name="connsiteX4" fmla="*/ 664908 w 3169597"/>
                <a:gd name="connsiteY4" fmla="*/ 1425945 h 472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597" h="4727320">
                  <a:moveTo>
                    <a:pt x="664908" y="1425945"/>
                  </a:moveTo>
                  <a:cubicBezTo>
                    <a:pt x="940764" y="762267"/>
                    <a:pt x="715786" y="72090"/>
                    <a:pt x="1654951" y="0"/>
                  </a:cubicBezTo>
                  <a:cubicBezTo>
                    <a:pt x="2599200" y="206826"/>
                    <a:pt x="2109945" y="546857"/>
                    <a:pt x="2502435" y="1380824"/>
                  </a:cubicBezTo>
                  <a:cubicBezTo>
                    <a:pt x="3213912" y="2330304"/>
                    <a:pt x="3843501" y="4427612"/>
                    <a:pt x="1671432" y="4727320"/>
                  </a:cubicBezTo>
                  <a:cubicBezTo>
                    <a:pt x="-1255350" y="4510096"/>
                    <a:pt x="521347" y="1754230"/>
                    <a:pt x="664908" y="1425945"/>
                  </a:cubicBezTo>
                  <a:close/>
                </a:path>
              </a:pathLst>
            </a:custGeom>
            <a:solidFill>
              <a:srgbClr val="39893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35C95BB-3ED5-46A0-29E1-F8AD15D8D732}"/>
                </a:ext>
              </a:extLst>
            </p:cNvPr>
            <p:cNvSpPr/>
            <p:nvPr/>
          </p:nvSpPr>
          <p:spPr>
            <a:xfrm>
              <a:off x="3580109" y="1270529"/>
              <a:ext cx="123986" cy="464949"/>
            </a:xfrm>
            <a:prstGeom prst="roundRect">
              <a:avLst>
                <a:gd name="adj" fmla="val 50000"/>
              </a:avLst>
            </a:prstGeom>
            <a:solidFill>
              <a:srgbClr val="966E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28CF106-DD92-5B48-6F09-485A27C94402}"/>
                </a:ext>
              </a:extLst>
            </p:cNvPr>
            <p:cNvSpPr/>
            <p:nvPr/>
          </p:nvSpPr>
          <p:spPr>
            <a:xfrm>
              <a:off x="3490913" y="1641254"/>
              <a:ext cx="314325" cy="111344"/>
            </a:xfrm>
            <a:custGeom>
              <a:avLst/>
              <a:gdLst>
                <a:gd name="connsiteX0" fmla="*/ 0 w 333375"/>
                <a:gd name="connsiteY0" fmla="*/ 19050 h 19050"/>
                <a:gd name="connsiteX1" fmla="*/ 333375 w 333375"/>
                <a:gd name="connsiteY1" fmla="*/ 0 h 19050"/>
                <a:gd name="connsiteX2" fmla="*/ 333375 w 333375"/>
                <a:gd name="connsiteY2" fmla="*/ 0 h 19050"/>
                <a:gd name="connsiteX0" fmla="*/ 0 w 333375"/>
                <a:gd name="connsiteY0" fmla="*/ 49012 h 49012"/>
                <a:gd name="connsiteX1" fmla="*/ 333375 w 333375"/>
                <a:gd name="connsiteY1" fmla="*/ 29962 h 49012"/>
                <a:gd name="connsiteX2" fmla="*/ 333375 w 333375"/>
                <a:gd name="connsiteY2" fmla="*/ 29962 h 49012"/>
                <a:gd name="connsiteX0" fmla="*/ 0 w 314325"/>
                <a:gd name="connsiteY0" fmla="*/ 43777 h 44048"/>
                <a:gd name="connsiteX1" fmla="*/ 314325 w 314325"/>
                <a:gd name="connsiteY1" fmla="*/ 43777 h 44048"/>
                <a:gd name="connsiteX2" fmla="*/ 314325 w 314325"/>
                <a:gd name="connsiteY2" fmla="*/ 43777 h 44048"/>
                <a:gd name="connsiteX0" fmla="*/ 0 w 314325"/>
                <a:gd name="connsiteY0" fmla="*/ 43777 h 81877"/>
                <a:gd name="connsiteX1" fmla="*/ 314325 w 314325"/>
                <a:gd name="connsiteY1" fmla="*/ 43777 h 81877"/>
                <a:gd name="connsiteX2" fmla="*/ 314325 w 314325"/>
                <a:gd name="connsiteY2" fmla="*/ 81877 h 81877"/>
                <a:gd name="connsiteX0" fmla="*/ 0 w 314325"/>
                <a:gd name="connsiteY0" fmla="*/ 43777 h 44048"/>
                <a:gd name="connsiteX1" fmla="*/ 314325 w 314325"/>
                <a:gd name="connsiteY1" fmla="*/ 43777 h 44048"/>
                <a:gd name="connsiteX0" fmla="*/ 0 w 314325"/>
                <a:gd name="connsiteY0" fmla="*/ 38612 h 62647"/>
                <a:gd name="connsiteX1" fmla="*/ 314325 w 314325"/>
                <a:gd name="connsiteY1" fmla="*/ 62424 h 62647"/>
                <a:gd name="connsiteX0" fmla="*/ 0 w 314325"/>
                <a:gd name="connsiteY0" fmla="*/ 47113 h 70925"/>
                <a:gd name="connsiteX1" fmla="*/ 314325 w 314325"/>
                <a:gd name="connsiteY1" fmla="*/ 70925 h 70925"/>
                <a:gd name="connsiteX0" fmla="*/ 0 w 314325"/>
                <a:gd name="connsiteY0" fmla="*/ 42456 h 85318"/>
                <a:gd name="connsiteX1" fmla="*/ 314325 w 314325"/>
                <a:gd name="connsiteY1" fmla="*/ 85318 h 85318"/>
                <a:gd name="connsiteX0" fmla="*/ 0 w 314325"/>
                <a:gd name="connsiteY0" fmla="*/ 51264 h 60789"/>
                <a:gd name="connsiteX1" fmla="*/ 314325 w 314325"/>
                <a:gd name="connsiteY1" fmla="*/ 60789 h 60789"/>
                <a:gd name="connsiteX0" fmla="*/ 0 w 314325"/>
                <a:gd name="connsiteY0" fmla="*/ 70176 h 79701"/>
                <a:gd name="connsiteX1" fmla="*/ 314325 w 314325"/>
                <a:gd name="connsiteY1" fmla="*/ 79701 h 79701"/>
                <a:gd name="connsiteX0" fmla="*/ 0 w 314325"/>
                <a:gd name="connsiteY0" fmla="*/ 101819 h 111344"/>
                <a:gd name="connsiteX1" fmla="*/ 314325 w 314325"/>
                <a:gd name="connsiteY1" fmla="*/ 111344 h 11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4325" h="111344">
                  <a:moveTo>
                    <a:pt x="0" y="101819"/>
                  </a:moveTo>
                  <a:cubicBezTo>
                    <a:pt x="244475" y="-114081"/>
                    <a:pt x="227013" y="74832"/>
                    <a:pt x="314325" y="111344"/>
                  </a:cubicBezTo>
                </a:path>
              </a:pathLst>
            </a:custGeom>
            <a:solidFill>
              <a:srgbClr val="39893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AAF38D4-F207-AC29-1B96-F0E93DC4B889}"/>
              </a:ext>
            </a:extLst>
          </p:cNvPr>
          <p:cNvGrpSpPr/>
          <p:nvPr/>
        </p:nvGrpSpPr>
        <p:grpSpPr>
          <a:xfrm>
            <a:off x="5695627" y="2091938"/>
            <a:ext cx="3169597" cy="4498469"/>
            <a:chOff x="2012055" y="1270529"/>
            <a:chExt cx="3169597" cy="4498469"/>
          </a:xfrm>
          <a:solidFill>
            <a:schemeClr val="bg1"/>
          </a:solidFill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29A10B17-9F79-D066-1F97-45461945AF30}"/>
                </a:ext>
              </a:extLst>
            </p:cNvPr>
            <p:cNvSpPr/>
            <p:nvPr/>
          </p:nvSpPr>
          <p:spPr>
            <a:xfrm>
              <a:off x="2012055" y="1503004"/>
              <a:ext cx="3169597" cy="4265994"/>
            </a:xfrm>
            <a:custGeom>
              <a:avLst/>
              <a:gdLst>
                <a:gd name="connsiteX0" fmla="*/ 0 w 740229"/>
                <a:gd name="connsiteY0" fmla="*/ 0 h 1451429"/>
                <a:gd name="connsiteX1" fmla="*/ 740229 w 740229"/>
                <a:gd name="connsiteY1" fmla="*/ 0 h 1451429"/>
                <a:gd name="connsiteX2" fmla="*/ 740229 w 740229"/>
                <a:gd name="connsiteY2" fmla="*/ 1451429 h 1451429"/>
                <a:gd name="connsiteX3" fmla="*/ 0 w 740229"/>
                <a:gd name="connsiteY3" fmla="*/ 1451429 h 1451429"/>
                <a:gd name="connsiteX4" fmla="*/ 0 w 740229"/>
                <a:gd name="connsiteY4" fmla="*/ 0 h 1451429"/>
                <a:gd name="connsiteX0" fmla="*/ 0 w 1494972"/>
                <a:gd name="connsiteY0" fmla="*/ 1277257 h 1451429"/>
                <a:gd name="connsiteX1" fmla="*/ 1494972 w 1494972"/>
                <a:gd name="connsiteY1" fmla="*/ 0 h 1451429"/>
                <a:gd name="connsiteX2" fmla="*/ 1494972 w 1494972"/>
                <a:gd name="connsiteY2" fmla="*/ 1451429 h 1451429"/>
                <a:gd name="connsiteX3" fmla="*/ 754743 w 1494972"/>
                <a:gd name="connsiteY3" fmla="*/ 1451429 h 1451429"/>
                <a:gd name="connsiteX4" fmla="*/ 0 w 1494972"/>
                <a:gd name="connsiteY4" fmla="*/ 1277257 h 1451429"/>
                <a:gd name="connsiteX0" fmla="*/ 0 w 2017486"/>
                <a:gd name="connsiteY0" fmla="*/ 449942 h 624114"/>
                <a:gd name="connsiteX1" fmla="*/ 2017486 w 2017486"/>
                <a:gd name="connsiteY1" fmla="*/ 0 h 624114"/>
                <a:gd name="connsiteX2" fmla="*/ 1494972 w 2017486"/>
                <a:gd name="connsiteY2" fmla="*/ 624114 h 624114"/>
                <a:gd name="connsiteX3" fmla="*/ 754743 w 2017486"/>
                <a:gd name="connsiteY3" fmla="*/ 624114 h 624114"/>
                <a:gd name="connsiteX4" fmla="*/ 0 w 2017486"/>
                <a:gd name="connsiteY4" fmla="*/ 449942 h 624114"/>
                <a:gd name="connsiteX0" fmla="*/ 0 w 2017486"/>
                <a:gd name="connsiteY0" fmla="*/ 449942 h 3846285"/>
                <a:gd name="connsiteX1" fmla="*/ 2017486 w 2017486"/>
                <a:gd name="connsiteY1" fmla="*/ 0 h 3846285"/>
                <a:gd name="connsiteX2" fmla="*/ 1059544 w 2017486"/>
                <a:gd name="connsiteY2" fmla="*/ 3846285 h 3846285"/>
                <a:gd name="connsiteX3" fmla="*/ 754743 w 2017486"/>
                <a:gd name="connsiteY3" fmla="*/ 624114 h 3846285"/>
                <a:gd name="connsiteX4" fmla="*/ 0 w 2017486"/>
                <a:gd name="connsiteY4" fmla="*/ 449942 h 3846285"/>
                <a:gd name="connsiteX0" fmla="*/ 0 w 2017486"/>
                <a:gd name="connsiteY0" fmla="*/ 449942 h 3846285"/>
                <a:gd name="connsiteX1" fmla="*/ 2017486 w 2017486"/>
                <a:gd name="connsiteY1" fmla="*/ 0 h 3846285"/>
                <a:gd name="connsiteX2" fmla="*/ 1059544 w 2017486"/>
                <a:gd name="connsiteY2" fmla="*/ 3846285 h 3846285"/>
                <a:gd name="connsiteX3" fmla="*/ 0 w 2017486"/>
                <a:gd name="connsiteY3" fmla="*/ 449942 h 3846285"/>
                <a:gd name="connsiteX0" fmla="*/ 0 w 2264229"/>
                <a:gd name="connsiteY0" fmla="*/ 1103085 h 3846285"/>
                <a:gd name="connsiteX1" fmla="*/ 2264229 w 2264229"/>
                <a:gd name="connsiteY1" fmla="*/ 0 h 3846285"/>
                <a:gd name="connsiteX2" fmla="*/ 1306287 w 2264229"/>
                <a:gd name="connsiteY2" fmla="*/ 3846285 h 3846285"/>
                <a:gd name="connsiteX3" fmla="*/ 0 w 2264229"/>
                <a:gd name="connsiteY3" fmla="*/ 1103085 h 3846285"/>
                <a:gd name="connsiteX0" fmla="*/ 0 w 2307772"/>
                <a:gd name="connsiteY0" fmla="*/ 493485 h 3236685"/>
                <a:gd name="connsiteX1" fmla="*/ 2307772 w 2307772"/>
                <a:gd name="connsiteY1" fmla="*/ 0 h 3236685"/>
                <a:gd name="connsiteX2" fmla="*/ 1306287 w 2307772"/>
                <a:gd name="connsiteY2" fmla="*/ 3236685 h 3236685"/>
                <a:gd name="connsiteX3" fmla="*/ 0 w 2307772"/>
                <a:gd name="connsiteY3" fmla="*/ 493485 h 3236685"/>
                <a:gd name="connsiteX0" fmla="*/ 0 w 2935853"/>
                <a:gd name="connsiteY0" fmla="*/ 493485 h 3236685"/>
                <a:gd name="connsiteX1" fmla="*/ 2307772 w 2935853"/>
                <a:gd name="connsiteY1" fmla="*/ 0 h 3236685"/>
                <a:gd name="connsiteX2" fmla="*/ 1306287 w 2935853"/>
                <a:gd name="connsiteY2" fmla="*/ 3236685 h 3236685"/>
                <a:gd name="connsiteX3" fmla="*/ 0 w 2935853"/>
                <a:gd name="connsiteY3" fmla="*/ 493485 h 3236685"/>
                <a:gd name="connsiteX0" fmla="*/ 277860 w 3213713"/>
                <a:gd name="connsiteY0" fmla="*/ 493485 h 3236685"/>
                <a:gd name="connsiteX1" fmla="*/ 2585632 w 3213713"/>
                <a:gd name="connsiteY1" fmla="*/ 0 h 3236685"/>
                <a:gd name="connsiteX2" fmla="*/ 1584147 w 3213713"/>
                <a:gd name="connsiteY2" fmla="*/ 3236685 h 3236685"/>
                <a:gd name="connsiteX3" fmla="*/ 277860 w 3213713"/>
                <a:gd name="connsiteY3" fmla="*/ 493485 h 3236685"/>
                <a:gd name="connsiteX0" fmla="*/ 566448 w 3502301"/>
                <a:gd name="connsiteY0" fmla="*/ 493485 h 3236685"/>
                <a:gd name="connsiteX1" fmla="*/ 2874220 w 3502301"/>
                <a:gd name="connsiteY1" fmla="*/ 0 h 3236685"/>
                <a:gd name="connsiteX2" fmla="*/ 1872735 w 3502301"/>
                <a:gd name="connsiteY2" fmla="*/ 3236685 h 3236685"/>
                <a:gd name="connsiteX3" fmla="*/ 566448 w 3502301"/>
                <a:gd name="connsiteY3" fmla="*/ 493485 h 3236685"/>
                <a:gd name="connsiteX0" fmla="*/ 566448 w 3752013"/>
                <a:gd name="connsiteY0" fmla="*/ 493485 h 3236685"/>
                <a:gd name="connsiteX1" fmla="*/ 2874220 w 3752013"/>
                <a:gd name="connsiteY1" fmla="*/ 0 h 3236685"/>
                <a:gd name="connsiteX2" fmla="*/ 1872735 w 3752013"/>
                <a:gd name="connsiteY2" fmla="*/ 3236685 h 3236685"/>
                <a:gd name="connsiteX3" fmla="*/ 566448 w 3752013"/>
                <a:gd name="connsiteY3" fmla="*/ 493485 h 3236685"/>
                <a:gd name="connsiteX0" fmla="*/ 566448 w 3595547"/>
                <a:gd name="connsiteY0" fmla="*/ 493485 h 3236685"/>
                <a:gd name="connsiteX1" fmla="*/ 2874220 w 3595547"/>
                <a:gd name="connsiteY1" fmla="*/ 0 h 3236685"/>
                <a:gd name="connsiteX2" fmla="*/ 1872735 w 3595547"/>
                <a:gd name="connsiteY2" fmla="*/ 3236685 h 3236685"/>
                <a:gd name="connsiteX3" fmla="*/ 566448 w 3595547"/>
                <a:gd name="connsiteY3" fmla="*/ 493485 h 3236685"/>
                <a:gd name="connsiteX0" fmla="*/ 498214 w 3527313"/>
                <a:gd name="connsiteY0" fmla="*/ 493485 h 3236685"/>
                <a:gd name="connsiteX1" fmla="*/ 2805986 w 3527313"/>
                <a:gd name="connsiteY1" fmla="*/ 0 h 3236685"/>
                <a:gd name="connsiteX2" fmla="*/ 1804501 w 3527313"/>
                <a:gd name="connsiteY2" fmla="*/ 3236685 h 3236685"/>
                <a:gd name="connsiteX3" fmla="*/ 498214 w 3527313"/>
                <a:gd name="connsiteY3" fmla="*/ 493485 h 3236685"/>
                <a:gd name="connsiteX0" fmla="*/ 579141 w 3608240"/>
                <a:gd name="connsiteY0" fmla="*/ 493485 h 3236685"/>
                <a:gd name="connsiteX1" fmla="*/ 2886913 w 3608240"/>
                <a:gd name="connsiteY1" fmla="*/ 0 h 3236685"/>
                <a:gd name="connsiteX2" fmla="*/ 1885428 w 3608240"/>
                <a:gd name="connsiteY2" fmla="*/ 3236685 h 3236685"/>
                <a:gd name="connsiteX3" fmla="*/ 579141 w 3608240"/>
                <a:gd name="connsiteY3" fmla="*/ 493485 h 3236685"/>
                <a:gd name="connsiteX0" fmla="*/ 579141 w 3687290"/>
                <a:gd name="connsiteY0" fmla="*/ 493485 h 3236685"/>
                <a:gd name="connsiteX1" fmla="*/ 2886913 w 3687290"/>
                <a:gd name="connsiteY1" fmla="*/ 0 h 3236685"/>
                <a:gd name="connsiteX2" fmla="*/ 1885428 w 3687290"/>
                <a:gd name="connsiteY2" fmla="*/ 3236685 h 3236685"/>
                <a:gd name="connsiteX3" fmla="*/ 579141 w 3687290"/>
                <a:gd name="connsiteY3" fmla="*/ 493485 h 3236685"/>
                <a:gd name="connsiteX0" fmla="*/ 579141 w 3638051"/>
                <a:gd name="connsiteY0" fmla="*/ 493485 h 3236685"/>
                <a:gd name="connsiteX1" fmla="*/ 2886913 w 3638051"/>
                <a:gd name="connsiteY1" fmla="*/ 0 h 3236685"/>
                <a:gd name="connsiteX2" fmla="*/ 1885428 w 3638051"/>
                <a:gd name="connsiteY2" fmla="*/ 3236685 h 3236685"/>
                <a:gd name="connsiteX3" fmla="*/ 579141 w 3638051"/>
                <a:gd name="connsiteY3" fmla="*/ 493485 h 3236685"/>
                <a:gd name="connsiteX0" fmla="*/ 539995 w 3598905"/>
                <a:gd name="connsiteY0" fmla="*/ 493485 h 3236685"/>
                <a:gd name="connsiteX1" fmla="*/ 2847767 w 3598905"/>
                <a:gd name="connsiteY1" fmla="*/ 0 h 3236685"/>
                <a:gd name="connsiteX2" fmla="*/ 1846282 w 3598905"/>
                <a:gd name="connsiteY2" fmla="*/ 3236685 h 3236685"/>
                <a:gd name="connsiteX3" fmla="*/ 539995 w 3598905"/>
                <a:gd name="connsiteY3" fmla="*/ 493485 h 3236685"/>
                <a:gd name="connsiteX0" fmla="*/ 539995 w 3561279"/>
                <a:gd name="connsiteY0" fmla="*/ 493485 h 3236685"/>
                <a:gd name="connsiteX1" fmla="*/ 2847767 w 3561279"/>
                <a:gd name="connsiteY1" fmla="*/ 0 h 3236685"/>
                <a:gd name="connsiteX2" fmla="*/ 1846282 w 3561279"/>
                <a:gd name="connsiteY2" fmla="*/ 3236685 h 3236685"/>
                <a:gd name="connsiteX3" fmla="*/ 539995 w 3561279"/>
                <a:gd name="connsiteY3" fmla="*/ 493485 h 3236685"/>
                <a:gd name="connsiteX0" fmla="*/ 539995 w 3628684"/>
                <a:gd name="connsiteY0" fmla="*/ 493485 h 3236685"/>
                <a:gd name="connsiteX1" fmla="*/ 2847767 w 3628684"/>
                <a:gd name="connsiteY1" fmla="*/ 0 h 3236685"/>
                <a:gd name="connsiteX2" fmla="*/ 1846282 w 3628684"/>
                <a:gd name="connsiteY2" fmla="*/ 3236685 h 3236685"/>
                <a:gd name="connsiteX3" fmla="*/ 539995 w 3628684"/>
                <a:gd name="connsiteY3" fmla="*/ 493485 h 3236685"/>
                <a:gd name="connsiteX0" fmla="*/ 539995 w 3628684"/>
                <a:gd name="connsiteY0" fmla="*/ 362857 h 3106057"/>
                <a:gd name="connsiteX1" fmla="*/ 2847767 w 3628684"/>
                <a:gd name="connsiteY1" fmla="*/ 0 h 3106057"/>
                <a:gd name="connsiteX2" fmla="*/ 1846282 w 3628684"/>
                <a:gd name="connsiteY2" fmla="*/ 3106057 h 3106057"/>
                <a:gd name="connsiteX3" fmla="*/ 539995 w 3628684"/>
                <a:gd name="connsiteY3" fmla="*/ 362857 h 3106057"/>
                <a:gd name="connsiteX0" fmla="*/ 539995 w 3608065"/>
                <a:gd name="connsiteY0" fmla="*/ 362857 h 3106057"/>
                <a:gd name="connsiteX1" fmla="*/ 2847767 w 3608065"/>
                <a:gd name="connsiteY1" fmla="*/ 0 h 3106057"/>
                <a:gd name="connsiteX2" fmla="*/ 1846282 w 3608065"/>
                <a:gd name="connsiteY2" fmla="*/ 3106057 h 3106057"/>
                <a:gd name="connsiteX3" fmla="*/ 539995 w 3608065"/>
                <a:gd name="connsiteY3" fmla="*/ 362857 h 3106057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52967 w 3590557"/>
                <a:gd name="connsiteY0" fmla="*/ 2201818 h 5036458"/>
                <a:gd name="connsiteX1" fmla="*/ 1843289 w 3590557"/>
                <a:gd name="connsiteY1" fmla="*/ 0 h 5036458"/>
                <a:gd name="connsiteX2" fmla="*/ 2830259 w 3590557"/>
                <a:gd name="connsiteY2" fmla="*/ 1930401 h 5036458"/>
                <a:gd name="connsiteX3" fmla="*/ 1828774 w 3590557"/>
                <a:gd name="connsiteY3" fmla="*/ 5036458 h 5036458"/>
                <a:gd name="connsiteX4" fmla="*/ 552967 w 3590557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5530 w 3633120"/>
                <a:gd name="connsiteY0" fmla="*/ 2201818 h 5036458"/>
                <a:gd name="connsiteX1" fmla="*/ 1885852 w 3633120"/>
                <a:gd name="connsiteY1" fmla="*/ 0 h 5036458"/>
                <a:gd name="connsiteX2" fmla="*/ 2872822 w 3633120"/>
                <a:gd name="connsiteY2" fmla="*/ 1930401 h 5036458"/>
                <a:gd name="connsiteX3" fmla="*/ 1871337 w 3633120"/>
                <a:gd name="connsiteY3" fmla="*/ 5036458 h 5036458"/>
                <a:gd name="connsiteX4" fmla="*/ 595530 w 3633120"/>
                <a:gd name="connsiteY4" fmla="*/ 2201818 h 5036458"/>
                <a:gd name="connsiteX0" fmla="*/ 595530 w 3663316"/>
                <a:gd name="connsiteY0" fmla="*/ 2201818 h 5036458"/>
                <a:gd name="connsiteX1" fmla="*/ 1885852 w 3663316"/>
                <a:gd name="connsiteY1" fmla="*/ 0 h 5036458"/>
                <a:gd name="connsiteX2" fmla="*/ 2872822 w 3663316"/>
                <a:gd name="connsiteY2" fmla="*/ 1930401 h 5036458"/>
                <a:gd name="connsiteX3" fmla="*/ 1871337 w 3663316"/>
                <a:gd name="connsiteY3" fmla="*/ 5036458 h 5036458"/>
                <a:gd name="connsiteX4" fmla="*/ 595530 w 3663316"/>
                <a:gd name="connsiteY4" fmla="*/ 2201818 h 5036458"/>
                <a:gd name="connsiteX0" fmla="*/ 595530 w 3663316"/>
                <a:gd name="connsiteY0" fmla="*/ 2201818 h 5036458"/>
                <a:gd name="connsiteX1" fmla="*/ 1885852 w 3663316"/>
                <a:gd name="connsiteY1" fmla="*/ 0 h 5036458"/>
                <a:gd name="connsiteX2" fmla="*/ 2872822 w 3663316"/>
                <a:gd name="connsiteY2" fmla="*/ 1930401 h 5036458"/>
                <a:gd name="connsiteX3" fmla="*/ 1871337 w 3663316"/>
                <a:gd name="connsiteY3" fmla="*/ 5036458 h 5036458"/>
                <a:gd name="connsiteX4" fmla="*/ 595530 w 3663316"/>
                <a:gd name="connsiteY4" fmla="*/ 2201818 h 5036458"/>
                <a:gd name="connsiteX0" fmla="*/ 595530 w 3698853"/>
                <a:gd name="connsiteY0" fmla="*/ 2201818 h 5036458"/>
                <a:gd name="connsiteX1" fmla="*/ 1885852 w 3698853"/>
                <a:gd name="connsiteY1" fmla="*/ 0 h 5036458"/>
                <a:gd name="connsiteX2" fmla="*/ 2872822 w 3698853"/>
                <a:gd name="connsiteY2" fmla="*/ 1930401 h 5036458"/>
                <a:gd name="connsiteX3" fmla="*/ 1871337 w 3698853"/>
                <a:gd name="connsiteY3" fmla="*/ 5036458 h 5036458"/>
                <a:gd name="connsiteX4" fmla="*/ 595530 w 3698853"/>
                <a:gd name="connsiteY4" fmla="*/ 2201818 h 5036458"/>
                <a:gd name="connsiteX0" fmla="*/ 595530 w 3626371"/>
                <a:gd name="connsiteY0" fmla="*/ 2201818 h 5036458"/>
                <a:gd name="connsiteX1" fmla="*/ 1885852 w 3626371"/>
                <a:gd name="connsiteY1" fmla="*/ 0 h 5036458"/>
                <a:gd name="connsiteX2" fmla="*/ 2872822 w 3626371"/>
                <a:gd name="connsiteY2" fmla="*/ 1930401 h 5036458"/>
                <a:gd name="connsiteX3" fmla="*/ 1871337 w 3626371"/>
                <a:gd name="connsiteY3" fmla="*/ 5036458 h 5036458"/>
                <a:gd name="connsiteX4" fmla="*/ 595530 w 3626371"/>
                <a:gd name="connsiteY4" fmla="*/ 2201818 h 5036458"/>
                <a:gd name="connsiteX0" fmla="*/ 570610 w 3601451"/>
                <a:gd name="connsiteY0" fmla="*/ 2201818 h 5036458"/>
                <a:gd name="connsiteX1" fmla="*/ 1860932 w 3601451"/>
                <a:gd name="connsiteY1" fmla="*/ 0 h 5036458"/>
                <a:gd name="connsiteX2" fmla="*/ 2847902 w 3601451"/>
                <a:gd name="connsiteY2" fmla="*/ 1930401 h 5036458"/>
                <a:gd name="connsiteX3" fmla="*/ 1846417 w 3601451"/>
                <a:gd name="connsiteY3" fmla="*/ 5036458 h 5036458"/>
                <a:gd name="connsiteX4" fmla="*/ 570610 w 3601451"/>
                <a:gd name="connsiteY4" fmla="*/ 2201818 h 5036458"/>
                <a:gd name="connsiteX0" fmla="*/ 586324 w 3579065"/>
                <a:gd name="connsiteY0" fmla="*/ 2100218 h 5036458"/>
                <a:gd name="connsiteX1" fmla="*/ 1838546 w 3579065"/>
                <a:gd name="connsiteY1" fmla="*/ 0 h 5036458"/>
                <a:gd name="connsiteX2" fmla="*/ 2825516 w 3579065"/>
                <a:gd name="connsiteY2" fmla="*/ 1930401 h 5036458"/>
                <a:gd name="connsiteX3" fmla="*/ 1824031 w 3579065"/>
                <a:gd name="connsiteY3" fmla="*/ 5036458 h 5036458"/>
                <a:gd name="connsiteX4" fmla="*/ 586324 w 3579065"/>
                <a:gd name="connsiteY4" fmla="*/ 2100218 h 5036458"/>
                <a:gd name="connsiteX0" fmla="*/ 618866 w 3535407"/>
                <a:gd name="connsiteY0" fmla="*/ 2112918 h 5036458"/>
                <a:gd name="connsiteX1" fmla="*/ 1794888 w 3535407"/>
                <a:gd name="connsiteY1" fmla="*/ 0 h 5036458"/>
                <a:gd name="connsiteX2" fmla="*/ 2781858 w 3535407"/>
                <a:gd name="connsiteY2" fmla="*/ 1930401 h 5036458"/>
                <a:gd name="connsiteX3" fmla="*/ 1780373 w 3535407"/>
                <a:gd name="connsiteY3" fmla="*/ 5036458 h 5036458"/>
                <a:gd name="connsiteX4" fmla="*/ 618866 w 3535407"/>
                <a:gd name="connsiteY4" fmla="*/ 2112918 h 5036458"/>
                <a:gd name="connsiteX0" fmla="*/ 618866 w 3535407"/>
                <a:gd name="connsiteY0" fmla="*/ 2112918 h 5036458"/>
                <a:gd name="connsiteX1" fmla="*/ 1794888 w 3535407"/>
                <a:gd name="connsiteY1" fmla="*/ 0 h 5036458"/>
                <a:gd name="connsiteX2" fmla="*/ 2781858 w 3535407"/>
                <a:gd name="connsiteY2" fmla="*/ 1930401 h 5036458"/>
                <a:gd name="connsiteX3" fmla="*/ 1780373 w 3535407"/>
                <a:gd name="connsiteY3" fmla="*/ 5036458 h 5036458"/>
                <a:gd name="connsiteX4" fmla="*/ 618866 w 3535407"/>
                <a:gd name="connsiteY4" fmla="*/ 2112918 h 5036458"/>
                <a:gd name="connsiteX0" fmla="*/ 588224 w 3504765"/>
                <a:gd name="connsiteY0" fmla="*/ 2112918 h 5036458"/>
                <a:gd name="connsiteX1" fmla="*/ 1764246 w 3504765"/>
                <a:gd name="connsiteY1" fmla="*/ 0 h 5036458"/>
                <a:gd name="connsiteX2" fmla="*/ 2751216 w 3504765"/>
                <a:gd name="connsiteY2" fmla="*/ 1930401 h 5036458"/>
                <a:gd name="connsiteX3" fmla="*/ 1749731 w 3504765"/>
                <a:gd name="connsiteY3" fmla="*/ 5036458 h 5036458"/>
                <a:gd name="connsiteX4" fmla="*/ 588224 w 3504765"/>
                <a:gd name="connsiteY4" fmla="*/ 2112918 h 5036458"/>
                <a:gd name="connsiteX0" fmla="*/ 588224 w 3408152"/>
                <a:gd name="connsiteY0" fmla="*/ 2112918 h 5036458"/>
                <a:gd name="connsiteX1" fmla="*/ 1764246 w 3408152"/>
                <a:gd name="connsiteY1" fmla="*/ 0 h 5036458"/>
                <a:gd name="connsiteX2" fmla="*/ 2580734 w 3408152"/>
                <a:gd name="connsiteY2" fmla="*/ 1689962 h 5036458"/>
                <a:gd name="connsiteX3" fmla="*/ 1749731 w 3408152"/>
                <a:gd name="connsiteY3" fmla="*/ 5036458 h 5036458"/>
                <a:gd name="connsiteX4" fmla="*/ 588224 w 3408152"/>
                <a:gd name="connsiteY4" fmla="*/ 2112918 h 5036458"/>
                <a:gd name="connsiteX0" fmla="*/ 588224 w 3408152"/>
                <a:gd name="connsiteY0" fmla="*/ 1803780 h 4727320"/>
                <a:gd name="connsiteX1" fmla="*/ 1733250 w 3408152"/>
                <a:gd name="connsiteY1" fmla="*/ 0 h 4727320"/>
                <a:gd name="connsiteX2" fmla="*/ 2580734 w 3408152"/>
                <a:gd name="connsiteY2" fmla="*/ 1380824 h 4727320"/>
                <a:gd name="connsiteX3" fmla="*/ 1749731 w 3408152"/>
                <a:gd name="connsiteY3" fmla="*/ 4727320 h 4727320"/>
                <a:gd name="connsiteX4" fmla="*/ 588224 w 3408152"/>
                <a:gd name="connsiteY4" fmla="*/ 1803780 h 4727320"/>
                <a:gd name="connsiteX0" fmla="*/ 588224 w 3408152"/>
                <a:gd name="connsiteY0" fmla="*/ 1803780 h 4727320"/>
                <a:gd name="connsiteX1" fmla="*/ 1733250 w 3408152"/>
                <a:gd name="connsiteY1" fmla="*/ 0 h 4727320"/>
                <a:gd name="connsiteX2" fmla="*/ 2580734 w 3408152"/>
                <a:gd name="connsiteY2" fmla="*/ 1380824 h 4727320"/>
                <a:gd name="connsiteX3" fmla="*/ 1749731 w 3408152"/>
                <a:gd name="connsiteY3" fmla="*/ 4727320 h 4727320"/>
                <a:gd name="connsiteX4" fmla="*/ 588224 w 3408152"/>
                <a:gd name="connsiteY4" fmla="*/ 1803780 h 4727320"/>
                <a:gd name="connsiteX0" fmla="*/ 588224 w 3408152"/>
                <a:gd name="connsiteY0" fmla="*/ 1803780 h 4727320"/>
                <a:gd name="connsiteX1" fmla="*/ 1733250 w 3408152"/>
                <a:gd name="connsiteY1" fmla="*/ 0 h 4727320"/>
                <a:gd name="connsiteX2" fmla="*/ 2580734 w 3408152"/>
                <a:gd name="connsiteY2" fmla="*/ 1380824 h 4727320"/>
                <a:gd name="connsiteX3" fmla="*/ 1749731 w 3408152"/>
                <a:gd name="connsiteY3" fmla="*/ 4727320 h 4727320"/>
                <a:gd name="connsiteX4" fmla="*/ 588224 w 3408152"/>
                <a:gd name="connsiteY4" fmla="*/ 1803780 h 4727320"/>
                <a:gd name="connsiteX0" fmla="*/ 616299 w 3374234"/>
                <a:gd name="connsiteY0" fmla="*/ 1649211 h 4727320"/>
                <a:gd name="connsiteX1" fmla="*/ 1699332 w 3374234"/>
                <a:gd name="connsiteY1" fmla="*/ 0 h 4727320"/>
                <a:gd name="connsiteX2" fmla="*/ 2546816 w 3374234"/>
                <a:gd name="connsiteY2" fmla="*/ 1380824 h 4727320"/>
                <a:gd name="connsiteX3" fmla="*/ 1715813 w 3374234"/>
                <a:gd name="connsiteY3" fmla="*/ 4727320 h 4727320"/>
                <a:gd name="connsiteX4" fmla="*/ 616299 w 3374234"/>
                <a:gd name="connsiteY4" fmla="*/ 1649211 h 4727320"/>
                <a:gd name="connsiteX0" fmla="*/ 660246 w 3325191"/>
                <a:gd name="connsiteY0" fmla="*/ 1425945 h 4727320"/>
                <a:gd name="connsiteX1" fmla="*/ 1650289 w 3325191"/>
                <a:gd name="connsiteY1" fmla="*/ 0 h 4727320"/>
                <a:gd name="connsiteX2" fmla="*/ 2497773 w 3325191"/>
                <a:gd name="connsiteY2" fmla="*/ 1380824 h 4727320"/>
                <a:gd name="connsiteX3" fmla="*/ 1666770 w 3325191"/>
                <a:gd name="connsiteY3" fmla="*/ 4727320 h 4727320"/>
                <a:gd name="connsiteX4" fmla="*/ 660246 w 3325191"/>
                <a:gd name="connsiteY4" fmla="*/ 1425945 h 4727320"/>
                <a:gd name="connsiteX0" fmla="*/ 660246 w 3325191"/>
                <a:gd name="connsiteY0" fmla="*/ 1426197 h 4727572"/>
                <a:gd name="connsiteX1" fmla="*/ 1650289 w 3325191"/>
                <a:gd name="connsiteY1" fmla="*/ 252 h 4727572"/>
                <a:gd name="connsiteX2" fmla="*/ 2497773 w 3325191"/>
                <a:gd name="connsiteY2" fmla="*/ 1381076 h 4727572"/>
                <a:gd name="connsiteX3" fmla="*/ 1666770 w 3325191"/>
                <a:gd name="connsiteY3" fmla="*/ 4727572 h 4727572"/>
                <a:gd name="connsiteX4" fmla="*/ 660246 w 3325191"/>
                <a:gd name="connsiteY4" fmla="*/ 1426197 h 4727572"/>
                <a:gd name="connsiteX0" fmla="*/ 660246 w 3325191"/>
                <a:gd name="connsiteY0" fmla="*/ 1426126 h 4727501"/>
                <a:gd name="connsiteX1" fmla="*/ 1650289 w 3325191"/>
                <a:gd name="connsiteY1" fmla="*/ 181 h 4727501"/>
                <a:gd name="connsiteX2" fmla="*/ 2497773 w 3325191"/>
                <a:gd name="connsiteY2" fmla="*/ 1381005 h 4727501"/>
                <a:gd name="connsiteX3" fmla="*/ 1666770 w 3325191"/>
                <a:gd name="connsiteY3" fmla="*/ 4727501 h 4727501"/>
                <a:gd name="connsiteX4" fmla="*/ 660246 w 3325191"/>
                <a:gd name="connsiteY4" fmla="*/ 1426126 h 4727501"/>
                <a:gd name="connsiteX0" fmla="*/ 660246 w 3325191"/>
                <a:gd name="connsiteY0" fmla="*/ 1425945 h 4727320"/>
                <a:gd name="connsiteX1" fmla="*/ 1650289 w 3325191"/>
                <a:gd name="connsiteY1" fmla="*/ 0 h 4727320"/>
                <a:gd name="connsiteX2" fmla="*/ 2497773 w 3325191"/>
                <a:gd name="connsiteY2" fmla="*/ 1380824 h 4727320"/>
                <a:gd name="connsiteX3" fmla="*/ 1666770 w 3325191"/>
                <a:gd name="connsiteY3" fmla="*/ 4727320 h 4727320"/>
                <a:gd name="connsiteX4" fmla="*/ 660246 w 3325191"/>
                <a:gd name="connsiteY4" fmla="*/ 1425945 h 4727320"/>
                <a:gd name="connsiteX0" fmla="*/ 516695 w 3181640"/>
                <a:gd name="connsiteY0" fmla="*/ 1425945 h 4727320"/>
                <a:gd name="connsiteX1" fmla="*/ 1506738 w 3181640"/>
                <a:gd name="connsiteY1" fmla="*/ 0 h 4727320"/>
                <a:gd name="connsiteX2" fmla="*/ 2354222 w 3181640"/>
                <a:gd name="connsiteY2" fmla="*/ 1380824 h 4727320"/>
                <a:gd name="connsiteX3" fmla="*/ 1523219 w 3181640"/>
                <a:gd name="connsiteY3" fmla="*/ 4727320 h 4727320"/>
                <a:gd name="connsiteX4" fmla="*/ 516695 w 3181640"/>
                <a:gd name="connsiteY4" fmla="*/ 1425945 h 4727320"/>
                <a:gd name="connsiteX0" fmla="*/ 516695 w 3061005"/>
                <a:gd name="connsiteY0" fmla="*/ 1425945 h 4727320"/>
                <a:gd name="connsiteX1" fmla="*/ 1506738 w 3061005"/>
                <a:gd name="connsiteY1" fmla="*/ 0 h 4727320"/>
                <a:gd name="connsiteX2" fmla="*/ 2354222 w 3061005"/>
                <a:gd name="connsiteY2" fmla="*/ 1380824 h 4727320"/>
                <a:gd name="connsiteX3" fmla="*/ 1523219 w 3061005"/>
                <a:gd name="connsiteY3" fmla="*/ 4727320 h 4727320"/>
                <a:gd name="connsiteX4" fmla="*/ 516695 w 3061005"/>
                <a:gd name="connsiteY4" fmla="*/ 1425945 h 4727320"/>
                <a:gd name="connsiteX0" fmla="*/ 516695 w 2966377"/>
                <a:gd name="connsiteY0" fmla="*/ 1425945 h 4727320"/>
                <a:gd name="connsiteX1" fmla="*/ 1506738 w 2966377"/>
                <a:gd name="connsiteY1" fmla="*/ 0 h 4727320"/>
                <a:gd name="connsiteX2" fmla="*/ 2354222 w 2966377"/>
                <a:gd name="connsiteY2" fmla="*/ 1380824 h 4727320"/>
                <a:gd name="connsiteX3" fmla="*/ 1523219 w 2966377"/>
                <a:gd name="connsiteY3" fmla="*/ 4727320 h 4727320"/>
                <a:gd name="connsiteX4" fmla="*/ 516695 w 2966377"/>
                <a:gd name="connsiteY4" fmla="*/ 1425945 h 4727320"/>
                <a:gd name="connsiteX0" fmla="*/ 516695 w 3021384"/>
                <a:gd name="connsiteY0" fmla="*/ 1425945 h 4727320"/>
                <a:gd name="connsiteX1" fmla="*/ 1506738 w 3021384"/>
                <a:gd name="connsiteY1" fmla="*/ 0 h 4727320"/>
                <a:gd name="connsiteX2" fmla="*/ 2354222 w 3021384"/>
                <a:gd name="connsiteY2" fmla="*/ 1380824 h 4727320"/>
                <a:gd name="connsiteX3" fmla="*/ 1523219 w 3021384"/>
                <a:gd name="connsiteY3" fmla="*/ 4727320 h 4727320"/>
                <a:gd name="connsiteX4" fmla="*/ 516695 w 3021384"/>
                <a:gd name="connsiteY4" fmla="*/ 1425945 h 4727320"/>
                <a:gd name="connsiteX0" fmla="*/ 489255 w 2993944"/>
                <a:gd name="connsiteY0" fmla="*/ 1425945 h 4727320"/>
                <a:gd name="connsiteX1" fmla="*/ 1479298 w 2993944"/>
                <a:gd name="connsiteY1" fmla="*/ 0 h 4727320"/>
                <a:gd name="connsiteX2" fmla="*/ 2326782 w 2993944"/>
                <a:gd name="connsiteY2" fmla="*/ 1380824 h 4727320"/>
                <a:gd name="connsiteX3" fmla="*/ 1495779 w 2993944"/>
                <a:gd name="connsiteY3" fmla="*/ 4727320 h 4727320"/>
                <a:gd name="connsiteX4" fmla="*/ 489255 w 2993944"/>
                <a:gd name="connsiteY4" fmla="*/ 1425945 h 4727320"/>
                <a:gd name="connsiteX0" fmla="*/ 664908 w 3169597"/>
                <a:gd name="connsiteY0" fmla="*/ 1425945 h 4727320"/>
                <a:gd name="connsiteX1" fmla="*/ 1654951 w 3169597"/>
                <a:gd name="connsiteY1" fmla="*/ 0 h 4727320"/>
                <a:gd name="connsiteX2" fmla="*/ 2502435 w 3169597"/>
                <a:gd name="connsiteY2" fmla="*/ 1380824 h 4727320"/>
                <a:gd name="connsiteX3" fmla="*/ 1671432 w 3169597"/>
                <a:gd name="connsiteY3" fmla="*/ 4727320 h 4727320"/>
                <a:gd name="connsiteX4" fmla="*/ 664908 w 3169597"/>
                <a:gd name="connsiteY4" fmla="*/ 1425945 h 472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597" h="4727320">
                  <a:moveTo>
                    <a:pt x="664908" y="1425945"/>
                  </a:moveTo>
                  <a:cubicBezTo>
                    <a:pt x="940764" y="762267"/>
                    <a:pt x="715786" y="72090"/>
                    <a:pt x="1654951" y="0"/>
                  </a:cubicBezTo>
                  <a:cubicBezTo>
                    <a:pt x="2599200" y="206826"/>
                    <a:pt x="2109945" y="546857"/>
                    <a:pt x="2502435" y="1380824"/>
                  </a:cubicBezTo>
                  <a:cubicBezTo>
                    <a:pt x="3213912" y="2330304"/>
                    <a:pt x="3843501" y="4427612"/>
                    <a:pt x="1671432" y="4727320"/>
                  </a:cubicBezTo>
                  <a:cubicBezTo>
                    <a:pt x="-1255350" y="4510096"/>
                    <a:pt x="521347" y="1754230"/>
                    <a:pt x="664908" y="142594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04101E0-D6EA-6385-37E6-85BDF5233DD4}"/>
                </a:ext>
              </a:extLst>
            </p:cNvPr>
            <p:cNvSpPr/>
            <p:nvPr/>
          </p:nvSpPr>
          <p:spPr>
            <a:xfrm>
              <a:off x="3580109" y="1270529"/>
              <a:ext cx="123986" cy="464949"/>
            </a:xfrm>
            <a:prstGeom prst="roundRect">
              <a:avLst>
                <a:gd name="adj" fmla="val 50000"/>
              </a:avLst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174A58D-7C17-53CF-1AD0-83F267AF5306}"/>
                </a:ext>
              </a:extLst>
            </p:cNvPr>
            <p:cNvSpPr/>
            <p:nvPr/>
          </p:nvSpPr>
          <p:spPr>
            <a:xfrm>
              <a:off x="3490913" y="1641254"/>
              <a:ext cx="314325" cy="111344"/>
            </a:xfrm>
            <a:custGeom>
              <a:avLst/>
              <a:gdLst>
                <a:gd name="connsiteX0" fmla="*/ 0 w 333375"/>
                <a:gd name="connsiteY0" fmla="*/ 19050 h 19050"/>
                <a:gd name="connsiteX1" fmla="*/ 333375 w 333375"/>
                <a:gd name="connsiteY1" fmla="*/ 0 h 19050"/>
                <a:gd name="connsiteX2" fmla="*/ 333375 w 333375"/>
                <a:gd name="connsiteY2" fmla="*/ 0 h 19050"/>
                <a:gd name="connsiteX0" fmla="*/ 0 w 333375"/>
                <a:gd name="connsiteY0" fmla="*/ 49012 h 49012"/>
                <a:gd name="connsiteX1" fmla="*/ 333375 w 333375"/>
                <a:gd name="connsiteY1" fmla="*/ 29962 h 49012"/>
                <a:gd name="connsiteX2" fmla="*/ 333375 w 333375"/>
                <a:gd name="connsiteY2" fmla="*/ 29962 h 49012"/>
                <a:gd name="connsiteX0" fmla="*/ 0 w 314325"/>
                <a:gd name="connsiteY0" fmla="*/ 43777 h 44048"/>
                <a:gd name="connsiteX1" fmla="*/ 314325 w 314325"/>
                <a:gd name="connsiteY1" fmla="*/ 43777 h 44048"/>
                <a:gd name="connsiteX2" fmla="*/ 314325 w 314325"/>
                <a:gd name="connsiteY2" fmla="*/ 43777 h 44048"/>
                <a:gd name="connsiteX0" fmla="*/ 0 w 314325"/>
                <a:gd name="connsiteY0" fmla="*/ 43777 h 81877"/>
                <a:gd name="connsiteX1" fmla="*/ 314325 w 314325"/>
                <a:gd name="connsiteY1" fmla="*/ 43777 h 81877"/>
                <a:gd name="connsiteX2" fmla="*/ 314325 w 314325"/>
                <a:gd name="connsiteY2" fmla="*/ 81877 h 81877"/>
                <a:gd name="connsiteX0" fmla="*/ 0 w 314325"/>
                <a:gd name="connsiteY0" fmla="*/ 43777 h 44048"/>
                <a:gd name="connsiteX1" fmla="*/ 314325 w 314325"/>
                <a:gd name="connsiteY1" fmla="*/ 43777 h 44048"/>
                <a:gd name="connsiteX0" fmla="*/ 0 w 314325"/>
                <a:gd name="connsiteY0" fmla="*/ 38612 h 62647"/>
                <a:gd name="connsiteX1" fmla="*/ 314325 w 314325"/>
                <a:gd name="connsiteY1" fmla="*/ 62424 h 62647"/>
                <a:gd name="connsiteX0" fmla="*/ 0 w 314325"/>
                <a:gd name="connsiteY0" fmla="*/ 47113 h 70925"/>
                <a:gd name="connsiteX1" fmla="*/ 314325 w 314325"/>
                <a:gd name="connsiteY1" fmla="*/ 70925 h 70925"/>
                <a:gd name="connsiteX0" fmla="*/ 0 w 314325"/>
                <a:gd name="connsiteY0" fmla="*/ 42456 h 85318"/>
                <a:gd name="connsiteX1" fmla="*/ 314325 w 314325"/>
                <a:gd name="connsiteY1" fmla="*/ 85318 h 85318"/>
                <a:gd name="connsiteX0" fmla="*/ 0 w 314325"/>
                <a:gd name="connsiteY0" fmla="*/ 51264 h 60789"/>
                <a:gd name="connsiteX1" fmla="*/ 314325 w 314325"/>
                <a:gd name="connsiteY1" fmla="*/ 60789 h 60789"/>
                <a:gd name="connsiteX0" fmla="*/ 0 w 314325"/>
                <a:gd name="connsiteY0" fmla="*/ 70176 h 79701"/>
                <a:gd name="connsiteX1" fmla="*/ 314325 w 314325"/>
                <a:gd name="connsiteY1" fmla="*/ 79701 h 79701"/>
                <a:gd name="connsiteX0" fmla="*/ 0 w 314325"/>
                <a:gd name="connsiteY0" fmla="*/ 101819 h 111344"/>
                <a:gd name="connsiteX1" fmla="*/ 314325 w 314325"/>
                <a:gd name="connsiteY1" fmla="*/ 111344 h 11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4325" h="111344">
                  <a:moveTo>
                    <a:pt x="0" y="101819"/>
                  </a:moveTo>
                  <a:cubicBezTo>
                    <a:pt x="244475" y="-114081"/>
                    <a:pt x="227013" y="74832"/>
                    <a:pt x="314325" y="111344"/>
                  </a:cubicBezTo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DF3457-5107-C7A2-52DC-C2BFE3922ECD}"/>
              </a:ext>
            </a:extLst>
          </p:cNvPr>
          <p:cNvGrpSpPr/>
          <p:nvPr/>
        </p:nvGrpSpPr>
        <p:grpSpPr>
          <a:xfrm>
            <a:off x="-613758" y="2208175"/>
            <a:ext cx="3169597" cy="4498469"/>
            <a:chOff x="2012055" y="1270529"/>
            <a:chExt cx="3169597" cy="4498469"/>
          </a:xfrm>
        </p:grpSpPr>
        <p:sp>
          <p:nvSpPr>
            <p:cNvPr id="11" name="Rectangle 2">
              <a:extLst>
                <a:ext uri="{FF2B5EF4-FFF2-40B4-BE49-F238E27FC236}">
                  <a16:creationId xmlns:a16="http://schemas.microsoft.com/office/drawing/2014/main" id="{68846648-0558-34D7-07E1-6AE8001237E4}"/>
                </a:ext>
              </a:extLst>
            </p:cNvPr>
            <p:cNvSpPr/>
            <p:nvPr/>
          </p:nvSpPr>
          <p:spPr>
            <a:xfrm>
              <a:off x="2012055" y="1503004"/>
              <a:ext cx="3169597" cy="4265994"/>
            </a:xfrm>
            <a:custGeom>
              <a:avLst/>
              <a:gdLst>
                <a:gd name="connsiteX0" fmla="*/ 0 w 740229"/>
                <a:gd name="connsiteY0" fmla="*/ 0 h 1451429"/>
                <a:gd name="connsiteX1" fmla="*/ 740229 w 740229"/>
                <a:gd name="connsiteY1" fmla="*/ 0 h 1451429"/>
                <a:gd name="connsiteX2" fmla="*/ 740229 w 740229"/>
                <a:gd name="connsiteY2" fmla="*/ 1451429 h 1451429"/>
                <a:gd name="connsiteX3" fmla="*/ 0 w 740229"/>
                <a:gd name="connsiteY3" fmla="*/ 1451429 h 1451429"/>
                <a:gd name="connsiteX4" fmla="*/ 0 w 740229"/>
                <a:gd name="connsiteY4" fmla="*/ 0 h 1451429"/>
                <a:gd name="connsiteX0" fmla="*/ 0 w 1494972"/>
                <a:gd name="connsiteY0" fmla="*/ 1277257 h 1451429"/>
                <a:gd name="connsiteX1" fmla="*/ 1494972 w 1494972"/>
                <a:gd name="connsiteY1" fmla="*/ 0 h 1451429"/>
                <a:gd name="connsiteX2" fmla="*/ 1494972 w 1494972"/>
                <a:gd name="connsiteY2" fmla="*/ 1451429 h 1451429"/>
                <a:gd name="connsiteX3" fmla="*/ 754743 w 1494972"/>
                <a:gd name="connsiteY3" fmla="*/ 1451429 h 1451429"/>
                <a:gd name="connsiteX4" fmla="*/ 0 w 1494972"/>
                <a:gd name="connsiteY4" fmla="*/ 1277257 h 1451429"/>
                <a:gd name="connsiteX0" fmla="*/ 0 w 2017486"/>
                <a:gd name="connsiteY0" fmla="*/ 449942 h 624114"/>
                <a:gd name="connsiteX1" fmla="*/ 2017486 w 2017486"/>
                <a:gd name="connsiteY1" fmla="*/ 0 h 624114"/>
                <a:gd name="connsiteX2" fmla="*/ 1494972 w 2017486"/>
                <a:gd name="connsiteY2" fmla="*/ 624114 h 624114"/>
                <a:gd name="connsiteX3" fmla="*/ 754743 w 2017486"/>
                <a:gd name="connsiteY3" fmla="*/ 624114 h 624114"/>
                <a:gd name="connsiteX4" fmla="*/ 0 w 2017486"/>
                <a:gd name="connsiteY4" fmla="*/ 449942 h 624114"/>
                <a:gd name="connsiteX0" fmla="*/ 0 w 2017486"/>
                <a:gd name="connsiteY0" fmla="*/ 449942 h 3846285"/>
                <a:gd name="connsiteX1" fmla="*/ 2017486 w 2017486"/>
                <a:gd name="connsiteY1" fmla="*/ 0 h 3846285"/>
                <a:gd name="connsiteX2" fmla="*/ 1059544 w 2017486"/>
                <a:gd name="connsiteY2" fmla="*/ 3846285 h 3846285"/>
                <a:gd name="connsiteX3" fmla="*/ 754743 w 2017486"/>
                <a:gd name="connsiteY3" fmla="*/ 624114 h 3846285"/>
                <a:gd name="connsiteX4" fmla="*/ 0 w 2017486"/>
                <a:gd name="connsiteY4" fmla="*/ 449942 h 3846285"/>
                <a:gd name="connsiteX0" fmla="*/ 0 w 2017486"/>
                <a:gd name="connsiteY0" fmla="*/ 449942 h 3846285"/>
                <a:gd name="connsiteX1" fmla="*/ 2017486 w 2017486"/>
                <a:gd name="connsiteY1" fmla="*/ 0 h 3846285"/>
                <a:gd name="connsiteX2" fmla="*/ 1059544 w 2017486"/>
                <a:gd name="connsiteY2" fmla="*/ 3846285 h 3846285"/>
                <a:gd name="connsiteX3" fmla="*/ 0 w 2017486"/>
                <a:gd name="connsiteY3" fmla="*/ 449942 h 3846285"/>
                <a:gd name="connsiteX0" fmla="*/ 0 w 2264229"/>
                <a:gd name="connsiteY0" fmla="*/ 1103085 h 3846285"/>
                <a:gd name="connsiteX1" fmla="*/ 2264229 w 2264229"/>
                <a:gd name="connsiteY1" fmla="*/ 0 h 3846285"/>
                <a:gd name="connsiteX2" fmla="*/ 1306287 w 2264229"/>
                <a:gd name="connsiteY2" fmla="*/ 3846285 h 3846285"/>
                <a:gd name="connsiteX3" fmla="*/ 0 w 2264229"/>
                <a:gd name="connsiteY3" fmla="*/ 1103085 h 3846285"/>
                <a:gd name="connsiteX0" fmla="*/ 0 w 2307772"/>
                <a:gd name="connsiteY0" fmla="*/ 493485 h 3236685"/>
                <a:gd name="connsiteX1" fmla="*/ 2307772 w 2307772"/>
                <a:gd name="connsiteY1" fmla="*/ 0 h 3236685"/>
                <a:gd name="connsiteX2" fmla="*/ 1306287 w 2307772"/>
                <a:gd name="connsiteY2" fmla="*/ 3236685 h 3236685"/>
                <a:gd name="connsiteX3" fmla="*/ 0 w 2307772"/>
                <a:gd name="connsiteY3" fmla="*/ 493485 h 3236685"/>
                <a:gd name="connsiteX0" fmla="*/ 0 w 2935853"/>
                <a:gd name="connsiteY0" fmla="*/ 493485 h 3236685"/>
                <a:gd name="connsiteX1" fmla="*/ 2307772 w 2935853"/>
                <a:gd name="connsiteY1" fmla="*/ 0 h 3236685"/>
                <a:gd name="connsiteX2" fmla="*/ 1306287 w 2935853"/>
                <a:gd name="connsiteY2" fmla="*/ 3236685 h 3236685"/>
                <a:gd name="connsiteX3" fmla="*/ 0 w 2935853"/>
                <a:gd name="connsiteY3" fmla="*/ 493485 h 3236685"/>
                <a:gd name="connsiteX0" fmla="*/ 277860 w 3213713"/>
                <a:gd name="connsiteY0" fmla="*/ 493485 h 3236685"/>
                <a:gd name="connsiteX1" fmla="*/ 2585632 w 3213713"/>
                <a:gd name="connsiteY1" fmla="*/ 0 h 3236685"/>
                <a:gd name="connsiteX2" fmla="*/ 1584147 w 3213713"/>
                <a:gd name="connsiteY2" fmla="*/ 3236685 h 3236685"/>
                <a:gd name="connsiteX3" fmla="*/ 277860 w 3213713"/>
                <a:gd name="connsiteY3" fmla="*/ 493485 h 3236685"/>
                <a:gd name="connsiteX0" fmla="*/ 566448 w 3502301"/>
                <a:gd name="connsiteY0" fmla="*/ 493485 h 3236685"/>
                <a:gd name="connsiteX1" fmla="*/ 2874220 w 3502301"/>
                <a:gd name="connsiteY1" fmla="*/ 0 h 3236685"/>
                <a:gd name="connsiteX2" fmla="*/ 1872735 w 3502301"/>
                <a:gd name="connsiteY2" fmla="*/ 3236685 h 3236685"/>
                <a:gd name="connsiteX3" fmla="*/ 566448 w 3502301"/>
                <a:gd name="connsiteY3" fmla="*/ 493485 h 3236685"/>
                <a:gd name="connsiteX0" fmla="*/ 566448 w 3752013"/>
                <a:gd name="connsiteY0" fmla="*/ 493485 h 3236685"/>
                <a:gd name="connsiteX1" fmla="*/ 2874220 w 3752013"/>
                <a:gd name="connsiteY1" fmla="*/ 0 h 3236685"/>
                <a:gd name="connsiteX2" fmla="*/ 1872735 w 3752013"/>
                <a:gd name="connsiteY2" fmla="*/ 3236685 h 3236685"/>
                <a:gd name="connsiteX3" fmla="*/ 566448 w 3752013"/>
                <a:gd name="connsiteY3" fmla="*/ 493485 h 3236685"/>
                <a:gd name="connsiteX0" fmla="*/ 566448 w 3595547"/>
                <a:gd name="connsiteY0" fmla="*/ 493485 h 3236685"/>
                <a:gd name="connsiteX1" fmla="*/ 2874220 w 3595547"/>
                <a:gd name="connsiteY1" fmla="*/ 0 h 3236685"/>
                <a:gd name="connsiteX2" fmla="*/ 1872735 w 3595547"/>
                <a:gd name="connsiteY2" fmla="*/ 3236685 h 3236685"/>
                <a:gd name="connsiteX3" fmla="*/ 566448 w 3595547"/>
                <a:gd name="connsiteY3" fmla="*/ 493485 h 3236685"/>
                <a:gd name="connsiteX0" fmla="*/ 498214 w 3527313"/>
                <a:gd name="connsiteY0" fmla="*/ 493485 h 3236685"/>
                <a:gd name="connsiteX1" fmla="*/ 2805986 w 3527313"/>
                <a:gd name="connsiteY1" fmla="*/ 0 h 3236685"/>
                <a:gd name="connsiteX2" fmla="*/ 1804501 w 3527313"/>
                <a:gd name="connsiteY2" fmla="*/ 3236685 h 3236685"/>
                <a:gd name="connsiteX3" fmla="*/ 498214 w 3527313"/>
                <a:gd name="connsiteY3" fmla="*/ 493485 h 3236685"/>
                <a:gd name="connsiteX0" fmla="*/ 579141 w 3608240"/>
                <a:gd name="connsiteY0" fmla="*/ 493485 h 3236685"/>
                <a:gd name="connsiteX1" fmla="*/ 2886913 w 3608240"/>
                <a:gd name="connsiteY1" fmla="*/ 0 h 3236685"/>
                <a:gd name="connsiteX2" fmla="*/ 1885428 w 3608240"/>
                <a:gd name="connsiteY2" fmla="*/ 3236685 h 3236685"/>
                <a:gd name="connsiteX3" fmla="*/ 579141 w 3608240"/>
                <a:gd name="connsiteY3" fmla="*/ 493485 h 3236685"/>
                <a:gd name="connsiteX0" fmla="*/ 579141 w 3687290"/>
                <a:gd name="connsiteY0" fmla="*/ 493485 h 3236685"/>
                <a:gd name="connsiteX1" fmla="*/ 2886913 w 3687290"/>
                <a:gd name="connsiteY1" fmla="*/ 0 h 3236685"/>
                <a:gd name="connsiteX2" fmla="*/ 1885428 w 3687290"/>
                <a:gd name="connsiteY2" fmla="*/ 3236685 h 3236685"/>
                <a:gd name="connsiteX3" fmla="*/ 579141 w 3687290"/>
                <a:gd name="connsiteY3" fmla="*/ 493485 h 3236685"/>
                <a:gd name="connsiteX0" fmla="*/ 579141 w 3638051"/>
                <a:gd name="connsiteY0" fmla="*/ 493485 h 3236685"/>
                <a:gd name="connsiteX1" fmla="*/ 2886913 w 3638051"/>
                <a:gd name="connsiteY1" fmla="*/ 0 h 3236685"/>
                <a:gd name="connsiteX2" fmla="*/ 1885428 w 3638051"/>
                <a:gd name="connsiteY2" fmla="*/ 3236685 h 3236685"/>
                <a:gd name="connsiteX3" fmla="*/ 579141 w 3638051"/>
                <a:gd name="connsiteY3" fmla="*/ 493485 h 3236685"/>
                <a:gd name="connsiteX0" fmla="*/ 539995 w 3598905"/>
                <a:gd name="connsiteY0" fmla="*/ 493485 h 3236685"/>
                <a:gd name="connsiteX1" fmla="*/ 2847767 w 3598905"/>
                <a:gd name="connsiteY1" fmla="*/ 0 h 3236685"/>
                <a:gd name="connsiteX2" fmla="*/ 1846282 w 3598905"/>
                <a:gd name="connsiteY2" fmla="*/ 3236685 h 3236685"/>
                <a:gd name="connsiteX3" fmla="*/ 539995 w 3598905"/>
                <a:gd name="connsiteY3" fmla="*/ 493485 h 3236685"/>
                <a:gd name="connsiteX0" fmla="*/ 539995 w 3561279"/>
                <a:gd name="connsiteY0" fmla="*/ 493485 h 3236685"/>
                <a:gd name="connsiteX1" fmla="*/ 2847767 w 3561279"/>
                <a:gd name="connsiteY1" fmla="*/ 0 h 3236685"/>
                <a:gd name="connsiteX2" fmla="*/ 1846282 w 3561279"/>
                <a:gd name="connsiteY2" fmla="*/ 3236685 h 3236685"/>
                <a:gd name="connsiteX3" fmla="*/ 539995 w 3561279"/>
                <a:gd name="connsiteY3" fmla="*/ 493485 h 3236685"/>
                <a:gd name="connsiteX0" fmla="*/ 539995 w 3628684"/>
                <a:gd name="connsiteY0" fmla="*/ 493485 h 3236685"/>
                <a:gd name="connsiteX1" fmla="*/ 2847767 w 3628684"/>
                <a:gd name="connsiteY1" fmla="*/ 0 h 3236685"/>
                <a:gd name="connsiteX2" fmla="*/ 1846282 w 3628684"/>
                <a:gd name="connsiteY2" fmla="*/ 3236685 h 3236685"/>
                <a:gd name="connsiteX3" fmla="*/ 539995 w 3628684"/>
                <a:gd name="connsiteY3" fmla="*/ 493485 h 3236685"/>
                <a:gd name="connsiteX0" fmla="*/ 539995 w 3628684"/>
                <a:gd name="connsiteY0" fmla="*/ 362857 h 3106057"/>
                <a:gd name="connsiteX1" fmla="*/ 2847767 w 3628684"/>
                <a:gd name="connsiteY1" fmla="*/ 0 h 3106057"/>
                <a:gd name="connsiteX2" fmla="*/ 1846282 w 3628684"/>
                <a:gd name="connsiteY2" fmla="*/ 3106057 h 3106057"/>
                <a:gd name="connsiteX3" fmla="*/ 539995 w 3628684"/>
                <a:gd name="connsiteY3" fmla="*/ 362857 h 3106057"/>
                <a:gd name="connsiteX0" fmla="*/ 539995 w 3608065"/>
                <a:gd name="connsiteY0" fmla="*/ 362857 h 3106057"/>
                <a:gd name="connsiteX1" fmla="*/ 2847767 w 3608065"/>
                <a:gd name="connsiteY1" fmla="*/ 0 h 3106057"/>
                <a:gd name="connsiteX2" fmla="*/ 1846282 w 3608065"/>
                <a:gd name="connsiteY2" fmla="*/ 3106057 h 3106057"/>
                <a:gd name="connsiteX3" fmla="*/ 539995 w 3608065"/>
                <a:gd name="connsiteY3" fmla="*/ 362857 h 3106057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39995 w 3608065"/>
                <a:gd name="connsiteY0" fmla="*/ 2293258 h 5036458"/>
                <a:gd name="connsiteX1" fmla="*/ 1860797 w 3608065"/>
                <a:gd name="connsiteY1" fmla="*/ 0 h 5036458"/>
                <a:gd name="connsiteX2" fmla="*/ 2847767 w 3608065"/>
                <a:gd name="connsiteY2" fmla="*/ 1930401 h 5036458"/>
                <a:gd name="connsiteX3" fmla="*/ 1846282 w 3608065"/>
                <a:gd name="connsiteY3" fmla="*/ 5036458 h 5036458"/>
                <a:gd name="connsiteX4" fmla="*/ 539995 w 3608065"/>
                <a:gd name="connsiteY4" fmla="*/ 2293258 h 5036458"/>
                <a:gd name="connsiteX0" fmla="*/ 552967 w 3590557"/>
                <a:gd name="connsiteY0" fmla="*/ 2201818 h 5036458"/>
                <a:gd name="connsiteX1" fmla="*/ 1843289 w 3590557"/>
                <a:gd name="connsiteY1" fmla="*/ 0 h 5036458"/>
                <a:gd name="connsiteX2" fmla="*/ 2830259 w 3590557"/>
                <a:gd name="connsiteY2" fmla="*/ 1930401 h 5036458"/>
                <a:gd name="connsiteX3" fmla="*/ 1828774 w 3590557"/>
                <a:gd name="connsiteY3" fmla="*/ 5036458 h 5036458"/>
                <a:gd name="connsiteX4" fmla="*/ 552967 w 3590557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0318 w 3627908"/>
                <a:gd name="connsiteY0" fmla="*/ 2201818 h 5036458"/>
                <a:gd name="connsiteX1" fmla="*/ 1880640 w 3627908"/>
                <a:gd name="connsiteY1" fmla="*/ 0 h 5036458"/>
                <a:gd name="connsiteX2" fmla="*/ 2867610 w 3627908"/>
                <a:gd name="connsiteY2" fmla="*/ 1930401 h 5036458"/>
                <a:gd name="connsiteX3" fmla="*/ 1866125 w 3627908"/>
                <a:gd name="connsiteY3" fmla="*/ 5036458 h 5036458"/>
                <a:gd name="connsiteX4" fmla="*/ 590318 w 3627908"/>
                <a:gd name="connsiteY4" fmla="*/ 2201818 h 5036458"/>
                <a:gd name="connsiteX0" fmla="*/ 595530 w 3633120"/>
                <a:gd name="connsiteY0" fmla="*/ 2201818 h 5036458"/>
                <a:gd name="connsiteX1" fmla="*/ 1885852 w 3633120"/>
                <a:gd name="connsiteY1" fmla="*/ 0 h 5036458"/>
                <a:gd name="connsiteX2" fmla="*/ 2872822 w 3633120"/>
                <a:gd name="connsiteY2" fmla="*/ 1930401 h 5036458"/>
                <a:gd name="connsiteX3" fmla="*/ 1871337 w 3633120"/>
                <a:gd name="connsiteY3" fmla="*/ 5036458 h 5036458"/>
                <a:gd name="connsiteX4" fmla="*/ 595530 w 3633120"/>
                <a:gd name="connsiteY4" fmla="*/ 2201818 h 5036458"/>
                <a:gd name="connsiteX0" fmla="*/ 595530 w 3663316"/>
                <a:gd name="connsiteY0" fmla="*/ 2201818 h 5036458"/>
                <a:gd name="connsiteX1" fmla="*/ 1885852 w 3663316"/>
                <a:gd name="connsiteY1" fmla="*/ 0 h 5036458"/>
                <a:gd name="connsiteX2" fmla="*/ 2872822 w 3663316"/>
                <a:gd name="connsiteY2" fmla="*/ 1930401 h 5036458"/>
                <a:gd name="connsiteX3" fmla="*/ 1871337 w 3663316"/>
                <a:gd name="connsiteY3" fmla="*/ 5036458 h 5036458"/>
                <a:gd name="connsiteX4" fmla="*/ 595530 w 3663316"/>
                <a:gd name="connsiteY4" fmla="*/ 2201818 h 5036458"/>
                <a:gd name="connsiteX0" fmla="*/ 595530 w 3663316"/>
                <a:gd name="connsiteY0" fmla="*/ 2201818 h 5036458"/>
                <a:gd name="connsiteX1" fmla="*/ 1885852 w 3663316"/>
                <a:gd name="connsiteY1" fmla="*/ 0 h 5036458"/>
                <a:gd name="connsiteX2" fmla="*/ 2872822 w 3663316"/>
                <a:gd name="connsiteY2" fmla="*/ 1930401 h 5036458"/>
                <a:gd name="connsiteX3" fmla="*/ 1871337 w 3663316"/>
                <a:gd name="connsiteY3" fmla="*/ 5036458 h 5036458"/>
                <a:gd name="connsiteX4" fmla="*/ 595530 w 3663316"/>
                <a:gd name="connsiteY4" fmla="*/ 2201818 h 5036458"/>
                <a:gd name="connsiteX0" fmla="*/ 595530 w 3698853"/>
                <a:gd name="connsiteY0" fmla="*/ 2201818 h 5036458"/>
                <a:gd name="connsiteX1" fmla="*/ 1885852 w 3698853"/>
                <a:gd name="connsiteY1" fmla="*/ 0 h 5036458"/>
                <a:gd name="connsiteX2" fmla="*/ 2872822 w 3698853"/>
                <a:gd name="connsiteY2" fmla="*/ 1930401 h 5036458"/>
                <a:gd name="connsiteX3" fmla="*/ 1871337 w 3698853"/>
                <a:gd name="connsiteY3" fmla="*/ 5036458 h 5036458"/>
                <a:gd name="connsiteX4" fmla="*/ 595530 w 3698853"/>
                <a:gd name="connsiteY4" fmla="*/ 2201818 h 5036458"/>
                <a:gd name="connsiteX0" fmla="*/ 595530 w 3626371"/>
                <a:gd name="connsiteY0" fmla="*/ 2201818 h 5036458"/>
                <a:gd name="connsiteX1" fmla="*/ 1885852 w 3626371"/>
                <a:gd name="connsiteY1" fmla="*/ 0 h 5036458"/>
                <a:gd name="connsiteX2" fmla="*/ 2872822 w 3626371"/>
                <a:gd name="connsiteY2" fmla="*/ 1930401 h 5036458"/>
                <a:gd name="connsiteX3" fmla="*/ 1871337 w 3626371"/>
                <a:gd name="connsiteY3" fmla="*/ 5036458 h 5036458"/>
                <a:gd name="connsiteX4" fmla="*/ 595530 w 3626371"/>
                <a:gd name="connsiteY4" fmla="*/ 2201818 h 5036458"/>
                <a:gd name="connsiteX0" fmla="*/ 570610 w 3601451"/>
                <a:gd name="connsiteY0" fmla="*/ 2201818 h 5036458"/>
                <a:gd name="connsiteX1" fmla="*/ 1860932 w 3601451"/>
                <a:gd name="connsiteY1" fmla="*/ 0 h 5036458"/>
                <a:gd name="connsiteX2" fmla="*/ 2847902 w 3601451"/>
                <a:gd name="connsiteY2" fmla="*/ 1930401 h 5036458"/>
                <a:gd name="connsiteX3" fmla="*/ 1846417 w 3601451"/>
                <a:gd name="connsiteY3" fmla="*/ 5036458 h 5036458"/>
                <a:gd name="connsiteX4" fmla="*/ 570610 w 3601451"/>
                <a:gd name="connsiteY4" fmla="*/ 2201818 h 5036458"/>
                <a:gd name="connsiteX0" fmla="*/ 586324 w 3579065"/>
                <a:gd name="connsiteY0" fmla="*/ 2100218 h 5036458"/>
                <a:gd name="connsiteX1" fmla="*/ 1838546 w 3579065"/>
                <a:gd name="connsiteY1" fmla="*/ 0 h 5036458"/>
                <a:gd name="connsiteX2" fmla="*/ 2825516 w 3579065"/>
                <a:gd name="connsiteY2" fmla="*/ 1930401 h 5036458"/>
                <a:gd name="connsiteX3" fmla="*/ 1824031 w 3579065"/>
                <a:gd name="connsiteY3" fmla="*/ 5036458 h 5036458"/>
                <a:gd name="connsiteX4" fmla="*/ 586324 w 3579065"/>
                <a:gd name="connsiteY4" fmla="*/ 2100218 h 5036458"/>
                <a:gd name="connsiteX0" fmla="*/ 618866 w 3535407"/>
                <a:gd name="connsiteY0" fmla="*/ 2112918 h 5036458"/>
                <a:gd name="connsiteX1" fmla="*/ 1794888 w 3535407"/>
                <a:gd name="connsiteY1" fmla="*/ 0 h 5036458"/>
                <a:gd name="connsiteX2" fmla="*/ 2781858 w 3535407"/>
                <a:gd name="connsiteY2" fmla="*/ 1930401 h 5036458"/>
                <a:gd name="connsiteX3" fmla="*/ 1780373 w 3535407"/>
                <a:gd name="connsiteY3" fmla="*/ 5036458 h 5036458"/>
                <a:gd name="connsiteX4" fmla="*/ 618866 w 3535407"/>
                <a:gd name="connsiteY4" fmla="*/ 2112918 h 5036458"/>
                <a:gd name="connsiteX0" fmla="*/ 618866 w 3535407"/>
                <a:gd name="connsiteY0" fmla="*/ 2112918 h 5036458"/>
                <a:gd name="connsiteX1" fmla="*/ 1794888 w 3535407"/>
                <a:gd name="connsiteY1" fmla="*/ 0 h 5036458"/>
                <a:gd name="connsiteX2" fmla="*/ 2781858 w 3535407"/>
                <a:gd name="connsiteY2" fmla="*/ 1930401 h 5036458"/>
                <a:gd name="connsiteX3" fmla="*/ 1780373 w 3535407"/>
                <a:gd name="connsiteY3" fmla="*/ 5036458 h 5036458"/>
                <a:gd name="connsiteX4" fmla="*/ 618866 w 3535407"/>
                <a:gd name="connsiteY4" fmla="*/ 2112918 h 5036458"/>
                <a:gd name="connsiteX0" fmla="*/ 588224 w 3504765"/>
                <a:gd name="connsiteY0" fmla="*/ 2112918 h 5036458"/>
                <a:gd name="connsiteX1" fmla="*/ 1764246 w 3504765"/>
                <a:gd name="connsiteY1" fmla="*/ 0 h 5036458"/>
                <a:gd name="connsiteX2" fmla="*/ 2751216 w 3504765"/>
                <a:gd name="connsiteY2" fmla="*/ 1930401 h 5036458"/>
                <a:gd name="connsiteX3" fmla="*/ 1749731 w 3504765"/>
                <a:gd name="connsiteY3" fmla="*/ 5036458 h 5036458"/>
                <a:gd name="connsiteX4" fmla="*/ 588224 w 3504765"/>
                <a:gd name="connsiteY4" fmla="*/ 2112918 h 5036458"/>
                <a:gd name="connsiteX0" fmla="*/ 588224 w 3408152"/>
                <a:gd name="connsiteY0" fmla="*/ 2112918 h 5036458"/>
                <a:gd name="connsiteX1" fmla="*/ 1764246 w 3408152"/>
                <a:gd name="connsiteY1" fmla="*/ 0 h 5036458"/>
                <a:gd name="connsiteX2" fmla="*/ 2580734 w 3408152"/>
                <a:gd name="connsiteY2" fmla="*/ 1689962 h 5036458"/>
                <a:gd name="connsiteX3" fmla="*/ 1749731 w 3408152"/>
                <a:gd name="connsiteY3" fmla="*/ 5036458 h 5036458"/>
                <a:gd name="connsiteX4" fmla="*/ 588224 w 3408152"/>
                <a:gd name="connsiteY4" fmla="*/ 2112918 h 5036458"/>
                <a:gd name="connsiteX0" fmla="*/ 588224 w 3408152"/>
                <a:gd name="connsiteY0" fmla="*/ 1803780 h 4727320"/>
                <a:gd name="connsiteX1" fmla="*/ 1733250 w 3408152"/>
                <a:gd name="connsiteY1" fmla="*/ 0 h 4727320"/>
                <a:gd name="connsiteX2" fmla="*/ 2580734 w 3408152"/>
                <a:gd name="connsiteY2" fmla="*/ 1380824 h 4727320"/>
                <a:gd name="connsiteX3" fmla="*/ 1749731 w 3408152"/>
                <a:gd name="connsiteY3" fmla="*/ 4727320 h 4727320"/>
                <a:gd name="connsiteX4" fmla="*/ 588224 w 3408152"/>
                <a:gd name="connsiteY4" fmla="*/ 1803780 h 4727320"/>
                <a:gd name="connsiteX0" fmla="*/ 588224 w 3408152"/>
                <a:gd name="connsiteY0" fmla="*/ 1803780 h 4727320"/>
                <a:gd name="connsiteX1" fmla="*/ 1733250 w 3408152"/>
                <a:gd name="connsiteY1" fmla="*/ 0 h 4727320"/>
                <a:gd name="connsiteX2" fmla="*/ 2580734 w 3408152"/>
                <a:gd name="connsiteY2" fmla="*/ 1380824 h 4727320"/>
                <a:gd name="connsiteX3" fmla="*/ 1749731 w 3408152"/>
                <a:gd name="connsiteY3" fmla="*/ 4727320 h 4727320"/>
                <a:gd name="connsiteX4" fmla="*/ 588224 w 3408152"/>
                <a:gd name="connsiteY4" fmla="*/ 1803780 h 4727320"/>
                <a:gd name="connsiteX0" fmla="*/ 588224 w 3408152"/>
                <a:gd name="connsiteY0" fmla="*/ 1803780 h 4727320"/>
                <a:gd name="connsiteX1" fmla="*/ 1733250 w 3408152"/>
                <a:gd name="connsiteY1" fmla="*/ 0 h 4727320"/>
                <a:gd name="connsiteX2" fmla="*/ 2580734 w 3408152"/>
                <a:gd name="connsiteY2" fmla="*/ 1380824 h 4727320"/>
                <a:gd name="connsiteX3" fmla="*/ 1749731 w 3408152"/>
                <a:gd name="connsiteY3" fmla="*/ 4727320 h 4727320"/>
                <a:gd name="connsiteX4" fmla="*/ 588224 w 3408152"/>
                <a:gd name="connsiteY4" fmla="*/ 1803780 h 4727320"/>
                <a:gd name="connsiteX0" fmla="*/ 616299 w 3374234"/>
                <a:gd name="connsiteY0" fmla="*/ 1649211 h 4727320"/>
                <a:gd name="connsiteX1" fmla="*/ 1699332 w 3374234"/>
                <a:gd name="connsiteY1" fmla="*/ 0 h 4727320"/>
                <a:gd name="connsiteX2" fmla="*/ 2546816 w 3374234"/>
                <a:gd name="connsiteY2" fmla="*/ 1380824 h 4727320"/>
                <a:gd name="connsiteX3" fmla="*/ 1715813 w 3374234"/>
                <a:gd name="connsiteY3" fmla="*/ 4727320 h 4727320"/>
                <a:gd name="connsiteX4" fmla="*/ 616299 w 3374234"/>
                <a:gd name="connsiteY4" fmla="*/ 1649211 h 4727320"/>
                <a:gd name="connsiteX0" fmla="*/ 660246 w 3325191"/>
                <a:gd name="connsiteY0" fmla="*/ 1425945 h 4727320"/>
                <a:gd name="connsiteX1" fmla="*/ 1650289 w 3325191"/>
                <a:gd name="connsiteY1" fmla="*/ 0 h 4727320"/>
                <a:gd name="connsiteX2" fmla="*/ 2497773 w 3325191"/>
                <a:gd name="connsiteY2" fmla="*/ 1380824 h 4727320"/>
                <a:gd name="connsiteX3" fmla="*/ 1666770 w 3325191"/>
                <a:gd name="connsiteY3" fmla="*/ 4727320 h 4727320"/>
                <a:gd name="connsiteX4" fmla="*/ 660246 w 3325191"/>
                <a:gd name="connsiteY4" fmla="*/ 1425945 h 4727320"/>
                <a:gd name="connsiteX0" fmla="*/ 660246 w 3325191"/>
                <a:gd name="connsiteY0" fmla="*/ 1426197 h 4727572"/>
                <a:gd name="connsiteX1" fmla="*/ 1650289 w 3325191"/>
                <a:gd name="connsiteY1" fmla="*/ 252 h 4727572"/>
                <a:gd name="connsiteX2" fmla="*/ 2497773 w 3325191"/>
                <a:gd name="connsiteY2" fmla="*/ 1381076 h 4727572"/>
                <a:gd name="connsiteX3" fmla="*/ 1666770 w 3325191"/>
                <a:gd name="connsiteY3" fmla="*/ 4727572 h 4727572"/>
                <a:gd name="connsiteX4" fmla="*/ 660246 w 3325191"/>
                <a:gd name="connsiteY4" fmla="*/ 1426197 h 4727572"/>
                <a:gd name="connsiteX0" fmla="*/ 660246 w 3325191"/>
                <a:gd name="connsiteY0" fmla="*/ 1426126 h 4727501"/>
                <a:gd name="connsiteX1" fmla="*/ 1650289 w 3325191"/>
                <a:gd name="connsiteY1" fmla="*/ 181 h 4727501"/>
                <a:gd name="connsiteX2" fmla="*/ 2497773 w 3325191"/>
                <a:gd name="connsiteY2" fmla="*/ 1381005 h 4727501"/>
                <a:gd name="connsiteX3" fmla="*/ 1666770 w 3325191"/>
                <a:gd name="connsiteY3" fmla="*/ 4727501 h 4727501"/>
                <a:gd name="connsiteX4" fmla="*/ 660246 w 3325191"/>
                <a:gd name="connsiteY4" fmla="*/ 1426126 h 4727501"/>
                <a:gd name="connsiteX0" fmla="*/ 660246 w 3325191"/>
                <a:gd name="connsiteY0" fmla="*/ 1425945 h 4727320"/>
                <a:gd name="connsiteX1" fmla="*/ 1650289 w 3325191"/>
                <a:gd name="connsiteY1" fmla="*/ 0 h 4727320"/>
                <a:gd name="connsiteX2" fmla="*/ 2497773 w 3325191"/>
                <a:gd name="connsiteY2" fmla="*/ 1380824 h 4727320"/>
                <a:gd name="connsiteX3" fmla="*/ 1666770 w 3325191"/>
                <a:gd name="connsiteY3" fmla="*/ 4727320 h 4727320"/>
                <a:gd name="connsiteX4" fmla="*/ 660246 w 3325191"/>
                <a:gd name="connsiteY4" fmla="*/ 1425945 h 4727320"/>
                <a:gd name="connsiteX0" fmla="*/ 516695 w 3181640"/>
                <a:gd name="connsiteY0" fmla="*/ 1425945 h 4727320"/>
                <a:gd name="connsiteX1" fmla="*/ 1506738 w 3181640"/>
                <a:gd name="connsiteY1" fmla="*/ 0 h 4727320"/>
                <a:gd name="connsiteX2" fmla="*/ 2354222 w 3181640"/>
                <a:gd name="connsiteY2" fmla="*/ 1380824 h 4727320"/>
                <a:gd name="connsiteX3" fmla="*/ 1523219 w 3181640"/>
                <a:gd name="connsiteY3" fmla="*/ 4727320 h 4727320"/>
                <a:gd name="connsiteX4" fmla="*/ 516695 w 3181640"/>
                <a:gd name="connsiteY4" fmla="*/ 1425945 h 4727320"/>
                <a:gd name="connsiteX0" fmla="*/ 516695 w 3061005"/>
                <a:gd name="connsiteY0" fmla="*/ 1425945 h 4727320"/>
                <a:gd name="connsiteX1" fmla="*/ 1506738 w 3061005"/>
                <a:gd name="connsiteY1" fmla="*/ 0 h 4727320"/>
                <a:gd name="connsiteX2" fmla="*/ 2354222 w 3061005"/>
                <a:gd name="connsiteY2" fmla="*/ 1380824 h 4727320"/>
                <a:gd name="connsiteX3" fmla="*/ 1523219 w 3061005"/>
                <a:gd name="connsiteY3" fmla="*/ 4727320 h 4727320"/>
                <a:gd name="connsiteX4" fmla="*/ 516695 w 3061005"/>
                <a:gd name="connsiteY4" fmla="*/ 1425945 h 4727320"/>
                <a:gd name="connsiteX0" fmla="*/ 516695 w 2966377"/>
                <a:gd name="connsiteY0" fmla="*/ 1425945 h 4727320"/>
                <a:gd name="connsiteX1" fmla="*/ 1506738 w 2966377"/>
                <a:gd name="connsiteY1" fmla="*/ 0 h 4727320"/>
                <a:gd name="connsiteX2" fmla="*/ 2354222 w 2966377"/>
                <a:gd name="connsiteY2" fmla="*/ 1380824 h 4727320"/>
                <a:gd name="connsiteX3" fmla="*/ 1523219 w 2966377"/>
                <a:gd name="connsiteY3" fmla="*/ 4727320 h 4727320"/>
                <a:gd name="connsiteX4" fmla="*/ 516695 w 2966377"/>
                <a:gd name="connsiteY4" fmla="*/ 1425945 h 4727320"/>
                <a:gd name="connsiteX0" fmla="*/ 516695 w 3021384"/>
                <a:gd name="connsiteY0" fmla="*/ 1425945 h 4727320"/>
                <a:gd name="connsiteX1" fmla="*/ 1506738 w 3021384"/>
                <a:gd name="connsiteY1" fmla="*/ 0 h 4727320"/>
                <a:gd name="connsiteX2" fmla="*/ 2354222 w 3021384"/>
                <a:gd name="connsiteY2" fmla="*/ 1380824 h 4727320"/>
                <a:gd name="connsiteX3" fmla="*/ 1523219 w 3021384"/>
                <a:gd name="connsiteY3" fmla="*/ 4727320 h 4727320"/>
                <a:gd name="connsiteX4" fmla="*/ 516695 w 3021384"/>
                <a:gd name="connsiteY4" fmla="*/ 1425945 h 4727320"/>
                <a:gd name="connsiteX0" fmla="*/ 489255 w 2993944"/>
                <a:gd name="connsiteY0" fmla="*/ 1425945 h 4727320"/>
                <a:gd name="connsiteX1" fmla="*/ 1479298 w 2993944"/>
                <a:gd name="connsiteY1" fmla="*/ 0 h 4727320"/>
                <a:gd name="connsiteX2" fmla="*/ 2326782 w 2993944"/>
                <a:gd name="connsiteY2" fmla="*/ 1380824 h 4727320"/>
                <a:gd name="connsiteX3" fmla="*/ 1495779 w 2993944"/>
                <a:gd name="connsiteY3" fmla="*/ 4727320 h 4727320"/>
                <a:gd name="connsiteX4" fmla="*/ 489255 w 2993944"/>
                <a:gd name="connsiteY4" fmla="*/ 1425945 h 4727320"/>
                <a:gd name="connsiteX0" fmla="*/ 664908 w 3169597"/>
                <a:gd name="connsiteY0" fmla="*/ 1425945 h 4727320"/>
                <a:gd name="connsiteX1" fmla="*/ 1654951 w 3169597"/>
                <a:gd name="connsiteY1" fmla="*/ 0 h 4727320"/>
                <a:gd name="connsiteX2" fmla="*/ 2502435 w 3169597"/>
                <a:gd name="connsiteY2" fmla="*/ 1380824 h 4727320"/>
                <a:gd name="connsiteX3" fmla="*/ 1671432 w 3169597"/>
                <a:gd name="connsiteY3" fmla="*/ 4727320 h 4727320"/>
                <a:gd name="connsiteX4" fmla="*/ 664908 w 3169597"/>
                <a:gd name="connsiteY4" fmla="*/ 1425945 h 472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597" h="4727320">
                  <a:moveTo>
                    <a:pt x="664908" y="1425945"/>
                  </a:moveTo>
                  <a:cubicBezTo>
                    <a:pt x="940764" y="762267"/>
                    <a:pt x="715786" y="72090"/>
                    <a:pt x="1654951" y="0"/>
                  </a:cubicBezTo>
                  <a:cubicBezTo>
                    <a:pt x="2599200" y="206826"/>
                    <a:pt x="2109945" y="546857"/>
                    <a:pt x="2502435" y="1380824"/>
                  </a:cubicBezTo>
                  <a:cubicBezTo>
                    <a:pt x="3213912" y="2330304"/>
                    <a:pt x="3843501" y="4427612"/>
                    <a:pt x="1671432" y="4727320"/>
                  </a:cubicBezTo>
                  <a:cubicBezTo>
                    <a:pt x="-1255350" y="4510096"/>
                    <a:pt x="521347" y="1754230"/>
                    <a:pt x="664908" y="1425945"/>
                  </a:cubicBezTo>
                  <a:close/>
                </a:path>
              </a:pathLst>
            </a:custGeom>
            <a:solidFill>
              <a:srgbClr val="39893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C4C3CC1-BE25-E312-9F6B-C95AC6644B60}"/>
                </a:ext>
              </a:extLst>
            </p:cNvPr>
            <p:cNvSpPr/>
            <p:nvPr/>
          </p:nvSpPr>
          <p:spPr>
            <a:xfrm>
              <a:off x="3580109" y="1270529"/>
              <a:ext cx="123986" cy="464949"/>
            </a:xfrm>
            <a:prstGeom prst="roundRect">
              <a:avLst>
                <a:gd name="adj" fmla="val 50000"/>
              </a:avLst>
            </a:prstGeom>
            <a:solidFill>
              <a:srgbClr val="966E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79A7FE5-EE71-A839-F954-FDDF6A0E707D}"/>
                </a:ext>
              </a:extLst>
            </p:cNvPr>
            <p:cNvSpPr/>
            <p:nvPr/>
          </p:nvSpPr>
          <p:spPr>
            <a:xfrm>
              <a:off x="3490913" y="1641254"/>
              <a:ext cx="314325" cy="111344"/>
            </a:xfrm>
            <a:custGeom>
              <a:avLst/>
              <a:gdLst>
                <a:gd name="connsiteX0" fmla="*/ 0 w 333375"/>
                <a:gd name="connsiteY0" fmla="*/ 19050 h 19050"/>
                <a:gd name="connsiteX1" fmla="*/ 333375 w 333375"/>
                <a:gd name="connsiteY1" fmla="*/ 0 h 19050"/>
                <a:gd name="connsiteX2" fmla="*/ 333375 w 333375"/>
                <a:gd name="connsiteY2" fmla="*/ 0 h 19050"/>
                <a:gd name="connsiteX0" fmla="*/ 0 w 333375"/>
                <a:gd name="connsiteY0" fmla="*/ 49012 h 49012"/>
                <a:gd name="connsiteX1" fmla="*/ 333375 w 333375"/>
                <a:gd name="connsiteY1" fmla="*/ 29962 h 49012"/>
                <a:gd name="connsiteX2" fmla="*/ 333375 w 333375"/>
                <a:gd name="connsiteY2" fmla="*/ 29962 h 49012"/>
                <a:gd name="connsiteX0" fmla="*/ 0 w 314325"/>
                <a:gd name="connsiteY0" fmla="*/ 43777 h 44048"/>
                <a:gd name="connsiteX1" fmla="*/ 314325 w 314325"/>
                <a:gd name="connsiteY1" fmla="*/ 43777 h 44048"/>
                <a:gd name="connsiteX2" fmla="*/ 314325 w 314325"/>
                <a:gd name="connsiteY2" fmla="*/ 43777 h 44048"/>
                <a:gd name="connsiteX0" fmla="*/ 0 w 314325"/>
                <a:gd name="connsiteY0" fmla="*/ 43777 h 81877"/>
                <a:gd name="connsiteX1" fmla="*/ 314325 w 314325"/>
                <a:gd name="connsiteY1" fmla="*/ 43777 h 81877"/>
                <a:gd name="connsiteX2" fmla="*/ 314325 w 314325"/>
                <a:gd name="connsiteY2" fmla="*/ 81877 h 81877"/>
                <a:gd name="connsiteX0" fmla="*/ 0 w 314325"/>
                <a:gd name="connsiteY0" fmla="*/ 43777 h 44048"/>
                <a:gd name="connsiteX1" fmla="*/ 314325 w 314325"/>
                <a:gd name="connsiteY1" fmla="*/ 43777 h 44048"/>
                <a:gd name="connsiteX0" fmla="*/ 0 w 314325"/>
                <a:gd name="connsiteY0" fmla="*/ 38612 h 62647"/>
                <a:gd name="connsiteX1" fmla="*/ 314325 w 314325"/>
                <a:gd name="connsiteY1" fmla="*/ 62424 h 62647"/>
                <a:gd name="connsiteX0" fmla="*/ 0 w 314325"/>
                <a:gd name="connsiteY0" fmla="*/ 47113 h 70925"/>
                <a:gd name="connsiteX1" fmla="*/ 314325 w 314325"/>
                <a:gd name="connsiteY1" fmla="*/ 70925 h 70925"/>
                <a:gd name="connsiteX0" fmla="*/ 0 w 314325"/>
                <a:gd name="connsiteY0" fmla="*/ 42456 h 85318"/>
                <a:gd name="connsiteX1" fmla="*/ 314325 w 314325"/>
                <a:gd name="connsiteY1" fmla="*/ 85318 h 85318"/>
                <a:gd name="connsiteX0" fmla="*/ 0 w 314325"/>
                <a:gd name="connsiteY0" fmla="*/ 51264 h 60789"/>
                <a:gd name="connsiteX1" fmla="*/ 314325 w 314325"/>
                <a:gd name="connsiteY1" fmla="*/ 60789 h 60789"/>
                <a:gd name="connsiteX0" fmla="*/ 0 w 314325"/>
                <a:gd name="connsiteY0" fmla="*/ 70176 h 79701"/>
                <a:gd name="connsiteX1" fmla="*/ 314325 w 314325"/>
                <a:gd name="connsiteY1" fmla="*/ 79701 h 79701"/>
                <a:gd name="connsiteX0" fmla="*/ 0 w 314325"/>
                <a:gd name="connsiteY0" fmla="*/ 101819 h 111344"/>
                <a:gd name="connsiteX1" fmla="*/ 314325 w 314325"/>
                <a:gd name="connsiteY1" fmla="*/ 111344 h 11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4325" h="111344">
                  <a:moveTo>
                    <a:pt x="0" y="101819"/>
                  </a:moveTo>
                  <a:cubicBezTo>
                    <a:pt x="244475" y="-114081"/>
                    <a:pt x="227013" y="74832"/>
                    <a:pt x="314325" y="111344"/>
                  </a:cubicBezTo>
                </a:path>
              </a:pathLst>
            </a:custGeom>
            <a:solidFill>
              <a:srgbClr val="398937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4404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6A91356-AD8C-35AA-3F72-F60EE63ED7DE}"/>
              </a:ext>
            </a:extLst>
          </p:cNvPr>
          <p:cNvGrpSpPr/>
          <p:nvPr/>
        </p:nvGrpSpPr>
        <p:grpSpPr>
          <a:xfrm>
            <a:off x="279372" y="723143"/>
            <a:ext cx="3497006" cy="5866228"/>
            <a:chOff x="2903092" y="736050"/>
            <a:chExt cx="3497006" cy="5866228"/>
          </a:xfrm>
          <a:solidFill>
            <a:schemeClr val="bg1"/>
          </a:solidFill>
        </p:grpSpPr>
        <p:sp>
          <p:nvSpPr>
            <p:cNvPr id="18" name="Rectangle 56">
              <a:extLst>
                <a:ext uri="{FF2B5EF4-FFF2-40B4-BE49-F238E27FC236}">
                  <a16:creationId xmlns:a16="http://schemas.microsoft.com/office/drawing/2014/main" id="{C25F6309-17A2-6B18-8216-4F2E87E1E59F}"/>
                </a:ext>
              </a:extLst>
            </p:cNvPr>
            <p:cNvSpPr/>
            <p:nvPr/>
          </p:nvSpPr>
          <p:spPr>
            <a:xfrm rot="1470398">
              <a:off x="2903092" y="736050"/>
              <a:ext cx="3328289" cy="1725399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  <a:gd name="connsiteX0" fmla="*/ 0 w 758603"/>
                <a:gd name="connsiteY0" fmla="*/ 167104 h 317929"/>
                <a:gd name="connsiteX1" fmla="*/ 758603 w 758603"/>
                <a:gd name="connsiteY1" fmla="*/ 165718 h 317929"/>
                <a:gd name="connsiteX2" fmla="*/ 0 w 758603"/>
                <a:gd name="connsiteY2" fmla="*/ 167104 h 317929"/>
                <a:gd name="connsiteX0" fmla="*/ 0 w 758603"/>
                <a:gd name="connsiteY0" fmla="*/ 191746 h 342571"/>
                <a:gd name="connsiteX1" fmla="*/ 758603 w 758603"/>
                <a:gd name="connsiteY1" fmla="*/ 190360 h 342571"/>
                <a:gd name="connsiteX2" fmla="*/ 0 w 758603"/>
                <a:gd name="connsiteY2" fmla="*/ 191746 h 342571"/>
                <a:gd name="connsiteX0" fmla="*/ 0 w 758603"/>
                <a:gd name="connsiteY0" fmla="*/ 191746 h 357640"/>
                <a:gd name="connsiteX1" fmla="*/ 758603 w 758603"/>
                <a:gd name="connsiteY1" fmla="*/ 190360 h 357640"/>
                <a:gd name="connsiteX2" fmla="*/ 0 w 758603"/>
                <a:gd name="connsiteY2" fmla="*/ 191746 h 357640"/>
                <a:gd name="connsiteX0" fmla="*/ 0 w 758603"/>
                <a:gd name="connsiteY0" fmla="*/ 191746 h 424125"/>
                <a:gd name="connsiteX1" fmla="*/ 758603 w 758603"/>
                <a:gd name="connsiteY1" fmla="*/ 190360 h 424125"/>
                <a:gd name="connsiteX2" fmla="*/ 0 w 758603"/>
                <a:gd name="connsiteY2" fmla="*/ 191746 h 424125"/>
                <a:gd name="connsiteX0" fmla="*/ 0 w 758603"/>
                <a:gd name="connsiteY0" fmla="*/ 76171 h 308550"/>
                <a:gd name="connsiteX1" fmla="*/ 758603 w 758603"/>
                <a:gd name="connsiteY1" fmla="*/ 74785 h 308550"/>
                <a:gd name="connsiteX2" fmla="*/ 0 w 758603"/>
                <a:gd name="connsiteY2" fmla="*/ 76171 h 308550"/>
                <a:gd name="connsiteX0" fmla="*/ 0 w 758603"/>
                <a:gd name="connsiteY0" fmla="*/ 174119 h 406498"/>
                <a:gd name="connsiteX1" fmla="*/ 758603 w 758603"/>
                <a:gd name="connsiteY1" fmla="*/ 172733 h 406498"/>
                <a:gd name="connsiteX2" fmla="*/ 0 w 758603"/>
                <a:gd name="connsiteY2" fmla="*/ 174119 h 406498"/>
                <a:gd name="connsiteX0" fmla="*/ 0 w 758603"/>
                <a:gd name="connsiteY0" fmla="*/ 163632 h 396011"/>
                <a:gd name="connsiteX1" fmla="*/ 758603 w 758603"/>
                <a:gd name="connsiteY1" fmla="*/ 162246 h 396011"/>
                <a:gd name="connsiteX2" fmla="*/ 0 w 758603"/>
                <a:gd name="connsiteY2" fmla="*/ 163632 h 396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8603" h="396011">
                  <a:moveTo>
                    <a:pt x="0" y="163632"/>
                  </a:moveTo>
                  <a:cubicBezTo>
                    <a:pt x="185997" y="179710"/>
                    <a:pt x="610647" y="-211495"/>
                    <a:pt x="758603" y="162246"/>
                  </a:cubicBezTo>
                  <a:cubicBezTo>
                    <a:pt x="695469" y="502614"/>
                    <a:pt x="105249" y="443451"/>
                    <a:pt x="0" y="16363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8D4B4489-40BF-EC93-A53F-8237E52F7BE4}"/>
                </a:ext>
              </a:extLst>
            </p:cNvPr>
            <p:cNvSpPr/>
            <p:nvPr/>
          </p:nvSpPr>
          <p:spPr>
            <a:xfrm rot="2908525">
              <a:off x="4132460" y="1318944"/>
              <a:ext cx="2162777" cy="101242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8D0E26D-2491-3242-EFC5-CEA8489C9E0A}"/>
                </a:ext>
              </a:extLst>
            </p:cNvPr>
            <p:cNvSpPr/>
            <p:nvPr/>
          </p:nvSpPr>
          <p:spPr>
            <a:xfrm>
              <a:off x="3192650" y="4277533"/>
              <a:ext cx="2386739" cy="2324745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57">
              <a:extLst>
                <a:ext uri="{FF2B5EF4-FFF2-40B4-BE49-F238E27FC236}">
                  <a16:creationId xmlns:a16="http://schemas.microsoft.com/office/drawing/2014/main" id="{32E9590E-7E05-89B1-A34F-0D5A1AD21C76}"/>
                </a:ext>
              </a:extLst>
            </p:cNvPr>
            <p:cNvSpPr/>
            <p:nvPr/>
          </p:nvSpPr>
          <p:spPr>
            <a:xfrm rot="808928">
              <a:off x="4758678" y="1803523"/>
              <a:ext cx="1641420" cy="3158710"/>
            </a:xfrm>
            <a:custGeom>
              <a:avLst/>
              <a:gdLst>
                <a:gd name="connsiteX0" fmla="*/ 0 w 45719"/>
                <a:gd name="connsiteY0" fmla="*/ 0 h 357564"/>
                <a:gd name="connsiteX1" fmla="*/ 45719 w 45719"/>
                <a:gd name="connsiteY1" fmla="*/ 0 h 357564"/>
                <a:gd name="connsiteX2" fmla="*/ 45719 w 45719"/>
                <a:gd name="connsiteY2" fmla="*/ 357564 h 357564"/>
                <a:gd name="connsiteX3" fmla="*/ 0 w 45719"/>
                <a:gd name="connsiteY3" fmla="*/ 357564 h 357564"/>
                <a:gd name="connsiteX4" fmla="*/ 0 w 45719"/>
                <a:gd name="connsiteY4" fmla="*/ 0 h 357564"/>
                <a:gd name="connsiteX0" fmla="*/ 0 w 93054"/>
                <a:gd name="connsiteY0" fmla="*/ 0 h 357564"/>
                <a:gd name="connsiteX1" fmla="*/ 93054 w 93054"/>
                <a:gd name="connsiteY1" fmla="*/ 52649 h 357564"/>
                <a:gd name="connsiteX2" fmla="*/ 45719 w 93054"/>
                <a:gd name="connsiteY2" fmla="*/ 357564 h 357564"/>
                <a:gd name="connsiteX3" fmla="*/ 0 w 93054"/>
                <a:gd name="connsiteY3" fmla="*/ 357564 h 357564"/>
                <a:gd name="connsiteX4" fmla="*/ 0 w 93054"/>
                <a:gd name="connsiteY4" fmla="*/ 0 h 357564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247615 w 248506"/>
                <a:gd name="connsiteY0" fmla="*/ 0 h 538616"/>
                <a:gd name="connsiteX1" fmla="*/ 93054 w 248506"/>
                <a:gd name="connsiteY1" fmla="*/ 233701 h 538616"/>
                <a:gd name="connsiteX2" fmla="*/ 45719 w 248506"/>
                <a:gd name="connsiteY2" fmla="*/ 538616 h 538616"/>
                <a:gd name="connsiteX3" fmla="*/ 0 w 248506"/>
                <a:gd name="connsiteY3" fmla="*/ 538616 h 538616"/>
                <a:gd name="connsiteX4" fmla="*/ 247615 w 248506"/>
                <a:gd name="connsiteY4" fmla="*/ 0 h 538616"/>
                <a:gd name="connsiteX0" fmla="*/ 247615 w 340519"/>
                <a:gd name="connsiteY0" fmla="*/ 0 h 538616"/>
                <a:gd name="connsiteX1" fmla="*/ 340519 w 340519"/>
                <a:gd name="connsiteY1" fmla="*/ 33077 h 538616"/>
                <a:gd name="connsiteX2" fmla="*/ 45719 w 340519"/>
                <a:gd name="connsiteY2" fmla="*/ 538616 h 538616"/>
                <a:gd name="connsiteX3" fmla="*/ 0 w 340519"/>
                <a:gd name="connsiteY3" fmla="*/ 538616 h 538616"/>
                <a:gd name="connsiteX4" fmla="*/ 247615 w 340519"/>
                <a:gd name="connsiteY4" fmla="*/ 0 h 538616"/>
                <a:gd name="connsiteX0" fmla="*/ 276869 w 340519"/>
                <a:gd name="connsiteY0" fmla="*/ 0 h 575160"/>
                <a:gd name="connsiteX1" fmla="*/ 340519 w 340519"/>
                <a:gd name="connsiteY1" fmla="*/ 69621 h 575160"/>
                <a:gd name="connsiteX2" fmla="*/ 45719 w 340519"/>
                <a:gd name="connsiteY2" fmla="*/ 575160 h 575160"/>
                <a:gd name="connsiteX3" fmla="*/ 0 w 340519"/>
                <a:gd name="connsiteY3" fmla="*/ 575160 h 575160"/>
                <a:gd name="connsiteX4" fmla="*/ 276869 w 340519"/>
                <a:gd name="connsiteY4" fmla="*/ 0 h 575160"/>
                <a:gd name="connsiteX0" fmla="*/ 276869 w 371381"/>
                <a:gd name="connsiteY0" fmla="*/ 86388 h 661548"/>
                <a:gd name="connsiteX1" fmla="*/ 360689 w 371381"/>
                <a:gd name="connsiteY1" fmla="*/ 4719 h 661548"/>
                <a:gd name="connsiteX2" fmla="*/ 340519 w 371381"/>
                <a:gd name="connsiteY2" fmla="*/ 156009 h 661548"/>
                <a:gd name="connsiteX3" fmla="*/ 45719 w 371381"/>
                <a:gd name="connsiteY3" fmla="*/ 661548 h 661548"/>
                <a:gd name="connsiteX4" fmla="*/ 0 w 371381"/>
                <a:gd name="connsiteY4" fmla="*/ 661548 h 661548"/>
                <a:gd name="connsiteX5" fmla="*/ 276869 w 371381"/>
                <a:gd name="connsiteY5" fmla="*/ 86388 h 661548"/>
                <a:gd name="connsiteX0" fmla="*/ 276869 w 409095"/>
                <a:gd name="connsiteY0" fmla="*/ 86388 h 661548"/>
                <a:gd name="connsiteX1" fmla="*/ 360689 w 409095"/>
                <a:gd name="connsiteY1" fmla="*/ 4719 h 661548"/>
                <a:gd name="connsiteX2" fmla="*/ 408878 w 409095"/>
                <a:gd name="connsiteY2" fmla="*/ 58815 h 661548"/>
                <a:gd name="connsiteX3" fmla="*/ 340519 w 409095"/>
                <a:gd name="connsiteY3" fmla="*/ 156009 h 661548"/>
                <a:gd name="connsiteX4" fmla="*/ 45719 w 409095"/>
                <a:gd name="connsiteY4" fmla="*/ 661548 h 661548"/>
                <a:gd name="connsiteX5" fmla="*/ 0 w 409095"/>
                <a:gd name="connsiteY5" fmla="*/ 661548 h 661548"/>
                <a:gd name="connsiteX6" fmla="*/ 276869 w 409095"/>
                <a:gd name="connsiteY6" fmla="*/ 86388 h 661548"/>
                <a:gd name="connsiteX0" fmla="*/ 285697 w 417923"/>
                <a:gd name="connsiteY0" fmla="*/ 86388 h 661548"/>
                <a:gd name="connsiteX1" fmla="*/ 369517 w 417923"/>
                <a:gd name="connsiteY1" fmla="*/ 4719 h 661548"/>
                <a:gd name="connsiteX2" fmla="*/ 417706 w 417923"/>
                <a:gd name="connsiteY2" fmla="*/ 58815 h 661548"/>
                <a:gd name="connsiteX3" fmla="*/ 349347 w 417923"/>
                <a:gd name="connsiteY3" fmla="*/ 156009 h 661548"/>
                <a:gd name="connsiteX4" fmla="*/ 54547 w 417923"/>
                <a:gd name="connsiteY4" fmla="*/ 661548 h 661548"/>
                <a:gd name="connsiteX5" fmla="*/ 8828 w 417923"/>
                <a:gd name="connsiteY5" fmla="*/ 661548 h 661548"/>
                <a:gd name="connsiteX6" fmla="*/ 285697 w 417923"/>
                <a:gd name="connsiteY6" fmla="*/ 86388 h 661548"/>
                <a:gd name="connsiteX0" fmla="*/ 285697 w 417923"/>
                <a:gd name="connsiteY0" fmla="*/ 86388 h 661548"/>
                <a:gd name="connsiteX1" fmla="*/ 369517 w 417923"/>
                <a:gd name="connsiteY1" fmla="*/ 4719 h 661548"/>
                <a:gd name="connsiteX2" fmla="*/ 417706 w 417923"/>
                <a:gd name="connsiteY2" fmla="*/ 58815 h 661548"/>
                <a:gd name="connsiteX3" fmla="*/ 349347 w 417923"/>
                <a:gd name="connsiteY3" fmla="*/ 156009 h 661548"/>
                <a:gd name="connsiteX4" fmla="*/ 54547 w 417923"/>
                <a:gd name="connsiteY4" fmla="*/ 661548 h 661548"/>
                <a:gd name="connsiteX5" fmla="*/ 8828 w 417923"/>
                <a:gd name="connsiteY5" fmla="*/ 661548 h 661548"/>
                <a:gd name="connsiteX6" fmla="*/ 285697 w 417923"/>
                <a:gd name="connsiteY6" fmla="*/ 86388 h 661548"/>
                <a:gd name="connsiteX0" fmla="*/ 285697 w 417923"/>
                <a:gd name="connsiteY0" fmla="*/ 86388 h 661548"/>
                <a:gd name="connsiteX1" fmla="*/ 369517 w 417923"/>
                <a:gd name="connsiteY1" fmla="*/ 4719 h 661548"/>
                <a:gd name="connsiteX2" fmla="*/ 417706 w 417923"/>
                <a:gd name="connsiteY2" fmla="*/ 58815 h 661548"/>
                <a:gd name="connsiteX3" fmla="*/ 316053 w 417923"/>
                <a:gd name="connsiteY3" fmla="*/ 135905 h 661548"/>
                <a:gd name="connsiteX4" fmla="*/ 54547 w 417923"/>
                <a:gd name="connsiteY4" fmla="*/ 661548 h 661548"/>
                <a:gd name="connsiteX5" fmla="*/ 8828 w 417923"/>
                <a:gd name="connsiteY5" fmla="*/ 661548 h 661548"/>
                <a:gd name="connsiteX6" fmla="*/ 285697 w 417923"/>
                <a:gd name="connsiteY6" fmla="*/ 86388 h 661548"/>
                <a:gd name="connsiteX0" fmla="*/ 285697 w 417923"/>
                <a:gd name="connsiteY0" fmla="*/ 86388 h 661548"/>
                <a:gd name="connsiteX1" fmla="*/ 369517 w 417923"/>
                <a:gd name="connsiteY1" fmla="*/ 4719 h 661548"/>
                <a:gd name="connsiteX2" fmla="*/ 417706 w 417923"/>
                <a:gd name="connsiteY2" fmla="*/ 58815 h 661548"/>
                <a:gd name="connsiteX3" fmla="*/ 316053 w 417923"/>
                <a:gd name="connsiteY3" fmla="*/ 135905 h 661548"/>
                <a:gd name="connsiteX4" fmla="*/ 54547 w 417923"/>
                <a:gd name="connsiteY4" fmla="*/ 661548 h 661548"/>
                <a:gd name="connsiteX5" fmla="*/ 8828 w 417923"/>
                <a:gd name="connsiteY5" fmla="*/ 661548 h 661548"/>
                <a:gd name="connsiteX6" fmla="*/ 285697 w 417923"/>
                <a:gd name="connsiteY6" fmla="*/ 86388 h 661548"/>
                <a:gd name="connsiteX0" fmla="*/ 285697 w 417923"/>
                <a:gd name="connsiteY0" fmla="*/ 86388 h 662943"/>
                <a:gd name="connsiteX1" fmla="*/ 369517 w 417923"/>
                <a:gd name="connsiteY1" fmla="*/ 4719 h 662943"/>
                <a:gd name="connsiteX2" fmla="*/ 417706 w 417923"/>
                <a:gd name="connsiteY2" fmla="*/ 58815 h 662943"/>
                <a:gd name="connsiteX3" fmla="*/ 316053 w 417923"/>
                <a:gd name="connsiteY3" fmla="*/ 135905 h 662943"/>
                <a:gd name="connsiteX4" fmla="*/ 47472 w 417923"/>
                <a:gd name="connsiteY4" fmla="*/ 662943 h 662943"/>
                <a:gd name="connsiteX5" fmla="*/ 8828 w 417923"/>
                <a:gd name="connsiteY5" fmla="*/ 661548 h 662943"/>
                <a:gd name="connsiteX6" fmla="*/ 285697 w 417923"/>
                <a:gd name="connsiteY6" fmla="*/ 86388 h 662943"/>
                <a:gd name="connsiteX0" fmla="*/ 285697 w 417923"/>
                <a:gd name="connsiteY0" fmla="*/ 86388 h 662943"/>
                <a:gd name="connsiteX1" fmla="*/ 369517 w 417923"/>
                <a:gd name="connsiteY1" fmla="*/ 4719 h 662943"/>
                <a:gd name="connsiteX2" fmla="*/ 417706 w 417923"/>
                <a:gd name="connsiteY2" fmla="*/ 58815 h 662943"/>
                <a:gd name="connsiteX3" fmla="*/ 316053 w 417923"/>
                <a:gd name="connsiteY3" fmla="*/ 135905 h 662943"/>
                <a:gd name="connsiteX4" fmla="*/ 47472 w 417923"/>
                <a:gd name="connsiteY4" fmla="*/ 662943 h 662943"/>
                <a:gd name="connsiteX5" fmla="*/ 8828 w 417923"/>
                <a:gd name="connsiteY5" fmla="*/ 661548 h 662943"/>
                <a:gd name="connsiteX6" fmla="*/ 285697 w 417923"/>
                <a:gd name="connsiteY6" fmla="*/ 86388 h 662943"/>
                <a:gd name="connsiteX0" fmla="*/ 285697 w 417923"/>
                <a:gd name="connsiteY0" fmla="*/ 86388 h 662943"/>
                <a:gd name="connsiteX1" fmla="*/ 369517 w 417923"/>
                <a:gd name="connsiteY1" fmla="*/ 4719 h 662943"/>
                <a:gd name="connsiteX2" fmla="*/ 417706 w 417923"/>
                <a:gd name="connsiteY2" fmla="*/ 58815 h 662943"/>
                <a:gd name="connsiteX3" fmla="*/ 316053 w 417923"/>
                <a:gd name="connsiteY3" fmla="*/ 135905 h 662943"/>
                <a:gd name="connsiteX4" fmla="*/ 47472 w 417923"/>
                <a:gd name="connsiteY4" fmla="*/ 662943 h 662943"/>
                <a:gd name="connsiteX5" fmla="*/ 8828 w 417923"/>
                <a:gd name="connsiteY5" fmla="*/ 661548 h 662943"/>
                <a:gd name="connsiteX6" fmla="*/ 285697 w 417923"/>
                <a:gd name="connsiteY6" fmla="*/ 86388 h 662943"/>
                <a:gd name="connsiteX0" fmla="*/ 285697 w 417923"/>
                <a:gd name="connsiteY0" fmla="*/ 83200 h 659755"/>
                <a:gd name="connsiteX1" fmla="*/ 369517 w 417923"/>
                <a:gd name="connsiteY1" fmla="*/ 1531 h 659755"/>
                <a:gd name="connsiteX2" fmla="*/ 417706 w 417923"/>
                <a:gd name="connsiteY2" fmla="*/ 55627 h 659755"/>
                <a:gd name="connsiteX3" fmla="*/ 316053 w 417923"/>
                <a:gd name="connsiteY3" fmla="*/ 132717 h 659755"/>
                <a:gd name="connsiteX4" fmla="*/ 47472 w 417923"/>
                <a:gd name="connsiteY4" fmla="*/ 659755 h 659755"/>
                <a:gd name="connsiteX5" fmla="*/ 8828 w 417923"/>
                <a:gd name="connsiteY5" fmla="*/ 658360 h 659755"/>
                <a:gd name="connsiteX6" fmla="*/ 285697 w 417923"/>
                <a:gd name="connsiteY6" fmla="*/ 83200 h 659755"/>
                <a:gd name="connsiteX0" fmla="*/ 285697 w 417951"/>
                <a:gd name="connsiteY0" fmla="*/ 83200 h 659755"/>
                <a:gd name="connsiteX1" fmla="*/ 369517 w 417951"/>
                <a:gd name="connsiteY1" fmla="*/ 1531 h 659755"/>
                <a:gd name="connsiteX2" fmla="*/ 417706 w 417951"/>
                <a:gd name="connsiteY2" fmla="*/ 55627 h 659755"/>
                <a:gd name="connsiteX3" fmla="*/ 316053 w 417951"/>
                <a:gd name="connsiteY3" fmla="*/ 132717 h 659755"/>
                <a:gd name="connsiteX4" fmla="*/ 47472 w 417951"/>
                <a:gd name="connsiteY4" fmla="*/ 659755 h 659755"/>
                <a:gd name="connsiteX5" fmla="*/ 8828 w 417951"/>
                <a:gd name="connsiteY5" fmla="*/ 658360 h 659755"/>
                <a:gd name="connsiteX6" fmla="*/ 285697 w 417951"/>
                <a:gd name="connsiteY6" fmla="*/ 83200 h 659755"/>
                <a:gd name="connsiteX0" fmla="*/ 285697 w 417950"/>
                <a:gd name="connsiteY0" fmla="*/ 86271 h 662826"/>
                <a:gd name="connsiteX1" fmla="*/ 369361 w 417950"/>
                <a:gd name="connsiteY1" fmla="*/ 1213 h 662826"/>
                <a:gd name="connsiteX2" fmla="*/ 417706 w 417950"/>
                <a:gd name="connsiteY2" fmla="*/ 58698 h 662826"/>
                <a:gd name="connsiteX3" fmla="*/ 316053 w 417950"/>
                <a:gd name="connsiteY3" fmla="*/ 135788 h 662826"/>
                <a:gd name="connsiteX4" fmla="*/ 47472 w 417950"/>
                <a:gd name="connsiteY4" fmla="*/ 662826 h 662826"/>
                <a:gd name="connsiteX5" fmla="*/ 8828 w 417950"/>
                <a:gd name="connsiteY5" fmla="*/ 661431 h 662826"/>
                <a:gd name="connsiteX6" fmla="*/ 285697 w 417950"/>
                <a:gd name="connsiteY6" fmla="*/ 86271 h 662826"/>
                <a:gd name="connsiteX0" fmla="*/ 285697 w 417950"/>
                <a:gd name="connsiteY0" fmla="*/ 85058 h 661613"/>
                <a:gd name="connsiteX1" fmla="*/ 369361 w 417950"/>
                <a:gd name="connsiteY1" fmla="*/ 0 h 661613"/>
                <a:gd name="connsiteX2" fmla="*/ 417706 w 417950"/>
                <a:gd name="connsiteY2" fmla="*/ 57485 h 661613"/>
                <a:gd name="connsiteX3" fmla="*/ 316053 w 417950"/>
                <a:gd name="connsiteY3" fmla="*/ 134575 h 661613"/>
                <a:gd name="connsiteX4" fmla="*/ 47472 w 417950"/>
                <a:gd name="connsiteY4" fmla="*/ 661613 h 661613"/>
                <a:gd name="connsiteX5" fmla="*/ 8828 w 417950"/>
                <a:gd name="connsiteY5" fmla="*/ 660218 h 661613"/>
                <a:gd name="connsiteX6" fmla="*/ 285697 w 417950"/>
                <a:gd name="connsiteY6" fmla="*/ 85058 h 661613"/>
                <a:gd name="connsiteX0" fmla="*/ 285697 w 417950"/>
                <a:gd name="connsiteY0" fmla="*/ 85058 h 661613"/>
                <a:gd name="connsiteX1" fmla="*/ 369361 w 417950"/>
                <a:gd name="connsiteY1" fmla="*/ 0 h 661613"/>
                <a:gd name="connsiteX2" fmla="*/ 417706 w 417950"/>
                <a:gd name="connsiteY2" fmla="*/ 57485 h 661613"/>
                <a:gd name="connsiteX3" fmla="*/ 316053 w 417950"/>
                <a:gd name="connsiteY3" fmla="*/ 134575 h 661613"/>
                <a:gd name="connsiteX4" fmla="*/ 47472 w 417950"/>
                <a:gd name="connsiteY4" fmla="*/ 661613 h 661613"/>
                <a:gd name="connsiteX5" fmla="*/ 8828 w 417950"/>
                <a:gd name="connsiteY5" fmla="*/ 660218 h 661613"/>
                <a:gd name="connsiteX6" fmla="*/ 285697 w 417950"/>
                <a:gd name="connsiteY6" fmla="*/ 85058 h 661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7950" h="661613">
                  <a:moveTo>
                    <a:pt x="285697" y="85058"/>
                  </a:moveTo>
                  <a:cubicBezTo>
                    <a:pt x="337929" y="-4394"/>
                    <a:pt x="360574" y="348"/>
                    <a:pt x="369361" y="0"/>
                  </a:cubicBezTo>
                  <a:cubicBezTo>
                    <a:pt x="389001" y="4418"/>
                    <a:pt x="421068" y="32270"/>
                    <a:pt x="417706" y="57485"/>
                  </a:cubicBezTo>
                  <a:cubicBezTo>
                    <a:pt x="414344" y="82700"/>
                    <a:pt x="343019" y="120067"/>
                    <a:pt x="316053" y="134575"/>
                  </a:cubicBezTo>
                  <a:cubicBezTo>
                    <a:pt x="274835" y="141264"/>
                    <a:pt x="15492" y="319097"/>
                    <a:pt x="47472" y="661613"/>
                  </a:cubicBezTo>
                  <a:lnTo>
                    <a:pt x="8828" y="660218"/>
                  </a:lnTo>
                  <a:cubicBezTo>
                    <a:pt x="-44666" y="381903"/>
                    <a:pt x="157139" y="181687"/>
                    <a:pt x="285697" y="8505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ABC841F4-2507-C5E5-D6D9-23561EF79483}"/>
                </a:ext>
              </a:extLst>
            </p:cNvPr>
            <p:cNvSpPr/>
            <p:nvPr/>
          </p:nvSpPr>
          <p:spPr>
            <a:xfrm>
              <a:off x="4343401" y="4676775"/>
              <a:ext cx="409574" cy="147638"/>
            </a:xfrm>
            <a:custGeom>
              <a:avLst/>
              <a:gdLst>
                <a:gd name="connsiteX0" fmla="*/ 0 w 345281"/>
                <a:gd name="connsiteY0" fmla="*/ 0 h 216694"/>
                <a:gd name="connsiteX1" fmla="*/ 345281 w 345281"/>
                <a:gd name="connsiteY1" fmla="*/ 0 h 216694"/>
                <a:gd name="connsiteX2" fmla="*/ 345281 w 345281"/>
                <a:gd name="connsiteY2" fmla="*/ 216694 h 216694"/>
                <a:gd name="connsiteX3" fmla="*/ 0 w 345281"/>
                <a:gd name="connsiteY3" fmla="*/ 216694 h 216694"/>
                <a:gd name="connsiteX4" fmla="*/ 0 w 345281"/>
                <a:gd name="connsiteY4" fmla="*/ 0 h 216694"/>
                <a:gd name="connsiteX0" fmla="*/ 14288 w 345281"/>
                <a:gd name="connsiteY0" fmla="*/ 61912 h 216694"/>
                <a:gd name="connsiteX1" fmla="*/ 345281 w 345281"/>
                <a:gd name="connsiteY1" fmla="*/ 0 h 216694"/>
                <a:gd name="connsiteX2" fmla="*/ 345281 w 345281"/>
                <a:gd name="connsiteY2" fmla="*/ 216694 h 216694"/>
                <a:gd name="connsiteX3" fmla="*/ 0 w 345281"/>
                <a:gd name="connsiteY3" fmla="*/ 216694 h 216694"/>
                <a:gd name="connsiteX4" fmla="*/ 14288 w 345281"/>
                <a:gd name="connsiteY4" fmla="*/ 61912 h 216694"/>
                <a:gd name="connsiteX0" fmla="*/ 14288 w 409574"/>
                <a:gd name="connsiteY0" fmla="*/ 0 h 154782"/>
                <a:gd name="connsiteX1" fmla="*/ 409574 w 409574"/>
                <a:gd name="connsiteY1" fmla="*/ 11906 h 154782"/>
                <a:gd name="connsiteX2" fmla="*/ 345281 w 409574"/>
                <a:gd name="connsiteY2" fmla="*/ 154782 h 154782"/>
                <a:gd name="connsiteX3" fmla="*/ 0 w 409574"/>
                <a:gd name="connsiteY3" fmla="*/ 154782 h 154782"/>
                <a:gd name="connsiteX4" fmla="*/ 14288 w 409574"/>
                <a:gd name="connsiteY4" fmla="*/ 0 h 154782"/>
                <a:gd name="connsiteX0" fmla="*/ 14288 w 409574"/>
                <a:gd name="connsiteY0" fmla="*/ 0 h 154782"/>
                <a:gd name="connsiteX1" fmla="*/ 409574 w 409574"/>
                <a:gd name="connsiteY1" fmla="*/ 11906 h 154782"/>
                <a:gd name="connsiteX2" fmla="*/ 345281 w 409574"/>
                <a:gd name="connsiteY2" fmla="*/ 154782 h 154782"/>
                <a:gd name="connsiteX3" fmla="*/ 0 w 409574"/>
                <a:gd name="connsiteY3" fmla="*/ 154782 h 154782"/>
                <a:gd name="connsiteX4" fmla="*/ 14288 w 409574"/>
                <a:gd name="connsiteY4" fmla="*/ 0 h 154782"/>
                <a:gd name="connsiteX0" fmla="*/ 2382 w 409574"/>
                <a:gd name="connsiteY0" fmla="*/ 0 h 147638"/>
                <a:gd name="connsiteX1" fmla="*/ 409574 w 409574"/>
                <a:gd name="connsiteY1" fmla="*/ 4762 h 147638"/>
                <a:gd name="connsiteX2" fmla="*/ 345281 w 409574"/>
                <a:gd name="connsiteY2" fmla="*/ 147638 h 147638"/>
                <a:gd name="connsiteX3" fmla="*/ 0 w 409574"/>
                <a:gd name="connsiteY3" fmla="*/ 147638 h 147638"/>
                <a:gd name="connsiteX4" fmla="*/ 2382 w 409574"/>
                <a:gd name="connsiteY4" fmla="*/ 0 h 147638"/>
                <a:gd name="connsiteX0" fmla="*/ 2382 w 409574"/>
                <a:gd name="connsiteY0" fmla="*/ 0 h 147638"/>
                <a:gd name="connsiteX1" fmla="*/ 409574 w 409574"/>
                <a:gd name="connsiteY1" fmla="*/ 4762 h 147638"/>
                <a:gd name="connsiteX2" fmla="*/ 345281 w 409574"/>
                <a:gd name="connsiteY2" fmla="*/ 147638 h 147638"/>
                <a:gd name="connsiteX3" fmla="*/ 0 w 409574"/>
                <a:gd name="connsiteY3" fmla="*/ 147638 h 147638"/>
                <a:gd name="connsiteX4" fmla="*/ 2382 w 409574"/>
                <a:gd name="connsiteY4" fmla="*/ 0 h 14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574" h="147638">
                  <a:moveTo>
                    <a:pt x="2382" y="0"/>
                  </a:moveTo>
                  <a:cubicBezTo>
                    <a:pt x="141287" y="25400"/>
                    <a:pt x="125412" y="36512"/>
                    <a:pt x="409574" y="4762"/>
                  </a:cubicBezTo>
                  <a:lnTo>
                    <a:pt x="345281" y="147638"/>
                  </a:lnTo>
                  <a:lnTo>
                    <a:pt x="0" y="147638"/>
                  </a:lnTo>
                  <a:lnTo>
                    <a:pt x="2382" y="0"/>
                  </a:lnTo>
                  <a:close/>
                </a:path>
              </a:pathLst>
            </a:custGeom>
            <a:grp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6076C74-58D6-4707-986E-4255857D4DB8}"/>
                </a:ext>
              </a:extLst>
            </p:cNvPr>
            <p:cNvSpPr/>
            <p:nvPr/>
          </p:nvSpPr>
          <p:spPr>
            <a:xfrm>
              <a:off x="4265612" y="4643436"/>
              <a:ext cx="603250" cy="61211"/>
            </a:xfrm>
            <a:custGeom>
              <a:avLst/>
              <a:gdLst>
                <a:gd name="connsiteX0" fmla="*/ 0 w 584200"/>
                <a:gd name="connsiteY0" fmla="*/ 0 h 38100"/>
                <a:gd name="connsiteX1" fmla="*/ 584200 w 584200"/>
                <a:gd name="connsiteY1" fmla="*/ 38100 h 38100"/>
                <a:gd name="connsiteX2" fmla="*/ 584200 w 584200"/>
                <a:gd name="connsiteY2" fmla="*/ 38100 h 38100"/>
                <a:gd name="connsiteX0" fmla="*/ 0 w 624682"/>
                <a:gd name="connsiteY0" fmla="*/ 21431 h 21431"/>
                <a:gd name="connsiteX1" fmla="*/ 624682 w 624682"/>
                <a:gd name="connsiteY1" fmla="*/ 0 h 21431"/>
                <a:gd name="connsiteX2" fmla="*/ 624682 w 624682"/>
                <a:gd name="connsiteY2" fmla="*/ 0 h 21431"/>
                <a:gd name="connsiteX0" fmla="*/ 0 w 634207"/>
                <a:gd name="connsiteY0" fmla="*/ 30956 h 30956"/>
                <a:gd name="connsiteX1" fmla="*/ 624682 w 634207"/>
                <a:gd name="connsiteY1" fmla="*/ 9525 h 30956"/>
                <a:gd name="connsiteX2" fmla="*/ 634207 w 634207"/>
                <a:gd name="connsiteY2" fmla="*/ 0 h 30956"/>
                <a:gd name="connsiteX0" fmla="*/ 0 w 624682"/>
                <a:gd name="connsiteY0" fmla="*/ 21431 h 21431"/>
                <a:gd name="connsiteX1" fmla="*/ 624682 w 624682"/>
                <a:gd name="connsiteY1" fmla="*/ 0 h 21431"/>
                <a:gd name="connsiteX0" fmla="*/ 0 w 636588"/>
                <a:gd name="connsiteY0" fmla="*/ 28575 h 28575"/>
                <a:gd name="connsiteX1" fmla="*/ 636588 w 636588"/>
                <a:gd name="connsiteY1" fmla="*/ 0 h 28575"/>
                <a:gd name="connsiteX0" fmla="*/ 0 w 636588"/>
                <a:gd name="connsiteY0" fmla="*/ 28575 h 81925"/>
                <a:gd name="connsiteX1" fmla="*/ 636588 w 636588"/>
                <a:gd name="connsiteY1" fmla="*/ 0 h 81925"/>
                <a:gd name="connsiteX0" fmla="*/ 0 w 636588"/>
                <a:gd name="connsiteY0" fmla="*/ 36631 h 36631"/>
                <a:gd name="connsiteX1" fmla="*/ 636588 w 636588"/>
                <a:gd name="connsiteY1" fmla="*/ 8056 h 36631"/>
                <a:gd name="connsiteX0" fmla="*/ 0 w 636588"/>
                <a:gd name="connsiteY0" fmla="*/ 32113 h 86922"/>
                <a:gd name="connsiteX1" fmla="*/ 418307 w 636588"/>
                <a:gd name="connsiteY1" fmla="*/ 84501 h 86922"/>
                <a:gd name="connsiteX2" fmla="*/ 636588 w 636588"/>
                <a:gd name="connsiteY2" fmla="*/ 3538 h 86922"/>
                <a:gd name="connsiteX0" fmla="*/ 0 w 636588"/>
                <a:gd name="connsiteY0" fmla="*/ 35527 h 88372"/>
                <a:gd name="connsiteX1" fmla="*/ 418307 w 636588"/>
                <a:gd name="connsiteY1" fmla="*/ 87915 h 88372"/>
                <a:gd name="connsiteX2" fmla="*/ 636588 w 636588"/>
                <a:gd name="connsiteY2" fmla="*/ 6952 h 88372"/>
                <a:gd name="connsiteX0" fmla="*/ 0 w 636588"/>
                <a:gd name="connsiteY0" fmla="*/ 35527 h 87915"/>
                <a:gd name="connsiteX1" fmla="*/ 418307 w 636588"/>
                <a:gd name="connsiteY1" fmla="*/ 87915 h 87915"/>
                <a:gd name="connsiteX2" fmla="*/ 636588 w 636588"/>
                <a:gd name="connsiteY2" fmla="*/ 6952 h 87915"/>
                <a:gd name="connsiteX0" fmla="*/ 0 w 636588"/>
                <a:gd name="connsiteY0" fmla="*/ 28575 h 80963"/>
                <a:gd name="connsiteX1" fmla="*/ 418307 w 636588"/>
                <a:gd name="connsiteY1" fmla="*/ 80963 h 80963"/>
                <a:gd name="connsiteX2" fmla="*/ 636588 w 636588"/>
                <a:gd name="connsiteY2" fmla="*/ 0 h 80963"/>
                <a:gd name="connsiteX0" fmla="*/ 0 w 636588"/>
                <a:gd name="connsiteY0" fmla="*/ 28575 h 80963"/>
                <a:gd name="connsiteX1" fmla="*/ 418307 w 636588"/>
                <a:gd name="connsiteY1" fmla="*/ 80963 h 80963"/>
                <a:gd name="connsiteX2" fmla="*/ 636588 w 636588"/>
                <a:gd name="connsiteY2" fmla="*/ 0 h 80963"/>
                <a:gd name="connsiteX0" fmla="*/ 0 w 636588"/>
                <a:gd name="connsiteY0" fmla="*/ 28575 h 80963"/>
                <a:gd name="connsiteX1" fmla="*/ 418307 w 636588"/>
                <a:gd name="connsiteY1" fmla="*/ 80963 h 80963"/>
                <a:gd name="connsiteX2" fmla="*/ 636588 w 636588"/>
                <a:gd name="connsiteY2" fmla="*/ 0 h 80963"/>
                <a:gd name="connsiteX0" fmla="*/ 0 w 636588"/>
                <a:gd name="connsiteY0" fmla="*/ 28575 h 28575"/>
                <a:gd name="connsiteX1" fmla="*/ 636588 w 636588"/>
                <a:gd name="connsiteY1" fmla="*/ 0 h 28575"/>
                <a:gd name="connsiteX0" fmla="*/ 0 w 636588"/>
                <a:gd name="connsiteY0" fmla="*/ 28575 h 68273"/>
                <a:gd name="connsiteX1" fmla="*/ 636588 w 636588"/>
                <a:gd name="connsiteY1" fmla="*/ 0 h 68273"/>
                <a:gd name="connsiteX0" fmla="*/ 0 w 617538"/>
                <a:gd name="connsiteY0" fmla="*/ 38100 h 71379"/>
                <a:gd name="connsiteX1" fmla="*/ 617538 w 617538"/>
                <a:gd name="connsiteY1" fmla="*/ 0 h 71379"/>
                <a:gd name="connsiteX0" fmla="*/ 0 w 617538"/>
                <a:gd name="connsiteY0" fmla="*/ 38100 h 38100"/>
                <a:gd name="connsiteX1" fmla="*/ 617538 w 617538"/>
                <a:gd name="connsiteY1" fmla="*/ 0 h 38100"/>
                <a:gd name="connsiteX0" fmla="*/ 0 w 617538"/>
                <a:gd name="connsiteY0" fmla="*/ 38100 h 80124"/>
                <a:gd name="connsiteX1" fmla="*/ 617538 w 617538"/>
                <a:gd name="connsiteY1" fmla="*/ 0 h 80124"/>
                <a:gd name="connsiteX0" fmla="*/ 0 w 603250"/>
                <a:gd name="connsiteY0" fmla="*/ 26194 h 70642"/>
                <a:gd name="connsiteX1" fmla="*/ 603250 w 603250"/>
                <a:gd name="connsiteY1" fmla="*/ 0 h 70642"/>
                <a:gd name="connsiteX0" fmla="*/ 0 w 603250"/>
                <a:gd name="connsiteY0" fmla="*/ 26194 h 61211"/>
                <a:gd name="connsiteX1" fmla="*/ 603250 w 603250"/>
                <a:gd name="connsiteY1" fmla="*/ 0 h 61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3250" h="61211">
                  <a:moveTo>
                    <a:pt x="0" y="26194"/>
                  </a:moveTo>
                  <a:cubicBezTo>
                    <a:pt x="478896" y="114301"/>
                    <a:pt x="505354" y="9524"/>
                    <a:pt x="60325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FBA58C6-6BB7-9785-C43E-02418F1C3AA4}"/>
              </a:ext>
            </a:extLst>
          </p:cNvPr>
          <p:cNvGrpSpPr/>
          <p:nvPr/>
        </p:nvGrpSpPr>
        <p:grpSpPr>
          <a:xfrm>
            <a:off x="4263295" y="1375957"/>
            <a:ext cx="3497006" cy="5866228"/>
            <a:chOff x="2903092" y="736050"/>
            <a:chExt cx="3497006" cy="5866228"/>
          </a:xfrm>
        </p:grpSpPr>
        <p:sp>
          <p:nvSpPr>
            <p:cNvPr id="25" name="Rectangle 56">
              <a:extLst>
                <a:ext uri="{FF2B5EF4-FFF2-40B4-BE49-F238E27FC236}">
                  <a16:creationId xmlns:a16="http://schemas.microsoft.com/office/drawing/2014/main" id="{04799D21-057A-1C8D-4170-23FCB9517ECE}"/>
                </a:ext>
              </a:extLst>
            </p:cNvPr>
            <p:cNvSpPr/>
            <p:nvPr/>
          </p:nvSpPr>
          <p:spPr>
            <a:xfrm rot="1470398">
              <a:off x="2903092" y="736050"/>
              <a:ext cx="3328289" cy="1725399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  <a:gd name="connsiteX0" fmla="*/ 0 w 758603"/>
                <a:gd name="connsiteY0" fmla="*/ 167104 h 317929"/>
                <a:gd name="connsiteX1" fmla="*/ 758603 w 758603"/>
                <a:gd name="connsiteY1" fmla="*/ 165718 h 317929"/>
                <a:gd name="connsiteX2" fmla="*/ 0 w 758603"/>
                <a:gd name="connsiteY2" fmla="*/ 167104 h 317929"/>
                <a:gd name="connsiteX0" fmla="*/ 0 w 758603"/>
                <a:gd name="connsiteY0" fmla="*/ 191746 h 342571"/>
                <a:gd name="connsiteX1" fmla="*/ 758603 w 758603"/>
                <a:gd name="connsiteY1" fmla="*/ 190360 h 342571"/>
                <a:gd name="connsiteX2" fmla="*/ 0 w 758603"/>
                <a:gd name="connsiteY2" fmla="*/ 191746 h 342571"/>
                <a:gd name="connsiteX0" fmla="*/ 0 w 758603"/>
                <a:gd name="connsiteY0" fmla="*/ 191746 h 357640"/>
                <a:gd name="connsiteX1" fmla="*/ 758603 w 758603"/>
                <a:gd name="connsiteY1" fmla="*/ 190360 h 357640"/>
                <a:gd name="connsiteX2" fmla="*/ 0 w 758603"/>
                <a:gd name="connsiteY2" fmla="*/ 191746 h 357640"/>
                <a:gd name="connsiteX0" fmla="*/ 0 w 758603"/>
                <a:gd name="connsiteY0" fmla="*/ 191746 h 424125"/>
                <a:gd name="connsiteX1" fmla="*/ 758603 w 758603"/>
                <a:gd name="connsiteY1" fmla="*/ 190360 h 424125"/>
                <a:gd name="connsiteX2" fmla="*/ 0 w 758603"/>
                <a:gd name="connsiteY2" fmla="*/ 191746 h 424125"/>
                <a:gd name="connsiteX0" fmla="*/ 0 w 758603"/>
                <a:gd name="connsiteY0" fmla="*/ 76171 h 308550"/>
                <a:gd name="connsiteX1" fmla="*/ 758603 w 758603"/>
                <a:gd name="connsiteY1" fmla="*/ 74785 h 308550"/>
                <a:gd name="connsiteX2" fmla="*/ 0 w 758603"/>
                <a:gd name="connsiteY2" fmla="*/ 76171 h 308550"/>
                <a:gd name="connsiteX0" fmla="*/ 0 w 758603"/>
                <a:gd name="connsiteY0" fmla="*/ 174119 h 406498"/>
                <a:gd name="connsiteX1" fmla="*/ 758603 w 758603"/>
                <a:gd name="connsiteY1" fmla="*/ 172733 h 406498"/>
                <a:gd name="connsiteX2" fmla="*/ 0 w 758603"/>
                <a:gd name="connsiteY2" fmla="*/ 174119 h 406498"/>
                <a:gd name="connsiteX0" fmla="*/ 0 w 758603"/>
                <a:gd name="connsiteY0" fmla="*/ 163632 h 396011"/>
                <a:gd name="connsiteX1" fmla="*/ 758603 w 758603"/>
                <a:gd name="connsiteY1" fmla="*/ 162246 h 396011"/>
                <a:gd name="connsiteX2" fmla="*/ 0 w 758603"/>
                <a:gd name="connsiteY2" fmla="*/ 163632 h 396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8603" h="396011">
                  <a:moveTo>
                    <a:pt x="0" y="163632"/>
                  </a:moveTo>
                  <a:cubicBezTo>
                    <a:pt x="185997" y="179710"/>
                    <a:pt x="610647" y="-211495"/>
                    <a:pt x="758603" y="162246"/>
                  </a:cubicBezTo>
                  <a:cubicBezTo>
                    <a:pt x="695469" y="502614"/>
                    <a:pt x="105249" y="443451"/>
                    <a:pt x="0" y="163632"/>
                  </a:cubicBezTo>
                  <a:close/>
                </a:path>
              </a:pathLst>
            </a:custGeom>
            <a:solidFill>
              <a:srgbClr val="31AF2A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7">
              <a:extLst>
                <a:ext uri="{FF2B5EF4-FFF2-40B4-BE49-F238E27FC236}">
                  <a16:creationId xmlns:a16="http://schemas.microsoft.com/office/drawing/2014/main" id="{4162C784-EE9F-05F9-1847-DCC7EDC65E3D}"/>
                </a:ext>
              </a:extLst>
            </p:cNvPr>
            <p:cNvSpPr/>
            <p:nvPr/>
          </p:nvSpPr>
          <p:spPr>
            <a:xfrm rot="2908525">
              <a:off x="4132460" y="1318944"/>
              <a:ext cx="2162777" cy="101242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70F4BDF-9165-93B7-05AA-B1D40445E6E7}"/>
                </a:ext>
              </a:extLst>
            </p:cNvPr>
            <p:cNvSpPr/>
            <p:nvPr/>
          </p:nvSpPr>
          <p:spPr>
            <a:xfrm>
              <a:off x="3192650" y="4277533"/>
              <a:ext cx="2386739" cy="2324745"/>
            </a:xfrm>
            <a:prstGeom prst="ellipse">
              <a:avLst/>
            </a:prstGeom>
            <a:solidFill>
              <a:srgbClr val="CA020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57">
              <a:extLst>
                <a:ext uri="{FF2B5EF4-FFF2-40B4-BE49-F238E27FC236}">
                  <a16:creationId xmlns:a16="http://schemas.microsoft.com/office/drawing/2014/main" id="{8B548B94-4A26-04FE-8519-F5193865303D}"/>
                </a:ext>
              </a:extLst>
            </p:cNvPr>
            <p:cNvSpPr/>
            <p:nvPr/>
          </p:nvSpPr>
          <p:spPr>
            <a:xfrm rot="808928">
              <a:off x="4758678" y="1803523"/>
              <a:ext cx="1641420" cy="3158710"/>
            </a:xfrm>
            <a:custGeom>
              <a:avLst/>
              <a:gdLst>
                <a:gd name="connsiteX0" fmla="*/ 0 w 45719"/>
                <a:gd name="connsiteY0" fmla="*/ 0 h 357564"/>
                <a:gd name="connsiteX1" fmla="*/ 45719 w 45719"/>
                <a:gd name="connsiteY1" fmla="*/ 0 h 357564"/>
                <a:gd name="connsiteX2" fmla="*/ 45719 w 45719"/>
                <a:gd name="connsiteY2" fmla="*/ 357564 h 357564"/>
                <a:gd name="connsiteX3" fmla="*/ 0 w 45719"/>
                <a:gd name="connsiteY3" fmla="*/ 357564 h 357564"/>
                <a:gd name="connsiteX4" fmla="*/ 0 w 45719"/>
                <a:gd name="connsiteY4" fmla="*/ 0 h 357564"/>
                <a:gd name="connsiteX0" fmla="*/ 0 w 93054"/>
                <a:gd name="connsiteY0" fmla="*/ 0 h 357564"/>
                <a:gd name="connsiteX1" fmla="*/ 93054 w 93054"/>
                <a:gd name="connsiteY1" fmla="*/ 52649 h 357564"/>
                <a:gd name="connsiteX2" fmla="*/ 45719 w 93054"/>
                <a:gd name="connsiteY2" fmla="*/ 357564 h 357564"/>
                <a:gd name="connsiteX3" fmla="*/ 0 w 93054"/>
                <a:gd name="connsiteY3" fmla="*/ 357564 h 357564"/>
                <a:gd name="connsiteX4" fmla="*/ 0 w 93054"/>
                <a:gd name="connsiteY4" fmla="*/ 0 h 357564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247615 w 248506"/>
                <a:gd name="connsiteY0" fmla="*/ 0 h 538616"/>
                <a:gd name="connsiteX1" fmla="*/ 93054 w 248506"/>
                <a:gd name="connsiteY1" fmla="*/ 233701 h 538616"/>
                <a:gd name="connsiteX2" fmla="*/ 45719 w 248506"/>
                <a:gd name="connsiteY2" fmla="*/ 538616 h 538616"/>
                <a:gd name="connsiteX3" fmla="*/ 0 w 248506"/>
                <a:gd name="connsiteY3" fmla="*/ 538616 h 538616"/>
                <a:gd name="connsiteX4" fmla="*/ 247615 w 248506"/>
                <a:gd name="connsiteY4" fmla="*/ 0 h 538616"/>
                <a:gd name="connsiteX0" fmla="*/ 247615 w 340519"/>
                <a:gd name="connsiteY0" fmla="*/ 0 h 538616"/>
                <a:gd name="connsiteX1" fmla="*/ 340519 w 340519"/>
                <a:gd name="connsiteY1" fmla="*/ 33077 h 538616"/>
                <a:gd name="connsiteX2" fmla="*/ 45719 w 340519"/>
                <a:gd name="connsiteY2" fmla="*/ 538616 h 538616"/>
                <a:gd name="connsiteX3" fmla="*/ 0 w 340519"/>
                <a:gd name="connsiteY3" fmla="*/ 538616 h 538616"/>
                <a:gd name="connsiteX4" fmla="*/ 247615 w 340519"/>
                <a:gd name="connsiteY4" fmla="*/ 0 h 538616"/>
                <a:gd name="connsiteX0" fmla="*/ 276869 w 340519"/>
                <a:gd name="connsiteY0" fmla="*/ 0 h 575160"/>
                <a:gd name="connsiteX1" fmla="*/ 340519 w 340519"/>
                <a:gd name="connsiteY1" fmla="*/ 69621 h 575160"/>
                <a:gd name="connsiteX2" fmla="*/ 45719 w 340519"/>
                <a:gd name="connsiteY2" fmla="*/ 575160 h 575160"/>
                <a:gd name="connsiteX3" fmla="*/ 0 w 340519"/>
                <a:gd name="connsiteY3" fmla="*/ 575160 h 575160"/>
                <a:gd name="connsiteX4" fmla="*/ 276869 w 340519"/>
                <a:gd name="connsiteY4" fmla="*/ 0 h 575160"/>
                <a:gd name="connsiteX0" fmla="*/ 276869 w 371381"/>
                <a:gd name="connsiteY0" fmla="*/ 86388 h 661548"/>
                <a:gd name="connsiteX1" fmla="*/ 360689 w 371381"/>
                <a:gd name="connsiteY1" fmla="*/ 4719 h 661548"/>
                <a:gd name="connsiteX2" fmla="*/ 340519 w 371381"/>
                <a:gd name="connsiteY2" fmla="*/ 156009 h 661548"/>
                <a:gd name="connsiteX3" fmla="*/ 45719 w 371381"/>
                <a:gd name="connsiteY3" fmla="*/ 661548 h 661548"/>
                <a:gd name="connsiteX4" fmla="*/ 0 w 371381"/>
                <a:gd name="connsiteY4" fmla="*/ 661548 h 661548"/>
                <a:gd name="connsiteX5" fmla="*/ 276869 w 371381"/>
                <a:gd name="connsiteY5" fmla="*/ 86388 h 661548"/>
                <a:gd name="connsiteX0" fmla="*/ 276869 w 409095"/>
                <a:gd name="connsiteY0" fmla="*/ 86388 h 661548"/>
                <a:gd name="connsiteX1" fmla="*/ 360689 w 409095"/>
                <a:gd name="connsiteY1" fmla="*/ 4719 h 661548"/>
                <a:gd name="connsiteX2" fmla="*/ 408878 w 409095"/>
                <a:gd name="connsiteY2" fmla="*/ 58815 h 661548"/>
                <a:gd name="connsiteX3" fmla="*/ 340519 w 409095"/>
                <a:gd name="connsiteY3" fmla="*/ 156009 h 661548"/>
                <a:gd name="connsiteX4" fmla="*/ 45719 w 409095"/>
                <a:gd name="connsiteY4" fmla="*/ 661548 h 661548"/>
                <a:gd name="connsiteX5" fmla="*/ 0 w 409095"/>
                <a:gd name="connsiteY5" fmla="*/ 661548 h 661548"/>
                <a:gd name="connsiteX6" fmla="*/ 276869 w 409095"/>
                <a:gd name="connsiteY6" fmla="*/ 86388 h 661548"/>
                <a:gd name="connsiteX0" fmla="*/ 285697 w 417923"/>
                <a:gd name="connsiteY0" fmla="*/ 86388 h 661548"/>
                <a:gd name="connsiteX1" fmla="*/ 369517 w 417923"/>
                <a:gd name="connsiteY1" fmla="*/ 4719 h 661548"/>
                <a:gd name="connsiteX2" fmla="*/ 417706 w 417923"/>
                <a:gd name="connsiteY2" fmla="*/ 58815 h 661548"/>
                <a:gd name="connsiteX3" fmla="*/ 349347 w 417923"/>
                <a:gd name="connsiteY3" fmla="*/ 156009 h 661548"/>
                <a:gd name="connsiteX4" fmla="*/ 54547 w 417923"/>
                <a:gd name="connsiteY4" fmla="*/ 661548 h 661548"/>
                <a:gd name="connsiteX5" fmla="*/ 8828 w 417923"/>
                <a:gd name="connsiteY5" fmla="*/ 661548 h 661548"/>
                <a:gd name="connsiteX6" fmla="*/ 285697 w 417923"/>
                <a:gd name="connsiteY6" fmla="*/ 86388 h 661548"/>
                <a:gd name="connsiteX0" fmla="*/ 285697 w 417923"/>
                <a:gd name="connsiteY0" fmla="*/ 86388 h 661548"/>
                <a:gd name="connsiteX1" fmla="*/ 369517 w 417923"/>
                <a:gd name="connsiteY1" fmla="*/ 4719 h 661548"/>
                <a:gd name="connsiteX2" fmla="*/ 417706 w 417923"/>
                <a:gd name="connsiteY2" fmla="*/ 58815 h 661548"/>
                <a:gd name="connsiteX3" fmla="*/ 349347 w 417923"/>
                <a:gd name="connsiteY3" fmla="*/ 156009 h 661548"/>
                <a:gd name="connsiteX4" fmla="*/ 54547 w 417923"/>
                <a:gd name="connsiteY4" fmla="*/ 661548 h 661548"/>
                <a:gd name="connsiteX5" fmla="*/ 8828 w 417923"/>
                <a:gd name="connsiteY5" fmla="*/ 661548 h 661548"/>
                <a:gd name="connsiteX6" fmla="*/ 285697 w 417923"/>
                <a:gd name="connsiteY6" fmla="*/ 86388 h 661548"/>
                <a:gd name="connsiteX0" fmla="*/ 285697 w 417923"/>
                <a:gd name="connsiteY0" fmla="*/ 86388 h 661548"/>
                <a:gd name="connsiteX1" fmla="*/ 369517 w 417923"/>
                <a:gd name="connsiteY1" fmla="*/ 4719 h 661548"/>
                <a:gd name="connsiteX2" fmla="*/ 417706 w 417923"/>
                <a:gd name="connsiteY2" fmla="*/ 58815 h 661548"/>
                <a:gd name="connsiteX3" fmla="*/ 316053 w 417923"/>
                <a:gd name="connsiteY3" fmla="*/ 135905 h 661548"/>
                <a:gd name="connsiteX4" fmla="*/ 54547 w 417923"/>
                <a:gd name="connsiteY4" fmla="*/ 661548 h 661548"/>
                <a:gd name="connsiteX5" fmla="*/ 8828 w 417923"/>
                <a:gd name="connsiteY5" fmla="*/ 661548 h 661548"/>
                <a:gd name="connsiteX6" fmla="*/ 285697 w 417923"/>
                <a:gd name="connsiteY6" fmla="*/ 86388 h 661548"/>
                <a:gd name="connsiteX0" fmla="*/ 285697 w 417923"/>
                <a:gd name="connsiteY0" fmla="*/ 86388 h 661548"/>
                <a:gd name="connsiteX1" fmla="*/ 369517 w 417923"/>
                <a:gd name="connsiteY1" fmla="*/ 4719 h 661548"/>
                <a:gd name="connsiteX2" fmla="*/ 417706 w 417923"/>
                <a:gd name="connsiteY2" fmla="*/ 58815 h 661548"/>
                <a:gd name="connsiteX3" fmla="*/ 316053 w 417923"/>
                <a:gd name="connsiteY3" fmla="*/ 135905 h 661548"/>
                <a:gd name="connsiteX4" fmla="*/ 54547 w 417923"/>
                <a:gd name="connsiteY4" fmla="*/ 661548 h 661548"/>
                <a:gd name="connsiteX5" fmla="*/ 8828 w 417923"/>
                <a:gd name="connsiteY5" fmla="*/ 661548 h 661548"/>
                <a:gd name="connsiteX6" fmla="*/ 285697 w 417923"/>
                <a:gd name="connsiteY6" fmla="*/ 86388 h 661548"/>
                <a:gd name="connsiteX0" fmla="*/ 285697 w 417923"/>
                <a:gd name="connsiteY0" fmla="*/ 86388 h 662943"/>
                <a:gd name="connsiteX1" fmla="*/ 369517 w 417923"/>
                <a:gd name="connsiteY1" fmla="*/ 4719 h 662943"/>
                <a:gd name="connsiteX2" fmla="*/ 417706 w 417923"/>
                <a:gd name="connsiteY2" fmla="*/ 58815 h 662943"/>
                <a:gd name="connsiteX3" fmla="*/ 316053 w 417923"/>
                <a:gd name="connsiteY3" fmla="*/ 135905 h 662943"/>
                <a:gd name="connsiteX4" fmla="*/ 47472 w 417923"/>
                <a:gd name="connsiteY4" fmla="*/ 662943 h 662943"/>
                <a:gd name="connsiteX5" fmla="*/ 8828 w 417923"/>
                <a:gd name="connsiteY5" fmla="*/ 661548 h 662943"/>
                <a:gd name="connsiteX6" fmla="*/ 285697 w 417923"/>
                <a:gd name="connsiteY6" fmla="*/ 86388 h 662943"/>
                <a:gd name="connsiteX0" fmla="*/ 285697 w 417923"/>
                <a:gd name="connsiteY0" fmla="*/ 86388 h 662943"/>
                <a:gd name="connsiteX1" fmla="*/ 369517 w 417923"/>
                <a:gd name="connsiteY1" fmla="*/ 4719 h 662943"/>
                <a:gd name="connsiteX2" fmla="*/ 417706 w 417923"/>
                <a:gd name="connsiteY2" fmla="*/ 58815 h 662943"/>
                <a:gd name="connsiteX3" fmla="*/ 316053 w 417923"/>
                <a:gd name="connsiteY3" fmla="*/ 135905 h 662943"/>
                <a:gd name="connsiteX4" fmla="*/ 47472 w 417923"/>
                <a:gd name="connsiteY4" fmla="*/ 662943 h 662943"/>
                <a:gd name="connsiteX5" fmla="*/ 8828 w 417923"/>
                <a:gd name="connsiteY5" fmla="*/ 661548 h 662943"/>
                <a:gd name="connsiteX6" fmla="*/ 285697 w 417923"/>
                <a:gd name="connsiteY6" fmla="*/ 86388 h 662943"/>
                <a:gd name="connsiteX0" fmla="*/ 285697 w 417923"/>
                <a:gd name="connsiteY0" fmla="*/ 86388 h 662943"/>
                <a:gd name="connsiteX1" fmla="*/ 369517 w 417923"/>
                <a:gd name="connsiteY1" fmla="*/ 4719 h 662943"/>
                <a:gd name="connsiteX2" fmla="*/ 417706 w 417923"/>
                <a:gd name="connsiteY2" fmla="*/ 58815 h 662943"/>
                <a:gd name="connsiteX3" fmla="*/ 316053 w 417923"/>
                <a:gd name="connsiteY3" fmla="*/ 135905 h 662943"/>
                <a:gd name="connsiteX4" fmla="*/ 47472 w 417923"/>
                <a:gd name="connsiteY4" fmla="*/ 662943 h 662943"/>
                <a:gd name="connsiteX5" fmla="*/ 8828 w 417923"/>
                <a:gd name="connsiteY5" fmla="*/ 661548 h 662943"/>
                <a:gd name="connsiteX6" fmla="*/ 285697 w 417923"/>
                <a:gd name="connsiteY6" fmla="*/ 86388 h 662943"/>
                <a:gd name="connsiteX0" fmla="*/ 285697 w 417923"/>
                <a:gd name="connsiteY0" fmla="*/ 83200 h 659755"/>
                <a:gd name="connsiteX1" fmla="*/ 369517 w 417923"/>
                <a:gd name="connsiteY1" fmla="*/ 1531 h 659755"/>
                <a:gd name="connsiteX2" fmla="*/ 417706 w 417923"/>
                <a:gd name="connsiteY2" fmla="*/ 55627 h 659755"/>
                <a:gd name="connsiteX3" fmla="*/ 316053 w 417923"/>
                <a:gd name="connsiteY3" fmla="*/ 132717 h 659755"/>
                <a:gd name="connsiteX4" fmla="*/ 47472 w 417923"/>
                <a:gd name="connsiteY4" fmla="*/ 659755 h 659755"/>
                <a:gd name="connsiteX5" fmla="*/ 8828 w 417923"/>
                <a:gd name="connsiteY5" fmla="*/ 658360 h 659755"/>
                <a:gd name="connsiteX6" fmla="*/ 285697 w 417923"/>
                <a:gd name="connsiteY6" fmla="*/ 83200 h 659755"/>
                <a:gd name="connsiteX0" fmla="*/ 285697 w 417951"/>
                <a:gd name="connsiteY0" fmla="*/ 83200 h 659755"/>
                <a:gd name="connsiteX1" fmla="*/ 369517 w 417951"/>
                <a:gd name="connsiteY1" fmla="*/ 1531 h 659755"/>
                <a:gd name="connsiteX2" fmla="*/ 417706 w 417951"/>
                <a:gd name="connsiteY2" fmla="*/ 55627 h 659755"/>
                <a:gd name="connsiteX3" fmla="*/ 316053 w 417951"/>
                <a:gd name="connsiteY3" fmla="*/ 132717 h 659755"/>
                <a:gd name="connsiteX4" fmla="*/ 47472 w 417951"/>
                <a:gd name="connsiteY4" fmla="*/ 659755 h 659755"/>
                <a:gd name="connsiteX5" fmla="*/ 8828 w 417951"/>
                <a:gd name="connsiteY5" fmla="*/ 658360 h 659755"/>
                <a:gd name="connsiteX6" fmla="*/ 285697 w 417951"/>
                <a:gd name="connsiteY6" fmla="*/ 83200 h 659755"/>
                <a:gd name="connsiteX0" fmla="*/ 285697 w 417950"/>
                <a:gd name="connsiteY0" fmla="*/ 86271 h 662826"/>
                <a:gd name="connsiteX1" fmla="*/ 369361 w 417950"/>
                <a:gd name="connsiteY1" fmla="*/ 1213 h 662826"/>
                <a:gd name="connsiteX2" fmla="*/ 417706 w 417950"/>
                <a:gd name="connsiteY2" fmla="*/ 58698 h 662826"/>
                <a:gd name="connsiteX3" fmla="*/ 316053 w 417950"/>
                <a:gd name="connsiteY3" fmla="*/ 135788 h 662826"/>
                <a:gd name="connsiteX4" fmla="*/ 47472 w 417950"/>
                <a:gd name="connsiteY4" fmla="*/ 662826 h 662826"/>
                <a:gd name="connsiteX5" fmla="*/ 8828 w 417950"/>
                <a:gd name="connsiteY5" fmla="*/ 661431 h 662826"/>
                <a:gd name="connsiteX6" fmla="*/ 285697 w 417950"/>
                <a:gd name="connsiteY6" fmla="*/ 86271 h 662826"/>
                <a:gd name="connsiteX0" fmla="*/ 285697 w 417950"/>
                <a:gd name="connsiteY0" fmla="*/ 85058 h 661613"/>
                <a:gd name="connsiteX1" fmla="*/ 369361 w 417950"/>
                <a:gd name="connsiteY1" fmla="*/ 0 h 661613"/>
                <a:gd name="connsiteX2" fmla="*/ 417706 w 417950"/>
                <a:gd name="connsiteY2" fmla="*/ 57485 h 661613"/>
                <a:gd name="connsiteX3" fmla="*/ 316053 w 417950"/>
                <a:gd name="connsiteY3" fmla="*/ 134575 h 661613"/>
                <a:gd name="connsiteX4" fmla="*/ 47472 w 417950"/>
                <a:gd name="connsiteY4" fmla="*/ 661613 h 661613"/>
                <a:gd name="connsiteX5" fmla="*/ 8828 w 417950"/>
                <a:gd name="connsiteY5" fmla="*/ 660218 h 661613"/>
                <a:gd name="connsiteX6" fmla="*/ 285697 w 417950"/>
                <a:gd name="connsiteY6" fmla="*/ 85058 h 661613"/>
                <a:gd name="connsiteX0" fmla="*/ 285697 w 417950"/>
                <a:gd name="connsiteY0" fmla="*/ 85058 h 661613"/>
                <a:gd name="connsiteX1" fmla="*/ 369361 w 417950"/>
                <a:gd name="connsiteY1" fmla="*/ 0 h 661613"/>
                <a:gd name="connsiteX2" fmla="*/ 417706 w 417950"/>
                <a:gd name="connsiteY2" fmla="*/ 57485 h 661613"/>
                <a:gd name="connsiteX3" fmla="*/ 316053 w 417950"/>
                <a:gd name="connsiteY3" fmla="*/ 134575 h 661613"/>
                <a:gd name="connsiteX4" fmla="*/ 47472 w 417950"/>
                <a:gd name="connsiteY4" fmla="*/ 661613 h 661613"/>
                <a:gd name="connsiteX5" fmla="*/ 8828 w 417950"/>
                <a:gd name="connsiteY5" fmla="*/ 660218 h 661613"/>
                <a:gd name="connsiteX6" fmla="*/ 285697 w 417950"/>
                <a:gd name="connsiteY6" fmla="*/ 85058 h 661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7950" h="661613">
                  <a:moveTo>
                    <a:pt x="285697" y="85058"/>
                  </a:moveTo>
                  <a:cubicBezTo>
                    <a:pt x="337929" y="-4394"/>
                    <a:pt x="360574" y="348"/>
                    <a:pt x="369361" y="0"/>
                  </a:cubicBezTo>
                  <a:cubicBezTo>
                    <a:pt x="389001" y="4418"/>
                    <a:pt x="421068" y="32270"/>
                    <a:pt x="417706" y="57485"/>
                  </a:cubicBezTo>
                  <a:cubicBezTo>
                    <a:pt x="414344" y="82700"/>
                    <a:pt x="343019" y="120067"/>
                    <a:pt x="316053" y="134575"/>
                  </a:cubicBezTo>
                  <a:cubicBezTo>
                    <a:pt x="274835" y="141264"/>
                    <a:pt x="15492" y="319097"/>
                    <a:pt x="47472" y="661613"/>
                  </a:cubicBezTo>
                  <a:lnTo>
                    <a:pt x="8828" y="660218"/>
                  </a:lnTo>
                  <a:cubicBezTo>
                    <a:pt x="-44666" y="381903"/>
                    <a:pt x="157139" y="181687"/>
                    <a:pt x="285697" y="85058"/>
                  </a:cubicBezTo>
                  <a:close/>
                </a:path>
              </a:pathLst>
            </a:custGeom>
            <a:solidFill>
              <a:srgbClr val="5C2718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ectangle 7">
              <a:extLst>
                <a:ext uri="{FF2B5EF4-FFF2-40B4-BE49-F238E27FC236}">
                  <a16:creationId xmlns:a16="http://schemas.microsoft.com/office/drawing/2014/main" id="{11EF734A-795C-CE56-27E8-DFB5DA6C4276}"/>
                </a:ext>
              </a:extLst>
            </p:cNvPr>
            <p:cNvSpPr/>
            <p:nvPr/>
          </p:nvSpPr>
          <p:spPr>
            <a:xfrm>
              <a:off x="4343401" y="4676775"/>
              <a:ext cx="409574" cy="147638"/>
            </a:xfrm>
            <a:custGeom>
              <a:avLst/>
              <a:gdLst>
                <a:gd name="connsiteX0" fmla="*/ 0 w 345281"/>
                <a:gd name="connsiteY0" fmla="*/ 0 h 216694"/>
                <a:gd name="connsiteX1" fmla="*/ 345281 w 345281"/>
                <a:gd name="connsiteY1" fmla="*/ 0 h 216694"/>
                <a:gd name="connsiteX2" fmla="*/ 345281 w 345281"/>
                <a:gd name="connsiteY2" fmla="*/ 216694 h 216694"/>
                <a:gd name="connsiteX3" fmla="*/ 0 w 345281"/>
                <a:gd name="connsiteY3" fmla="*/ 216694 h 216694"/>
                <a:gd name="connsiteX4" fmla="*/ 0 w 345281"/>
                <a:gd name="connsiteY4" fmla="*/ 0 h 216694"/>
                <a:gd name="connsiteX0" fmla="*/ 14288 w 345281"/>
                <a:gd name="connsiteY0" fmla="*/ 61912 h 216694"/>
                <a:gd name="connsiteX1" fmla="*/ 345281 w 345281"/>
                <a:gd name="connsiteY1" fmla="*/ 0 h 216694"/>
                <a:gd name="connsiteX2" fmla="*/ 345281 w 345281"/>
                <a:gd name="connsiteY2" fmla="*/ 216694 h 216694"/>
                <a:gd name="connsiteX3" fmla="*/ 0 w 345281"/>
                <a:gd name="connsiteY3" fmla="*/ 216694 h 216694"/>
                <a:gd name="connsiteX4" fmla="*/ 14288 w 345281"/>
                <a:gd name="connsiteY4" fmla="*/ 61912 h 216694"/>
                <a:gd name="connsiteX0" fmla="*/ 14288 w 409574"/>
                <a:gd name="connsiteY0" fmla="*/ 0 h 154782"/>
                <a:gd name="connsiteX1" fmla="*/ 409574 w 409574"/>
                <a:gd name="connsiteY1" fmla="*/ 11906 h 154782"/>
                <a:gd name="connsiteX2" fmla="*/ 345281 w 409574"/>
                <a:gd name="connsiteY2" fmla="*/ 154782 h 154782"/>
                <a:gd name="connsiteX3" fmla="*/ 0 w 409574"/>
                <a:gd name="connsiteY3" fmla="*/ 154782 h 154782"/>
                <a:gd name="connsiteX4" fmla="*/ 14288 w 409574"/>
                <a:gd name="connsiteY4" fmla="*/ 0 h 154782"/>
                <a:gd name="connsiteX0" fmla="*/ 14288 w 409574"/>
                <a:gd name="connsiteY0" fmla="*/ 0 h 154782"/>
                <a:gd name="connsiteX1" fmla="*/ 409574 w 409574"/>
                <a:gd name="connsiteY1" fmla="*/ 11906 h 154782"/>
                <a:gd name="connsiteX2" fmla="*/ 345281 w 409574"/>
                <a:gd name="connsiteY2" fmla="*/ 154782 h 154782"/>
                <a:gd name="connsiteX3" fmla="*/ 0 w 409574"/>
                <a:gd name="connsiteY3" fmla="*/ 154782 h 154782"/>
                <a:gd name="connsiteX4" fmla="*/ 14288 w 409574"/>
                <a:gd name="connsiteY4" fmla="*/ 0 h 154782"/>
                <a:gd name="connsiteX0" fmla="*/ 2382 w 409574"/>
                <a:gd name="connsiteY0" fmla="*/ 0 h 147638"/>
                <a:gd name="connsiteX1" fmla="*/ 409574 w 409574"/>
                <a:gd name="connsiteY1" fmla="*/ 4762 h 147638"/>
                <a:gd name="connsiteX2" fmla="*/ 345281 w 409574"/>
                <a:gd name="connsiteY2" fmla="*/ 147638 h 147638"/>
                <a:gd name="connsiteX3" fmla="*/ 0 w 409574"/>
                <a:gd name="connsiteY3" fmla="*/ 147638 h 147638"/>
                <a:gd name="connsiteX4" fmla="*/ 2382 w 409574"/>
                <a:gd name="connsiteY4" fmla="*/ 0 h 147638"/>
                <a:gd name="connsiteX0" fmla="*/ 2382 w 409574"/>
                <a:gd name="connsiteY0" fmla="*/ 0 h 147638"/>
                <a:gd name="connsiteX1" fmla="*/ 409574 w 409574"/>
                <a:gd name="connsiteY1" fmla="*/ 4762 h 147638"/>
                <a:gd name="connsiteX2" fmla="*/ 345281 w 409574"/>
                <a:gd name="connsiteY2" fmla="*/ 147638 h 147638"/>
                <a:gd name="connsiteX3" fmla="*/ 0 w 409574"/>
                <a:gd name="connsiteY3" fmla="*/ 147638 h 147638"/>
                <a:gd name="connsiteX4" fmla="*/ 2382 w 409574"/>
                <a:gd name="connsiteY4" fmla="*/ 0 h 14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574" h="147638">
                  <a:moveTo>
                    <a:pt x="2382" y="0"/>
                  </a:moveTo>
                  <a:cubicBezTo>
                    <a:pt x="141287" y="25400"/>
                    <a:pt x="125412" y="36512"/>
                    <a:pt x="409574" y="4762"/>
                  </a:cubicBezTo>
                  <a:lnTo>
                    <a:pt x="345281" y="147638"/>
                  </a:lnTo>
                  <a:lnTo>
                    <a:pt x="0" y="147638"/>
                  </a:lnTo>
                  <a:lnTo>
                    <a:pt x="2382" y="0"/>
                  </a:lnTo>
                  <a:close/>
                </a:path>
              </a:pathLst>
            </a:custGeom>
            <a:solidFill>
              <a:srgbClr val="CA020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E560FF-63B7-7A3A-BCD0-E6D57560C427}"/>
                </a:ext>
              </a:extLst>
            </p:cNvPr>
            <p:cNvSpPr/>
            <p:nvPr/>
          </p:nvSpPr>
          <p:spPr>
            <a:xfrm>
              <a:off x="4265612" y="4643436"/>
              <a:ext cx="603250" cy="61211"/>
            </a:xfrm>
            <a:custGeom>
              <a:avLst/>
              <a:gdLst>
                <a:gd name="connsiteX0" fmla="*/ 0 w 584200"/>
                <a:gd name="connsiteY0" fmla="*/ 0 h 38100"/>
                <a:gd name="connsiteX1" fmla="*/ 584200 w 584200"/>
                <a:gd name="connsiteY1" fmla="*/ 38100 h 38100"/>
                <a:gd name="connsiteX2" fmla="*/ 584200 w 584200"/>
                <a:gd name="connsiteY2" fmla="*/ 38100 h 38100"/>
                <a:gd name="connsiteX0" fmla="*/ 0 w 624682"/>
                <a:gd name="connsiteY0" fmla="*/ 21431 h 21431"/>
                <a:gd name="connsiteX1" fmla="*/ 624682 w 624682"/>
                <a:gd name="connsiteY1" fmla="*/ 0 h 21431"/>
                <a:gd name="connsiteX2" fmla="*/ 624682 w 624682"/>
                <a:gd name="connsiteY2" fmla="*/ 0 h 21431"/>
                <a:gd name="connsiteX0" fmla="*/ 0 w 634207"/>
                <a:gd name="connsiteY0" fmla="*/ 30956 h 30956"/>
                <a:gd name="connsiteX1" fmla="*/ 624682 w 634207"/>
                <a:gd name="connsiteY1" fmla="*/ 9525 h 30956"/>
                <a:gd name="connsiteX2" fmla="*/ 634207 w 634207"/>
                <a:gd name="connsiteY2" fmla="*/ 0 h 30956"/>
                <a:gd name="connsiteX0" fmla="*/ 0 w 624682"/>
                <a:gd name="connsiteY0" fmla="*/ 21431 h 21431"/>
                <a:gd name="connsiteX1" fmla="*/ 624682 w 624682"/>
                <a:gd name="connsiteY1" fmla="*/ 0 h 21431"/>
                <a:gd name="connsiteX0" fmla="*/ 0 w 636588"/>
                <a:gd name="connsiteY0" fmla="*/ 28575 h 28575"/>
                <a:gd name="connsiteX1" fmla="*/ 636588 w 636588"/>
                <a:gd name="connsiteY1" fmla="*/ 0 h 28575"/>
                <a:gd name="connsiteX0" fmla="*/ 0 w 636588"/>
                <a:gd name="connsiteY0" fmla="*/ 28575 h 81925"/>
                <a:gd name="connsiteX1" fmla="*/ 636588 w 636588"/>
                <a:gd name="connsiteY1" fmla="*/ 0 h 81925"/>
                <a:gd name="connsiteX0" fmla="*/ 0 w 636588"/>
                <a:gd name="connsiteY0" fmla="*/ 36631 h 36631"/>
                <a:gd name="connsiteX1" fmla="*/ 636588 w 636588"/>
                <a:gd name="connsiteY1" fmla="*/ 8056 h 36631"/>
                <a:gd name="connsiteX0" fmla="*/ 0 w 636588"/>
                <a:gd name="connsiteY0" fmla="*/ 32113 h 86922"/>
                <a:gd name="connsiteX1" fmla="*/ 418307 w 636588"/>
                <a:gd name="connsiteY1" fmla="*/ 84501 h 86922"/>
                <a:gd name="connsiteX2" fmla="*/ 636588 w 636588"/>
                <a:gd name="connsiteY2" fmla="*/ 3538 h 86922"/>
                <a:gd name="connsiteX0" fmla="*/ 0 w 636588"/>
                <a:gd name="connsiteY0" fmla="*/ 35527 h 88372"/>
                <a:gd name="connsiteX1" fmla="*/ 418307 w 636588"/>
                <a:gd name="connsiteY1" fmla="*/ 87915 h 88372"/>
                <a:gd name="connsiteX2" fmla="*/ 636588 w 636588"/>
                <a:gd name="connsiteY2" fmla="*/ 6952 h 88372"/>
                <a:gd name="connsiteX0" fmla="*/ 0 w 636588"/>
                <a:gd name="connsiteY0" fmla="*/ 35527 h 87915"/>
                <a:gd name="connsiteX1" fmla="*/ 418307 w 636588"/>
                <a:gd name="connsiteY1" fmla="*/ 87915 h 87915"/>
                <a:gd name="connsiteX2" fmla="*/ 636588 w 636588"/>
                <a:gd name="connsiteY2" fmla="*/ 6952 h 87915"/>
                <a:gd name="connsiteX0" fmla="*/ 0 w 636588"/>
                <a:gd name="connsiteY0" fmla="*/ 28575 h 80963"/>
                <a:gd name="connsiteX1" fmla="*/ 418307 w 636588"/>
                <a:gd name="connsiteY1" fmla="*/ 80963 h 80963"/>
                <a:gd name="connsiteX2" fmla="*/ 636588 w 636588"/>
                <a:gd name="connsiteY2" fmla="*/ 0 h 80963"/>
                <a:gd name="connsiteX0" fmla="*/ 0 w 636588"/>
                <a:gd name="connsiteY0" fmla="*/ 28575 h 80963"/>
                <a:gd name="connsiteX1" fmla="*/ 418307 w 636588"/>
                <a:gd name="connsiteY1" fmla="*/ 80963 h 80963"/>
                <a:gd name="connsiteX2" fmla="*/ 636588 w 636588"/>
                <a:gd name="connsiteY2" fmla="*/ 0 h 80963"/>
                <a:gd name="connsiteX0" fmla="*/ 0 w 636588"/>
                <a:gd name="connsiteY0" fmla="*/ 28575 h 80963"/>
                <a:gd name="connsiteX1" fmla="*/ 418307 w 636588"/>
                <a:gd name="connsiteY1" fmla="*/ 80963 h 80963"/>
                <a:gd name="connsiteX2" fmla="*/ 636588 w 636588"/>
                <a:gd name="connsiteY2" fmla="*/ 0 h 80963"/>
                <a:gd name="connsiteX0" fmla="*/ 0 w 636588"/>
                <a:gd name="connsiteY0" fmla="*/ 28575 h 28575"/>
                <a:gd name="connsiteX1" fmla="*/ 636588 w 636588"/>
                <a:gd name="connsiteY1" fmla="*/ 0 h 28575"/>
                <a:gd name="connsiteX0" fmla="*/ 0 w 636588"/>
                <a:gd name="connsiteY0" fmla="*/ 28575 h 68273"/>
                <a:gd name="connsiteX1" fmla="*/ 636588 w 636588"/>
                <a:gd name="connsiteY1" fmla="*/ 0 h 68273"/>
                <a:gd name="connsiteX0" fmla="*/ 0 w 617538"/>
                <a:gd name="connsiteY0" fmla="*/ 38100 h 71379"/>
                <a:gd name="connsiteX1" fmla="*/ 617538 w 617538"/>
                <a:gd name="connsiteY1" fmla="*/ 0 h 71379"/>
                <a:gd name="connsiteX0" fmla="*/ 0 w 617538"/>
                <a:gd name="connsiteY0" fmla="*/ 38100 h 38100"/>
                <a:gd name="connsiteX1" fmla="*/ 617538 w 617538"/>
                <a:gd name="connsiteY1" fmla="*/ 0 h 38100"/>
                <a:gd name="connsiteX0" fmla="*/ 0 w 617538"/>
                <a:gd name="connsiteY0" fmla="*/ 38100 h 80124"/>
                <a:gd name="connsiteX1" fmla="*/ 617538 w 617538"/>
                <a:gd name="connsiteY1" fmla="*/ 0 h 80124"/>
                <a:gd name="connsiteX0" fmla="*/ 0 w 603250"/>
                <a:gd name="connsiteY0" fmla="*/ 26194 h 70642"/>
                <a:gd name="connsiteX1" fmla="*/ 603250 w 603250"/>
                <a:gd name="connsiteY1" fmla="*/ 0 h 70642"/>
                <a:gd name="connsiteX0" fmla="*/ 0 w 603250"/>
                <a:gd name="connsiteY0" fmla="*/ 26194 h 61211"/>
                <a:gd name="connsiteX1" fmla="*/ 603250 w 603250"/>
                <a:gd name="connsiteY1" fmla="*/ 0 h 61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3250" h="61211">
                  <a:moveTo>
                    <a:pt x="0" y="26194"/>
                  </a:moveTo>
                  <a:cubicBezTo>
                    <a:pt x="478896" y="114301"/>
                    <a:pt x="505354" y="9524"/>
                    <a:pt x="60325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13B2838-3AE5-E092-CB5F-C1787F949F29}"/>
              </a:ext>
            </a:extLst>
          </p:cNvPr>
          <p:cNvGrpSpPr/>
          <p:nvPr/>
        </p:nvGrpSpPr>
        <p:grpSpPr>
          <a:xfrm>
            <a:off x="6141375" y="136093"/>
            <a:ext cx="3497006" cy="5866228"/>
            <a:chOff x="2903092" y="736050"/>
            <a:chExt cx="3497006" cy="5866228"/>
          </a:xfrm>
        </p:grpSpPr>
        <p:sp>
          <p:nvSpPr>
            <p:cNvPr id="32" name="Rectangle 56">
              <a:extLst>
                <a:ext uri="{FF2B5EF4-FFF2-40B4-BE49-F238E27FC236}">
                  <a16:creationId xmlns:a16="http://schemas.microsoft.com/office/drawing/2014/main" id="{451AF12C-42EF-0170-9E8A-127CCF5CB215}"/>
                </a:ext>
              </a:extLst>
            </p:cNvPr>
            <p:cNvSpPr/>
            <p:nvPr/>
          </p:nvSpPr>
          <p:spPr>
            <a:xfrm rot="1470398">
              <a:off x="2903092" y="736050"/>
              <a:ext cx="3328289" cy="1725399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  <a:gd name="connsiteX0" fmla="*/ 0 w 758603"/>
                <a:gd name="connsiteY0" fmla="*/ 167104 h 317929"/>
                <a:gd name="connsiteX1" fmla="*/ 758603 w 758603"/>
                <a:gd name="connsiteY1" fmla="*/ 165718 h 317929"/>
                <a:gd name="connsiteX2" fmla="*/ 0 w 758603"/>
                <a:gd name="connsiteY2" fmla="*/ 167104 h 317929"/>
                <a:gd name="connsiteX0" fmla="*/ 0 w 758603"/>
                <a:gd name="connsiteY0" fmla="*/ 191746 h 342571"/>
                <a:gd name="connsiteX1" fmla="*/ 758603 w 758603"/>
                <a:gd name="connsiteY1" fmla="*/ 190360 h 342571"/>
                <a:gd name="connsiteX2" fmla="*/ 0 w 758603"/>
                <a:gd name="connsiteY2" fmla="*/ 191746 h 342571"/>
                <a:gd name="connsiteX0" fmla="*/ 0 w 758603"/>
                <a:gd name="connsiteY0" fmla="*/ 191746 h 357640"/>
                <a:gd name="connsiteX1" fmla="*/ 758603 w 758603"/>
                <a:gd name="connsiteY1" fmla="*/ 190360 h 357640"/>
                <a:gd name="connsiteX2" fmla="*/ 0 w 758603"/>
                <a:gd name="connsiteY2" fmla="*/ 191746 h 357640"/>
                <a:gd name="connsiteX0" fmla="*/ 0 w 758603"/>
                <a:gd name="connsiteY0" fmla="*/ 191746 h 424125"/>
                <a:gd name="connsiteX1" fmla="*/ 758603 w 758603"/>
                <a:gd name="connsiteY1" fmla="*/ 190360 h 424125"/>
                <a:gd name="connsiteX2" fmla="*/ 0 w 758603"/>
                <a:gd name="connsiteY2" fmla="*/ 191746 h 424125"/>
                <a:gd name="connsiteX0" fmla="*/ 0 w 758603"/>
                <a:gd name="connsiteY0" fmla="*/ 76171 h 308550"/>
                <a:gd name="connsiteX1" fmla="*/ 758603 w 758603"/>
                <a:gd name="connsiteY1" fmla="*/ 74785 h 308550"/>
                <a:gd name="connsiteX2" fmla="*/ 0 w 758603"/>
                <a:gd name="connsiteY2" fmla="*/ 76171 h 308550"/>
                <a:gd name="connsiteX0" fmla="*/ 0 w 758603"/>
                <a:gd name="connsiteY0" fmla="*/ 174119 h 406498"/>
                <a:gd name="connsiteX1" fmla="*/ 758603 w 758603"/>
                <a:gd name="connsiteY1" fmla="*/ 172733 h 406498"/>
                <a:gd name="connsiteX2" fmla="*/ 0 w 758603"/>
                <a:gd name="connsiteY2" fmla="*/ 174119 h 406498"/>
                <a:gd name="connsiteX0" fmla="*/ 0 w 758603"/>
                <a:gd name="connsiteY0" fmla="*/ 163632 h 396011"/>
                <a:gd name="connsiteX1" fmla="*/ 758603 w 758603"/>
                <a:gd name="connsiteY1" fmla="*/ 162246 h 396011"/>
                <a:gd name="connsiteX2" fmla="*/ 0 w 758603"/>
                <a:gd name="connsiteY2" fmla="*/ 163632 h 396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8603" h="396011">
                  <a:moveTo>
                    <a:pt x="0" y="163632"/>
                  </a:moveTo>
                  <a:cubicBezTo>
                    <a:pt x="185997" y="179710"/>
                    <a:pt x="610647" y="-211495"/>
                    <a:pt x="758603" y="162246"/>
                  </a:cubicBezTo>
                  <a:cubicBezTo>
                    <a:pt x="695469" y="502614"/>
                    <a:pt x="105249" y="443451"/>
                    <a:pt x="0" y="163632"/>
                  </a:cubicBezTo>
                  <a:close/>
                </a:path>
              </a:pathLst>
            </a:custGeom>
            <a:solidFill>
              <a:srgbClr val="31AF2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6FA2FAB9-3B93-D139-6DEF-BCCAB4DF500D}"/>
                </a:ext>
              </a:extLst>
            </p:cNvPr>
            <p:cNvSpPr/>
            <p:nvPr/>
          </p:nvSpPr>
          <p:spPr>
            <a:xfrm rot="2908525">
              <a:off x="4132460" y="1318944"/>
              <a:ext cx="2162777" cy="101242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C97E9B0-3C0F-9DAE-6DDA-C1AB84253E3B}"/>
                </a:ext>
              </a:extLst>
            </p:cNvPr>
            <p:cNvSpPr/>
            <p:nvPr/>
          </p:nvSpPr>
          <p:spPr>
            <a:xfrm>
              <a:off x="3192650" y="4277533"/>
              <a:ext cx="2386739" cy="2324745"/>
            </a:xfrm>
            <a:prstGeom prst="ellipse">
              <a:avLst/>
            </a:prstGeom>
            <a:solidFill>
              <a:srgbClr val="CA020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57">
              <a:extLst>
                <a:ext uri="{FF2B5EF4-FFF2-40B4-BE49-F238E27FC236}">
                  <a16:creationId xmlns:a16="http://schemas.microsoft.com/office/drawing/2014/main" id="{D869ED84-EC1F-C887-0905-CAA467AB5D54}"/>
                </a:ext>
              </a:extLst>
            </p:cNvPr>
            <p:cNvSpPr/>
            <p:nvPr/>
          </p:nvSpPr>
          <p:spPr>
            <a:xfrm rot="808928">
              <a:off x="4758678" y="1803523"/>
              <a:ext cx="1641420" cy="3158710"/>
            </a:xfrm>
            <a:custGeom>
              <a:avLst/>
              <a:gdLst>
                <a:gd name="connsiteX0" fmla="*/ 0 w 45719"/>
                <a:gd name="connsiteY0" fmla="*/ 0 h 357564"/>
                <a:gd name="connsiteX1" fmla="*/ 45719 w 45719"/>
                <a:gd name="connsiteY1" fmla="*/ 0 h 357564"/>
                <a:gd name="connsiteX2" fmla="*/ 45719 w 45719"/>
                <a:gd name="connsiteY2" fmla="*/ 357564 h 357564"/>
                <a:gd name="connsiteX3" fmla="*/ 0 w 45719"/>
                <a:gd name="connsiteY3" fmla="*/ 357564 h 357564"/>
                <a:gd name="connsiteX4" fmla="*/ 0 w 45719"/>
                <a:gd name="connsiteY4" fmla="*/ 0 h 357564"/>
                <a:gd name="connsiteX0" fmla="*/ 0 w 93054"/>
                <a:gd name="connsiteY0" fmla="*/ 0 h 357564"/>
                <a:gd name="connsiteX1" fmla="*/ 93054 w 93054"/>
                <a:gd name="connsiteY1" fmla="*/ 52649 h 357564"/>
                <a:gd name="connsiteX2" fmla="*/ 45719 w 93054"/>
                <a:gd name="connsiteY2" fmla="*/ 357564 h 357564"/>
                <a:gd name="connsiteX3" fmla="*/ 0 w 93054"/>
                <a:gd name="connsiteY3" fmla="*/ 357564 h 357564"/>
                <a:gd name="connsiteX4" fmla="*/ 0 w 93054"/>
                <a:gd name="connsiteY4" fmla="*/ 0 h 357564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47384 w 93054"/>
                <a:gd name="connsiteY0" fmla="*/ 0 h 352778"/>
                <a:gd name="connsiteX1" fmla="*/ 93054 w 93054"/>
                <a:gd name="connsiteY1" fmla="*/ 47863 h 352778"/>
                <a:gd name="connsiteX2" fmla="*/ 45719 w 93054"/>
                <a:gd name="connsiteY2" fmla="*/ 352778 h 352778"/>
                <a:gd name="connsiteX3" fmla="*/ 0 w 93054"/>
                <a:gd name="connsiteY3" fmla="*/ 352778 h 352778"/>
                <a:gd name="connsiteX4" fmla="*/ 47384 w 93054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67710 w 113380"/>
                <a:gd name="connsiteY0" fmla="*/ 0 h 352778"/>
                <a:gd name="connsiteX1" fmla="*/ 113380 w 113380"/>
                <a:gd name="connsiteY1" fmla="*/ 47863 h 352778"/>
                <a:gd name="connsiteX2" fmla="*/ 66045 w 113380"/>
                <a:gd name="connsiteY2" fmla="*/ 352778 h 352778"/>
                <a:gd name="connsiteX3" fmla="*/ 20326 w 113380"/>
                <a:gd name="connsiteY3" fmla="*/ 352778 h 352778"/>
                <a:gd name="connsiteX4" fmla="*/ 67710 w 113380"/>
                <a:gd name="connsiteY4" fmla="*/ 0 h 352778"/>
                <a:gd name="connsiteX0" fmla="*/ 247615 w 248506"/>
                <a:gd name="connsiteY0" fmla="*/ 0 h 538616"/>
                <a:gd name="connsiteX1" fmla="*/ 93054 w 248506"/>
                <a:gd name="connsiteY1" fmla="*/ 233701 h 538616"/>
                <a:gd name="connsiteX2" fmla="*/ 45719 w 248506"/>
                <a:gd name="connsiteY2" fmla="*/ 538616 h 538616"/>
                <a:gd name="connsiteX3" fmla="*/ 0 w 248506"/>
                <a:gd name="connsiteY3" fmla="*/ 538616 h 538616"/>
                <a:gd name="connsiteX4" fmla="*/ 247615 w 248506"/>
                <a:gd name="connsiteY4" fmla="*/ 0 h 538616"/>
                <a:gd name="connsiteX0" fmla="*/ 247615 w 340519"/>
                <a:gd name="connsiteY0" fmla="*/ 0 h 538616"/>
                <a:gd name="connsiteX1" fmla="*/ 340519 w 340519"/>
                <a:gd name="connsiteY1" fmla="*/ 33077 h 538616"/>
                <a:gd name="connsiteX2" fmla="*/ 45719 w 340519"/>
                <a:gd name="connsiteY2" fmla="*/ 538616 h 538616"/>
                <a:gd name="connsiteX3" fmla="*/ 0 w 340519"/>
                <a:gd name="connsiteY3" fmla="*/ 538616 h 538616"/>
                <a:gd name="connsiteX4" fmla="*/ 247615 w 340519"/>
                <a:gd name="connsiteY4" fmla="*/ 0 h 538616"/>
                <a:gd name="connsiteX0" fmla="*/ 276869 w 340519"/>
                <a:gd name="connsiteY0" fmla="*/ 0 h 575160"/>
                <a:gd name="connsiteX1" fmla="*/ 340519 w 340519"/>
                <a:gd name="connsiteY1" fmla="*/ 69621 h 575160"/>
                <a:gd name="connsiteX2" fmla="*/ 45719 w 340519"/>
                <a:gd name="connsiteY2" fmla="*/ 575160 h 575160"/>
                <a:gd name="connsiteX3" fmla="*/ 0 w 340519"/>
                <a:gd name="connsiteY3" fmla="*/ 575160 h 575160"/>
                <a:gd name="connsiteX4" fmla="*/ 276869 w 340519"/>
                <a:gd name="connsiteY4" fmla="*/ 0 h 575160"/>
                <a:gd name="connsiteX0" fmla="*/ 276869 w 371381"/>
                <a:gd name="connsiteY0" fmla="*/ 86388 h 661548"/>
                <a:gd name="connsiteX1" fmla="*/ 360689 w 371381"/>
                <a:gd name="connsiteY1" fmla="*/ 4719 h 661548"/>
                <a:gd name="connsiteX2" fmla="*/ 340519 w 371381"/>
                <a:gd name="connsiteY2" fmla="*/ 156009 h 661548"/>
                <a:gd name="connsiteX3" fmla="*/ 45719 w 371381"/>
                <a:gd name="connsiteY3" fmla="*/ 661548 h 661548"/>
                <a:gd name="connsiteX4" fmla="*/ 0 w 371381"/>
                <a:gd name="connsiteY4" fmla="*/ 661548 h 661548"/>
                <a:gd name="connsiteX5" fmla="*/ 276869 w 371381"/>
                <a:gd name="connsiteY5" fmla="*/ 86388 h 661548"/>
                <a:gd name="connsiteX0" fmla="*/ 276869 w 409095"/>
                <a:gd name="connsiteY0" fmla="*/ 86388 h 661548"/>
                <a:gd name="connsiteX1" fmla="*/ 360689 w 409095"/>
                <a:gd name="connsiteY1" fmla="*/ 4719 h 661548"/>
                <a:gd name="connsiteX2" fmla="*/ 408878 w 409095"/>
                <a:gd name="connsiteY2" fmla="*/ 58815 h 661548"/>
                <a:gd name="connsiteX3" fmla="*/ 340519 w 409095"/>
                <a:gd name="connsiteY3" fmla="*/ 156009 h 661548"/>
                <a:gd name="connsiteX4" fmla="*/ 45719 w 409095"/>
                <a:gd name="connsiteY4" fmla="*/ 661548 h 661548"/>
                <a:gd name="connsiteX5" fmla="*/ 0 w 409095"/>
                <a:gd name="connsiteY5" fmla="*/ 661548 h 661548"/>
                <a:gd name="connsiteX6" fmla="*/ 276869 w 409095"/>
                <a:gd name="connsiteY6" fmla="*/ 86388 h 661548"/>
                <a:gd name="connsiteX0" fmla="*/ 285697 w 417923"/>
                <a:gd name="connsiteY0" fmla="*/ 86388 h 661548"/>
                <a:gd name="connsiteX1" fmla="*/ 369517 w 417923"/>
                <a:gd name="connsiteY1" fmla="*/ 4719 h 661548"/>
                <a:gd name="connsiteX2" fmla="*/ 417706 w 417923"/>
                <a:gd name="connsiteY2" fmla="*/ 58815 h 661548"/>
                <a:gd name="connsiteX3" fmla="*/ 349347 w 417923"/>
                <a:gd name="connsiteY3" fmla="*/ 156009 h 661548"/>
                <a:gd name="connsiteX4" fmla="*/ 54547 w 417923"/>
                <a:gd name="connsiteY4" fmla="*/ 661548 h 661548"/>
                <a:gd name="connsiteX5" fmla="*/ 8828 w 417923"/>
                <a:gd name="connsiteY5" fmla="*/ 661548 h 661548"/>
                <a:gd name="connsiteX6" fmla="*/ 285697 w 417923"/>
                <a:gd name="connsiteY6" fmla="*/ 86388 h 661548"/>
                <a:gd name="connsiteX0" fmla="*/ 285697 w 417923"/>
                <a:gd name="connsiteY0" fmla="*/ 86388 h 661548"/>
                <a:gd name="connsiteX1" fmla="*/ 369517 w 417923"/>
                <a:gd name="connsiteY1" fmla="*/ 4719 h 661548"/>
                <a:gd name="connsiteX2" fmla="*/ 417706 w 417923"/>
                <a:gd name="connsiteY2" fmla="*/ 58815 h 661548"/>
                <a:gd name="connsiteX3" fmla="*/ 349347 w 417923"/>
                <a:gd name="connsiteY3" fmla="*/ 156009 h 661548"/>
                <a:gd name="connsiteX4" fmla="*/ 54547 w 417923"/>
                <a:gd name="connsiteY4" fmla="*/ 661548 h 661548"/>
                <a:gd name="connsiteX5" fmla="*/ 8828 w 417923"/>
                <a:gd name="connsiteY5" fmla="*/ 661548 h 661548"/>
                <a:gd name="connsiteX6" fmla="*/ 285697 w 417923"/>
                <a:gd name="connsiteY6" fmla="*/ 86388 h 661548"/>
                <a:gd name="connsiteX0" fmla="*/ 285697 w 417923"/>
                <a:gd name="connsiteY0" fmla="*/ 86388 h 661548"/>
                <a:gd name="connsiteX1" fmla="*/ 369517 w 417923"/>
                <a:gd name="connsiteY1" fmla="*/ 4719 h 661548"/>
                <a:gd name="connsiteX2" fmla="*/ 417706 w 417923"/>
                <a:gd name="connsiteY2" fmla="*/ 58815 h 661548"/>
                <a:gd name="connsiteX3" fmla="*/ 316053 w 417923"/>
                <a:gd name="connsiteY3" fmla="*/ 135905 h 661548"/>
                <a:gd name="connsiteX4" fmla="*/ 54547 w 417923"/>
                <a:gd name="connsiteY4" fmla="*/ 661548 h 661548"/>
                <a:gd name="connsiteX5" fmla="*/ 8828 w 417923"/>
                <a:gd name="connsiteY5" fmla="*/ 661548 h 661548"/>
                <a:gd name="connsiteX6" fmla="*/ 285697 w 417923"/>
                <a:gd name="connsiteY6" fmla="*/ 86388 h 661548"/>
                <a:gd name="connsiteX0" fmla="*/ 285697 w 417923"/>
                <a:gd name="connsiteY0" fmla="*/ 86388 h 661548"/>
                <a:gd name="connsiteX1" fmla="*/ 369517 w 417923"/>
                <a:gd name="connsiteY1" fmla="*/ 4719 h 661548"/>
                <a:gd name="connsiteX2" fmla="*/ 417706 w 417923"/>
                <a:gd name="connsiteY2" fmla="*/ 58815 h 661548"/>
                <a:gd name="connsiteX3" fmla="*/ 316053 w 417923"/>
                <a:gd name="connsiteY3" fmla="*/ 135905 h 661548"/>
                <a:gd name="connsiteX4" fmla="*/ 54547 w 417923"/>
                <a:gd name="connsiteY4" fmla="*/ 661548 h 661548"/>
                <a:gd name="connsiteX5" fmla="*/ 8828 w 417923"/>
                <a:gd name="connsiteY5" fmla="*/ 661548 h 661548"/>
                <a:gd name="connsiteX6" fmla="*/ 285697 w 417923"/>
                <a:gd name="connsiteY6" fmla="*/ 86388 h 661548"/>
                <a:gd name="connsiteX0" fmla="*/ 285697 w 417923"/>
                <a:gd name="connsiteY0" fmla="*/ 86388 h 662943"/>
                <a:gd name="connsiteX1" fmla="*/ 369517 w 417923"/>
                <a:gd name="connsiteY1" fmla="*/ 4719 h 662943"/>
                <a:gd name="connsiteX2" fmla="*/ 417706 w 417923"/>
                <a:gd name="connsiteY2" fmla="*/ 58815 h 662943"/>
                <a:gd name="connsiteX3" fmla="*/ 316053 w 417923"/>
                <a:gd name="connsiteY3" fmla="*/ 135905 h 662943"/>
                <a:gd name="connsiteX4" fmla="*/ 47472 w 417923"/>
                <a:gd name="connsiteY4" fmla="*/ 662943 h 662943"/>
                <a:gd name="connsiteX5" fmla="*/ 8828 w 417923"/>
                <a:gd name="connsiteY5" fmla="*/ 661548 h 662943"/>
                <a:gd name="connsiteX6" fmla="*/ 285697 w 417923"/>
                <a:gd name="connsiteY6" fmla="*/ 86388 h 662943"/>
                <a:gd name="connsiteX0" fmla="*/ 285697 w 417923"/>
                <a:gd name="connsiteY0" fmla="*/ 86388 h 662943"/>
                <a:gd name="connsiteX1" fmla="*/ 369517 w 417923"/>
                <a:gd name="connsiteY1" fmla="*/ 4719 h 662943"/>
                <a:gd name="connsiteX2" fmla="*/ 417706 w 417923"/>
                <a:gd name="connsiteY2" fmla="*/ 58815 h 662943"/>
                <a:gd name="connsiteX3" fmla="*/ 316053 w 417923"/>
                <a:gd name="connsiteY3" fmla="*/ 135905 h 662943"/>
                <a:gd name="connsiteX4" fmla="*/ 47472 w 417923"/>
                <a:gd name="connsiteY4" fmla="*/ 662943 h 662943"/>
                <a:gd name="connsiteX5" fmla="*/ 8828 w 417923"/>
                <a:gd name="connsiteY5" fmla="*/ 661548 h 662943"/>
                <a:gd name="connsiteX6" fmla="*/ 285697 w 417923"/>
                <a:gd name="connsiteY6" fmla="*/ 86388 h 662943"/>
                <a:gd name="connsiteX0" fmla="*/ 285697 w 417923"/>
                <a:gd name="connsiteY0" fmla="*/ 86388 h 662943"/>
                <a:gd name="connsiteX1" fmla="*/ 369517 w 417923"/>
                <a:gd name="connsiteY1" fmla="*/ 4719 h 662943"/>
                <a:gd name="connsiteX2" fmla="*/ 417706 w 417923"/>
                <a:gd name="connsiteY2" fmla="*/ 58815 h 662943"/>
                <a:gd name="connsiteX3" fmla="*/ 316053 w 417923"/>
                <a:gd name="connsiteY3" fmla="*/ 135905 h 662943"/>
                <a:gd name="connsiteX4" fmla="*/ 47472 w 417923"/>
                <a:gd name="connsiteY4" fmla="*/ 662943 h 662943"/>
                <a:gd name="connsiteX5" fmla="*/ 8828 w 417923"/>
                <a:gd name="connsiteY5" fmla="*/ 661548 h 662943"/>
                <a:gd name="connsiteX6" fmla="*/ 285697 w 417923"/>
                <a:gd name="connsiteY6" fmla="*/ 86388 h 662943"/>
                <a:gd name="connsiteX0" fmla="*/ 285697 w 417923"/>
                <a:gd name="connsiteY0" fmla="*/ 83200 h 659755"/>
                <a:gd name="connsiteX1" fmla="*/ 369517 w 417923"/>
                <a:gd name="connsiteY1" fmla="*/ 1531 h 659755"/>
                <a:gd name="connsiteX2" fmla="*/ 417706 w 417923"/>
                <a:gd name="connsiteY2" fmla="*/ 55627 h 659755"/>
                <a:gd name="connsiteX3" fmla="*/ 316053 w 417923"/>
                <a:gd name="connsiteY3" fmla="*/ 132717 h 659755"/>
                <a:gd name="connsiteX4" fmla="*/ 47472 w 417923"/>
                <a:gd name="connsiteY4" fmla="*/ 659755 h 659755"/>
                <a:gd name="connsiteX5" fmla="*/ 8828 w 417923"/>
                <a:gd name="connsiteY5" fmla="*/ 658360 h 659755"/>
                <a:gd name="connsiteX6" fmla="*/ 285697 w 417923"/>
                <a:gd name="connsiteY6" fmla="*/ 83200 h 659755"/>
                <a:gd name="connsiteX0" fmla="*/ 285697 w 417951"/>
                <a:gd name="connsiteY0" fmla="*/ 83200 h 659755"/>
                <a:gd name="connsiteX1" fmla="*/ 369517 w 417951"/>
                <a:gd name="connsiteY1" fmla="*/ 1531 h 659755"/>
                <a:gd name="connsiteX2" fmla="*/ 417706 w 417951"/>
                <a:gd name="connsiteY2" fmla="*/ 55627 h 659755"/>
                <a:gd name="connsiteX3" fmla="*/ 316053 w 417951"/>
                <a:gd name="connsiteY3" fmla="*/ 132717 h 659755"/>
                <a:gd name="connsiteX4" fmla="*/ 47472 w 417951"/>
                <a:gd name="connsiteY4" fmla="*/ 659755 h 659755"/>
                <a:gd name="connsiteX5" fmla="*/ 8828 w 417951"/>
                <a:gd name="connsiteY5" fmla="*/ 658360 h 659755"/>
                <a:gd name="connsiteX6" fmla="*/ 285697 w 417951"/>
                <a:gd name="connsiteY6" fmla="*/ 83200 h 659755"/>
                <a:gd name="connsiteX0" fmla="*/ 285697 w 417950"/>
                <a:gd name="connsiteY0" fmla="*/ 86271 h 662826"/>
                <a:gd name="connsiteX1" fmla="*/ 369361 w 417950"/>
                <a:gd name="connsiteY1" fmla="*/ 1213 h 662826"/>
                <a:gd name="connsiteX2" fmla="*/ 417706 w 417950"/>
                <a:gd name="connsiteY2" fmla="*/ 58698 h 662826"/>
                <a:gd name="connsiteX3" fmla="*/ 316053 w 417950"/>
                <a:gd name="connsiteY3" fmla="*/ 135788 h 662826"/>
                <a:gd name="connsiteX4" fmla="*/ 47472 w 417950"/>
                <a:gd name="connsiteY4" fmla="*/ 662826 h 662826"/>
                <a:gd name="connsiteX5" fmla="*/ 8828 w 417950"/>
                <a:gd name="connsiteY5" fmla="*/ 661431 h 662826"/>
                <a:gd name="connsiteX6" fmla="*/ 285697 w 417950"/>
                <a:gd name="connsiteY6" fmla="*/ 86271 h 662826"/>
                <a:gd name="connsiteX0" fmla="*/ 285697 w 417950"/>
                <a:gd name="connsiteY0" fmla="*/ 85058 h 661613"/>
                <a:gd name="connsiteX1" fmla="*/ 369361 w 417950"/>
                <a:gd name="connsiteY1" fmla="*/ 0 h 661613"/>
                <a:gd name="connsiteX2" fmla="*/ 417706 w 417950"/>
                <a:gd name="connsiteY2" fmla="*/ 57485 h 661613"/>
                <a:gd name="connsiteX3" fmla="*/ 316053 w 417950"/>
                <a:gd name="connsiteY3" fmla="*/ 134575 h 661613"/>
                <a:gd name="connsiteX4" fmla="*/ 47472 w 417950"/>
                <a:gd name="connsiteY4" fmla="*/ 661613 h 661613"/>
                <a:gd name="connsiteX5" fmla="*/ 8828 w 417950"/>
                <a:gd name="connsiteY5" fmla="*/ 660218 h 661613"/>
                <a:gd name="connsiteX6" fmla="*/ 285697 w 417950"/>
                <a:gd name="connsiteY6" fmla="*/ 85058 h 661613"/>
                <a:gd name="connsiteX0" fmla="*/ 285697 w 417950"/>
                <a:gd name="connsiteY0" fmla="*/ 85058 h 661613"/>
                <a:gd name="connsiteX1" fmla="*/ 369361 w 417950"/>
                <a:gd name="connsiteY1" fmla="*/ 0 h 661613"/>
                <a:gd name="connsiteX2" fmla="*/ 417706 w 417950"/>
                <a:gd name="connsiteY2" fmla="*/ 57485 h 661613"/>
                <a:gd name="connsiteX3" fmla="*/ 316053 w 417950"/>
                <a:gd name="connsiteY3" fmla="*/ 134575 h 661613"/>
                <a:gd name="connsiteX4" fmla="*/ 47472 w 417950"/>
                <a:gd name="connsiteY4" fmla="*/ 661613 h 661613"/>
                <a:gd name="connsiteX5" fmla="*/ 8828 w 417950"/>
                <a:gd name="connsiteY5" fmla="*/ 660218 h 661613"/>
                <a:gd name="connsiteX6" fmla="*/ 285697 w 417950"/>
                <a:gd name="connsiteY6" fmla="*/ 85058 h 661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7950" h="661613">
                  <a:moveTo>
                    <a:pt x="285697" y="85058"/>
                  </a:moveTo>
                  <a:cubicBezTo>
                    <a:pt x="337929" y="-4394"/>
                    <a:pt x="360574" y="348"/>
                    <a:pt x="369361" y="0"/>
                  </a:cubicBezTo>
                  <a:cubicBezTo>
                    <a:pt x="389001" y="4418"/>
                    <a:pt x="421068" y="32270"/>
                    <a:pt x="417706" y="57485"/>
                  </a:cubicBezTo>
                  <a:cubicBezTo>
                    <a:pt x="414344" y="82700"/>
                    <a:pt x="343019" y="120067"/>
                    <a:pt x="316053" y="134575"/>
                  </a:cubicBezTo>
                  <a:cubicBezTo>
                    <a:pt x="274835" y="141264"/>
                    <a:pt x="15492" y="319097"/>
                    <a:pt x="47472" y="661613"/>
                  </a:cubicBezTo>
                  <a:lnTo>
                    <a:pt x="8828" y="660218"/>
                  </a:lnTo>
                  <a:cubicBezTo>
                    <a:pt x="-44666" y="381903"/>
                    <a:pt x="157139" y="181687"/>
                    <a:pt x="285697" y="85058"/>
                  </a:cubicBezTo>
                  <a:close/>
                </a:path>
              </a:pathLst>
            </a:custGeom>
            <a:solidFill>
              <a:srgbClr val="5C2718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7">
              <a:extLst>
                <a:ext uri="{FF2B5EF4-FFF2-40B4-BE49-F238E27FC236}">
                  <a16:creationId xmlns:a16="http://schemas.microsoft.com/office/drawing/2014/main" id="{4D75E0A4-0E04-FA69-06A9-3B97C0733712}"/>
                </a:ext>
              </a:extLst>
            </p:cNvPr>
            <p:cNvSpPr/>
            <p:nvPr/>
          </p:nvSpPr>
          <p:spPr>
            <a:xfrm>
              <a:off x="4343401" y="4676775"/>
              <a:ext cx="409574" cy="147638"/>
            </a:xfrm>
            <a:custGeom>
              <a:avLst/>
              <a:gdLst>
                <a:gd name="connsiteX0" fmla="*/ 0 w 345281"/>
                <a:gd name="connsiteY0" fmla="*/ 0 h 216694"/>
                <a:gd name="connsiteX1" fmla="*/ 345281 w 345281"/>
                <a:gd name="connsiteY1" fmla="*/ 0 h 216694"/>
                <a:gd name="connsiteX2" fmla="*/ 345281 w 345281"/>
                <a:gd name="connsiteY2" fmla="*/ 216694 h 216694"/>
                <a:gd name="connsiteX3" fmla="*/ 0 w 345281"/>
                <a:gd name="connsiteY3" fmla="*/ 216694 h 216694"/>
                <a:gd name="connsiteX4" fmla="*/ 0 w 345281"/>
                <a:gd name="connsiteY4" fmla="*/ 0 h 216694"/>
                <a:gd name="connsiteX0" fmla="*/ 14288 w 345281"/>
                <a:gd name="connsiteY0" fmla="*/ 61912 h 216694"/>
                <a:gd name="connsiteX1" fmla="*/ 345281 w 345281"/>
                <a:gd name="connsiteY1" fmla="*/ 0 h 216694"/>
                <a:gd name="connsiteX2" fmla="*/ 345281 w 345281"/>
                <a:gd name="connsiteY2" fmla="*/ 216694 h 216694"/>
                <a:gd name="connsiteX3" fmla="*/ 0 w 345281"/>
                <a:gd name="connsiteY3" fmla="*/ 216694 h 216694"/>
                <a:gd name="connsiteX4" fmla="*/ 14288 w 345281"/>
                <a:gd name="connsiteY4" fmla="*/ 61912 h 216694"/>
                <a:gd name="connsiteX0" fmla="*/ 14288 w 409574"/>
                <a:gd name="connsiteY0" fmla="*/ 0 h 154782"/>
                <a:gd name="connsiteX1" fmla="*/ 409574 w 409574"/>
                <a:gd name="connsiteY1" fmla="*/ 11906 h 154782"/>
                <a:gd name="connsiteX2" fmla="*/ 345281 w 409574"/>
                <a:gd name="connsiteY2" fmla="*/ 154782 h 154782"/>
                <a:gd name="connsiteX3" fmla="*/ 0 w 409574"/>
                <a:gd name="connsiteY3" fmla="*/ 154782 h 154782"/>
                <a:gd name="connsiteX4" fmla="*/ 14288 w 409574"/>
                <a:gd name="connsiteY4" fmla="*/ 0 h 154782"/>
                <a:gd name="connsiteX0" fmla="*/ 14288 w 409574"/>
                <a:gd name="connsiteY0" fmla="*/ 0 h 154782"/>
                <a:gd name="connsiteX1" fmla="*/ 409574 w 409574"/>
                <a:gd name="connsiteY1" fmla="*/ 11906 h 154782"/>
                <a:gd name="connsiteX2" fmla="*/ 345281 w 409574"/>
                <a:gd name="connsiteY2" fmla="*/ 154782 h 154782"/>
                <a:gd name="connsiteX3" fmla="*/ 0 w 409574"/>
                <a:gd name="connsiteY3" fmla="*/ 154782 h 154782"/>
                <a:gd name="connsiteX4" fmla="*/ 14288 w 409574"/>
                <a:gd name="connsiteY4" fmla="*/ 0 h 154782"/>
                <a:gd name="connsiteX0" fmla="*/ 2382 w 409574"/>
                <a:gd name="connsiteY0" fmla="*/ 0 h 147638"/>
                <a:gd name="connsiteX1" fmla="*/ 409574 w 409574"/>
                <a:gd name="connsiteY1" fmla="*/ 4762 h 147638"/>
                <a:gd name="connsiteX2" fmla="*/ 345281 w 409574"/>
                <a:gd name="connsiteY2" fmla="*/ 147638 h 147638"/>
                <a:gd name="connsiteX3" fmla="*/ 0 w 409574"/>
                <a:gd name="connsiteY3" fmla="*/ 147638 h 147638"/>
                <a:gd name="connsiteX4" fmla="*/ 2382 w 409574"/>
                <a:gd name="connsiteY4" fmla="*/ 0 h 147638"/>
                <a:gd name="connsiteX0" fmla="*/ 2382 w 409574"/>
                <a:gd name="connsiteY0" fmla="*/ 0 h 147638"/>
                <a:gd name="connsiteX1" fmla="*/ 409574 w 409574"/>
                <a:gd name="connsiteY1" fmla="*/ 4762 h 147638"/>
                <a:gd name="connsiteX2" fmla="*/ 345281 w 409574"/>
                <a:gd name="connsiteY2" fmla="*/ 147638 h 147638"/>
                <a:gd name="connsiteX3" fmla="*/ 0 w 409574"/>
                <a:gd name="connsiteY3" fmla="*/ 147638 h 147638"/>
                <a:gd name="connsiteX4" fmla="*/ 2382 w 409574"/>
                <a:gd name="connsiteY4" fmla="*/ 0 h 14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574" h="147638">
                  <a:moveTo>
                    <a:pt x="2382" y="0"/>
                  </a:moveTo>
                  <a:cubicBezTo>
                    <a:pt x="141287" y="25400"/>
                    <a:pt x="125412" y="36512"/>
                    <a:pt x="409574" y="4762"/>
                  </a:cubicBezTo>
                  <a:lnTo>
                    <a:pt x="345281" y="147638"/>
                  </a:lnTo>
                  <a:lnTo>
                    <a:pt x="0" y="147638"/>
                  </a:lnTo>
                  <a:lnTo>
                    <a:pt x="2382" y="0"/>
                  </a:lnTo>
                  <a:close/>
                </a:path>
              </a:pathLst>
            </a:custGeom>
            <a:solidFill>
              <a:srgbClr val="CA020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B3808EB-BAD3-2A8E-4511-813E3E24B64C}"/>
                </a:ext>
              </a:extLst>
            </p:cNvPr>
            <p:cNvSpPr/>
            <p:nvPr/>
          </p:nvSpPr>
          <p:spPr>
            <a:xfrm>
              <a:off x="4265612" y="4643436"/>
              <a:ext cx="603250" cy="61211"/>
            </a:xfrm>
            <a:custGeom>
              <a:avLst/>
              <a:gdLst>
                <a:gd name="connsiteX0" fmla="*/ 0 w 584200"/>
                <a:gd name="connsiteY0" fmla="*/ 0 h 38100"/>
                <a:gd name="connsiteX1" fmla="*/ 584200 w 584200"/>
                <a:gd name="connsiteY1" fmla="*/ 38100 h 38100"/>
                <a:gd name="connsiteX2" fmla="*/ 584200 w 584200"/>
                <a:gd name="connsiteY2" fmla="*/ 38100 h 38100"/>
                <a:gd name="connsiteX0" fmla="*/ 0 w 624682"/>
                <a:gd name="connsiteY0" fmla="*/ 21431 h 21431"/>
                <a:gd name="connsiteX1" fmla="*/ 624682 w 624682"/>
                <a:gd name="connsiteY1" fmla="*/ 0 h 21431"/>
                <a:gd name="connsiteX2" fmla="*/ 624682 w 624682"/>
                <a:gd name="connsiteY2" fmla="*/ 0 h 21431"/>
                <a:gd name="connsiteX0" fmla="*/ 0 w 634207"/>
                <a:gd name="connsiteY0" fmla="*/ 30956 h 30956"/>
                <a:gd name="connsiteX1" fmla="*/ 624682 w 634207"/>
                <a:gd name="connsiteY1" fmla="*/ 9525 h 30956"/>
                <a:gd name="connsiteX2" fmla="*/ 634207 w 634207"/>
                <a:gd name="connsiteY2" fmla="*/ 0 h 30956"/>
                <a:gd name="connsiteX0" fmla="*/ 0 w 624682"/>
                <a:gd name="connsiteY0" fmla="*/ 21431 h 21431"/>
                <a:gd name="connsiteX1" fmla="*/ 624682 w 624682"/>
                <a:gd name="connsiteY1" fmla="*/ 0 h 21431"/>
                <a:gd name="connsiteX0" fmla="*/ 0 w 636588"/>
                <a:gd name="connsiteY0" fmla="*/ 28575 h 28575"/>
                <a:gd name="connsiteX1" fmla="*/ 636588 w 636588"/>
                <a:gd name="connsiteY1" fmla="*/ 0 h 28575"/>
                <a:gd name="connsiteX0" fmla="*/ 0 w 636588"/>
                <a:gd name="connsiteY0" fmla="*/ 28575 h 81925"/>
                <a:gd name="connsiteX1" fmla="*/ 636588 w 636588"/>
                <a:gd name="connsiteY1" fmla="*/ 0 h 81925"/>
                <a:gd name="connsiteX0" fmla="*/ 0 w 636588"/>
                <a:gd name="connsiteY0" fmla="*/ 36631 h 36631"/>
                <a:gd name="connsiteX1" fmla="*/ 636588 w 636588"/>
                <a:gd name="connsiteY1" fmla="*/ 8056 h 36631"/>
                <a:gd name="connsiteX0" fmla="*/ 0 w 636588"/>
                <a:gd name="connsiteY0" fmla="*/ 32113 h 86922"/>
                <a:gd name="connsiteX1" fmla="*/ 418307 w 636588"/>
                <a:gd name="connsiteY1" fmla="*/ 84501 h 86922"/>
                <a:gd name="connsiteX2" fmla="*/ 636588 w 636588"/>
                <a:gd name="connsiteY2" fmla="*/ 3538 h 86922"/>
                <a:gd name="connsiteX0" fmla="*/ 0 w 636588"/>
                <a:gd name="connsiteY0" fmla="*/ 35527 h 88372"/>
                <a:gd name="connsiteX1" fmla="*/ 418307 w 636588"/>
                <a:gd name="connsiteY1" fmla="*/ 87915 h 88372"/>
                <a:gd name="connsiteX2" fmla="*/ 636588 w 636588"/>
                <a:gd name="connsiteY2" fmla="*/ 6952 h 88372"/>
                <a:gd name="connsiteX0" fmla="*/ 0 w 636588"/>
                <a:gd name="connsiteY0" fmla="*/ 35527 h 87915"/>
                <a:gd name="connsiteX1" fmla="*/ 418307 w 636588"/>
                <a:gd name="connsiteY1" fmla="*/ 87915 h 87915"/>
                <a:gd name="connsiteX2" fmla="*/ 636588 w 636588"/>
                <a:gd name="connsiteY2" fmla="*/ 6952 h 87915"/>
                <a:gd name="connsiteX0" fmla="*/ 0 w 636588"/>
                <a:gd name="connsiteY0" fmla="*/ 28575 h 80963"/>
                <a:gd name="connsiteX1" fmla="*/ 418307 w 636588"/>
                <a:gd name="connsiteY1" fmla="*/ 80963 h 80963"/>
                <a:gd name="connsiteX2" fmla="*/ 636588 w 636588"/>
                <a:gd name="connsiteY2" fmla="*/ 0 h 80963"/>
                <a:gd name="connsiteX0" fmla="*/ 0 w 636588"/>
                <a:gd name="connsiteY0" fmla="*/ 28575 h 80963"/>
                <a:gd name="connsiteX1" fmla="*/ 418307 w 636588"/>
                <a:gd name="connsiteY1" fmla="*/ 80963 h 80963"/>
                <a:gd name="connsiteX2" fmla="*/ 636588 w 636588"/>
                <a:gd name="connsiteY2" fmla="*/ 0 h 80963"/>
                <a:gd name="connsiteX0" fmla="*/ 0 w 636588"/>
                <a:gd name="connsiteY0" fmla="*/ 28575 h 80963"/>
                <a:gd name="connsiteX1" fmla="*/ 418307 w 636588"/>
                <a:gd name="connsiteY1" fmla="*/ 80963 h 80963"/>
                <a:gd name="connsiteX2" fmla="*/ 636588 w 636588"/>
                <a:gd name="connsiteY2" fmla="*/ 0 h 80963"/>
                <a:gd name="connsiteX0" fmla="*/ 0 w 636588"/>
                <a:gd name="connsiteY0" fmla="*/ 28575 h 28575"/>
                <a:gd name="connsiteX1" fmla="*/ 636588 w 636588"/>
                <a:gd name="connsiteY1" fmla="*/ 0 h 28575"/>
                <a:gd name="connsiteX0" fmla="*/ 0 w 636588"/>
                <a:gd name="connsiteY0" fmla="*/ 28575 h 68273"/>
                <a:gd name="connsiteX1" fmla="*/ 636588 w 636588"/>
                <a:gd name="connsiteY1" fmla="*/ 0 h 68273"/>
                <a:gd name="connsiteX0" fmla="*/ 0 w 617538"/>
                <a:gd name="connsiteY0" fmla="*/ 38100 h 71379"/>
                <a:gd name="connsiteX1" fmla="*/ 617538 w 617538"/>
                <a:gd name="connsiteY1" fmla="*/ 0 h 71379"/>
                <a:gd name="connsiteX0" fmla="*/ 0 w 617538"/>
                <a:gd name="connsiteY0" fmla="*/ 38100 h 38100"/>
                <a:gd name="connsiteX1" fmla="*/ 617538 w 617538"/>
                <a:gd name="connsiteY1" fmla="*/ 0 h 38100"/>
                <a:gd name="connsiteX0" fmla="*/ 0 w 617538"/>
                <a:gd name="connsiteY0" fmla="*/ 38100 h 80124"/>
                <a:gd name="connsiteX1" fmla="*/ 617538 w 617538"/>
                <a:gd name="connsiteY1" fmla="*/ 0 h 80124"/>
                <a:gd name="connsiteX0" fmla="*/ 0 w 603250"/>
                <a:gd name="connsiteY0" fmla="*/ 26194 h 70642"/>
                <a:gd name="connsiteX1" fmla="*/ 603250 w 603250"/>
                <a:gd name="connsiteY1" fmla="*/ 0 h 70642"/>
                <a:gd name="connsiteX0" fmla="*/ 0 w 603250"/>
                <a:gd name="connsiteY0" fmla="*/ 26194 h 61211"/>
                <a:gd name="connsiteX1" fmla="*/ 603250 w 603250"/>
                <a:gd name="connsiteY1" fmla="*/ 0 h 61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3250" h="61211">
                  <a:moveTo>
                    <a:pt x="0" y="26194"/>
                  </a:moveTo>
                  <a:cubicBezTo>
                    <a:pt x="478896" y="114301"/>
                    <a:pt x="505354" y="9524"/>
                    <a:pt x="60325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569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20244089-8065-539F-1431-9ECD52A9597D}"/>
              </a:ext>
            </a:extLst>
          </p:cNvPr>
          <p:cNvGrpSpPr/>
          <p:nvPr/>
        </p:nvGrpSpPr>
        <p:grpSpPr>
          <a:xfrm>
            <a:off x="906651" y="1163589"/>
            <a:ext cx="4122549" cy="5931083"/>
            <a:chOff x="2774197" y="1365067"/>
            <a:chExt cx="4122549" cy="593108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BC36E40-2F89-8D0E-2F95-F48C34257857}"/>
                </a:ext>
              </a:extLst>
            </p:cNvPr>
            <p:cNvGrpSpPr/>
            <p:nvPr/>
          </p:nvGrpSpPr>
          <p:grpSpPr>
            <a:xfrm>
              <a:off x="2774197" y="2758698"/>
              <a:ext cx="4122549" cy="4537452"/>
              <a:chOff x="2774197" y="2758698"/>
              <a:chExt cx="4122549" cy="4537452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98AC0D2-D41B-C8B6-6602-B8B2769D7BE6}"/>
                  </a:ext>
                </a:extLst>
              </p:cNvPr>
              <p:cNvSpPr/>
              <p:nvPr/>
            </p:nvSpPr>
            <p:spPr>
              <a:xfrm>
                <a:off x="2774197" y="2758698"/>
                <a:ext cx="4122549" cy="4122549"/>
              </a:xfrm>
              <a:prstGeom prst="ellipse">
                <a:avLst/>
              </a:prstGeom>
              <a:solidFill>
                <a:srgbClr val="398937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8F6DBCD-B2B9-B97C-73B2-ABB7BB6F30F5}"/>
                  </a:ext>
                </a:extLst>
              </p:cNvPr>
              <p:cNvSpPr/>
              <p:nvPr/>
            </p:nvSpPr>
            <p:spPr>
              <a:xfrm>
                <a:off x="3868469" y="3223646"/>
                <a:ext cx="2135438" cy="3600681"/>
              </a:xfrm>
              <a:custGeom>
                <a:avLst/>
                <a:gdLst>
                  <a:gd name="connsiteX0" fmla="*/ 0 w 705173"/>
                  <a:gd name="connsiteY0" fmla="*/ 0 h 1038386"/>
                  <a:gd name="connsiteX1" fmla="*/ 705173 w 705173"/>
                  <a:gd name="connsiteY1" fmla="*/ 0 h 1038386"/>
                  <a:gd name="connsiteX2" fmla="*/ 705173 w 705173"/>
                  <a:gd name="connsiteY2" fmla="*/ 1038386 h 1038386"/>
                  <a:gd name="connsiteX3" fmla="*/ 0 w 705173"/>
                  <a:gd name="connsiteY3" fmla="*/ 1038386 h 1038386"/>
                  <a:gd name="connsiteX4" fmla="*/ 0 w 705173"/>
                  <a:gd name="connsiteY4" fmla="*/ 0 h 1038386"/>
                  <a:gd name="connsiteX0" fmla="*/ 247973 w 705173"/>
                  <a:gd name="connsiteY0" fmla="*/ 0 h 1472339"/>
                  <a:gd name="connsiteX1" fmla="*/ 705173 w 705173"/>
                  <a:gd name="connsiteY1" fmla="*/ 433953 h 1472339"/>
                  <a:gd name="connsiteX2" fmla="*/ 705173 w 705173"/>
                  <a:gd name="connsiteY2" fmla="*/ 1472339 h 1472339"/>
                  <a:gd name="connsiteX3" fmla="*/ 0 w 705173"/>
                  <a:gd name="connsiteY3" fmla="*/ 1472339 h 1472339"/>
                  <a:gd name="connsiteX4" fmla="*/ 247973 w 705173"/>
                  <a:gd name="connsiteY4" fmla="*/ 0 h 1472339"/>
                  <a:gd name="connsiteX0" fmla="*/ 247973 w 813662"/>
                  <a:gd name="connsiteY0" fmla="*/ 0 h 3595607"/>
                  <a:gd name="connsiteX1" fmla="*/ 705173 w 813662"/>
                  <a:gd name="connsiteY1" fmla="*/ 433953 h 3595607"/>
                  <a:gd name="connsiteX2" fmla="*/ 813662 w 813662"/>
                  <a:gd name="connsiteY2" fmla="*/ 3595607 h 3595607"/>
                  <a:gd name="connsiteX3" fmla="*/ 0 w 813662"/>
                  <a:gd name="connsiteY3" fmla="*/ 1472339 h 3595607"/>
                  <a:gd name="connsiteX4" fmla="*/ 247973 w 813662"/>
                  <a:gd name="connsiteY4" fmla="*/ 0 h 3595607"/>
                  <a:gd name="connsiteX0" fmla="*/ 0 w 565689"/>
                  <a:gd name="connsiteY0" fmla="*/ 0 h 3595607"/>
                  <a:gd name="connsiteX1" fmla="*/ 457200 w 565689"/>
                  <a:gd name="connsiteY1" fmla="*/ 433953 h 3595607"/>
                  <a:gd name="connsiteX2" fmla="*/ 565689 w 565689"/>
                  <a:gd name="connsiteY2" fmla="*/ 3595607 h 3595607"/>
                  <a:gd name="connsiteX3" fmla="*/ 0 w 565689"/>
                  <a:gd name="connsiteY3" fmla="*/ 0 h 3595607"/>
                  <a:gd name="connsiteX0" fmla="*/ 692401 w 1258090"/>
                  <a:gd name="connsiteY0" fmla="*/ 0 h 3595607"/>
                  <a:gd name="connsiteX1" fmla="*/ 1149601 w 1258090"/>
                  <a:gd name="connsiteY1" fmla="*/ 433953 h 3595607"/>
                  <a:gd name="connsiteX2" fmla="*/ 1258090 w 1258090"/>
                  <a:gd name="connsiteY2" fmla="*/ 3595607 h 3595607"/>
                  <a:gd name="connsiteX3" fmla="*/ 692401 w 1258090"/>
                  <a:gd name="connsiteY3" fmla="*/ 0 h 3595607"/>
                  <a:gd name="connsiteX0" fmla="*/ 703532 w 1269221"/>
                  <a:gd name="connsiteY0" fmla="*/ 0 h 3596265"/>
                  <a:gd name="connsiteX1" fmla="*/ 1160732 w 1269221"/>
                  <a:gd name="connsiteY1" fmla="*/ 433953 h 3596265"/>
                  <a:gd name="connsiteX2" fmla="*/ 1269221 w 1269221"/>
                  <a:gd name="connsiteY2" fmla="*/ 3595607 h 3596265"/>
                  <a:gd name="connsiteX3" fmla="*/ 703532 w 1269221"/>
                  <a:gd name="connsiteY3" fmla="*/ 0 h 3596265"/>
                  <a:gd name="connsiteX0" fmla="*/ 703532 w 1269221"/>
                  <a:gd name="connsiteY0" fmla="*/ 0 h 3596265"/>
                  <a:gd name="connsiteX1" fmla="*/ 1269221 w 1269221"/>
                  <a:gd name="connsiteY1" fmla="*/ 3595607 h 3596265"/>
                  <a:gd name="connsiteX2" fmla="*/ 703532 w 1269221"/>
                  <a:gd name="connsiteY2" fmla="*/ 0 h 3596265"/>
                  <a:gd name="connsiteX0" fmla="*/ 703532 w 1876110"/>
                  <a:gd name="connsiteY0" fmla="*/ 0 h 3596265"/>
                  <a:gd name="connsiteX1" fmla="*/ 1269221 w 1876110"/>
                  <a:gd name="connsiteY1" fmla="*/ 3595607 h 3596265"/>
                  <a:gd name="connsiteX2" fmla="*/ 703532 w 1876110"/>
                  <a:gd name="connsiteY2" fmla="*/ 0 h 3596265"/>
                  <a:gd name="connsiteX0" fmla="*/ 703532 w 2135438"/>
                  <a:gd name="connsiteY0" fmla="*/ 0 h 3600681"/>
                  <a:gd name="connsiteX1" fmla="*/ 1269221 w 2135438"/>
                  <a:gd name="connsiteY1" fmla="*/ 3595607 h 3600681"/>
                  <a:gd name="connsiteX2" fmla="*/ 703532 w 2135438"/>
                  <a:gd name="connsiteY2" fmla="*/ 0 h 360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35438" h="3600681">
                    <a:moveTo>
                      <a:pt x="703532" y="0"/>
                    </a:moveTo>
                    <a:cubicBezTo>
                      <a:pt x="3077356" y="532109"/>
                      <a:pt x="1933064" y="3745424"/>
                      <a:pt x="1269221" y="3595607"/>
                    </a:cubicBezTo>
                    <a:cubicBezTo>
                      <a:pt x="1018664" y="3636935"/>
                      <a:pt x="-1060691" y="1725478"/>
                      <a:pt x="703532" y="0"/>
                    </a:cubicBez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4746D0-E1E0-3699-1330-B0DC441069E7}"/>
                  </a:ext>
                </a:extLst>
              </p:cNvPr>
              <p:cNvSpPr/>
              <p:nvPr/>
            </p:nvSpPr>
            <p:spPr>
              <a:xfrm>
                <a:off x="3899235" y="2803352"/>
                <a:ext cx="966700" cy="479811"/>
              </a:xfrm>
              <a:custGeom>
                <a:avLst/>
                <a:gdLst>
                  <a:gd name="connsiteX0" fmla="*/ 938411 w 966700"/>
                  <a:gd name="connsiteY0" fmla="*/ 0 h 479811"/>
                  <a:gd name="connsiteX1" fmla="*/ 966700 w 966700"/>
                  <a:gd name="connsiteY1" fmla="*/ 1429 h 479811"/>
                  <a:gd name="connsiteX2" fmla="*/ 958980 w 966700"/>
                  <a:gd name="connsiteY2" fmla="*/ 45267 h 479811"/>
                  <a:gd name="connsiteX3" fmla="*/ 655798 w 966700"/>
                  <a:gd name="connsiteY3" fmla="*/ 477172 h 479811"/>
                  <a:gd name="connsiteX4" fmla="*/ 836 w 966700"/>
                  <a:gd name="connsiteY4" fmla="*/ 228784 h 479811"/>
                  <a:gd name="connsiteX5" fmla="*/ 0 w 966700"/>
                  <a:gd name="connsiteY5" fmla="*/ 227534 h 479811"/>
                  <a:gd name="connsiteX6" fmla="*/ 136070 w 966700"/>
                  <a:gd name="connsiteY6" fmla="*/ 161985 h 479811"/>
                  <a:gd name="connsiteX7" fmla="*/ 938411 w 966700"/>
                  <a:gd name="connsiteY7" fmla="*/ 0 h 479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6700" h="479811">
                    <a:moveTo>
                      <a:pt x="938411" y="0"/>
                    </a:moveTo>
                    <a:lnTo>
                      <a:pt x="966700" y="1429"/>
                    </a:lnTo>
                    <a:lnTo>
                      <a:pt x="958980" y="45267"/>
                    </a:lnTo>
                    <a:cubicBezTo>
                      <a:pt x="910221" y="233602"/>
                      <a:pt x="753376" y="450643"/>
                      <a:pt x="655798" y="477172"/>
                    </a:cubicBezTo>
                    <a:cubicBezTo>
                      <a:pt x="605888" y="498898"/>
                      <a:pt x="141796" y="383904"/>
                      <a:pt x="836" y="228784"/>
                    </a:cubicBezTo>
                    <a:lnTo>
                      <a:pt x="0" y="227534"/>
                    </a:lnTo>
                    <a:lnTo>
                      <a:pt x="136070" y="161985"/>
                    </a:lnTo>
                    <a:cubicBezTo>
                      <a:pt x="382677" y="57679"/>
                      <a:pt x="653808" y="0"/>
                      <a:pt x="938411" y="0"/>
                    </a:cubicBez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9D10868-0597-0AB1-9C5F-FF6AF2901BCE}"/>
                  </a:ext>
                </a:extLst>
              </p:cNvPr>
              <p:cNvSpPr/>
              <p:nvPr/>
            </p:nvSpPr>
            <p:spPr>
              <a:xfrm>
                <a:off x="3890587" y="2792267"/>
                <a:ext cx="966700" cy="499849"/>
              </a:xfrm>
              <a:custGeom>
                <a:avLst/>
                <a:gdLst>
                  <a:gd name="connsiteX0" fmla="*/ 938411 w 966700"/>
                  <a:gd name="connsiteY0" fmla="*/ 0 h 479811"/>
                  <a:gd name="connsiteX1" fmla="*/ 966700 w 966700"/>
                  <a:gd name="connsiteY1" fmla="*/ 1429 h 479811"/>
                  <a:gd name="connsiteX2" fmla="*/ 958980 w 966700"/>
                  <a:gd name="connsiteY2" fmla="*/ 45267 h 479811"/>
                  <a:gd name="connsiteX3" fmla="*/ 655798 w 966700"/>
                  <a:gd name="connsiteY3" fmla="*/ 477172 h 479811"/>
                  <a:gd name="connsiteX4" fmla="*/ 836 w 966700"/>
                  <a:gd name="connsiteY4" fmla="*/ 228784 h 479811"/>
                  <a:gd name="connsiteX5" fmla="*/ 0 w 966700"/>
                  <a:gd name="connsiteY5" fmla="*/ 227534 h 479811"/>
                  <a:gd name="connsiteX6" fmla="*/ 136070 w 966700"/>
                  <a:gd name="connsiteY6" fmla="*/ 161985 h 479811"/>
                  <a:gd name="connsiteX7" fmla="*/ 938411 w 966700"/>
                  <a:gd name="connsiteY7" fmla="*/ 0 h 479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6700" h="479811">
                    <a:moveTo>
                      <a:pt x="938411" y="0"/>
                    </a:moveTo>
                    <a:lnTo>
                      <a:pt x="966700" y="1429"/>
                    </a:lnTo>
                    <a:lnTo>
                      <a:pt x="958980" y="45267"/>
                    </a:lnTo>
                    <a:cubicBezTo>
                      <a:pt x="910221" y="233602"/>
                      <a:pt x="753376" y="450643"/>
                      <a:pt x="655798" y="477172"/>
                    </a:cubicBezTo>
                    <a:cubicBezTo>
                      <a:pt x="605888" y="498898"/>
                      <a:pt x="141796" y="383904"/>
                      <a:pt x="836" y="228784"/>
                    </a:cubicBezTo>
                    <a:lnTo>
                      <a:pt x="0" y="227534"/>
                    </a:lnTo>
                    <a:lnTo>
                      <a:pt x="136070" y="161985"/>
                    </a:lnTo>
                    <a:cubicBezTo>
                      <a:pt x="382677" y="57679"/>
                      <a:pt x="653808" y="0"/>
                      <a:pt x="938411" y="0"/>
                    </a:cubicBezTo>
                    <a:close/>
                  </a:path>
                </a:pathLst>
              </a:custGeom>
              <a:solidFill>
                <a:srgbClr val="39893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ectangle 4">
                <a:extLst>
                  <a:ext uri="{FF2B5EF4-FFF2-40B4-BE49-F238E27FC236}">
                    <a16:creationId xmlns:a16="http://schemas.microsoft.com/office/drawing/2014/main" id="{60A95C1D-4841-0D0C-C8D2-3C04176EBD92}"/>
                  </a:ext>
                </a:extLst>
              </p:cNvPr>
              <p:cNvSpPr/>
              <p:nvPr/>
            </p:nvSpPr>
            <p:spPr>
              <a:xfrm>
                <a:off x="3899235" y="3228382"/>
                <a:ext cx="2052324" cy="3600681"/>
              </a:xfrm>
              <a:custGeom>
                <a:avLst/>
                <a:gdLst>
                  <a:gd name="connsiteX0" fmla="*/ 0 w 705173"/>
                  <a:gd name="connsiteY0" fmla="*/ 0 h 1038386"/>
                  <a:gd name="connsiteX1" fmla="*/ 705173 w 705173"/>
                  <a:gd name="connsiteY1" fmla="*/ 0 h 1038386"/>
                  <a:gd name="connsiteX2" fmla="*/ 705173 w 705173"/>
                  <a:gd name="connsiteY2" fmla="*/ 1038386 h 1038386"/>
                  <a:gd name="connsiteX3" fmla="*/ 0 w 705173"/>
                  <a:gd name="connsiteY3" fmla="*/ 1038386 h 1038386"/>
                  <a:gd name="connsiteX4" fmla="*/ 0 w 705173"/>
                  <a:gd name="connsiteY4" fmla="*/ 0 h 1038386"/>
                  <a:gd name="connsiteX0" fmla="*/ 247973 w 705173"/>
                  <a:gd name="connsiteY0" fmla="*/ 0 h 1472339"/>
                  <a:gd name="connsiteX1" fmla="*/ 705173 w 705173"/>
                  <a:gd name="connsiteY1" fmla="*/ 433953 h 1472339"/>
                  <a:gd name="connsiteX2" fmla="*/ 705173 w 705173"/>
                  <a:gd name="connsiteY2" fmla="*/ 1472339 h 1472339"/>
                  <a:gd name="connsiteX3" fmla="*/ 0 w 705173"/>
                  <a:gd name="connsiteY3" fmla="*/ 1472339 h 1472339"/>
                  <a:gd name="connsiteX4" fmla="*/ 247973 w 705173"/>
                  <a:gd name="connsiteY4" fmla="*/ 0 h 1472339"/>
                  <a:gd name="connsiteX0" fmla="*/ 247973 w 813662"/>
                  <a:gd name="connsiteY0" fmla="*/ 0 h 3595607"/>
                  <a:gd name="connsiteX1" fmla="*/ 705173 w 813662"/>
                  <a:gd name="connsiteY1" fmla="*/ 433953 h 3595607"/>
                  <a:gd name="connsiteX2" fmla="*/ 813662 w 813662"/>
                  <a:gd name="connsiteY2" fmla="*/ 3595607 h 3595607"/>
                  <a:gd name="connsiteX3" fmla="*/ 0 w 813662"/>
                  <a:gd name="connsiteY3" fmla="*/ 1472339 h 3595607"/>
                  <a:gd name="connsiteX4" fmla="*/ 247973 w 813662"/>
                  <a:gd name="connsiteY4" fmla="*/ 0 h 3595607"/>
                  <a:gd name="connsiteX0" fmla="*/ 0 w 565689"/>
                  <a:gd name="connsiteY0" fmla="*/ 0 h 3595607"/>
                  <a:gd name="connsiteX1" fmla="*/ 457200 w 565689"/>
                  <a:gd name="connsiteY1" fmla="*/ 433953 h 3595607"/>
                  <a:gd name="connsiteX2" fmla="*/ 565689 w 565689"/>
                  <a:gd name="connsiteY2" fmla="*/ 3595607 h 3595607"/>
                  <a:gd name="connsiteX3" fmla="*/ 0 w 565689"/>
                  <a:gd name="connsiteY3" fmla="*/ 0 h 3595607"/>
                  <a:gd name="connsiteX0" fmla="*/ 692401 w 1258090"/>
                  <a:gd name="connsiteY0" fmla="*/ 0 h 3595607"/>
                  <a:gd name="connsiteX1" fmla="*/ 1149601 w 1258090"/>
                  <a:gd name="connsiteY1" fmla="*/ 433953 h 3595607"/>
                  <a:gd name="connsiteX2" fmla="*/ 1258090 w 1258090"/>
                  <a:gd name="connsiteY2" fmla="*/ 3595607 h 3595607"/>
                  <a:gd name="connsiteX3" fmla="*/ 692401 w 1258090"/>
                  <a:gd name="connsiteY3" fmla="*/ 0 h 3595607"/>
                  <a:gd name="connsiteX0" fmla="*/ 703532 w 1269221"/>
                  <a:gd name="connsiteY0" fmla="*/ 0 h 3596265"/>
                  <a:gd name="connsiteX1" fmla="*/ 1160732 w 1269221"/>
                  <a:gd name="connsiteY1" fmla="*/ 433953 h 3596265"/>
                  <a:gd name="connsiteX2" fmla="*/ 1269221 w 1269221"/>
                  <a:gd name="connsiteY2" fmla="*/ 3595607 h 3596265"/>
                  <a:gd name="connsiteX3" fmla="*/ 703532 w 1269221"/>
                  <a:gd name="connsiteY3" fmla="*/ 0 h 3596265"/>
                  <a:gd name="connsiteX0" fmla="*/ 703532 w 1269221"/>
                  <a:gd name="connsiteY0" fmla="*/ 0 h 3596265"/>
                  <a:gd name="connsiteX1" fmla="*/ 1269221 w 1269221"/>
                  <a:gd name="connsiteY1" fmla="*/ 3595607 h 3596265"/>
                  <a:gd name="connsiteX2" fmla="*/ 703532 w 1269221"/>
                  <a:gd name="connsiteY2" fmla="*/ 0 h 3596265"/>
                  <a:gd name="connsiteX0" fmla="*/ 703532 w 1876110"/>
                  <a:gd name="connsiteY0" fmla="*/ 0 h 3596265"/>
                  <a:gd name="connsiteX1" fmla="*/ 1269221 w 1876110"/>
                  <a:gd name="connsiteY1" fmla="*/ 3595607 h 3596265"/>
                  <a:gd name="connsiteX2" fmla="*/ 703532 w 1876110"/>
                  <a:gd name="connsiteY2" fmla="*/ 0 h 3596265"/>
                  <a:gd name="connsiteX0" fmla="*/ 703532 w 2135438"/>
                  <a:gd name="connsiteY0" fmla="*/ 0 h 3600681"/>
                  <a:gd name="connsiteX1" fmla="*/ 1269221 w 2135438"/>
                  <a:gd name="connsiteY1" fmla="*/ 3595607 h 3600681"/>
                  <a:gd name="connsiteX2" fmla="*/ 703532 w 2135438"/>
                  <a:gd name="connsiteY2" fmla="*/ 0 h 360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35438" h="3600681">
                    <a:moveTo>
                      <a:pt x="703532" y="0"/>
                    </a:moveTo>
                    <a:cubicBezTo>
                      <a:pt x="3077356" y="532109"/>
                      <a:pt x="1933064" y="3745424"/>
                      <a:pt x="1269221" y="3595607"/>
                    </a:cubicBezTo>
                    <a:cubicBezTo>
                      <a:pt x="1018664" y="3636935"/>
                      <a:pt x="-1060691" y="1725478"/>
                      <a:pt x="703532" y="0"/>
                    </a:cubicBezTo>
                    <a:close/>
                  </a:path>
                </a:pathLst>
              </a:custGeom>
              <a:solidFill>
                <a:srgbClr val="39893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B354DCD-F2E8-4B0F-D29D-006CF60215C5}"/>
                  </a:ext>
                </a:extLst>
              </p:cNvPr>
              <p:cNvSpPr/>
              <p:nvPr/>
            </p:nvSpPr>
            <p:spPr>
              <a:xfrm>
                <a:off x="4548520" y="6601446"/>
                <a:ext cx="1261730" cy="694704"/>
              </a:xfrm>
              <a:custGeom>
                <a:avLst/>
                <a:gdLst>
                  <a:gd name="connsiteX0" fmla="*/ 0 w 690230"/>
                  <a:gd name="connsiteY0" fmla="*/ 0 h 161133"/>
                  <a:gd name="connsiteX1" fmla="*/ 690230 w 690230"/>
                  <a:gd name="connsiteY1" fmla="*/ 0 h 161133"/>
                  <a:gd name="connsiteX2" fmla="*/ 690230 w 690230"/>
                  <a:gd name="connsiteY2" fmla="*/ 161133 h 161133"/>
                  <a:gd name="connsiteX3" fmla="*/ 0 w 690230"/>
                  <a:gd name="connsiteY3" fmla="*/ 161133 h 161133"/>
                  <a:gd name="connsiteX4" fmla="*/ 0 w 690230"/>
                  <a:gd name="connsiteY4" fmla="*/ 0 h 161133"/>
                  <a:gd name="connsiteX0" fmla="*/ 247650 w 937880"/>
                  <a:gd name="connsiteY0" fmla="*/ 0 h 551658"/>
                  <a:gd name="connsiteX1" fmla="*/ 937880 w 937880"/>
                  <a:gd name="connsiteY1" fmla="*/ 0 h 551658"/>
                  <a:gd name="connsiteX2" fmla="*/ 937880 w 937880"/>
                  <a:gd name="connsiteY2" fmla="*/ 161133 h 551658"/>
                  <a:gd name="connsiteX3" fmla="*/ 0 w 937880"/>
                  <a:gd name="connsiteY3" fmla="*/ 551658 h 551658"/>
                  <a:gd name="connsiteX4" fmla="*/ 247650 w 937880"/>
                  <a:gd name="connsiteY4" fmla="*/ 0 h 551658"/>
                  <a:gd name="connsiteX0" fmla="*/ 247650 w 1266493"/>
                  <a:gd name="connsiteY0" fmla="*/ 0 h 551658"/>
                  <a:gd name="connsiteX1" fmla="*/ 937880 w 1266493"/>
                  <a:gd name="connsiteY1" fmla="*/ 0 h 551658"/>
                  <a:gd name="connsiteX2" fmla="*/ 1266493 w 1266493"/>
                  <a:gd name="connsiteY2" fmla="*/ 308770 h 551658"/>
                  <a:gd name="connsiteX3" fmla="*/ 0 w 1266493"/>
                  <a:gd name="connsiteY3" fmla="*/ 551658 h 551658"/>
                  <a:gd name="connsiteX4" fmla="*/ 247650 w 1266493"/>
                  <a:gd name="connsiteY4" fmla="*/ 0 h 551658"/>
                  <a:gd name="connsiteX0" fmla="*/ 247650 w 1266493"/>
                  <a:gd name="connsiteY0" fmla="*/ 0 h 551658"/>
                  <a:gd name="connsiteX1" fmla="*/ 937880 w 1266493"/>
                  <a:gd name="connsiteY1" fmla="*/ 0 h 551658"/>
                  <a:gd name="connsiteX2" fmla="*/ 1266493 w 1266493"/>
                  <a:gd name="connsiteY2" fmla="*/ 308770 h 551658"/>
                  <a:gd name="connsiteX3" fmla="*/ 895018 w 1266493"/>
                  <a:gd name="connsiteY3" fmla="*/ 233135 h 551658"/>
                  <a:gd name="connsiteX4" fmla="*/ 0 w 1266493"/>
                  <a:gd name="connsiteY4" fmla="*/ 551658 h 551658"/>
                  <a:gd name="connsiteX5" fmla="*/ 247650 w 1266493"/>
                  <a:gd name="connsiteY5" fmla="*/ 0 h 551658"/>
                  <a:gd name="connsiteX0" fmla="*/ 247650 w 1266493"/>
                  <a:gd name="connsiteY0" fmla="*/ 0 h 576035"/>
                  <a:gd name="connsiteX1" fmla="*/ 937880 w 1266493"/>
                  <a:gd name="connsiteY1" fmla="*/ 0 h 576035"/>
                  <a:gd name="connsiteX2" fmla="*/ 1266493 w 1266493"/>
                  <a:gd name="connsiteY2" fmla="*/ 308770 h 576035"/>
                  <a:gd name="connsiteX3" fmla="*/ 895018 w 1266493"/>
                  <a:gd name="connsiteY3" fmla="*/ 233135 h 576035"/>
                  <a:gd name="connsiteX4" fmla="*/ 742618 w 1266493"/>
                  <a:gd name="connsiteY4" fmla="*/ 576035 h 576035"/>
                  <a:gd name="connsiteX5" fmla="*/ 0 w 1266493"/>
                  <a:gd name="connsiteY5" fmla="*/ 551658 h 576035"/>
                  <a:gd name="connsiteX6" fmla="*/ 247650 w 1266493"/>
                  <a:gd name="connsiteY6" fmla="*/ 0 h 576035"/>
                  <a:gd name="connsiteX0" fmla="*/ 247650 w 1266493"/>
                  <a:gd name="connsiteY0" fmla="*/ 0 h 576035"/>
                  <a:gd name="connsiteX1" fmla="*/ 937880 w 1266493"/>
                  <a:gd name="connsiteY1" fmla="*/ 0 h 576035"/>
                  <a:gd name="connsiteX2" fmla="*/ 1266493 w 1266493"/>
                  <a:gd name="connsiteY2" fmla="*/ 308770 h 576035"/>
                  <a:gd name="connsiteX3" fmla="*/ 895018 w 1266493"/>
                  <a:gd name="connsiteY3" fmla="*/ 233135 h 576035"/>
                  <a:gd name="connsiteX4" fmla="*/ 742618 w 1266493"/>
                  <a:gd name="connsiteY4" fmla="*/ 576035 h 576035"/>
                  <a:gd name="connsiteX5" fmla="*/ 356855 w 1266493"/>
                  <a:gd name="connsiteY5" fmla="*/ 337910 h 576035"/>
                  <a:gd name="connsiteX6" fmla="*/ 0 w 1266493"/>
                  <a:gd name="connsiteY6" fmla="*/ 551658 h 576035"/>
                  <a:gd name="connsiteX7" fmla="*/ 247650 w 1266493"/>
                  <a:gd name="connsiteY7" fmla="*/ 0 h 576035"/>
                  <a:gd name="connsiteX0" fmla="*/ 0 w 1266493"/>
                  <a:gd name="connsiteY0" fmla="*/ 551658 h 576035"/>
                  <a:gd name="connsiteX1" fmla="*/ 937880 w 1266493"/>
                  <a:gd name="connsiteY1" fmla="*/ 0 h 576035"/>
                  <a:gd name="connsiteX2" fmla="*/ 1266493 w 1266493"/>
                  <a:gd name="connsiteY2" fmla="*/ 308770 h 576035"/>
                  <a:gd name="connsiteX3" fmla="*/ 895018 w 1266493"/>
                  <a:gd name="connsiteY3" fmla="*/ 233135 h 576035"/>
                  <a:gd name="connsiteX4" fmla="*/ 742618 w 1266493"/>
                  <a:gd name="connsiteY4" fmla="*/ 576035 h 576035"/>
                  <a:gd name="connsiteX5" fmla="*/ 356855 w 1266493"/>
                  <a:gd name="connsiteY5" fmla="*/ 337910 h 576035"/>
                  <a:gd name="connsiteX6" fmla="*/ 0 w 1266493"/>
                  <a:gd name="connsiteY6" fmla="*/ 551658 h 576035"/>
                  <a:gd name="connsiteX0" fmla="*/ 0 w 1266493"/>
                  <a:gd name="connsiteY0" fmla="*/ 551658 h 576035"/>
                  <a:gd name="connsiteX1" fmla="*/ 937880 w 1266493"/>
                  <a:gd name="connsiteY1" fmla="*/ 0 h 576035"/>
                  <a:gd name="connsiteX2" fmla="*/ 1266493 w 1266493"/>
                  <a:gd name="connsiteY2" fmla="*/ 308770 h 576035"/>
                  <a:gd name="connsiteX3" fmla="*/ 895018 w 1266493"/>
                  <a:gd name="connsiteY3" fmla="*/ 233135 h 576035"/>
                  <a:gd name="connsiteX4" fmla="*/ 742618 w 1266493"/>
                  <a:gd name="connsiteY4" fmla="*/ 576035 h 576035"/>
                  <a:gd name="connsiteX5" fmla="*/ 356855 w 1266493"/>
                  <a:gd name="connsiteY5" fmla="*/ 337910 h 576035"/>
                  <a:gd name="connsiteX6" fmla="*/ 0 w 1266493"/>
                  <a:gd name="connsiteY6" fmla="*/ 551658 h 576035"/>
                  <a:gd name="connsiteX0" fmla="*/ 0 w 937880"/>
                  <a:gd name="connsiteY0" fmla="*/ 551658 h 576035"/>
                  <a:gd name="connsiteX1" fmla="*/ 937880 w 937880"/>
                  <a:gd name="connsiteY1" fmla="*/ 0 h 576035"/>
                  <a:gd name="connsiteX2" fmla="*/ 895018 w 937880"/>
                  <a:gd name="connsiteY2" fmla="*/ 233135 h 576035"/>
                  <a:gd name="connsiteX3" fmla="*/ 742618 w 937880"/>
                  <a:gd name="connsiteY3" fmla="*/ 576035 h 576035"/>
                  <a:gd name="connsiteX4" fmla="*/ 356855 w 937880"/>
                  <a:gd name="connsiteY4" fmla="*/ 337910 h 576035"/>
                  <a:gd name="connsiteX5" fmla="*/ 0 w 937880"/>
                  <a:gd name="connsiteY5" fmla="*/ 551658 h 576035"/>
                  <a:gd name="connsiteX0" fmla="*/ 0 w 1261730"/>
                  <a:gd name="connsiteY0" fmla="*/ 371166 h 395543"/>
                  <a:gd name="connsiteX1" fmla="*/ 1261730 w 1261730"/>
                  <a:gd name="connsiteY1" fmla="*/ 148121 h 395543"/>
                  <a:gd name="connsiteX2" fmla="*/ 895018 w 1261730"/>
                  <a:gd name="connsiteY2" fmla="*/ 52643 h 395543"/>
                  <a:gd name="connsiteX3" fmla="*/ 742618 w 1261730"/>
                  <a:gd name="connsiteY3" fmla="*/ 395543 h 395543"/>
                  <a:gd name="connsiteX4" fmla="*/ 356855 w 1261730"/>
                  <a:gd name="connsiteY4" fmla="*/ 157418 h 395543"/>
                  <a:gd name="connsiteX5" fmla="*/ 0 w 1261730"/>
                  <a:gd name="connsiteY5" fmla="*/ 371166 h 395543"/>
                  <a:gd name="connsiteX0" fmla="*/ 0 w 1261730"/>
                  <a:gd name="connsiteY0" fmla="*/ 670327 h 694704"/>
                  <a:gd name="connsiteX1" fmla="*/ 1261730 w 1261730"/>
                  <a:gd name="connsiteY1" fmla="*/ 447282 h 694704"/>
                  <a:gd name="connsiteX2" fmla="*/ 895018 w 1261730"/>
                  <a:gd name="connsiteY2" fmla="*/ 351804 h 694704"/>
                  <a:gd name="connsiteX3" fmla="*/ 742618 w 1261730"/>
                  <a:gd name="connsiteY3" fmla="*/ 694704 h 694704"/>
                  <a:gd name="connsiteX4" fmla="*/ 356855 w 1261730"/>
                  <a:gd name="connsiteY4" fmla="*/ 456579 h 694704"/>
                  <a:gd name="connsiteX5" fmla="*/ 0 w 1261730"/>
                  <a:gd name="connsiteY5" fmla="*/ 670327 h 694704"/>
                  <a:gd name="connsiteX0" fmla="*/ 0 w 1261730"/>
                  <a:gd name="connsiteY0" fmla="*/ 670327 h 694704"/>
                  <a:gd name="connsiteX1" fmla="*/ 1261730 w 1261730"/>
                  <a:gd name="connsiteY1" fmla="*/ 447282 h 694704"/>
                  <a:gd name="connsiteX2" fmla="*/ 895018 w 1261730"/>
                  <a:gd name="connsiteY2" fmla="*/ 351804 h 694704"/>
                  <a:gd name="connsiteX3" fmla="*/ 742618 w 1261730"/>
                  <a:gd name="connsiteY3" fmla="*/ 694704 h 694704"/>
                  <a:gd name="connsiteX4" fmla="*/ 356855 w 1261730"/>
                  <a:gd name="connsiteY4" fmla="*/ 456579 h 694704"/>
                  <a:gd name="connsiteX5" fmla="*/ 0 w 1261730"/>
                  <a:gd name="connsiteY5" fmla="*/ 670327 h 694704"/>
                  <a:gd name="connsiteX0" fmla="*/ 0 w 1261730"/>
                  <a:gd name="connsiteY0" fmla="*/ 670327 h 694704"/>
                  <a:gd name="connsiteX1" fmla="*/ 1261730 w 1261730"/>
                  <a:gd name="connsiteY1" fmla="*/ 447282 h 694704"/>
                  <a:gd name="connsiteX2" fmla="*/ 895018 w 1261730"/>
                  <a:gd name="connsiteY2" fmla="*/ 351804 h 694704"/>
                  <a:gd name="connsiteX3" fmla="*/ 742618 w 1261730"/>
                  <a:gd name="connsiteY3" fmla="*/ 694704 h 694704"/>
                  <a:gd name="connsiteX4" fmla="*/ 356855 w 1261730"/>
                  <a:gd name="connsiteY4" fmla="*/ 456579 h 694704"/>
                  <a:gd name="connsiteX5" fmla="*/ 0 w 1261730"/>
                  <a:gd name="connsiteY5" fmla="*/ 670327 h 694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61730" h="694704">
                    <a:moveTo>
                      <a:pt x="0" y="670327"/>
                    </a:moveTo>
                    <a:cubicBezTo>
                      <a:pt x="98314" y="-123159"/>
                      <a:pt x="1153890" y="-230844"/>
                      <a:pt x="1261730" y="447282"/>
                    </a:cubicBezTo>
                    <a:cubicBezTo>
                      <a:pt x="1220456" y="510706"/>
                      <a:pt x="1017255" y="383630"/>
                      <a:pt x="895018" y="351804"/>
                    </a:cubicBezTo>
                    <a:cubicBezTo>
                      <a:pt x="820405" y="380379"/>
                      <a:pt x="817231" y="666129"/>
                      <a:pt x="742618" y="694704"/>
                    </a:cubicBezTo>
                    <a:cubicBezTo>
                      <a:pt x="604505" y="691529"/>
                      <a:pt x="494968" y="459754"/>
                      <a:pt x="356855" y="456579"/>
                    </a:cubicBezTo>
                    <a:cubicBezTo>
                      <a:pt x="237903" y="527828"/>
                      <a:pt x="147527" y="732428"/>
                      <a:pt x="0" y="670327"/>
                    </a:cubicBezTo>
                    <a:close/>
                  </a:path>
                </a:pathLst>
              </a:custGeom>
              <a:solidFill>
                <a:srgbClr val="5C2718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4D9F3C2-1442-FB65-2CF3-8F5DA382EF32}"/>
                </a:ext>
              </a:extLst>
            </p:cNvPr>
            <p:cNvGrpSpPr/>
            <p:nvPr/>
          </p:nvGrpSpPr>
          <p:grpSpPr>
            <a:xfrm>
              <a:off x="3998860" y="1365067"/>
              <a:ext cx="2838523" cy="1957455"/>
              <a:chOff x="3998860" y="1375065"/>
              <a:chExt cx="2838523" cy="1957455"/>
            </a:xfrm>
          </p:grpSpPr>
          <p:sp>
            <p:nvSpPr>
              <p:cNvPr id="14" name="Rectangle 56">
                <a:extLst>
                  <a:ext uri="{FF2B5EF4-FFF2-40B4-BE49-F238E27FC236}">
                    <a16:creationId xmlns:a16="http://schemas.microsoft.com/office/drawing/2014/main" id="{17D21235-81C6-0BE3-EA54-FB126A7E6F1A}"/>
                  </a:ext>
                </a:extLst>
              </p:cNvPr>
              <p:cNvSpPr/>
              <p:nvPr/>
            </p:nvSpPr>
            <p:spPr>
              <a:xfrm rot="10800000">
                <a:off x="4536889" y="1375065"/>
                <a:ext cx="2300494" cy="1465652"/>
              </a:xfrm>
              <a:custGeom>
                <a:avLst/>
                <a:gdLst>
                  <a:gd name="connsiteX0" fmla="*/ 0 w 234984"/>
                  <a:gd name="connsiteY0" fmla="*/ 0 h 158712"/>
                  <a:gd name="connsiteX1" fmla="*/ 234984 w 234984"/>
                  <a:gd name="connsiteY1" fmla="*/ 0 h 158712"/>
                  <a:gd name="connsiteX2" fmla="*/ 234984 w 234984"/>
                  <a:gd name="connsiteY2" fmla="*/ 158712 h 158712"/>
                  <a:gd name="connsiteX3" fmla="*/ 0 w 234984"/>
                  <a:gd name="connsiteY3" fmla="*/ 158712 h 158712"/>
                  <a:gd name="connsiteX4" fmla="*/ 0 w 234984"/>
                  <a:gd name="connsiteY4" fmla="*/ 0 h 158712"/>
                  <a:gd name="connsiteX0" fmla="*/ 0 w 234984"/>
                  <a:gd name="connsiteY0" fmla="*/ 0 h 158712"/>
                  <a:gd name="connsiteX1" fmla="*/ 234984 w 234984"/>
                  <a:gd name="connsiteY1" fmla="*/ 158712 h 158712"/>
                  <a:gd name="connsiteX2" fmla="*/ 0 w 234984"/>
                  <a:gd name="connsiteY2" fmla="*/ 158712 h 158712"/>
                  <a:gd name="connsiteX3" fmla="*/ 0 w 234984"/>
                  <a:gd name="connsiteY3" fmla="*/ 0 h 158712"/>
                  <a:gd name="connsiteX0" fmla="*/ 0 w 482249"/>
                  <a:gd name="connsiteY0" fmla="*/ 0 h 158712"/>
                  <a:gd name="connsiteX1" fmla="*/ 482249 w 482249"/>
                  <a:gd name="connsiteY1" fmla="*/ 18692 h 158712"/>
                  <a:gd name="connsiteX2" fmla="*/ 0 w 482249"/>
                  <a:gd name="connsiteY2" fmla="*/ 158712 h 158712"/>
                  <a:gd name="connsiteX3" fmla="*/ 0 w 482249"/>
                  <a:gd name="connsiteY3" fmla="*/ 0 h 158712"/>
                  <a:gd name="connsiteX0" fmla="*/ 0 w 482249"/>
                  <a:gd name="connsiteY0" fmla="*/ 0 h 195752"/>
                  <a:gd name="connsiteX1" fmla="*/ 482249 w 482249"/>
                  <a:gd name="connsiteY1" fmla="*/ 18692 h 195752"/>
                  <a:gd name="connsiteX2" fmla="*/ 0 w 482249"/>
                  <a:gd name="connsiteY2" fmla="*/ 158712 h 195752"/>
                  <a:gd name="connsiteX3" fmla="*/ 0 w 482249"/>
                  <a:gd name="connsiteY3" fmla="*/ 0 h 195752"/>
                  <a:gd name="connsiteX0" fmla="*/ 133059 w 615308"/>
                  <a:gd name="connsiteY0" fmla="*/ 0 h 177392"/>
                  <a:gd name="connsiteX1" fmla="*/ 615308 w 615308"/>
                  <a:gd name="connsiteY1" fmla="*/ 18692 h 177392"/>
                  <a:gd name="connsiteX2" fmla="*/ 0 w 615308"/>
                  <a:gd name="connsiteY2" fmla="*/ 107108 h 177392"/>
                  <a:gd name="connsiteX3" fmla="*/ 133059 w 615308"/>
                  <a:gd name="connsiteY3" fmla="*/ 0 h 177392"/>
                  <a:gd name="connsiteX0" fmla="*/ 0 w 615308"/>
                  <a:gd name="connsiteY0" fmla="*/ 88416 h 158700"/>
                  <a:gd name="connsiteX1" fmla="*/ 615308 w 615308"/>
                  <a:gd name="connsiteY1" fmla="*/ 0 h 158700"/>
                  <a:gd name="connsiteX2" fmla="*/ 0 w 615308"/>
                  <a:gd name="connsiteY2" fmla="*/ 88416 h 158700"/>
                  <a:gd name="connsiteX0" fmla="*/ 0 w 615308"/>
                  <a:gd name="connsiteY0" fmla="*/ 88416 h 193760"/>
                  <a:gd name="connsiteX1" fmla="*/ 615308 w 615308"/>
                  <a:gd name="connsiteY1" fmla="*/ 0 h 193760"/>
                  <a:gd name="connsiteX2" fmla="*/ 0 w 615308"/>
                  <a:gd name="connsiteY2" fmla="*/ 88416 h 193760"/>
                  <a:gd name="connsiteX0" fmla="*/ 0 w 615308"/>
                  <a:gd name="connsiteY0" fmla="*/ 169899 h 275243"/>
                  <a:gd name="connsiteX1" fmla="*/ 615308 w 615308"/>
                  <a:gd name="connsiteY1" fmla="*/ 81483 h 275243"/>
                  <a:gd name="connsiteX2" fmla="*/ 0 w 615308"/>
                  <a:gd name="connsiteY2" fmla="*/ 169899 h 275243"/>
                  <a:gd name="connsiteX0" fmla="*/ 0 w 615308"/>
                  <a:gd name="connsiteY0" fmla="*/ 193279 h 298623"/>
                  <a:gd name="connsiteX1" fmla="*/ 615308 w 615308"/>
                  <a:gd name="connsiteY1" fmla="*/ 104863 h 298623"/>
                  <a:gd name="connsiteX2" fmla="*/ 0 w 615308"/>
                  <a:gd name="connsiteY2" fmla="*/ 193279 h 298623"/>
                  <a:gd name="connsiteX0" fmla="*/ 0 w 632025"/>
                  <a:gd name="connsiteY0" fmla="*/ 191712 h 299306"/>
                  <a:gd name="connsiteX1" fmla="*/ 632025 w 632025"/>
                  <a:gd name="connsiteY1" fmla="*/ 107222 h 299306"/>
                  <a:gd name="connsiteX2" fmla="*/ 0 w 632025"/>
                  <a:gd name="connsiteY2" fmla="*/ 191712 h 299306"/>
                  <a:gd name="connsiteX0" fmla="*/ 0 w 632025"/>
                  <a:gd name="connsiteY0" fmla="*/ 191712 h 297892"/>
                  <a:gd name="connsiteX1" fmla="*/ 632025 w 632025"/>
                  <a:gd name="connsiteY1" fmla="*/ 107222 h 297892"/>
                  <a:gd name="connsiteX2" fmla="*/ 0 w 632025"/>
                  <a:gd name="connsiteY2" fmla="*/ 191712 h 297892"/>
                  <a:gd name="connsiteX0" fmla="*/ 0 w 632025"/>
                  <a:gd name="connsiteY0" fmla="*/ 191712 h 290014"/>
                  <a:gd name="connsiteX1" fmla="*/ 632025 w 632025"/>
                  <a:gd name="connsiteY1" fmla="*/ 107222 h 290014"/>
                  <a:gd name="connsiteX2" fmla="*/ 0 w 632025"/>
                  <a:gd name="connsiteY2" fmla="*/ 191712 h 290014"/>
                  <a:gd name="connsiteX0" fmla="*/ 0 w 632025"/>
                  <a:gd name="connsiteY0" fmla="*/ 196572 h 294874"/>
                  <a:gd name="connsiteX1" fmla="*/ 632025 w 632025"/>
                  <a:gd name="connsiteY1" fmla="*/ 112082 h 294874"/>
                  <a:gd name="connsiteX2" fmla="*/ 0 w 632025"/>
                  <a:gd name="connsiteY2" fmla="*/ 196572 h 294874"/>
                  <a:gd name="connsiteX0" fmla="*/ 0 w 661806"/>
                  <a:gd name="connsiteY0" fmla="*/ 257129 h 302509"/>
                  <a:gd name="connsiteX1" fmla="*/ 661806 w 661806"/>
                  <a:gd name="connsiteY1" fmla="*/ 54720 h 302509"/>
                  <a:gd name="connsiteX2" fmla="*/ 0 w 661806"/>
                  <a:gd name="connsiteY2" fmla="*/ 257129 h 302509"/>
                  <a:gd name="connsiteX0" fmla="*/ 0 w 640147"/>
                  <a:gd name="connsiteY0" fmla="*/ 208807 h 291769"/>
                  <a:gd name="connsiteX1" fmla="*/ 640147 w 640147"/>
                  <a:gd name="connsiteY1" fmla="*/ 96016 h 291769"/>
                  <a:gd name="connsiteX2" fmla="*/ 0 w 640147"/>
                  <a:gd name="connsiteY2" fmla="*/ 208807 h 291769"/>
                  <a:gd name="connsiteX0" fmla="*/ 0 w 640147"/>
                  <a:gd name="connsiteY0" fmla="*/ 312593 h 395555"/>
                  <a:gd name="connsiteX1" fmla="*/ 640147 w 640147"/>
                  <a:gd name="connsiteY1" fmla="*/ 199802 h 395555"/>
                  <a:gd name="connsiteX2" fmla="*/ 0 w 640147"/>
                  <a:gd name="connsiteY2" fmla="*/ 312593 h 395555"/>
                  <a:gd name="connsiteX0" fmla="*/ 0 w 640147"/>
                  <a:gd name="connsiteY0" fmla="*/ 315528 h 398490"/>
                  <a:gd name="connsiteX1" fmla="*/ 640147 w 640147"/>
                  <a:gd name="connsiteY1" fmla="*/ 202737 h 398490"/>
                  <a:gd name="connsiteX2" fmla="*/ 0 w 640147"/>
                  <a:gd name="connsiteY2" fmla="*/ 315528 h 398490"/>
                  <a:gd name="connsiteX0" fmla="*/ 0 w 640147"/>
                  <a:gd name="connsiteY0" fmla="*/ 315528 h 333312"/>
                  <a:gd name="connsiteX1" fmla="*/ 640147 w 640147"/>
                  <a:gd name="connsiteY1" fmla="*/ 202737 h 333312"/>
                  <a:gd name="connsiteX2" fmla="*/ 0 w 640147"/>
                  <a:gd name="connsiteY2" fmla="*/ 315528 h 333312"/>
                  <a:gd name="connsiteX0" fmla="*/ 0 w 640147"/>
                  <a:gd name="connsiteY0" fmla="*/ 316521 h 334305"/>
                  <a:gd name="connsiteX1" fmla="*/ 640147 w 640147"/>
                  <a:gd name="connsiteY1" fmla="*/ 203730 h 334305"/>
                  <a:gd name="connsiteX2" fmla="*/ 0 w 640147"/>
                  <a:gd name="connsiteY2" fmla="*/ 316521 h 334305"/>
                  <a:gd name="connsiteX0" fmla="*/ 0 w 640147"/>
                  <a:gd name="connsiteY0" fmla="*/ 316521 h 355267"/>
                  <a:gd name="connsiteX1" fmla="*/ 640147 w 640147"/>
                  <a:gd name="connsiteY1" fmla="*/ 203730 h 355267"/>
                  <a:gd name="connsiteX2" fmla="*/ 0 w 640147"/>
                  <a:gd name="connsiteY2" fmla="*/ 316521 h 355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0147" h="355267">
                    <a:moveTo>
                      <a:pt x="0" y="316521"/>
                    </a:moveTo>
                    <a:cubicBezTo>
                      <a:pt x="174145" y="-33382"/>
                      <a:pt x="622463" y="-124842"/>
                      <a:pt x="640147" y="203730"/>
                    </a:cubicBezTo>
                    <a:cubicBezTo>
                      <a:pt x="466422" y="557068"/>
                      <a:pt x="388823" y="160130"/>
                      <a:pt x="0" y="316521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Rectangle 7">
                <a:extLst>
                  <a:ext uri="{FF2B5EF4-FFF2-40B4-BE49-F238E27FC236}">
                    <a16:creationId xmlns:a16="http://schemas.microsoft.com/office/drawing/2014/main" id="{FC9436CD-124D-49F3-6B6B-312EF4663F28}"/>
                  </a:ext>
                </a:extLst>
              </p:cNvPr>
              <p:cNvSpPr/>
              <p:nvPr/>
            </p:nvSpPr>
            <p:spPr>
              <a:xfrm rot="19581306" flipH="1">
                <a:off x="4328113" y="1664283"/>
                <a:ext cx="1216148" cy="569297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C7F44C7-1A57-E22C-18BF-BB3A120F5CD3}"/>
                  </a:ext>
                </a:extLst>
              </p:cNvPr>
              <p:cNvSpPr/>
              <p:nvPr/>
            </p:nvSpPr>
            <p:spPr>
              <a:xfrm rot="20106957" flipH="1">
                <a:off x="4415182" y="3099354"/>
                <a:ext cx="348089" cy="233166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Oval 87">
                <a:extLst>
                  <a:ext uri="{FF2B5EF4-FFF2-40B4-BE49-F238E27FC236}">
                    <a16:creationId xmlns:a16="http://schemas.microsoft.com/office/drawing/2014/main" id="{FA4A03D0-E2ED-55BF-7DBC-77DC5E8977E9}"/>
                  </a:ext>
                </a:extLst>
              </p:cNvPr>
              <p:cNvSpPr/>
              <p:nvPr/>
            </p:nvSpPr>
            <p:spPr>
              <a:xfrm rot="19328551" flipH="1">
                <a:off x="3998860" y="1763046"/>
                <a:ext cx="938252" cy="1379885"/>
              </a:xfrm>
              <a:custGeom>
                <a:avLst/>
                <a:gdLst>
                  <a:gd name="connsiteX0" fmla="*/ 0 w 358212"/>
                  <a:gd name="connsiteY0" fmla="*/ 116843 h 233686"/>
                  <a:gd name="connsiteX1" fmla="*/ 179106 w 358212"/>
                  <a:gd name="connsiteY1" fmla="*/ 0 h 233686"/>
                  <a:gd name="connsiteX2" fmla="*/ 358212 w 358212"/>
                  <a:gd name="connsiteY2" fmla="*/ 116843 h 233686"/>
                  <a:gd name="connsiteX3" fmla="*/ 179106 w 358212"/>
                  <a:gd name="connsiteY3" fmla="*/ 233686 h 233686"/>
                  <a:gd name="connsiteX4" fmla="*/ 0 w 358212"/>
                  <a:gd name="connsiteY4" fmla="*/ 116843 h 233686"/>
                  <a:gd name="connsiteX0" fmla="*/ 606008 w 964220"/>
                  <a:gd name="connsiteY0" fmla="*/ 1310697 h 1458346"/>
                  <a:gd name="connsiteX1" fmla="*/ 11566 w 964220"/>
                  <a:gd name="connsiteY1" fmla="*/ 0 h 1458346"/>
                  <a:gd name="connsiteX2" fmla="*/ 964220 w 964220"/>
                  <a:gd name="connsiteY2" fmla="*/ 1310697 h 1458346"/>
                  <a:gd name="connsiteX3" fmla="*/ 785114 w 964220"/>
                  <a:gd name="connsiteY3" fmla="*/ 1427540 h 1458346"/>
                  <a:gd name="connsiteX4" fmla="*/ 606008 w 964220"/>
                  <a:gd name="connsiteY4" fmla="*/ 1310697 h 1458346"/>
                  <a:gd name="connsiteX0" fmla="*/ 599219 w 957431"/>
                  <a:gd name="connsiteY0" fmla="*/ 1311500 h 1459149"/>
                  <a:gd name="connsiteX1" fmla="*/ 4777 w 957431"/>
                  <a:gd name="connsiteY1" fmla="*/ 803 h 1459149"/>
                  <a:gd name="connsiteX2" fmla="*/ 957431 w 957431"/>
                  <a:gd name="connsiteY2" fmla="*/ 1311500 h 1459149"/>
                  <a:gd name="connsiteX3" fmla="*/ 778325 w 957431"/>
                  <a:gd name="connsiteY3" fmla="*/ 1428343 h 1459149"/>
                  <a:gd name="connsiteX4" fmla="*/ 599219 w 957431"/>
                  <a:gd name="connsiteY4" fmla="*/ 1311500 h 1459149"/>
                  <a:gd name="connsiteX0" fmla="*/ 716294 w 1074506"/>
                  <a:gd name="connsiteY0" fmla="*/ 1318731 h 1466380"/>
                  <a:gd name="connsiteX1" fmla="*/ 121852 w 1074506"/>
                  <a:gd name="connsiteY1" fmla="*/ 8034 h 1466380"/>
                  <a:gd name="connsiteX2" fmla="*/ 1074506 w 1074506"/>
                  <a:gd name="connsiteY2" fmla="*/ 1318731 h 1466380"/>
                  <a:gd name="connsiteX3" fmla="*/ 895400 w 1074506"/>
                  <a:gd name="connsiteY3" fmla="*/ 1435574 h 1466380"/>
                  <a:gd name="connsiteX4" fmla="*/ 716294 w 1074506"/>
                  <a:gd name="connsiteY4" fmla="*/ 1318731 h 1466380"/>
                  <a:gd name="connsiteX0" fmla="*/ 535075 w 893287"/>
                  <a:gd name="connsiteY0" fmla="*/ 1358554 h 1508743"/>
                  <a:gd name="connsiteX1" fmla="*/ 141141 w 893287"/>
                  <a:gd name="connsiteY1" fmla="*/ 7819 h 1508743"/>
                  <a:gd name="connsiteX2" fmla="*/ 893287 w 893287"/>
                  <a:gd name="connsiteY2" fmla="*/ 1358554 h 1508743"/>
                  <a:gd name="connsiteX3" fmla="*/ 714181 w 893287"/>
                  <a:gd name="connsiteY3" fmla="*/ 1475397 h 1508743"/>
                  <a:gd name="connsiteX4" fmla="*/ 535075 w 893287"/>
                  <a:gd name="connsiteY4" fmla="*/ 1358554 h 1508743"/>
                  <a:gd name="connsiteX0" fmla="*/ 621309 w 979521"/>
                  <a:gd name="connsiteY0" fmla="*/ 1359341 h 1509530"/>
                  <a:gd name="connsiteX1" fmla="*/ 227375 w 979521"/>
                  <a:gd name="connsiteY1" fmla="*/ 8606 h 1509530"/>
                  <a:gd name="connsiteX2" fmla="*/ 979521 w 979521"/>
                  <a:gd name="connsiteY2" fmla="*/ 1359341 h 1509530"/>
                  <a:gd name="connsiteX3" fmla="*/ 800415 w 979521"/>
                  <a:gd name="connsiteY3" fmla="*/ 1476184 h 1509530"/>
                  <a:gd name="connsiteX4" fmla="*/ 621309 w 979521"/>
                  <a:gd name="connsiteY4" fmla="*/ 1359341 h 1509530"/>
                  <a:gd name="connsiteX0" fmla="*/ 567446 w 925658"/>
                  <a:gd name="connsiteY0" fmla="*/ 1359341 h 1747272"/>
                  <a:gd name="connsiteX1" fmla="*/ 173512 w 925658"/>
                  <a:gd name="connsiteY1" fmla="*/ 8606 h 1747272"/>
                  <a:gd name="connsiteX2" fmla="*/ 925658 w 925658"/>
                  <a:gd name="connsiteY2" fmla="*/ 1359341 h 1747272"/>
                  <a:gd name="connsiteX3" fmla="*/ 746552 w 925658"/>
                  <a:gd name="connsiteY3" fmla="*/ 1476184 h 1747272"/>
                  <a:gd name="connsiteX4" fmla="*/ 567446 w 925658"/>
                  <a:gd name="connsiteY4" fmla="*/ 1359341 h 1747272"/>
                  <a:gd name="connsiteX0" fmla="*/ 574380 w 753486"/>
                  <a:gd name="connsiteY0" fmla="*/ 1467794 h 1554401"/>
                  <a:gd name="connsiteX1" fmla="*/ 1340 w 753486"/>
                  <a:gd name="connsiteY1" fmla="*/ 216 h 1554401"/>
                  <a:gd name="connsiteX2" fmla="*/ 753486 w 753486"/>
                  <a:gd name="connsiteY2" fmla="*/ 1350951 h 1554401"/>
                  <a:gd name="connsiteX3" fmla="*/ 574380 w 753486"/>
                  <a:gd name="connsiteY3" fmla="*/ 1467794 h 1554401"/>
                  <a:gd name="connsiteX0" fmla="*/ 752146 w 752146"/>
                  <a:gd name="connsiteY0" fmla="*/ 1350941 h 1350941"/>
                  <a:gd name="connsiteX1" fmla="*/ 0 w 752146"/>
                  <a:gd name="connsiteY1" fmla="*/ 206 h 1350941"/>
                  <a:gd name="connsiteX2" fmla="*/ 752146 w 752146"/>
                  <a:gd name="connsiteY2" fmla="*/ 1350941 h 1350941"/>
                  <a:gd name="connsiteX0" fmla="*/ 953790 w 953790"/>
                  <a:gd name="connsiteY0" fmla="*/ 1357534 h 1357534"/>
                  <a:gd name="connsiteX1" fmla="*/ 201644 w 953790"/>
                  <a:gd name="connsiteY1" fmla="*/ 6799 h 1357534"/>
                  <a:gd name="connsiteX2" fmla="*/ 953790 w 953790"/>
                  <a:gd name="connsiteY2" fmla="*/ 1357534 h 1357534"/>
                  <a:gd name="connsiteX0" fmla="*/ 578383 w 578383"/>
                  <a:gd name="connsiteY0" fmla="*/ 1350683 h 1350683"/>
                  <a:gd name="connsiteX1" fmla="*/ 0 w 578383"/>
                  <a:gd name="connsiteY1" fmla="*/ 0 h 1350683"/>
                  <a:gd name="connsiteX2" fmla="*/ 578383 w 578383"/>
                  <a:gd name="connsiteY2" fmla="*/ 1350683 h 1350683"/>
                  <a:gd name="connsiteX0" fmla="*/ 578383 w 705306"/>
                  <a:gd name="connsiteY0" fmla="*/ 1350683 h 1350683"/>
                  <a:gd name="connsiteX1" fmla="*/ 0 w 705306"/>
                  <a:gd name="connsiteY1" fmla="*/ 0 h 1350683"/>
                  <a:gd name="connsiteX2" fmla="*/ 578383 w 705306"/>
                  <a:gd name="connsiteY2" fmla="*/ 1350683 h 1350683"/>
                  <a:gd name="connsiteX0" fmla="*/ 651945 w 788616"/>
                  <a:gd name="connsiteY0" fmla="*/ 1354340 h 1354340"/>
                  <a:gd name="connsiteX1" fmla="*/ 73562 w 788616"/>
                  <a:gd name="connsiteY1" fmla="*/ 3657 h 1354340"/>
                  <a:gd name="connsiteX2" fmla="*/ 651945 w 788616"/>
                  <a:gd name="connsiteY2" fmla="*/ 1354340 h 1354340"/>
                  <a:gd name="connsiteX0" fmla="*/ 798280 w 989981"/>
                  <a:gd name="connsiteY0" fmla="*/ 1356700 h 1356700"/>
                  <a:gd name="connsiteX1" fmla="*/ 219897 w 989981"/>
                  <a:gd name="connsiteY1" fmla="*/ 6017 h 1356700"/>
                  <a:gd name="connsiteX2" fmla="*/ 798280 w 989981"/>
                  <a:gd name="connsiteY2" fmla="*/ 1356700 h 1356700"/>
                  <a:gd name="connsiteX0" fmla="*/ 581392 w 603413"/>
                  <a:gd name="connsiteY0" fmla="*/ 1416134 h 1417101"/>
                  <a:gd name="connsiteX1" fmla="*/ 3009 w 603413"/>
                  <a:gd name="connsiteY1" fmla="*/ 65451 h 1417101"/>
                  <a:gd name="connsiteX2" fmla="*/ 364093 w 603413"/>
                  <a:gd name="connsiteY2" fmla="*/ 335555 h 1417101"/>
                  <a:gd name="connsiteX3" fmla="*/ 581392 w 603413"/>
                  <a:gd name="connsiteY3" fmla="*/ 1416134 h 1417101"/>
                  <a:gd name="connsiteX0" fmla="*/ 580331 w 602352"/>
                  <a:gd name="connsiteY0" fmla="*/ 1418413 h 1419380"/>
                  <a:gd name="connsiteX1" fmla="*/ 1948 w 602352"/>
                  <a:gd name="connsiteY1" fmla="*/ 67730 h 1419380"/>
                  <a:gd name="connsiteX2" fmla="*/ 363032 w 602352"/>
                  <a:gd name="connsiteY2" fmla="*/ 337834 h 1419380"/>
                  <a:gd name="connsiteX3" fmla="*/ 580331 w 602352"/>
                  <a:gd name="connsiteY3" fmla="*/ 1418413 h 1419380"/>
                  <a:gd name="connsiteX0" fmla="*/ 799696 w 821717"/>
                  <a:gd name="connsiteY0" fmla="*/ 1350952 h 1351919"/>
                  <a:gd name="connsiteX1" fmla="*/ 25694 w 821717"/>
                  <a:gd name="connsiteY1" fmla="*/ 249486 h 1351919"/>
                  <a:gd name="connsiteX2" fmla="*/ 221313 w 821717"/>
                  <a:gd name="connsiteY2" fmla="*/ 269 h 1351919"/>
                  <a:gd name="connsiteX3" fmla="*/ 582397 w 821717"/>
                  <a:gd name="connsiteY3" fmla="*/ 270373 h 1351919"/>
                  <a:gd name="connsiteX4" fmla="*/ 799696 w 821717"/>
                  <a:gd name="connsiteY4" fmla="*/ 1350952 h 1351919"/>
                  <a:gd name="connsiteX0" fmla="*/ 796621 w 818642"/>
                  <a:gd name="connsiteY0" fmla="*/ 1350692 h 1351659"/>
                  <a:gd name="connsiteX1" fmla="*/ 25956 w 818642"/>
                  <a:gd name="connsiteY1" fmla="*/ 265935 h 1351659"/>
                  <a:gd name="connsiteX2" fmla="*/ 218238 w 818642"/>
                  <a:gd name="connsiteY2" fmla="*/ 9 h 1351659"/>
                  <a:gd name="connsiteX3" fmla="*/ 579322 w 818642"/>
                  <a:gd name="connsiteY3" fmla="*/ 270113 h 1351659"/>
                  <a:gd name="connsiteX4" fmla="*/ 796621 w 818642"/>
                  <a:gd name="connsiteY4" fmla="*/ 1350692 h 1351659"/>
                  <a:gd name="connsiteX0" fmla="*/ 758306 w 780327"/>
                  <a:gd name="connsiteY0" fmla="*/ 1351727 h 1352694"/>
                  <a:gd name="connsiteX1" fmla="*/ 29755 w 780327"/>
                  <a:gd name="connsiteY1" fmla="*/ 234236 h 1352694"/>
                  <a:gd name="connsiteX2" fmla="*/ 179923 w 780327"/>
                  <a:gd name="connsiteY2" fmla="*/ 1044 h 1352694"/>
                  <a:gd name="connsiteX3" fmla="*/ 541007 w 780327"/>
                  <a:gd name="connsiteY3" fmla="*/ 271148 h 1352694"/>
                  <a:gd name="connsiteX4" fmla="*/ 758306 w 780327"/>
                  <a:gd name="connsiteY4" fmla="*/ 1351727 h 1352694"/>
                  <a:gd name="connsiteX0" fmla="*/ 758306 w 780327"/>
                  <a:gd name="connsiteY0" fmla="*/ 1351727 h 1352694"/>
                  <a:gd name="connsiteX1" fmla="*/ 29755 w 780327"/>
                  <a:gd name="connsiteY1" fmla="*/ 234236 h 1352694"/>
                  <a:gd name="connsiteX2" fmla="*/ 179923 w 780327"/>
                  <a:gd name="connsiteY2" fmla="*/ 1044 h 1352694"/>
                  <a:gd name="connsiteX3" fmla="*/ 541007 w 780327"/>
                  <a:gd name="connsiteY3" fmla="*/ 271148 h 1352694"/>
                  <a:gd name="connsiteX4" fmla="*/ 758306 w 780327"/>
                  <a:gd name="connsiteY4" fmla="*/ 1351727 h 1352694"/>
                  <a:gd name="connsiteX0" fmla="*/ 791897 w 813918"/>
                  <a:gd name="connsiteY0" fmla="*/ 1350962 h 1351929"/>
                  <a:gd name="connsiteX1" fmla="*/ 63346 w 813918"/>
                  <a:gd name="connsiteY1" fmla="*/ 233471 h 1351929"/>
                  <a:gd name="connsiteX2" fmla="*/ 213514 w 813918"/>
                  <a:gd name="connsiteY2" fmla="*/ 279 h 1351929"/>
                  <a:gd name="connsiteX3" fmla="*/ 574598 w 813918"/>
                  <a:gd name="connsiteY3" fmla="*/ 270383 h 1351929"/>
                  <a:gd name="connsiteX4" fmla="*/ 791897 w 813918"/>
                  <a:gd name="connsiteY4" fmla="*/ 1350962 h 1351929"/>
                  <a:gd name="connsiteX0" fmla="*/ 796174 w 818195"/>
                  <a:gd name="connsiteY0" fmla="*/ 1350889 h 1351856"/>
                  <a:gd name="connsiteX1" fmla="*/ 67623 w 818195"/>
                  <a:gd name="connsiteY1" fmla="*/ 233398 h 1351856"/>
                  <a:gd name="connsiteX2" fmla="*/ 217791 w 818195"/>
                  <a:gd name="connsiteY2" fmla="*/ 206 h 1351856"/>
                  <a:gd name="connsiteX3" fmla="*/ 578875 w 818195"/>
                  <a:gd name="connsiteY3" fmla="*/ 270310 h 1351856"/>
                  <a:gd name="connsiteX4" fmla="*/ 796174 w 818195"/>
                  <a:gd name="connsiteY4" fmla="*/ 1350889 h 1351856"/>
                  <a:gd name="connsiteX0" fmla="*/ 796174 w 918536"/>
                  <a:gd name="connsiteY0" fmla="*/ 1350889 h 1350889"/>
                  <a:gd name="connsiteX1" fmla="*/ 67623 w 918536"/>
                  <a:gd name="connsiteY1" fmla="*/ 233398 h 1350889"/>
                  <a:gd name="connsiteX2" fmla="*/ 217791 w 918536"/>
                  <a:gd name="connsiteY2" fmla="*/ 206 h 1350889"/>
                  <a:gd name="connsiteX3" fmla="*/ 578875 w 918536"/>
                  <a:gd name="connsiteY3" fmla="*/ 270310 h 1350889"/>
                  <a:gd name="connsiteX4" fmla="*/ 796174 w 918536"/>
                  <a:gd name="connsiteY4" fmla="*/ 1350889 h 1350889"/>
                  <a:gd name="connsiteX0" fmla="*/ 796174 w 918536"/>
                  <a:gd name="connsiteY0" fmla="*/ 1350889 h 1351819"/>
                  <a:gd name="connsiteX1" fmla="*/ 67623 w 918536"/>
                  <a:gd name="connsiteY1" fmla="*/ 233398 h 1351819"/>
                  <a:gd name="connsiteX2" fmla="*/ 217791 w 918536"/>
                  <a:gd name="connsiteY2" fmla="*/ 206 h 1351819"/>
                  <a:gd name="connsiteX3" fmla="*/ 578875 w 918536"/>
                  <a:gd name="connsiteY3" fmla="*/ 270310 h 1351819"/>
                  <a:gd name="connsiteX4" fmla="*/ 796174 w 918536"/>
                  <a:gd name="connsiteY4" fmla="*/ 1350889 h 1351819"/>
                  <a:gd name="connsiteX0" fmla="*/ 796174 w 918536"/>
                  <a:gd name="connsiteY0" fmla="*/ 1350889 h 1352024"/>
                  <a:gd name="connsiteX1" fmla="*/ 67623 w 918536"/>
                  <a:gd name="connsiteY1" fmla="*/ 233398 h 1352024"/>
                  <a:gd name="connsiteX2" fmla="*/ 217791 w 918536"/>
                  <a:gd name="connsiteY2" fmla="*/ 206 h 1352024"/>
                  <a:gd name="connsiteX3" fmla="*/ 578875 w 918536"/>
                  <a:gd name="connsiteY3" fmla="*/ 270310 h 1352024"/>
                  <a:gd name="connsiteX4" fmla="*/ 796174 w 918536"/>
                  <a:gd name="connsiteY4" fmla="*/ 1350889 h 1352024"/>
                  <a:gd name="connsiteX0" fmla="*/ 796174 w 918536"/>
                  <a:gd name="connsiteY0" fmla="*/ 1350889 h 1472010"/>
                  <a:gd name="connsiteX1" fmla="*/ 724866 w 918536"/>
                  <a:gd name="connsiteY1" fmla="*/ 1324885 h 1472010"/>
                  <a:gd name="connsiteX2" fmla="*/ 67623 w 918536"/>
                  <a:gd name="connsiteY2" fmla="*/ 233398 h 1472010"/>
                  <a:gd name="connsiteX3" fmla="*/ 217791 w 918536"/>
                  <a:gd name="connsiteY3" fmla="*/ 206 h 1472010"/>
                  <a:gd name="connsiteX4" fmla="*/ 578875 w 918536"/>
                  <a:gd name="connsiteY4" fmla="*/ 270310 h 1472010"/>
                  <a:gd name="connsiteX5" fmla="*/ 796174 w 918536"/>
                  <a:gd name="connsiteY5" fmla="*/ 1350889 h 1472010"/>
                  <a:gd name="connsiteX0" fmla="*/ 796174 w 918536"/>
                  <a:gd name="connsiteY0" fmla="*/ 1350889 h 1472010"/>
                  <a:gd name="connsiteX1" fmla="*/ 724866 w 918536"/>
                  <a:gd name="connsiteY1" fmla="*/ 1324885 h 1472010"/>
                  <a:gd name="connsiteX2" fmla="*/ 67623 w 918536"/>
                  <a:gd name="connsiteY2" fmla="*/ 233398 h 1472010"/>
                  <a:gd name="connsiteX3" fmla="*/ 217791 w 918536"/>
                  <a:gd name="connsiteY3" fmla="*/ 206 h 1472010"/>
                  <a:gd name="connsiteX4" fmla="*/ 578875 w 918536"/>
                  <a:gd name="connsiteY4" fmla="*/ 270310 h 1472010"/>
                  <a:gd name="connsiteX5" fmla="*/ 796174 w 918536"/>
                  <a:gd name="connsiteY5" fmla="*/ 1350889 h 1472010"/>
                  <a:gd name="connsiteX0" fmla="*/ 724866 w 918536"/>
                  <a:gd name="connsiteY0" fmla="*/ 1324885 h 1483862"/>
                  <a:gd name="connsiteX1" fmla="*/ 67623 w 918536"/>
                  <a:gd name="connsiteY1" fmla="*/ 233398 h 1483862"/>
                  <a:gd name="connsiteX2" fmla="*/ 217791 w 918536"/>
                  <a:gd name="connsiteY2" fmla="*/ 206 h 1483862"/>
                  <a:gd name="connsiteX3" fmla="*/ 578875 w 918536"/>
                  <a:gd name="connsiteY3" fmla="*/ 270310 h 1483862"/>
                  <a:gd name="connsiteX4" fmla="*/ 796174 w 918536"/>
                  <a:gd name="connsiteY4" fmla="*/ 1350889 h 1483862"/>
                  <a:gd name="connsiteX5" fmla="*/ 814385 w 918536"/>
                  <a:gd name="connsiteY5" fmla="*/ 1414404 h 1483862"/>
                  <a:gd name="connsiteX0" fmla="*/ 724866 w 918536"/>
                  <a:gd name="connsiteY0" fmla="*/ 1324885 h 1350889"/>
                  <a:gd name="connsiteX1" fmla="*/ 67623 w 918536"/>
                  <a:gd name="connsiteY1" fmla="*/ 233398 h 1350889"/>
                  <a:gd name="connsiteX2" fmla="*/ 217791 w 918536"/>
                  <a:gd name="connsiteY2" fmla="*/ 206 h 1350889"/>
                  <a:gd name="connsiteX3" fmla="*/ 578875 w 918536"/>
                  <a:gd name="connsiteY3" fmla="*/ 270310 h 1350889"/>
                  <a:gd name="connsiteX4" fmla="*/ 796174 w 918536"/>
                  <a:gd name="connsiteY4" fmla="*/ 1350889 h 1350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8536" h="1350889">
                    <a:moveTo>
                      <a:pt x="724866" y="1324885"/>
                    </a:moveTo>
                    <a:cubicBezTo>
                      <a:pt x="603441" y="1138637"/>
                      <a:pt x="529585" y="553162"/>
                      <a:pt x="67623" y="233398"/>
                    </a:cubicBezTo>
                    <a:cubicBezTo>
                      <a:pt x="-119701" y="127216"/>
                      <a:pt x="132582" y="-5946"/>
                      <a:pt x="217791" y="206"/>
                    </a:cubicBezTo>
                    <a:cubicBezTo>
                      <a:pt x="303000" y="6358"/>
                      <a:pt x="663597" y="29880"/>
                      <a:pt x="578875" y="270310"/>
                    </a:cubicBezTo>
                    <a:cubicBezTo>
                      <a:pt x="675272" y="495424"/>
                      <a:pt x="1134059" y="970940"/>
                      <a:pt x="796174" y="1350889"/>
                    </a:cubicBezTo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BE22263-1F33-2CE8-4C74-7C0EB1F944FB}"/>
              </a:ext>
            </a:extLst>
          </p:cNvPr>
          <p:cNvGrpSpPr/>
          <p:nvPr/>
        </p:nvGrpSpPr>
        <p:grpSpPr>
          <a:xfrm>
            <a:off x="4488523" y="1408873"/>
            <a:ext cx="4122549" cy="5931083"/>
            <a:chOff x="2774197" y="1365067"/>
            <a:chExt cx="4122549" cy="5931083"/>
          </a:xfrm>
          <a:solidFill>
            <a:schemeClr val="bg1"/>
          </a:solidFill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E8A1FA3-C913-705F-AB5E-8CEDB258EB98}"/>
                </a:ext>
              </a:extLst>
            </p:cNvPr>
            <p:cNvGrpSpPr/>
            <p:nvPr/>
          </p:nvGrpSpPr>
          <p:grpSpPr>
            <a:xfrm>
              <a:off x="2774197" y="2758698"/>
              <a:ext cx="4122549" cy="4537452"/>
              <a:chOff x="2774197" y="2758698"/>
              <a:chExt cx="4122549" cy="4537452"/>
            </a:xfrm>
            <a:grpFill/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BD7787F-3CF7-6784-B3CF-37F8C74389CA}"/>
                  </a:ext>
                </a:extLst>
              </p:cNvPr>
              <p:cNvSpPr/>
              <p:nvPr/>
            </p:nvSpPr>
            <p:spPr>
              <a:xfrm>
                <a:off x="2774197" y="2758698"/>
                <a:ext cx="4122549" cy="4122549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Rectangle 4">
                <a:extLst>
                  <a:ext uri="{FF2B5EF4-FFF2-40B4-BE49-F238E27FC236}">
                    <a16:creationId xmlns:a16="http://schemas.microsoft.com/office/drawing/2014/main" id="{CC459697-D1D8-8210-DF77-985C8A82C14A}"/>
                  </a:ext>
                </a:extLst>
              </p:cNvPr>
              <p:cNvSpPr/>
              <p:nvPr/>
            </p:nvSpPr>
            <p:spPr>
              <a:xfrm>
                <a:off x="3868469" y="3223646"/>
                <a:ext cx="2135438" cy="3600681"/>
              </a:xfrm>
              <a:custGeom>
                <a:avLst/>
                <a:gdLst>
                  <a:gd name="connsiteX0" fmla="*/ 0 w 705173"/>
                  <a:gd name="connsiteY0" fmla="*/ 0 h 1038386"/>
                  <a:gd name="connsiteX1" fmla="*/ 705173 w 705173"/>
                  <a:gd name="connsiteY1" fmla="*/ 0 h 1038386"/>
                  <a:gd name="connsiteX2" fmla="*/ 705173 w 705173"/>
                  <a:gd name="connsiteY2" fmla="*/ 1038386 h 1038386"/>
                  <a:gd name="connsiteX3" fmla="*/ 0 w 705173"/>
                  <a:gd name="connsiteY3" fmla="*/ 1038386 h 1038386"/>
                  <a:gd name="connsiteX4" fmla="*/ 0 w 705173"/>
                  <a:gd name="connsiteY4" fmla="*/ 0 h 1038386"/>
                  <a:gd name="connsiteX0" fmla="*/ 247973 w 705173"/>
                  <a:gd name="connsiteY0" fmla="*/ 0 h 1472339"/>
                  <a:gd name="connsiteX1" fmla="*/ 705173 w 705173"/>
                  <a:gd name="connsiteY1" fmla="*/ 433953 h 1472339"/>
                  <a:gd name="connsiteX2" fmla="*/ 705173 w 705173"/>
                  <a:gd name="connsiteY2" fmla="*/ 1472339 h 1472339"/>
                  <a:gd name="connsiteX3" fmla="*/ 0 w 705173"/>
                  <a:gd name="connsiteY3" fmla="*/ 1472339 h 1472339"/>
                  <a:gd name="connsiteX4" fmla="*/ 247973 w 705173"/>
                  <a:gd name="connsiteY4" fmla="*/ 0 h 1472339"/>
                  <a:gd name="connsiteX0" fmla="*/ 247973 w 813662"/>
                  <a:gd name="connsiteY0" fmla="*/ 0 h 3595607"/>
                  <a:gd name="connsiteX1" fmla="*/ 705173 w 813662"/>
                  <a:gd name="connsiteY1" fmla="*/ 433953 h 3595607"/>
                  <a:gd name="connsiteX2" fmla="*/ 813662 w 813662"/>
                  <a:gd name="connsiteY2" fmla="*/ 3595607 h 3595607"/>
                  <a:gd name="connsiteX3" fmla="*/ 0 w 813662"/>
                  <a:gd name="connsiteY3" fmla="*/ 1472339 h 3595607"/>
                  <a:gd name="connsiteX4" fmla="*/ 247973 w 813662"/>
                  <a:gd name="connsiteY4" fmla="*/ 0 h 3595607"/>
                  <a:gd name="connsiteX0" fmla="*/ 0 w 565689"/>
                  <a:gd name="connsiteY0" fmla="*/ 0 h 3595607"/>
                  <a:gd name="connsiteX1" fmla="*/ 457200 w 565689"/>
                  <a:gd name="connsiteY1" fmla="*/ 433953 h 3595607"/>
                  <a:gd name="connsiteX2" fmla="*/ 565689 w 565689"/>
                  <a:gd name="connsiteY2" fmla="*/ 3595607 h 3595607"/>
                  <a:gd name="connsiteX3" fmla="*/ 0 w 565689"/>
                  <a:gd name="connsiteY3" fmla="*/ 0 h 3595607"/>
                  <a:gd name="connsiteX0" fmla="*/ 692401 w 1258090"/>
                  <a:gd name="connsiteY0" fmla="*/ 0 h 3595607"/>
                  <a:gd name="connsiteX1" fmla="*/ 1149601 w 1258090"/>
                  <a:gd name="connsiteY1" fmla="*/ 433953 h 3595607"/>
                  <a:gd name="connsiteX2" fmla="*/ 1258090 w 1258090"/>
                  <a:gd name="connsiteY2" fmla="*/ 3595607 h 3595607"/>
                  <a:gd name="connsiteX3" fmla="*/ 692401 w 1258090"/>
                  <a:gd name="connsiteY3" fmla="*/ 0 h 3595607"/>
                  <a:gd name="connsiteX0" fmla="*/ 703532 w 1269221"/>
                  <a:gd name="connsiteY0" fmla="*/ 0 h 3596265"/>
                  <a:gd name="connsiteX1" fmla="*/ 1160732 w 1269221"/>
                  <a:gd name="connsiteY1" fmla="*/ 433953 h 3596265"/>
                  <a:gd name="connsiteX2" fmla="*/ 1269221 w 1269221"/>
                  <a:gd name="connsiteY2" fmla="*/ 3595607 h 3596265"/>
                  <a:gd name="connsiteX3" fmla="*/ 703532 w 1269221"/>
                  <a:gd name="connsiteY3" fmla="*/ 0 h 3596265"/>
                  <a:gd name="connsiteX0" fmla="*/ 703532 w 1269221"/>
                  <a:gd name="connsiteY0" fmla="*/ 0 h 3596265"/>
                  <a:gd name="connsiteX1" fmla="*/ 1269221 w 1269221"/>
                  <a:gd name="connsiteY1" fmla="*/ 3595607 h 3596265"/>
                  <a:gd name="connsiteX2" fmla="*/ 703532 w 1269221"/>
                  <a:gd name="connsiteY2" fmla="*/ 0 h 3596265"/>
                  <a:gd name="connsiteX0" fmla="*/ 703532 w 1876110"/>
                  <a:gd name="connsiteY0" fmla="*/ 0 h 3596265"/>
                  <a:gd name="connsiteX1" fmla="*/ 1269221 w 1876110"/>
                  <a:gd name="connsiteY1" fmla="*/ 3595607 h 3596265"/>
                  <a:gd name="connsiteX2" fmla="*/ 703532 w 1876110"/>
                  <a:gd name="connsiteY2" fmla="*/ 0 h 3596265"/>
                  <a:gd name="connsiteX0" fmla="*/ 703532 w 2135438"/>
                  <a:gd name="connsiteY0" fmla="*/ 0 h 3600681"/>
                  <a:gd name="connsiteX1" fmla="*/ 1269221 w 2135438"/>
                  <a:gd name="connsiteY1" fmla="*/ 3595607 h 3600681"/>
                  <a:gd name="connsiteX2" fmla="*/ 703532 w 2135438"/>
                  <a:gd name="connsiteY2" fmla="*/ 0 h 360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35438" h="3600681">
                    <a:moveTo>
                      <a:pt x="703532" y="0"/>
                    </a:moveTo>
                    <a:cubicBezTo>
                      <a:pt x="3077356" y="532109"/>
                      <a:pt x="1933064" y="3745424"/>
                      <a:pt x="1269221" y="3595607"/>
                    </a:cubicBezTo>
                    <a:cubicBezTo>
                      <a:pt x="1018664" y="3636935"/>
                      <a:pt x="-1060691" y="1725478"/>
                      <a:pt x="7035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029D59A3-5B50-06BD-9607-A00A9924D9D8}"/>
                  </a:ext>
                </a:extLst>
              </p:cNvPr>
              <p:cNvSpPr/>
              <p:nvPr/>
            </p:nvSpPr>
            <p:spPr>
              <a:xfrm>
                <a:off x="3899235" y="2803352"/>
                <a:ext cx="966700" cy="479811"/>
              </a:xfrm>
              <a:custGeom>
                <a:avLst/>
                <a:gdLst>
                  <a:gd name="connsiteX0" fmla="*/ 938411 w 966700"/>
                  <a:gd name="connsiteY0" fmla="*/ 0 h 479811"/>
                  <a:gd name="connsiteX1" fmla="*/ 966700 w 966700"/>
                  <a:gd name="connsiteY1" fmla="*/ 1429 h 479811"/>
                  <a:gd name="connsiteX2" fmla="*/ 958980 w 966700"/>
                  <a:gd name="connsiteY2" fmla="*/ 45267 h 479811"/>
                  <a:gd name="connsiteX3" fmla="*/ 655798 w 966700"/>
                  <a:gd name="connsiteY3" fmla="*/ 477172 h 479811"/>
                  <a:gd name="connsiteX4" fmla="*/ 836 w 966700"/>
                  <a:gd name="connsiteY4" fmla="*/ 228784 h 479811"/>
                  <a:gd name="connsiteX5" fmla="*/ 0 w 966700"/>
                  <a:gd name="connsiteY5" fmla="*/ 227534 h 479811"/>
                  <a:gd name="connsiteX6" fmla="*/ 136070 w 966700"/>
                  <a:gd name="connsiteY6" fmla="*/ 161985 h 479811"/>
                  <a:gd name="connsiteX7" fmla="*/ 938411 w 966700"/>
                  <a:gd name="connsiteY7" fmla="*/ 0 h 479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6700" h="479811">
                    <a:moveTo>
                      <a:pt x="938411" y="0"/>
                    </a:moveTo>
                    <a:lnTo>
                      <a:pt x="966700" y="1429"/>
                    </a:lnTo>
                    <a:lnTo>
                      <a:pt x="958980" y="45267"/>
                    </a:lnTo>
                    <a:cubicBezTo>
                      <a:pt x="910221" y="233602"/>
                      <a:pt x="753376" y="450643"/>
                      <a:pt x="655798" y="477172"/>
                    </a:cubicBezTo>
                    <a:cubicBezTo>
                      <a:pt x="605888" y="498898"/>
                      <a:pt x="141796" y="383904"/>
                      <a:pt x="836" y="228784"/>
                    </a:cubicBezTo>
                    <a:lnTo>
                      <a:pt x="0" y="227534"/>
                    </a:lnTo>
                    <a:lnTo>
                      <a:pt x="136070" y="161985"/>
                    </a:lnTo>
                    <a:cubicBezTo>
                      <a:pt x="382677" y="57679"/>
                      <a:pt x="653808" y="0"/>
                      <a:pt x="9384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7A51D30A-C272-2DA0-FEF5-54AF30C7D5AE}"/>
                  </a:ext>
                </a:extLst>
              </p:cNvPr>
              <p:cNvSpPr/>
              <p:nvPr/>
            </p:nvSpPr>
            <p:spPr>
              <a:xfrm>
                <a:off x="3890587" y="2792267"/>
                <a:ext cx="966700" cy="499849"/>
              </a:xfrm>
              <a:custGeom>
                <a:avLst/>
                <a:gdLst>
                  <a:gd name="connsiteX0" fmla="*/ 938411 w 966700"/>
                  <a:gd name="connsiteY0" fmla="*/ 0 h 479811"/>
                  <a:gd name="connsiteX1" fmla="*/ 966700 w 966700"/>
                  <a:gd name="connsiteY1" fmla="*/ 1429 h 479811"/>
                  <a:gd name="connsiteX2" fmla="*/ 958980 w 966700"/>
                  <a:gd name="connsiteY2" fmla="*/ 45267 h 479811"/>
                  <a:gd name="connsiteX3" fmla="*/ 655798 w 966700"/>
                  <a:gd name="connsiteY3" fmla="*/ 477172 h 479811"/>
                  <a:gd name="connsiteX4" fmla="*/ 836 w 966700"/>
                  <a:gd name="connsiteY4" fmla="*/ 228784 h 479811"/>
                  <a:gd name="connsiteX5" fmla="*/ 0 w 966700"/>
                  <a:gd name="connsiteY5" fmla="*/ 227534 h 479811"/>
                  <a:gd name="connsiteX6" fmla="*/ 136070 w 966700"/>
                  <a:gd name="connsiteY6" fmla="*/ 161985 h 479811"/>
                  <a:gd name="connsiteX7" fmla="*/ 938411 w 966700"/>
                  <a:gd name="connsiteY7" fmla="*/ 0 h 479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6700" h="479811">
                    <a:moveTo>
                      <a:pt x="938411" y="0"/>
                    </a:moveTo>
                    <a:lnTo>
                      <a:pt x="966700" y="1429"/>
                    </a:lnTo>
                    <a:lnTo>
                      <a:pt x="958980" y="45267"/>
                    </a:lnTo>
                    <a:cubicBezTo>
                      <a:pt x="910221" y="233602"/>
                      <a:pt x="753376" y="450643"/>
                      <a:pt x="655798" y="477172"/>
                    </a:cubicBezTo>
                    <a:cubicBezTo>
                      <a:pt x="605888" y="498898"/>
                      <a:pt x="141796" y="383904"/>
                      <a:pt x="836" y="228784"/>
                    </a:cubicBezTo>
                    <a:lnTo>
                      <a:pt x="0" y="227534"/>
                    </a:lnTo>
                    <a:lnTo>
                      <a:pt x="136070" y="161985"/>
                    </a:lnTo>
                    <a:cubicBezTo>
                      <a:pt x="382677" y="57679"/>
                      <a:pt x="653808" y="0"/>
                      <a:pt x="9384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 4">
                <a:extLst>
                  <a:ext uri="{FF2B5EF4-FFF2-40B4-BE49-F238E27FC236}">
                    <a16:creationId xmlns:a16="http://schemas.microsoft.com/office/drawing/2014/main" id="{ACDD557B-CD2D-0321-1B46-9F0EF8B105E6}"/>
                  </a:ext>
                </a:extLst>
              </p:cNvPr>
              <p:cNvSpPr/>
              <p:nvPr/>
            </p:nvSpPr>
            <p:spPr>
              <a:xfrm>
                <a:off x="3899235" y="3228382"/>
                <a:ext cx="2052324" cy="3600681"/>
              </a:xfrm>
              <a:custGeom>
                <a:avLst/>
                <a:gdLst>
                  <a:gd name="connsiteX0" fmla="*/ 0 w 705173"/>
                  <a:gd name="connsiteY0" fmla="*/ 0 h 1038386"/>
                  <a:gd name="connsiteX1" fmla="*/ 705173 w 705173"/>
                  <a:gd name="connsiteY1" fmla="*/ 0 h 1038386"/>
                  <a:gd name="connsiteX2" fmla="*/ 705173 w 705173"/>
                  <a:gd name="connsiteY2" fmla="*/ 1038386 h 1038386"/>
                  <a:gd name="connsiteX3" fmla="*/ 0 w 705173"/>
                  <a:gd name="connsiteY3" fmla="*/ 1038386 h 1038386"/>
                  <a:gd name="connsiteX4" fmla="*/ 0 w 705173"/>
                  <a:gd name="connsiteY4" fmla="*/ 0 h 1038386"/>
                  <a:gd name="connsiteX0" fmla="*/ 247973 w 705173"/>
                  <a:gd name="connsiteY0" fmla="*/ 0 h 1472339"/>
                  <a:gd name="connsiteX1" fmla="*/ 705173 w 705173"/>
                  <a:gd name="connsiteY1" fmla="*/ 433953 h 1472339"/>
                  <a:gd name="connsiteX2" fmla="*/ 705173 w 705173"/>
                  <a:gd name="connsiteY2" fmla="*/ 1472339 h 1472339"/>
                  <a:gd name="connsiteX3" fmla="*/ 0 w 705173"/>
                  <a:gd name="connsiteY3" fmla="*/ 1472339 h 1472339"/>
                  <a:gd name="connsiteX4" fmla="*/ 247973 w 705173"/>
                  <a:gd name="connsiteY4" fmla="*/ 0 h 1472339"/>
                  <a:gd name="connsiteX0" fmla="*/ 247973 w 813662"/>
                  <a:gd name="connsiteY0" fmla="*/ 0 h 3595607"/>
                  <a:gd name="connsiteX1" fmla="*/ 705173 w 813662"/>
                  <a:gd name="connsiteY1" fmla="*/ 433953 h 3595607"/>
                  <a:gd name="connsiteX2" fmla="*/ 813662 w 813662"/>
                  <a:gd name="connsiteY2" fmla="*/ 3595607 h 3595607"/>
                  <a:gd name="connsiteX3" fmla="*/ 0 w 813662"/>
                  <a:gd name="connsiteY3" fmla="*/ 1472339 h 3595607"/>
                  <a:gd name="connsiteX4" fmla="*/ 247973 w 813662"/>
                  <a:gd name="connsiteY4" fmla="*/ 0 h 3595607"/>
                  <a:gd name="connsiteX0" fmla="*/ 0 w 565689"/>
                  <a:gd name="connsiteY0" fmla="*/ 0 h 3595607"/>
                  <a:gd name="connsiteX1" fmla="*/ 457200 w 565689"/>
                  <a:gd name="connsiteY1" fmla="*/ 433953 h 3595607"/>
                  <a:gd name="connsiteX2" fmla="*/ 565689 w 565689"/>
                  <a:gd name="connsiteY2" fmla="*/ 3595607 h 3595607"/>
                  <a:gd name="connsiteX3" fmla="*/ 0 w 565689"/>
                  <a:gd name="connsiteY3" fmla="*/ 0 h 3595607"/>
                  <a:gd name="connsiteX0" fmla="*/ 692401 w 1258090"/>
                  <a:gd name="connsiteY0" fmla="*/ 0 h 3595607"/>
                  <a:gd name="connsiteX1" fmla="*/ 1149601 w 1258090"/>
                  <a:gd name="connsiteY1" fmla="*/ 433953 h 3595607"/>
                  <a:gd name="connsiteX2" fmla="*/ 1258090 w 1258090"/>
                  <a:gd name="connsiteY2" fmla="*/ 3595607 h 3595607"/>
                  <a:gd name="connsiteX3" fmla="*/ 692401 w 1258090"/>
                  <a:gd name="connsiteY3" fmla="*/ 0 h 3595607"/>
                  <a:gd name="connsiteX0" fmla="*/ 703532 w 1269221"/>
                  <a:gd name="connsiteY0" fmla="*/ 0 h 3596265"/>
                  <a:gd name="connsiteX1" fmla="*/ 1160732 w 1269221"/>
                  <a:gd name="connsiteY1" fmla="*/ 433953 h 3596265"/>
                  <a:gd name="connsiteX2" fmla="*/ 1269221 w 1269221"/>
                  <a:gd name="connsiteY2" fmla="*/ 3595607 h 3596265"/>
                  <a:gd name="connsiteX3" fmla="*/ 703532 w 1269221"/>
                  <a:gd name="connsiteY3" fmla="*/ 0 h 3596265"/>
                  <a:gd name="connsiteX0" fmla="*/ 703532 w 1269221"/>
                  <a:gd name="connsiteY0" fmla="*/ 0 h 3596265"/>
                  <a:gd name="connsiteX1" fmla="*/ 1269221 w 1269221"/>
                  <a:gd name="connsiteY1" fmla="*/ 3595607 h 3596265"/>
                  <a:gd name="connsiteX2" fmla="*/ 703532 w 1269221"/>
                  <a:gd name="connsiteY2" fmla="*/ 0 h 3596265"/>
                  <a:gd name="connsiteX0" fmla="*/ 703532 w 1876110"/>
                  <a:gd name="connsiteY0" fmla="*/ 0 h 3596265"/>
                  <a:gd name="connsiteX1" fmla="*/ 1269221 w 1876110"/>
                  <a:gd name="connsiteY1" fmla="*/ 3595607 h 3596265"/>
                  <a:gd name="connsiteX2" fmla="*/ 703532 w 1876110"/>
                  <a:gd name="connsiteY2" fmla="*/ 0 h 3596265"/>
                  <a:gd name="connsiteX0" fmla="*/ 703532 w 2135438"/>
                  <a:gd name="connsiteY0" fmla="*/ 0 h 3600681"/>
                  <a:gd name="connsiteX1" fmla="*/ 1269221 w 2135438"/>
                  <a:gd name="connsiteY1" fmla="*/ 3595607 h 3600681"/>
                  <a:gd name="connsiteX2" fmla="*/ 703532 w 2135438"/>
                  <a:gd name="connsiteY2" fmla="*/ 0 h 360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35438" h="3600681">
                    <a:moveTo>
                      <a:pt x="703532" y="0"/>
                    </a:moveTo>
                    <a:cubicBezTo>
                      <a:pt x="3077356" y="532109"/>
                      <a:pt x="1933064" y="3745424"/>
                      <a:pt x="1269221" y="3595607"/>
                    </a:cubicBezTo>
                    <a:cubicBezTo>
                      <a:pt x="1018664" y="3636935"/>
                      <a:pt x="-1060691" y="1725478"/>
                      <a:pt x="7035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17">
                <a:extLst>
                  <a:ext uri="{FF2B5EF4-FFF2-40B4-BE49-F238E27FC236}">
                    <a16:creationId xmlns:a16="http://schemas.microsoft.com/office/drawing/2014/main" id="{DD269E77-AD1E-C97D-E2C6-D65E8E3A52AB}"/>
                  </a:ext>
                </a:extLst>
              </p:cNvPr>
              <p:cNvSpPr/>
              <p:nvPr/>
            </p:nvSpPr>
            <p:spPr>
              <a:xfrm>
                <a:off x="4548520" y="6601446"/>
                <a:ext cx="1261730" cy="694704"/>
              </a:xfrm>
              <a:custGeom>
                <a:avLst/>
                <a:gdLst>
                  <a:gd name="connsiteX0" fmla="*/ 0 w 690230"/>
                  <a:gd name="connsiteY0" fmla="*/ 0 h 161133"/>
                  <a:gd name="connsiteX1" fmla="*/ 690230 w 690230"/>
                  <a:gd name="connsiteY1" fmla="*/ 0 h 161133"/>
                  <a:gd name="connsiteX2" fmla="*/ 690230 w 690230"/>
                  <a:gd name="connsiteY2" fmla="*/ 161133 h 161133"/>
                  <a:gd name="connsiteX3" fmla="*/ 0 w 690230"/>
                  <a:gd name="connsiteY3" fmla="*/ 161133 h 161133"/>
                  <a:gd name="connsiteX4" fmla="*/ 0 w 690230"/>
                  <a:gd name="connsiteY4" fmla="*/ 0 h 161133"/>
                  <a:gd name="connsiteX0" fmla="*/ 247650 w 937880"/>
                  <a:gd name="connsiteY0" fmla="*/ 0 h 551658"/>
                  <a:gd name="connsiteX1" fmla="*/ 937880 w 937880"/>
                  <a:gd name="connsiteY1" fmla="*/ 0 h 551658"/>
                  <a:gd name="connsiteX2" fmla="*/ 937880 w 937880"/>
                  <a:gd name="connsiteY2" fmla="*/ 161133 h 551658"/>
                  <a:gd name="connsiteX3" fmla="*/ 0 w 937880"/>
                  <a:gd name="connsiteY3" fmla="*/ 551658 h 551658"/>
                  <a:gd name="connsiteX4" fmla="*/ 247650 w 937880"/>
                  <a:gd name="connsiteY4" fmla="*/ 0 h 551658"/>
                  <a:gd name="connsiteX0" fmla="*/ 247650 w 1266493"/>
                  <a:gd name="connsiteY0" fmla="*/ 0 h 551658"/>
                  <a:gd name="connsiteX1" fmla="*/ 937880 w 1266493"/>
                  <a:gd name="connsiteY1" fmla="*/ 0 h 551658"/>
                  <a:gd name="connsiteX2" fmla="*/ 1266493 w 1266493"/>
                  <a:gd name="connsiteY2" fmla="*/ 308770 h 551658"/>
                  <a:gd name="connsiteX3" fmla="*/ 0 w 1266493"/>
                  <a:gd name="connsiteY3" fmla="*/ 551658 h 551658"/>
                  <a:gd name="connsiteX4" fmla="*/ 247650 w 1266493"/>
                  <a:gd name="connsiteY4" fmla="*/ 0 h 551658"/>
                  <a:gd name="connsiteX0" fmla="*/ 247650 w 1266493"/>
                  <a:gd name="connsiteY0" fmla="*/ 0 h 551658"/>
                  <a:gd name="connsiteX1" fmla="*/ 937880 w 1266493"/>
                  <a:gd name="connsiteY1" fmla="*/ 0 h 551658"/>
                  <a:gd name="connsiteX2" fmla="*/ 1266493 w 1266493"/>
                  <a:gd name="connsiteY2" fmla="*/ 308770 h 551658"/>
                  <a:gd name="connsiteX3" fmla="*/ 895018 w 1266493"/>
                  <a:gd name="connsiteY3" fmla="*/ 233135 h 551658"/>
                  <a:gd name="connsiteX4" fmla="*/ 0 w 1266493"/>
                  <a:gd name="connsiteY4" fmla="*/ 551658 h 551658"/>
                  <a:gd name="connsiteX5" fmla="*/ 247650 w 1266493"/>
                  <a:gd name="connsiteY5" fmla="*/ 0 h 551658"/>
                  <a:gd name="connsiteX0" fmla="*/ 247650 w 1266493"/>
                  <a:gd name="connsiteY0" fmla="*/ 0 h 576035"/>
                  <a:gd name="connsiteX1" fmla="*/ 937880 w 1266493"/>
                  <a:gd name="connsiteY1" fmla="*/ 0 h 576035"/>
                  <a:gd name="connsiteX2" fmla="*/ 1266493 w 1266493"/>
                  <a:gd name="connsiteY2" fmla="*/ 308770 h 576035"/>
                  <a:gd name="connsiteX3" fmla="*/ 895018 w 1266493"/>
                  <a:gd name="connsiteY3" fmla="*/ 233135 h 576035"/>
                  <a:gd name="connsiteX4" fmla="*/ 742618 w 1266493"/>
                  <a:gd name="connsiteY4" fmla="*/ 576035 h 576035"/>
                  <a:gd name="connsiteX5" fmla="*/ 0 w 1266493"/>
                  <a:gd name="connsiteY5" fmla="*/ 551658 h 576035"/>
                  <a:gd name="connsiteX6" fmla="*/ 247650 w 1266493"/>
                  <a:gd name="connsiteY6" fmla="*/ 0 h 576035"/>
                  <a:gd name="connsiteX0" fmla="*/ 247650 w 1266493"/>
                  <a:gd name="connsiteY0" fmla="*/ 0 h 576035"/>
                  <a:gd name="connsiteX1" fmla="*/ 937880 w 1266493"/>
                  <a:gd name="connsiteY1" fmla="*/ 0 h 576035"/>
                  <a:gd name="connsiteX2" fmla="*/ 1266493 w 1266493"/>
                  <a:gd name="connsiteY2" fmla="*/ 308770 h 576035"/>
                  <a:gd name="connsiteX3" fmla="*/ 895018 w 1266493"/>
                  <a:gd name="connsiteY3" fmla="*/ 233135 h 576035"/>
                  <a:gd name="connsiteX4" fmla="*/ 742618 w 1266493"/>
                  <a:gd name="connsiteY4" fmla="*/ 576035 h 576035"/>
                  <a:gd name="connsiteX5" fmla="*/ 356855 w 1266493"/>
                  <a:gd name="connsiteY5" fmla="*/ 337910 h 576035"/>
                  <a:gd name="connsiteX6" fmla="*/ 0 w 1266493"/>
                  <a:gd name="connsiteY6" fmla="*/ 551658 h 576035"/>
                  <a:gd name="connsiteX7" fmla="*/ 247650 w 1266493"/>
                  <a:gd name="connsiteY7" fmla="*/ 0 h 576035"/>
                  <a:gd name="connsiteX0" fmla="*/ 0 w 1266493"/>
                  <a:gd name="connsiteY0" fmla="*/ 551658 h 576035"/>
                  <a:gd name="connsiteX1" fmla="*/ 937880 w 1266493"/>
                  <a:gd name="connsiteY1" fmla="*/ 0 h 576035"/>
                  <a:gd name="connsiteX2" fmla="*/ 1266493 w 1266493"/>
                  <a:gd name="connsiteY2" fmla="*/ 308770 h 576035"/>
                  <a:gd name="connsiteX3" fmla="*/ 895018 w 1266493"/>
                  <a:gd name="connsiteY3" fmla="*/ 233135 h 576035"/>
                  <a:gd name="connsiteX4" fmla="*/ 742618 w 1266493"/>
                  <a:gd name="connsiteY4" fmla="*/ 576035 h 576035"/>
                  <a:gd name="connsiteX5" fmla="*/ 356855 w 1266493"/>
                  <a:gd name="connsiteY5" fmla="*/ 337910 h 576035"/>
                  <a:gd name="connsiteX6" fmla="*/ 0 w 1266493"/>
                  <a:gd name="connsiteY6" fmla="*/ 551658 h 576035"/>
                  <a:gd name="connsiteX0" fmla="*/ 0 w 1266493"/>
                  <a:gd name="connsiteY0" fmla="*/ 551658 h 576035"/>
                  <a:gd name="connsiteX1" fmla="*/ 937880 w 1266493"/>
                  <a:gd name="connsiteY1" fmla="*/ 0 h 576035"/>
                  <a:gd name="connsiteX2" fmla="*/ 1266493 w 1266493"/>
                  <a:gd name="connsiteY2" fmla="*/ 308770 h 576035"/>
                  <a:gd name="connsiteX3" fmla="*/ 895018 w 1266493"/>
                  <a:gd name="connsiteY3" fmla="*/ 233135 h 576035"/>
                  <a:gd name="connsiteX4" fmla="*/ 742618 w 1266493"/>
                  <a:gd name="connsiteY4" fmla="*/ 576035 h 576035"/>
                  <a:gd name="connsiteX5" fmla="*/ 356855 w 1266493"/>
                  <a:gd name="connsiteY5" fmla="*/ 337910 h 576035"/>
                  <a:gd name="connsiteX6" fmla="*/ 0 w 1266493"/>
                  <a:gd name="connsiteY6" fmla="*/ 551658 h 576035"/>
                  <a:gd name="connsiteX0" fmla="*/ 0 w 937880"/>
                  <a:gd name="connsiteY0" fmla="*/ 551658 h 576035"/>
                  <a:gd name="connsiteX1" fmla="*/ 937880 w 937880"/>
                  <a:gd name="connsiteY1" fmla="*/ 0 h 576035"/>
                  <a:gd name="connsiteX2" fmla="*/ 895018 w 937880"/>
                  <a:gd name="connsiteY2" fmla="*/ 233135 h 576035"/>
                  <a:gd name="connsiteX3" fmla="*/ 742618 w 937880"/>
                  <a:gd name="connsiteY3" fmla="*/ 576035 h 576035"/>
                  <a:gd name="connsiteX4" fmla="*/ 356855 w 937880"/>
                  <a:gd name="connsiteY4" fmla="*/ 337910 h 576035"/>
                  <a:gd name="connsiteX5" fmla="*/ 0 w 937880"/>
                  <a:gd name="connsiteY5" fmla="*/ 551658 h 576035"/>
                  <a:gd name="connsiteX0" fmla="*/ 0 w 1261730"/>
                  <a:gd name="connsiteY0" fmla="*/ 371166 h 395543"/>
                  <a:gd name="connsiteX1" fmla="*/ 1261730 w 1261730"/>
                  <a:gd name="connsiteY1" fmla="*/ 148121 h 395543"/>
                  <a:gd name="connsiteX2" fmla="*/ 895018 w 1261730"/>
                  <a:gd name="connsiteY2" fmla="*/ 52643 h 395543"/>
                  <a:gd name="connsiteX3" fmla="*/ 742618 w 1261730"/>
                  <a:gd name="connsiteY3" fmla="*/ 395543 h 395543"/>
                  <a:gd name="connsiteX4" fmla="*/ 356855 w 1261730"/>
                  <a:gd name="connsiteY4" fmla="*/ 157418 h 395543"/>
                  <a:gd name="connsiteX5" fmla="*/ 0 w 1261730"/>
                  <a:gd name="connsiteY5" fmla="*/ 371166 h 395543"/>
                  <a:gd name="connsiteX0" fmla="*/ 0 w 1261730"/>
                  <a:gd name="connsiteY0" fmla="*/ 670327 h 694704"/>
                  <a:gd name="connsiteX1" fmla="*/ 1261730 w 1261730"/>
                  <a:gd name="connsiteY1" fmla="*/ 447282 h 694704"/>
                  <a:gd name="connsiteX2" fmla="*/ 895018 w 1261730"/>
                  <a:gd name="connsiteY2" fmla="*/ 351804 h 694704"/>
                  <a:gd name="connsiteX3" fmla="*/ 742618 w 1261730"/>
                  <a:gd name="connsiteY3" fmla="*/ 694704 h 694704"/>
                  <a:gd name="connsiteX4" fmla="*/ 356855 w 1261730"/>
                  <a:gd name="connsiteY4" fmla="*/ 456579 h 694704"/>
                  <a:gd name="connsiteX5" fmla="*/ 0 w 1261730"/>
                  <a:gd name="connsiteY5" fmla="*/ 670327 h 694704"/>
                  <a:gd name="connsiteX0" fmla="*/ 0 w 1261730"/>
                  <a:gd name="connsiteY0" fmla="*/ 670327 h 694704"/>
                  <a:gd name="connsiteX1" fmla="*/ 1261730 w 1261730"/>
                  <a:gd name="connsiteY1" fmla="*/ 447282 h 694704"/>
                  <a:gd name="connsiteX2" fmla="*/ 895018 w 1261730"/>
                  <a:gd name="connsiteY2" fmla="*/ 351804 h 694704"/>
                  <a:gd name="connsiteX3" fmla="*/ 742618 w 1261730"/>
                  <a:gd name="connsiteY3" fmla="*/ 694704 h 694704"/>
                  <a:gd name="connsiteX4" fmla="*/ 356855 w 1261730"/>
                  <a:gd name="connsiteY4" fmla="*/ 456579 h 694704"/>
                  <a:gd name="connsiteX5" fmla="*/ 0 w 1261730"/>
                  <a:gd name="connsiteY5" fmla="*/ 670327 h 694704"/>
                  <a:gd name="connsiteX0" fmla="*/ 0 w 1261730"/>
                  <a:gd name="connsiteY0" fmla="*/ 670327 h 694704"/>
                  <a:gd name="connsiteX1" fmla="*/ 1261730 w 1261730"/>
                  <a:gd name="connsiteY1" fmla="*/ 447282 h 694704"/>
                  <a:gd name="connsiteX2" fmla="*/ 895018 w 1261730"/>
                  <a:gd name="connsiteY2" fmla="*/ 351804 h 694704"/>
                  <a:gd name="connsiteX3" fmla="*/ 742618 w 1261730"/>
                  <a:gd name="connsiteY3" fmla="*/ 694704 h 694704"/>
                  <a:gd name="connsiteX4" fmla="*/ 356855 w 1261730"/>
                  <a:gd name="connsiteY4" fmla="*/ 456579 h 694704"/>
                  <a:gd name="connsiteX5" fmla="*/ 0 w 1261730"/>
                  <a:gd name="connsiteY5" fmla="*/ 670327 h 694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61730" h="694704">
                    <a:moveTo>
                      <a:pt x="0" y="670327"/>
                    </a:moveTo>
                    <a:cubicBezTo>
                      <a:pt x="98314" y="-123159"/>
                      <a:pt x="1153890" y="-230844"/>
                      <a:pt x="1261730" y="447282"/>
                    </a:cubicBezTo>
                    <a:cubicBezTo>
                      <a:pt x="1220456" y="510706"/>
                      <a:pt x="1017255" y="383630"/>
                      <a:pt x="895018" y="351804"/>
                    </a:cubicBezTo>
                    <a:cubicBezTo>
                      <a:pt x="820405" y="380379"/>
                      <a:pt x="817231" y="666129"/>
                      <a:pt x="742618" y="694704"/>
                    </a:cubicBezTo>
                    <a:cubicBezTo>
                      <a:pt x="604505" y="691529"/>
                      <a:pt x="494968" y="459754"/>
                      <a:pt x="356855" y="456579"/>
                    </a:cubicBezTo>
                    <a:cubicBezTo>
                      <a:pt x="237903" y="527828"/>
                      <a:pt x="147527" y="732428"/>
                      <a:pt x="0" y="670327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C5B4631-34D2-A159-A4B6-BFE618F6972E}"/>
                </a:ext>
              </a:extLst>
            </p:cNvPr>
            <p:cNvGrpSpPr/>
            <p:nvPr/>
          </p:nvGrpSpPr>
          <p:grpSpPr>
            <a:xfrm>
              <a:off x="3998860" y="1365067"/>
              <a:ext cx="2838523" cy="1957455"/>
              <a:chOff x="3998860" y="1375065"/>
              <a:chExt cx="2838523" cy="1957455"/>
            </a:xfrm>
            <a:grpFill/>
          </p:grpSpPr>
          <p:sp>
            <p:nvSpPr>
              <p:cNvPr id="39" name="Rectangle 56">
                <a:extLst>
                  <a:ext uri="{FF2B5EF4-FFF2-40B4-BE49-F238E27FC236}">
                    <a16:creationId xmlns:a16="http://schemas.microsoft.com/office/drawing/2014/main" id="{7C444A3C-7696-A5F4-3C82-52EE188D4A8E}"/>
                  </a:ext>
                </a:extLst>
              </p:cNvPr>
              <p:cNvSpPr/>
              <p:nvPr/>
            </p:nvSpPr>
            <p:spPr>
              <a:xfrm rot="10800000">
                <a:off x="4536889" y="1375065"/>
                <a:ext cx="2300494" cy="1465652"/>
              </a:xfrm>
              <a:custGeom>
                <a:avLst/>
                <a:gdLst>
                  <a:gd name="connsiteX0" fmla="*/ 0 w 234984"/>
                  <a:gd name="connsiteY0" fmla="*/ 0 h 158712"/>
                  <a:gd name="connsiteX1" fmla="*/ 234984 w 234984"/>
                  <a:gd name="connsiteY1" fmla="*/ 0 h 158712"/>
                  <a:gd name="connsiteX2" fmla="*/ 234984 w 234984"/>
                  <a:gd name="connsiteY2" fmla="*/ 158712 h 158712"/>
                  <a:gd name="connsiteX3" fmla="*/ 0 w 234984"/>
                  <a:gd name="connsiteY3" fmla="*/ 158712 h 158712"/>
                  <a:gd name="connsiteX4" fmla="*/ 0 w 234984"/>
                  <a:gd name="connsiteY4" fmla="*/ 0 h 158712"/>
                  <a:gd name="connsiteX0" fmla="*/ 0 w 234984"/>
                  <a:gd name="connsiteY0" fmla="*/ 0 h 158712"/>
                  <a:gd name="connsiteX1" fmla="*/ 234984 w 234984"/>
                  <a:gd name="connsiteY1" fmla="*/ 158712 h 158712"/>
                  <a:gd name="connsiteX2" fmla="*/ 0 w 234984"/>
                  <a:gd name="connsiteY2" fmla="*/ 158712 h 158712"/>
                  <a:gd name="connsiteX3" fmla="*/ 0 w 234984"/>
                  <a:gd name="connsiteY3" fmla="*/ 0 h 158712"/>
                  <a:gd name="connsiteX0" fmla="*/ 0 w 482249"/>
                  <a:gd name="connsiteY0" fmla="*/ 0 h 158712"/>
                  <a:gd name="connsiteX1" fmla="*/ 482249 w 482249"/>
                  <a:gd name="connsiteY1" fmla="*/ 18692 h 158712"/>
                  <a:gd name="connsiteX2" fmla="*/ 0 w 482249"/>
                  <a:gd name="connsiteY2" fmla="*/ 158712 h 158712"/>
                  <a:gd name="connsiteX3" fmla="*/ 0 w 482249"/>
                  <a:gd name="connsiteY3" fmla="*/ 0 h 158712"/>
                  <a:gd name="connsiteX0" fmla="*/ 0 w 482249"/>
                  <a:gd name="connsiteY0" fmla="*/ 0 h 195752"/>
                  <a:gd name="connsiteX1" fmla="*/ 482249 w 482249"/>
                  <a:gd name="connsiteY1" fmla="*/ 18692 h 195752"/>
                  <a:gd name="connsiteX2" fmla="*/ 0 w 482249"/>
                  <a:gd name="connsiteY2" fmla="*/ 158712 h 195752"/>
                  <a:gd name="connsiteX3" fmla="*/ 0 w 482249"/>
                  <a:gd name="connsiteY3" fmla="*/ 0 h 195752"/>
                  <a:gd name="connsiteX0" fmla="*/ 133059 w 615308"/>
                  <a:gd name="connsiteY0" fmla="*/ 0 h 177392"/>
                  <a:gd name="connsiteX1" fmla="*/ 615308 w 615308"/>
                  <a:gd name="connsiteY1" fmla="*/ 18692 h 177392"/>
                  <a:gd name="connsiteX2" fmla="*/ 0 w 615308"/>
                  <a:gd name="connsiteY2" fmla="*/ 107108 h 177392"/>
                  <a:gd name="connsiteX3" fmla="*/ 133059 w 615308"/>
                  <a:gd name="connsiteY3" fmla="*/ 0 h 177392"/>
                  <a:gd name="connsiteX0" fmla="*/ 0 w 615308"/>
                  <a:gd name="connsiteY0" fmla="*/ 88416 h 158700"/>
                  <a:gd name="connsiteX1" fmla="*/ 615308 w 615308"/>
                  <a:gd name="connsiteY1" fmla="*/ 0 h 158700"/>
                  <a:gd name="connsiteX2" fmla="*/ 0 w 615308"/>
                  <a:gd name="connsiteY2" fmla="*/ 88416 h 158700"/>
                  <a:gd name="connsiteX0" fmla="*/ 0 w 615308"/>
                  <a:gd name="connsiteY0" fmla="*/ 88416 h 193760"/>
                  <a:gd name="connsiteX1" fmla="*/ 615308 w 615308"/>
                  <a:gd name="connsiteY1" fmla="*/ 0 h 193760"/>
                  <a:gd name="connsiteX2" fmla="*/ 0 w 615308"/>
                  <a:gd name="connsiteY2" fmla="*/ 88416 h 193760"/>
                  <a:gd name="connsiteX0" fmla="*/ 0 w 615308"/>
                  <a:gd name="connsiteY0" fmla="*/ 169899 h 275243"/>
                  <a:gd name="connsiteX1" fmla="*/ 615308 w 615308"/>
                  <a:gd name="connsiteY1" fmla="*/ 81483 h 275243"/>
                  <a:gd name="connsiteX2" fmla="*/ 0 w 615308"/>
                  <a:gd name="connsiteY2" fmla="*/ 169899 h 275243"/>
                  <a:gd name="connsiteX0" fmla="*/ 0 w 615308"/>
                  <a:gd name="connsiteY0" fmla="*/ 193279 h 298623"/>
                  <a:gd name="connsiteX1" fmla="*/ 615308 w 615308"/>
                  <a:gd name="connsiteY1" fmla="*/ 104863 h 298623"/>
                  <a:gd name="connsiteX2" fmla="*/ 0 w 615308"/>
                  <a:gd name="connsiteY2" fmla="*/ 193279 h 298623"/>
                  <a:gd name="connsiteX0" fmla="*/ 0 w 632025"/>
                  <a:gd name="connsiteY0" fmla="*/ 191712 h 299306"/>
                  <a:gd name="connsiteX1" fmla="*/ 632025 w 632025"/>
                  <a:gd name="connsiteY1" fmla="*/ 107222 h 299306"/>
                  <a:gd name="connsiteX2" fmla="*/ 0 w 632025"/>
                  <a:gd name="connsiteY2" fmla="*/ 191712 h 299306"/>
                  <a:gd name="connsiteX0" fmla="*/ 0 w 632025"/>
                  <a:gd name="connsiteY0" fmla="*/ 191712 h 297892"/>
                  <a:gd name="connsiteX1" fmla="*/ 632025 w 632025"/>
                  <a:gd name="connsiteY1" fmla="*/ 107222 h 297892"/>
                  <a:gd name="connsiteX2" fmla="*/ 0 w 632025"/>
                  <a:gd name="connsiteY2" fmla="*/ 191712 h 297892"/>
                  <a:gd name="connsiteX0" fmla="*/ 0 w 632025"/>
                  <a:gd name="connsiteY0" fmla="*/ 191712 h 290014"/>
                  <a:gd name="connsiteX1" fmla="*/ 632025 w 632025"/>
                  <a:gd name="connsiteY1" fmla="*/ 107222 h 290014"/>
                  <a:gd name="connsiteX2" fmla="*/ 0 w 632025"/>
                  <a:gd name="connsiteY2" fmla="*/ 191712 h 290014"/>
                  <a:gd name="connsiteX0" fmla="*/ 0 w 632025"/>
                  <a:gd name="connsiteY0" fmla="*/ 196572 h 294874"/>
                  <a:gd name="connsiteX1" fmla="*/ 632025 w 632025"/>
                  <a:gd name="connsiteY1" fmla="*/ 112082 h 294874"/>
                  <a:gd name="connsiteX2" fmla="*/ 0 w 632025"/>
                  <a:gd name="connsiteY2" fmla="*/ 196572 h 294874"/>
                  <a:gd name="connsiteX0" fmla="*/ 0 w 661806"/>
                  <a:gd name="connsiteY0" fmla="*/ 257129 h 302509"/>
                  <a:gd name="connsiteX1" fmla="*/ 661806 w 661806"/>
                  <a:gd name="connsiteY1" fmla="*/ 54720 h 302509"/>
                  <a:gd name="connsiteX2" fmla="*/ 0 w 661806"/>
                  <a:gd name="connsiteY2" fmla="*/ 257129 h 302509"/>
                  <a:gd name="connsiteX0" fmla="*/ 0 w 640147"/>
                  <a:gd name="connsiteY0" fmla="*/ 208807 h 291769"/>
                  <a:gd name="connsiteX1" fmla="*/ 640147 w 640147"/>
                  <a:gd name="connsiteY1" fmla="*/ 96016 h 291769"/>
                  <a:gd name="connsiteX2" fmla="*/ 0 w 640147"/>
                  <a:gd name="connsiteY2" fmla="*/ 208807 h 291769"/>
                  <a:gd name="connsiteX0" fmla="*/ 0 w 640147"/>
                  <a:gd name="connsiteY0" fmla="*/ 312593 h 395555"/>
                  <a:gd name="connsiteX1" fmla="*/ 640147 w 640147"/>
                  <a:gd name="connsiteY1" fmla="*/ 199802 h 395555"/>
                  <a:gd name="connsiteX2" fmla="*/ 0 w 640147"/>
                  <a:gd name="connsiteY2" fmla="*/ 312593 h 395555"/>
                  <a:gd name="connsiteX0" fmla="*/ 0 w 640147"/>
                  <a:gd name="connsiteY0" fmla="*/ 315528 h 398490"/>
                  <a:gd name="connsiteX1" fmla="*/ 640147 w 640147"/>
                  <a:gd name="connsiteY1" fmla="*/ 202737 h 398490"/>
                  <a:gd name="connsiteX2" fmla="*/ 0 w 640147"/>
                  <a:gd name="connsiteY2" fmla="*/ 315528 h 398490"/>
                  <a:gd name="connsiteX0" fmla="*/ 0 w 640147"/>
                  <a:gd name="connsiteY0" fmla="*/ 315528 h 333312"/>
                  <a:gd name="connsiteX1" fmla="*/ 640147 w 640147"/>
                  <a:gd name="connsiteY1" fmla="*/ 202737 h 333312"/>
                  <a:gd name="connsiteX2" fmla="*/ 0 w 640147"/>
                  <a:gd name="connsiteY2" fmla="*/ 315528 h 333312"/>
                  <a:gd name="connsiteX0" fmla="*/ 0 w 640147"/>
                  <a:gd name="connsiteY0" fmla="*/ 316521 h 334305"/>
                  <a:gd name="connsiteX1" fmla="*/ 640147 w 640147"/>
                  <a:gd name="connsiteY1" fmla="*/ 203730 h 334305"/>
                  <a:gd name="connsiteX2" fmla="*/ 0 w 640147"/>
                  <a:gd name="connsiteY2" fmla="*/ 316521 h 334305"/>
                  <a:gd name="connsiteX0" fmla="*/ 0 w 640147"/>
                  <a:gd name="connsiteY0" fmla="*/ 316521 h 355267"/>
                  <a:gd name="connsiteX1" fmla="*/ 640147 w 640147"/>
                  <a:gd name="connsiteY1" fmla="*/ 203730 h 355267"/>
                  <a:gd name="connsiteX2" fmla="*/ 0 w 640147"/>
                  <a:gd name="connsiteY2" fmla="*/ 316521 h 355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0147" h="355267">
                    <a:moveTo>
                      <a:pt x="0" y="316521"/>
                    </a:moveTo>
                    <a:cubicBezTo>
                      <a:pt x="174145" y="-33382"/>
                      <a:pt x="622463" y="-124842"/>
                      <a:pt x="640147" y="203730"/>
                    </a:cubicBezTo>
                    <a:cubicBezTo>
                      <a:pt x="466422" y="557068"/>
                      <a:pt x="388823" y="160130"/>
                      <a:pt x="0" y="316521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Rectangle 7">
                <a:extLst>
                  <a:ext uri="{FF2B5EF4-FFF2-40B4-BE49-F238E27FC236}">
                    <a16:creationId xmlns:a16="http://schemas.microsoft.com/office/drawing/2014/main" id="{18B2C0A4-482B-5C2D-9E97-CA2381FC4E8C}"/>
                  </a:ext>
                </a:extLst>
              </p:cNvPr>
              <p:cNvSpPr/>
              <p:nvPr/>
            </p:nvSpPr>
            <p:spPr>
              <a:xfrm rot="19581306" flipH="1">
                <a:off x="4328113" y="1664283"/>
                <a:ext cx="1216148" cy="569297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FBB521B-4ABB-F993-7A3C-CDD574D13F91}"/>
                  </a:ext>
                </a:extLst>
              </p:cNvPr>
              <p:cNvSpPr/>
              <p:nvPr/>
            </p:nvSpPr>
            <p:spPr>
              <a:xfrm rot="20106957" flipH="1">
                <a:off x="4415182" y="3099354"/>
                <a:ext cx="348089" cy="233166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Oval 87">
                <a:extLst>
                  <a:ext uri="{FF2B5EF4-FFF2-40B4-BE49-F238E27FC236}">
                    <a16:creationId xmlns:a16="http://schemas.microsoft.com/office/drawing/2014/main" id="{95B7F215-71F9-5CA9-B274-325446D1DA76}"/>
                  </a:ext>
                </a:extLst>
              </p:cNvPr>
              <p:cNvSpPr/>
              <p:nvPr/>
            </p:nvSpPr>
            <p:spPr>
              <a:xfrm rot="19328551" flipH="1">
                <a:off x="3998860" y="1763046"/>
                <a:ext cx="938252" cy="1379885"/>
              </a:xfrm>
              <a:custGeom>
                <a:avLst/>
                <a:gdLst>
                  <a:gd name="connsiteX0" fmla="*/ 0 w 358212"/>
                  <a:gd name="connsiteY0" fmla="*/ 116843 h 233686"/>
                  <a:gd name="connsiteX1" fmla="*/ 179106 w 358212"/>
                  <a:gd name="connsiteY1" fmla="*/ 0 h 233686"/>
                  <a:gd name="connsiteX2" fmla="*/ 358212 w 358212"/>
                  <a:gd name="connsiteY2" fmla="*/ 116843 h 233686"/>
                  <a:gd name="connsiteX3" fmla="*/ 179106 w 358212"/>
                  <a:gd name="connsiteY3" fmla="*/ 233686 h 233686"/>
                  <a:gd name="connsiteX4" fmla="*/ 0 w 358212"/>
                  <a:gd name="connsiteY4" fmla="*/ 116843 h 233686"/>
                  <a:gd name="connsiteX0" fmla="*/ 606008 w 964220"/>
                  <a:gd name="connsiteY0" fmla="*/ 1310697 h 1458346"/>
                  <a:gd name="connsiteX1" fmla="*/ 11566 w 964220"/>
                  <a:gd name="connsiteY1" fmla="*/ 0 h 1458346"/>
                  <a:gd name="connsiteX2" fmla="*/ 964220 w 964220"/>
                  <a:gd name="connsiteY2" fmla="*/ 1310697 h 1458346"/>
                  <a:gd name="connsiteX3" fmla="*/ 785114 w 964220"/>
                  <a:gd name="connsiteY3" fmla="*/ 1427540 h 1458346"/>
                  <a:gd name="connsiteX4" fmla="*/ 606008 w 964220"/>
                  <a:gd name="connsiteY4" fmla="*/ 1310697 h 1458346"/>
                  <a:gd name="connsiteX0" fmla="*/ 599219 w 957431"/>
                  <a:gd name="connsiteY0" fmla="*/ 1311500 h 1459149"/>
                  <a:gd name="connsiteX1" fmla="*/ 4777 w 957431"/>
                  <a:gd name="connsiteY1" fmla="*/ 803 h 1459149"/>
                  <a:gd name="connsiteX2" fmla="*/ 957431 w 957431"/>
                  <a:gd name="connsiteY2" fmla="*/ 1311500 h 1459149"/>
                  <a:gd name="connsiteX3" fmla="*/ 778325 w 957431"/>
                  <a:gd name="connsiteY3" fmla="*/ 1428343 h 1459149"/>
                  <a:gd name="connsiteX4" fmla="*/ 599219 w 957431"/>
                  <a:gd name="connsiteY4" fmla="*/ 1311500 h 1459149"/>
                  <a:gd name="connsiteX0" fmla="*/ 716294 w 1074506"/>
                  <a:gd name="connsiteY0" fmla="*/ 1318731 h 1466380"/>
                  <a:gd name="connsiteX1" fmla="*/ 121852 w 1074506"/>
                  <a:gd name="connsiteY1" fmla="*/ 8034 h 1466380"/>
                  <a:gd name="connsiteX2" fmla="*/ 1074506 w 1074506"/>
                  <a:gd name="connsiteY2" fmla="*/ 1318731 h 1466380"/>
                  <a:gd name="connsiteX3" fmla="*/ 895400 w 1074506"/>
                  <a:gd name="connsiteY3" fmla="*/ 1435574 h 1466380"/>
                  <a:gd name="connsiteX4" fmla="*/ 716294 w 1074506"/>
                  <a:gd name="connsiteY4" fmla="*/ 1318731 h 1466380"/>
                  <a:gd name="connsiteX0" fmla="*/ 535075 w 893287"/>
                  <a:gd name="connsiteY0" fmla="*/ 1358554 h 1508743"/>
                  <a:gd name="connsiteX1" fmla="*/ 141141 w 893287"/>
                  <a:gd name="connsiteY1" fmla="*/ 7819 h 1508743"/>
                  <a:gd name="connsiteX2" fmla="*/ 893287 w 893287"/>
                  <a:gd name="connsiteY2" fmla="*/ 1358554 h 1508743"/>
                  <a:gd name="connsiteX3" fmla="*/ 714181 w 893287"/>
                  <a:gd name="connsiteY3" fmla="*/ 1475397 h 1508743"/>
                  <a:gd name="connsiteX4" fmla="*/ 535075 w 893287"/>
                  <a:gd name="connsiteY4" fmla="*/ 1358554 h 1508743"/>
                  <a:gd name="connsiteX0" fmla="*/ 621309 w 979521"/>
                  <a:gd name="connsiteY0" fmla="*/ 1359341 h 1509530"/>
                  <a:gd name="connsiteX1" fmla="*/ 227375 w 979521"/>
                  <a:gd name="connsiteY1" fmla="*/ 8606 h 1509530"/>
                  <a:gd name="connsiteX2" fmla="*/ 979521 w 979521"/>
                  <a:gd name="connsiteY2" fmla="*/ 1359341 h 1509530"/>
                  <a:gd name="connsiteX3" fmla="*/ 800415 w 979521"/>
                  <a:gd name="connsiteY3" fmla="*/ 1476184 h 1509530"/>
                  <a:gd name="connsiteX4" fmla="*/ 621309 w 979521"/>
                  <a:gd name="connsiteY4" fmla="*/ 1359341 h 1509530"/>
                  <a:gd name="connsiteX0" fmla="*/ 567446 w 925658"/>
                  <a:gd name="connsiteY0" fmla="*/ 1359341 h 1747272"/>
                  <a:gd name="connsiteX1" fmla="*/ 173512 w 925658"/>
                  <a:gd name="connsiteY1" fmla="*/ 8606 h 1747272"/>
                  <a:gd name="connsiteX2" fmla="*/ 925658 w 925658"/>
                  <a:gd name="connsiteY2" fmla="*/ 1359341 h 1747272"/>
                  <a:gd name="connsiteX3" fmla="*/ 746552 w 925658"/>
                  <a:gd name="connsiteY3" fmla="*/ 1476184 h 1747272"/>
                  <a:gd name="connsiteX4" fmla="*/ 567446 w 925658"/>
                  <a:gd name="connsiteY4" fmla="*/ 1359341 h 1747272"/>
                  <a:gd name="connsiteX0" fmla="*/ 574380 w 753486"/>
                  <a:gd name="connsiteY0" fmla="*/ 1467794 h 1554401"/>
                  <a:gd name="connsiteX1" fmla="*/ 1340 w 753486"/>
                  <a:gd name="connsiteY1" fmla="*/ 216 h 1554401"/>
                  <a:gd name="connsiteX2" fmla="*/ 753486 w 753486"/>
                  <a:gd name="connsiteY2" fmla="*/ 1350951 h 1554401"/>
                  <a:gd name="connsiteX3" fmla="*/ 574380 w 753486"/>
                  <a:gd name="connsiteY3" fmla="*/ 1467794 h 1554401"/>
                  <a:gd name="connsiteX0" fmla="*/ 752146 w 752146"/>
                  <a:gd name="connsiteY0" fmla="*/ 1350941 h 1350941"/>
                  <a:gd name="connsiteX1" fmla="*/ 0 w 752146"/>
                  <a:gd name="connsiteY1" fmla="*/ 206 h 1350941"/>
                  <a:gd name="connsiteX2" fmla="*/ 752146 w 752146"/>
                  <a:gd name="connsiteY2" fmla="*/ 1350941 h 1350941"/>
                  <a:gd name="connsiteX0" fmla="*/ 953790 w 953790"/>
                  <a:gd name="connsiteY0" fmla="*/ 1357534 h 1357534"/>
                  <a:gd name="connsiteX1" fmla="*/ 201644 w 953790"/>
                  <a:gd name="connsiteY1" fmla="*/ 6799 h 1357534"/>
                  <a:gd name="connsiteX2" fmla="*/ 953790 w 953790"/>
                  <a:gd name="connsiteY2" fmla="*/ 1357534 h 1357534"/>
                  <a:gd name="connsiteX0" fmla="*/ 578383 w 578383"/>
                  <a:gd name="connsiteY0" fmla="*/ 1350683 h 1350683"/>
                  <a:gd name="connsiteX1" fmla="*/ 0 w 578383"/>
                  <a:gd name="connsiteY1" fmla="*/ 0 h 1350683"/>
                  <a:gd name="connsiteX2" fmla="*/ 578383 w 578383"/>
                  <a:gd name="connsiteY2" fmla="*/ 1350683 h 1350683"/>
                  <a:gd name="connsiteX0" fmla="*/ 578383 w 705306"/>
                  <a:gd name="connsiteY0" fmla="*/ 1350683 h 1350683"/>
                  <a:gd name="connsiteX1" fmla="*/ 0 w 705306"/>
                  <a:gd name="connsiteY1" fmla="*/ 0 h 1350683"/>
                  <a:gd name="connsiteX2" fmla="*/ 578383 w 705306"/>
                  <a:gd name="connsiteY2" fmla="*/ 1350683 h 1350683"/>
                  <a:gd name="connsiteX0" fmla="*/ 651945 w 788616"/>
                  <a:gd name="connsiteY0" fmla="*/ 1354340 h 1354340"/>
                  <a:gd name="connsiteX1" fmla="*/ 73562 w 788616"/>
                  <a:gd name="connsiteY1" fmla="*/ 3657 h 1354340"/>
                  <a:gd name="connsiteX2" fmla="*/ 651945 w 788616"/>
                  <a:gd name="connsiteY2" fmla="*/ 1354340 h 1354340"/>
                  <a:gd name="connsiteX0" fmla="*/ 798280 w 989981"/>
                  <a:gd name="connsiteY0" fmla="*/ 1356700 h 1356700"/>
                  <a:gd name="connsiteX1" fmla="*/ 219897 w 989981"/>
                  <a:gd name="connsiteY1" fmla="*/ 6017 h 1356700"/>
                  <a:gd name="connsiteX2" fmla="*/ 798280 w 989981"/>
                  <a:gd name="connsiteY2" fmla="*/ 1356700 h 1356700"/>
                  <a:gd name="connsiteX0" fmla="*/ 581392 w 603413"/>
                  <a:gd name="connsiteY0" fmla="*/ 1416134 h 1417101"/>
                  <a:gd name="connsiteX1" fmla="*/ 3009 w 603413"/>
                  <a:gd name="connsiteY1" fmla="*/ 65451 h 1417101"/>
                  <a:gd name="connsiteX2" fmla="*/ 364093 w 603413"/>
                  <a:gd name="connsiteY2" fmla="*/ 335555 h 1417101"/>
                  <a:gd name="connsiteX3" fmla="*/ 581392 w 603413"/>
                  <a:gd name="connsiteY3" fmla="*/ 1416134 h 1417101"/>
                  <a:gd name="connsiteX0" fmla="*/ 580331 w 602352"/>
                  <a:gd name="connsiteY0" fmla="*/ 1418413 h 1419380"/>
                  <a:gd name="connsiteX1" fmla="*/ 1948 w 602352"/>
                  <a:gd name="connsiteY1" fmla="*/ 67730 h 1419380"/>
                  <a:gd name="connsiteX2" fmla="*/ 363032 w 602352"/>
                  <a:gd name="connsiteY2" fmla="*/ 337834 h 1419380"/>
                  <a:gd name="connsiteX3" fmla="*/ 580331 w 602352"/>
                  <a:gd name="connsiteY3" fmla="*/ 1418413 h 1419380"/>
                  <a:gd name="connsiteX0" fmla="*/ 799696 w 821717"/>
                  <a:gd name="connsiteY0" fmla="*/ 1350952 h 1351919"/>
                  <a:gd name="connsiteX1" fmla="*/ 25694 w 821717"/>
                  <a:gd name="connsiteY1" fmla="*/ 249486 h 1351919"/>
                  <a:gd name="connsiteX2" fmla="*/ 221313 w 821717"/>
                  <a:gd name="connsiteY2" fmla="*/ 269 h 1351919"/>
                  <a:gd name="connsiteX3" fmla="*/ 582397 w 821717"/>
                  <a:gd name="connsiteY3" fmla="*/ 270373 h 1351919"/>
                  <a:gd name="connsiteX4" fmla="*/ 799696 w 821717"/>
                  <a:gd name="connsiteY4" fmla="*/ 1350952 h 1351919"/>
                  <a:gd name="connsiteX0" fmla="*/ 796621 w 818642"/>
                  <a:gd name="connsiteY0" fmla="*/ 1350692 h 1351659"/>
                  <a:gd name="connsiteX1" fmla="*/ 25956 w 818642"/>
                  <a:gd name="connsiteY1" fmla="*/ 265935 h 1351659"/>
                  <a:gd name="connsiteX2" fmla="*/ 218238 w 818642"/>
                  <a:gd name="connsiteY2" fmla="*/ 9 h 1351659"/>
                  <a:gd name="connsiteX3" fmla="*/ 579322 w 818642"/>
                  <a:gd name="connsiteY3" fmla="*/ 270113 h 1351659"/>
                  <a:gd name="connsiteX4" fmla="*/ 796621 w 818642"/>
                  <a:gd name="connsiteY4" fmla="*/ 1350692 h 1351659"/>
                  <a:gd name="connsiteX0" fmla="*/ 758306 w 780327"/>
                  <a:gd name="connsiteY0" fmla="*/ 1351727 h 1352694"/>
                  <a:gd name="connsiteX1" fmla="*/ 29755 w 780327"/>
                  <a:gd name="connsiteY1" fmla="*/ 234236 h 1352694"/>
                  <a:gd name="connsiteX2" fmla="*/ 179923 w 780327"/>
                  <a:gd name="connsiteY2" fmla="*/ 1044 h 1352694"/>
                  <a:gd name="connsiteX3" fmla="*/ 541007 w 780327"/>
                  <a:gd name="connsiteY3" fmla="*/ 271148 h 1352694"/>
                  <a:gd name="connsiteX4" fmla="*/ 758306 w 780327"/>
                  <a:gd name="connsiteY4" fmla="*/ 1351727 h 1352694"/>
                  <a:gd name="connsiteX0" fmla="*/ 758306 w 780327"/>
                  <a:gd name="connsiteY0" fmla="*/ 1351727 h 1352694"/>
                  <a:gd name="connsiteX1" fmla="*/ 29755 w 780327"/>
                  <a:gd name="connsiteY1" fmla="*/ 234236 h 1352694"/>
                  <a:gd name="connsiteX2" fmla="*/ 179923 w 780327"/>
                  <a:gd name="connsiteY2" fmla="*/ 1044 h 1352694"/>
                  <a:gd name="connsiteX3" fmla="*/ 541007 w 780327"/>
                  <a:gd name="connsiteY3" fmla="*/ 271148 h 1352694"/>
                  <a:gd name="connsiteX4" fmla="*/ 758306 w 780327"/>
                  <a:gd name="connsiteY4" fmla="*/ 1351727 h 1352694"/>
                  <a:gd name="connsiteX0" fmla="*/ 791897 w 813918"/>
                  <a:gd name="connsiteY0" fmla="*/ 1350962 h 1351929"/>
                  <a:gd name="connsiteX1" fmla="*/ 63346 w 813918"/>
                  <a:gd name="connsiteY1" fmla="*/ 233471 h 1351929"/>
                  <a:gd name="connsiteX2" fmla="*/ 213514 w 813918"/>
                  <a:gd name="connsiteY2" fmla="*/ 279 h 1351929"/>
                  <a:gd name="connsiteX3" fmla="*/ 574598 w 813918"/>
                  <a:gd name="connsiteY3" fmla="*/ 270383 h 1351929"/>
                  <a:gd name="connsiteX4" fmla="*/ 791897 w 813918"/>
                  <a:gd name="connsiteY4" fmla="*/ 1350962 h 1351929"/>
                  <a:gd name="connsiteX0" fmla="*/ 796174 w 818195"/>
                  <a:gd name="connsiteY0" fmla="*/ 1350889 h 1351856"/>
                  <a:gd name="connsiteX1" fmla="*/ 67623 w 818195"/>
                  <a:gd name="connsiteY1" fmla="*/ 233398 h 1351856"/>
                  <a:gd name="connsiteX2" fmla="*/ 217791 w 818195"/>
                  <a:gd name="connsiteY2" fmla="*/ 206 h 1351856"/>
                  <a:gd name="connsiteX3" fmla="*/ 578875 w 818195"/>
                  <a:gd name="connsiteY3" fmla="*/ 270310 h 1351856"/>
                  <a:gd name="connsiteX4" fmla="*/ 796174 w 818195"/>
                  <a:gd name="connsiteY4" fmla="*/ 1350889 h 1351856"/>
                  <a:gd name="connsiteX0" fmla="*/ 796174 w 918536"/>
                  <a:gd name="connsiteY0" fmla="*/ 1350889 h 1350889"/>
                  <a:gd name="connsiteX1" fmla="*/ 67623 w 918536"/>
                  <a:gd name="connsiteY1" fmla="*/ 233398 h 1350889"/>
                  <a:gd name="connsiteX2" fmla="*/ 217791 w 918536"/>
                  <a:gd name="connsiteY2" fmla="*/ 206 h 1350889"/>
                  <a:gd name="connsiteX3" fmla="*/ 578875 w 918536"/>
                  <a:gd name="connsiteY3" fmla="*/ 270310 h 1350889"/>
                  <a:gd name="connsiteX4" fmla="*/ 796174 w 918536"/>
                  <a:gd name="connsiteY4" fmla="*/ 1350889 h 1350889"/>
                  <a:gd name="connsiteX0" fmla="*/ 796174 w 918536"/>
                  <a:gd name="connsiteY0" fmla="*/ 1350889 h 1351819"/>
                  <a:gd name="connsiteX1" fmla="*/ 67623 w 918536"/>
                  <a:gd name="connsiteY1" fmla="*/ 233398 h 1351819"/>
                  <a:gd name="connsiteX2" fmla="*/ 217791 w 918536"/>
                  <a:gd name="connsiteY2" fmla="*/ 206 h 1351819"/>
                  <a:gd name="connsiteX3" fmla="*/ 578875 w 918536"/>
                  <a:gd name="connsiteY3" fmla="*/ 270310 h 1351819"/>
                  <a:gd name="connsiteX4" fmla="*/ 796174 w 918536"/>
                  <a:gd name="connsiteY4" fmla="*/ 1350889 h 1351819"/>
                  <a:gd name="connsiteX0" fmla="*/ 796174 w 918536"/>
                  <a:gd name="connsiteY0" fmla="*/ 1350889 h 1352024"/>
                  <a:gd name="connsiteX1" fmla="*/ 67623 w 918536"/>
                  <a:gd name="connsiteY1" fmla="*/ 233398 h 1352024"/>
                  <a:gd name="connsiteX2" fmla="*/ 217791 w 918536"/>
                  <a:gd name="connsiteY2" fmla="*/ 206 h 1352024"/>
                  <a:gd name="connsiteX3" fmla="*/ 578875 w 918536"/>
                  <a:gd name="connsiteY3" fmla="*/ 270310 h 1352024"/>
                  <a:gd name="connsiteX4" fmla="*/ 796174 w 918536"/>
                  <a:gd name="connsiteY4" fmla="*/ 1350889 h 1352024"/>
                  <a:gd name="connsiteX0" fmla="*/ 796174 w 918536"/>
                  <a:gd name="connsiteY0" fmla="*/ 1350889 h 1472010"/>
                  <a:gd name="connsiteX1" fmla="*/ 724866 w 918536"/>
                  <a:gd name="connsiteY1" fmla="*/ 1324885 h 1472010"/>
                  <a:gd name="connsiteX2" fmla="*/ 67623 w 918536"/>
                  <a:gd name="connsiteY2" fmla="*/ 233398 h 1472010"/>
                  <a:gd name="connsiteX3" fmla="*/ 217791 w 918536"/>
                  <a:gd name="connsiteY3" fmla="*/ 206 h 1472010"/>
                  <a:gd name="connsiteX4" fmla="*/ 578875 w 918536"/>
                  <a:gd name="connsiteY4" fmla="*/ 270310 h 1472010"/>
                  <a:gd name="connsiteX5" fmla="*/ 796174 w 918536"/>
                  <a:gd name="connsiteY5" fmla="*/ 1350889 h 1472010"/>
                  <a:gd name="connsiteX0" fmla="*/ 796174 w 918536"/>
                  <a:gd name="connsiteY0" fmla="*/ 1350889 h 1472010"/>
                  <a:gd name="connsiteX1" fmla="*/ 724866 w 918536"/>
                  <a:gd name="connsiteY1" fmla="*/ 1324885 h 1472010"/>
                  <a:gd name="connsiteX2" fmla="*/ 67623 w 918536"/>
                  <a:gd name="connsiteY2" fmla="*/ 233398 h 1472010"/>
                  <a:gd name="connsiteX3" fmla="*/ 217791 w 918536"/>
                  <a:gd name="connsiteY3" fmla="*/ 206 h 1472010"/>
                  <a:gd name="connsiteX4" fmla="*/ 578875 w 918536"/>
                  <a:gd name="connsiteY4" fmla="*/ 270310 h 1472010"/>
                  <a:gd name="connsiteX5" fmla="*/ 796174 w 918536"/>
                  <a:gd name="connsiteY5" fmla="*/ 1350889 h 1472010"/>
                  <a:gd name="connsiteX0" fmla="*/ 724866 w 918536"/>
                  <a:gd name="connsiteY0" fmla="*/ 1324885 h 1483862"/>
                  <a:gd name="connsiteX1" fmla="*/ 67623 w 918536"/>
                  <a:gd name="connsiteY1" fmla="*/ 233398 h 1483862"/>
                  <a:gd name="connsiteX2" fmla="*/ 217791 w 918536"/>
                  <a:gd name="connsiteY2" fmla="*/ 206 h 1483862"/>
                  <a:gd name="connsiteX3" fmla="*/ 578875 w 918536"/>
                  <a:gd name="connsiteY3" fmla="*/ 270310 h 1483862"/>
                  <a:gd name="connsiteX4" fmla="*/ 796174 w 918536"/>
                  <a:gd name="connsiteY4" fmla="*/ 1350889 h 1483862"/>
                  <a:gd name="connsiteX5" fmla="*/ 814385 w 918536"/>
                  <a:gd name="connsiteY5" fmla="*/ 1414404 h 1483862"/>
                  <a:gd name="connsiteX0" fmla="*/ 724866 w 918536"/>
                  <a:gd name="connsiteY0" fmla="*/ 1324885 h 1350889"/>
                  <a:gd name="connsiteX1" fmla="*/ 67623 w 918536"/>
                  <a:gd name="connsiteY1" fmla="*/ 233398 h 1350889"/>
                  <a:gd name="connsiteX2" fmla="*/ 217791 w 918536"/>
                  <a:gd name="connsiteY2" fmla="*/ 206 h 1350889"/>
                  <a:gd name="connsiteX3" fmla="*/ 578875 w 918536"/>
                  <a:gd name="connsiteY3" fmla="*/ 270310 h 1350889"/>
                  <a:gd name="connsiteX4" fmla="*/ 796174 w 918536"/>
                  <a:gd name="connsiteY4" fmla="*/ 1350889 h 1350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8536" h="1350889">
                    <a:moveTo>
                      <a:pt x="724866" y="1324885"/>
                    </a:moveTo>
                    <a:cubicBezTo>
                      <a:pt x="603441" y="1138637"/>
                      <a:pt x="529585" y="553162"/>
                      <a:pt x="67623" y="233398"/>
                    </a:cubicBezTo>
                    <a:cubicBezTo>
                      <a:pt x="-119701" y="127216"/>
                      <a:pt x="132582" y="-5946"/>
                      <a:pt x="217791" y="206"/>
                    </a:cubicBezTo>
                    <a:cubicBezTo>
                      <a:pt x="303000" y="6358"/>
                      <a:pt x="663597" y="29880"/>
                      <a:pt x="578875" y="270310"/>
                    </a:cubicBezTo>
                    <a:cubicBezTo>
                      <a:pt x="675272" y="495424"/>
                      <a:pt x="1134059" y="970940"/>
                      <a:pt x="796174" y="1350889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4FFB526-C155-ECBC-B61B-BAF29B8DE5BD}"/>
              </a:ext>
            </a:extLst>
          </p:cNvPr>
          <p:cNvGrpSpPr/>
          <p:nvPr/>
        </p:nvGrpSpPr>
        <p:grpSpPr>
          <a:xfrm>
            <a:off x="6467324" y="1652952"/>
            <a:ext cx="4122549" cy="5931083"/>
            <a:chOff x="2774197" y="1365067"/>
            <a:chExt cx="4122549" cy="593108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A00415F-D855-05B5-3EEB-F16263AFF236}"/>
                </a:ext>
              </a:extLst>
            </p:cNvPr>
            <p:cNvGrpSpPr/>
            <p:nvPr/>
          </p:nvGrpSpPr>
          <p:grpSpPr>
            <a:xfrm>
              <a:off x="2774197" y="2758698"/>
              <a:ext cx="4122549" cy="4537452"/>
              <a:chOff x="2774197" y="2758698"/>
              <a:chExt cx="4122549" cy="4537452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5605E05F-8228-4F9A-697C-CDC8DC29F88C}"/>
                  </a:ext>
                </a:extLst>
              </p:cNvPr>
              <p:cNvSpPr/>
              <p:nvPr/>
            </p:nvSpPr>
            <p:spPr>
              <a:xfrm>
                <a:off x="2774197" y="2758698"/>
                <a:ext cx="4122549" cy="4122549"/>
              </a:xfrm>
              <a:prstGeom prst="ellipse">
                <a:avLst/>
              </a:prstGeom>
              <a:solidFill>
                <a:srgbClr val="398937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Rectangle 4">
                <a:extLst>
                  <a:ext uri="{FF2B5EF4-FFF2-40B4-BE49-F238E27FC236}">
                    <a16:creationId xmlns:a16="http://schemas.microsoft.com/office/drawing/2014/main" id="{1BA95CF0-2DAC-928C-DE40-BC2A8B0F34EF}"/>
                  </a:ext>
                </a:extLst>
              </p:cNvPr>
              <p:cNvSpPr/>
              <p:nvPr/>
            </p:nvSpPr>
            <p:spPr>
              <a:xfrm>
                <a:off x="3868469" y="3223646"/>
                <a:ext cx="2135438" cy="3600681"/>
              </a:xfrm>
              <a:custGeom>
                <a:avLst/>
                <a:gdLst>
                  <a:gd name="connsiteX0" fmla="*/ 0 w 705173"/>
                  <a:gd name="connsiteY0" fmla="*/ 0 h 1038386"/>
                  <a:gd name="connsiteX1" fmla="*/ 705173 w 705173"/>
                  <a:gd name="connsiteY1" fmla="*/ 0 h 1038386"/>
                  <a:gd name="connsiteX2" fmla="*/ 705173 w 705173"/>
                  <a:gd name="connsiteY2" fmla="*/ 1038386 h 1038386"/>
                  <a:gd name="connsiteX3" fmla="*/ 0 w 705173"/>
                  <a:gd name="connsiteY3" fmla="*/ 1038386 h 1038386"/>
                  <a:gd name="connsiteX4" fmla="*/ 0 w 705173"/>
                  <a:gd name="connsiteY4" fmla="*/ 0 h 1038386"/>
                  <a:gd name="connsiteX0" fmla="*/ 247973 w 705173"/>
                  <a:gd name="connsiteY0" fmla="*/ 0 h 1472339"/>
                  <a:gd name="connsiteX1" fmla="*/ 705173 w 705173"/>
                  <a:gd name="connsiteY1" fmla="*/ 433953 h 1472339"/>
                  <a:gd name="connsiteX2" fmla="*/ 705173 w 705173"/>
                  <a:gd name="connsiteY2" fmla="*/ 1472339 h 1472339"/>
                  <a:gd name="connsiteX3" fmla="*/ 0 w 705173"/>
                  <a:gd name="connsiteY3" fmla="*/ 1472339 h 1472339"/>
                  <a:gd name="connsiteX4" fmla="*/ 247973 w 705173"/>
                  <a:gd name="connsiteY4" fmla="*/ 0 h 1472339"/>
                  <a:gd name="connsiteX0" fmla="*/ 247973 w 813662"/>
                  <a:gd name="connsiteY0" fmla="*/ 0 h 3595607"/>
                  <a:gd name="connsiteX1" fmla="*/ 705173 w 813662"/>
                  <a:gd name="connsiteY1" fmla="*/ 433953 h 3595607"/>
                  <a:gd name="connsiteX2" fmla="*/ 813662 w 813662"/>
                  <a:gd name="connsiteY2" fmla="*/ 3595607 h 3595607"/>
                  <a:gd name="connsiteX3" fmla="*/ 0 w 813662"/>
                  <a:gd name="connsiteY3" fmla="*/ 1472339 h 3595607"/>
                  <a:gd name="connsiteX4" fmla="*/ 247973 w 813662"/>
                  <a:gd name="connsiteY4" fmla="*/ 0 h 3595607"/>
                  <a:gd name="connsiteX0" fmla="*/ 0 w 565689"/>
                  <a:gd name="connsiteY0" fmla="*/ 0 h 3595607"/>
                  <a:gd name="connsiteX1" fmla="*/ 457200 w 565689"/>
                  <a:gd name="connsiteY1" fmla="*/ 433953 h 3595607"/>
                  <a:gd name="connsiteX2" fmla="*/ 565689 w 565689"/>
                  <a:gd name="connsiteY2" fmla="*/ 3595607 h 3595607"/>
                  <a:gd name="connsiteX3" fmla="*/ 0 w 565689"/>
                  <a:gd name="connsiteY3" fmla="*/ 0 h 3595607"/>
                  <a:gd name="connsiteX0" fmla="*/ 692401 w 1258090"/>
                  <a:gd name="connsiteY0" fmla="*/ 0 h 3595607"/>
                  <a:gd name="connsiteX1" fmla="*/ 1149601 w 1258090"/>
                  <a:gd name="connsiteY1" fmla="*/ 433953 h 3595607"/>
                  <a:gd name="connsiteX2" fmla="*/ 1258090 w 1258090"/>
                  <a:gd name="connsiteY2" fmla="*/ 3595607 h 3595607"/>
                  <a:gd name="connsiteX3" fmla="*/ 692401 w 1258090"/>
                  <a:gd name="connsiteY3" fmla="*/ 0 h 3595607"/>
                  <a:gd name="connsiteX0" fmla="*/ 703532 w 1269221"/>
                  <a:gd name="connsiteY0" fmla="*/ 0 h 3596265"/>
                  <a:gd name="connsiteX1" fmla="*/ 1160732 w 1269221"/>
                  <a:gd name="connsiteY1" fmla="*/ 433953 h 3596265"/>
                  <a:gd name="connsiteX2" fmla="*/ 1269221 w 1269221"/>
                  <a:gd name="connsiteY2" fmla="*/ 3595607 h 3596265"/>
                  <a:gd name="connsiteX3" fmla="*/ 703532 w 1269221"/>
                  <a:gd name="connsiteY3" fmla="*/ 0 h 3596265"/>
                  <a:gd name="connsiteX0" fmla="*/ 703532 w 1269221"/>
                  <a:gd name="connsiteY0" fmla="*/ 0 h 3596265"/>
                  <a:gd name="connsiteX1" fmla="*/ 1269221 w 1269221"/>
                  <a:gd name="connsiteY1" fmla="*/ 3595607 h 3596265"/>
                  <a:gd name="connsiteX2" fmla="*/ 703532 w 1269221"/>
                  <a:gd name="connsiteY2" fmla="*/ 0 h 3596265"/>
                  <a:gd name="connsiteX0" fmla="*/ 703532 w 1876110"/>
                  <a:gd name="connsiteY0" fmla="*/ 0 h 3596265"/>
                  <a:gd name="connsiteX1" fmla="*/ 1269221 w 1876110"/>
                  <a:gd name="connsiteY1" fmla="*/ 3595607 h 3596265"/>
                  <a:gd name="connsiteX2" fmla="*/ 703532 w 1876110"/>
                  <a:gd name="connsiteY2" fmla="*/ 0 h 3596265"/>
                  <a:gd name="connsiteX0" fmla="*/ 703532 w 2135438"/>
                  <a:gd name="connsiteY0" fmla="*/ 0 h 3600681"/>
                  <a:gd name="connsiteX1" fmla="*/ 1269221 w 2135438"/>
                  <a:gd name="connsiteY1" fmla="*/ 3595607 h 3600681"/>
                  <a:gd name="connsiteX2" fmla="*/ 703532 w 2135438"/>
                  <a:gd name="connsiteY2" fmla="*/ 0 h 360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35438" h="3600681">
                    <a:moveTo>
                      <a:pt x="703532" y="0"/>
                    </a:moveTo>
                    <a:cubicBezTo>
                      <a:pt x="3077356" y="532109"/>
                      <a:pt x="1933064" y="3745424"/>
                      <a:pt x="1269221" y="3595607"/>
                    </a:cubicBezTo>
                    <a:cubicBezTo>
                      <a:pt x="1018664" y="3636935"/>
                      <a:pt x="-1060691" y="1725478"/>
                      <a:pt x="703532" y="0"/>
                    </a:cubicBez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9DA2E565-4761-E3F3-BA57-F4B4A04B9568}"/>
                  </a:ext>
                </a:extLst>
              </p:cNvPr>
              <p:cNvSpPr/>
              <p:nvPr/>
            </p:nvSpPr>
            <p:spPr>
              <a:xfrm>
                <a:off x="3899235" y="2803352"/>
                <a:ext cx="966700" cy="479811"/>
              </a:xfrm>
              <a:custGeom>
                <a:avLst/>
                <a:gdLst>
                  <a:gd name="connsiteX0" fmla="*/ 938411 w 966700"/>
                  <a:gd name="connsiteY0" fmla="*/ 0 h 479811"/>
                  <a:gd name="connsiteX1" fmla="*/ 966700 w 966700"/>
                  <a:gd name="connsiteY1" fmla="*/ 1429 h 479811"/>
                  <a:gd name="connsiteX2" fmla="*/ 958980 w 966700"/>
                  <a:gd name="connsiteY2" fmla="*/ 45267 h 479811"/>
                  <a:gd name="connsiteX3" fmla="*/ 655798 w 966700"/>
                  <a:gd name="connsiteY3" fmla="*/ 477172 h 479811"/>
                  <a:gd name="connsiteX4" fmla="*/ 836 w 966700"/>
                  <a:gd name="connsiteY4" fmla="*/ 228784 h 479811"/>
                  <a:gd name="connsiteX5" fmla="*/ 0 w 966700"/>
                  <a:gd name="connsiteY5" fmla="*/ 227534 h 479811"/>
                  <a:gd name="connsiteX6" fmla="*/ 136070 w 966700"/>
                  <a:gd name="connsiteY6" fmla="*/ 161985 h 479811"/>
                  <a:gd name="connsiteX7" fmla="*/ 938411 w 966700"/>
                  <a:gd name="connsiteY7" fmla="*/ 0 h 479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6700" h="479811">
                    <a:moveTo>
                      <a:pt x="938411" y="0"/>
                    </a:moveTo>
                    <a:lnTo>
                      <a:pt x="966700" y="1429"/>
                    </a:lnTo>
                    <a:lnTo>
                      <a:pt x="958980" y="45267"/>
                    </a:lnTo>
                    <a:cubicBezTo>
                      <a:pt x="910221" y="233602"/>
                      <a:pt x="753376" y="450643"/>
                      <a:pt x="655798" y="477172"/>
                    </a:cubicBezTo>
                    <a:cubicBezTo>
                      <a:pt x="605888" y="498898"/>
                      <a:pt x="141796" y="383904"/>
                      <a:pt x="836" y="228784"/>
                    </a:cubicBezTo>
                    <a:lnTo>
                      <a:pt x="0" y="227534"/>
                    </a:lnTo>
                    <a:lnTo>
                      <a:pt x="136070" y="161985"/>
                    </a:lnTo>
                    <a:cubicBezTo>
                      <a:pt x="382677" y="57679"/>
                      <a:pt x="653808" y="0"/>
                      <a:pt x="938411" y="0"/>
                    </a:cubicBez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05477F3-FE98-C7B8-2D9A-4770B16FE5DB}"/>
                  </a:ext>
                </a:extLst>
              </p:cNvPr>
              <p:cNvSpPr/>
              <p:nvPr/>
            </p:nvSpPr>
            <p:spPr>
              <a:xfrm>
                <a:off x="3890587" y="2792267"/>
                <a:ext cx="966700" cy="499849"/>
              </a:xfrm>
              <a:custGeom>
                <a:avLst/>
                <a:gdLst>
                  <a:gd name="connsiteX0" fmla="*/ 938411 w 966700"/>
                  <a:gd name="connsiteY0" fmla="*/ 0 h 479811"/>
                  <a:gd name="connsiteX1" fmla="*/ 966700 w 966700"/>
                  <a:gd name="connsiteY1" fmla="*/ 1429 h 479811"/>
                  <a:gd name="connsiteX2" fmla="*/ 958980 w 966700"/>
                  <a:gd name="connsiteY2" fmla="*/ 45267 h 479811"/>
                  <a:gd name="connsiteX3" fmla="*/ 655798 w 966700"/>
                  <a:gd name="connsiteY3" fmla="*/ 477172 h 479811"/>
                  <a:gd name="connsiteX4" fmla="*/ 836 w 966700"/>
                  <a:gd name="connsiteY4" fmla="*/ 228784 h 479811"/>
                  <a:gd name="connsiteX5" fmla="*/ 0 w 966700"/>
                  <a:gd name="connsiteY5" fmla="*/ 227534 h 479811"/>
                  <a:gd name="connsiteX6" fmla="*/ 136070 w 966700"/>
                  <a:gd name="connsiteY6" fmla="*/ 161985 h 479811"/>
                  <a:gd name="connsiteX7" fmla="*/ 938411 w 966700"/>
                  <a:gd name="connsiteY7" fmla="*/ 0 h 479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6700" h="479811">
                    <a:moveTo>
                      <a:pt x="938411" y="0"/>
                    </a:moveTo>
                    <a:lnTo>
                      <a:pt x="966700" y="1429"/>
                    </a:lnTo>
                    <a:lnTo>
                      <a:pt x="958980" y="45267"/>
                    </a:lnTo>
                    <a:cubicBezTo>
                      <a:pt x="910221" y="233602"/>
                      <a:pt x="753376" y="450643"/>
                      <a:pt x="655798" y="477172"/>
                    </a:cubicBezTo>
                    <a:cubicBezTo>
                      <a:pt x="605888" y="498898"/>
                      <a:pt x="141796" y="383904"/>
                      <a:pt x="836" y="228784"/>
                    </a:cubicBezTo>
                    <a:lnTo>
                      <a:pt x="0" y="227534"/>
                    </a:lnTo>
                    <a:lnTo>
                      <a:pt x="136070" y="161985"/>
                    </a:lnTo>
                    <a:cubicBezTo>
                      <a:pt x="382677" y="57679"/>
                      <a:pt x="653808" y="0"/>
                      <a:pt x="938411" y="0"/>
                    </a:cubicBezTo>
                    <a:close/>
                  </a:path>
                </a:pathLst>
              </a:custGeom>
              <a:solidFill>
                <a:srgbClr val="39893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Rectangle 4">
                <a:extLst>
                  <a:ext uri="{FF2B5EF4-FFF2-40B4-BE49-F238E27FC236}">
                    <a16:creationId xmlns:a16="http://schemas.microsoft.com/office/drawing/2014/main" id="{71FB865C-64FA-764F-6460-0C498C660C13}"/>
                  </a:ext>
                </a:extLst>
              </p:cNvPr>
              <p:cNvSpPr/>
              <p:nvPr/>
            </p:nvSpPr>
            <p:spPr>
              <a:xfrm>
                <a:off x="3899235" y="3228382"/>
                <a:ext cx="2052324" cy="3600681"/>
              </a:xfrm>
              <a:custGeom>
                <a:avLst/>
                <a:gdLst>
                  <a:gd name="connsiteX0" fmla="*/ 0 w 705173"/>
                  <a:gd name="connsiteY0" fmla="*/ 0 h 1038386"/>
                  <a:gd name="connsiteX1" fmla="*/ 705173 w 705173"/>
                  <a:gd name="connsiteY1" fmla="*/ 0 h 1038386"/>
                  <a:gd name="connsiteX2" fmla="*/ 705173 w 705173"/>
                  <a:gd name="connsiteY2" fmla="*/ 1038386 h 1038386"/>
                  <a:gd name="connsiteX3" fmla="*/ 0 w 705173"/>
                  <a:gd name="connsiteY3" fmla="*/ 1038386 h 1038386"/>
                  <a:gd name="connsiteX4" fmla="*/ 0 w 705173"/>
                  <a:gd name="connsiteY4" fmla="*/ 0 h 1038386"/>
                  <a:gd name="connsiteX0" fmla="*/ 247973 w 705173"/>
                  <a:gd name="connsiteY0" fmla="*/ 0 h 1472339"/>
                  <a:gd name="connsiteX1" fmla="*/ 705173 w 705173"/>
                  <a:gd name="connsiteY1" fmla="*/ 433953 h 1472339"/>
                  <a:gd name="connsiteX2" fmla="*/ 705173 w 705173"/>
                  <a:gd name="connsiteY2" fmla="*/ 1472339 h 1472339"/>
                  <a:gd name="connsiteX3" fmla="*/ 0 w 705173"/>
                  <a:gd name="connsiteY3" fmla="*/ 1472339 h 1472339"/>
                  <a:gd name="connsiteX4" fmla="*/ 247973 w 705173"/>
                  <a:gd name="connsiteY4" fmla="*/ 0 h 1472339"/>
                  <a:gd name="connsiteX0" fmla="*/ 247973 w 813662"/>
                  <a:gd name="connsiteY0" fmla="*/ 0 h 3595607"/>
                  <a:gd name="connsiteX1" fmla="*/ 705173 w 813662"/>
                  <a:gd name="connsiteY1" fmla="*/ 433953 h 3595607"/>
                  <a:gd name="connsiteX2" fmla="*/ 813662 w 813662"/>
                  <a:gd name="connsiteY2" fmla="*/ 3595607 h 3595607"/>
                  <a:gd name="connsiteX3" fmla="*/ 0 w 813662"/>
                  <a:gd name="connsiteY3" fmla="*/ 1472339 h 3595607"/>
                  <a:gd name="connsiteX4" fmla="*/ 247973 w 813662"/>
                  <a:gd name="connsiteY4" fmla="*/ 0 h 3595607"/>
                  <a:gd name="connsiteX0" fmla="*/ 0 w 565689"/>
                  <a:gd name="connsiteY0" fmla="*/ 0 h 3595607"/>
                  <a:gd name="connsiteX1" fmla="*/ 457200 w 565689"/>
                  <a:gd name="connsiteY1" fmla="*/ 433953 h 3595607"/>
                  <a:gd name="connsiteX2" fmla="*/ 565689 w 565689"/>
                  <a:gd name="connsiteY2" fmla="*/ 3595607 h 3595607"/>
                  <a:gd name="connsiteX3" fmla="*/ 0 w 565689"/>
                  <a:gd name="connsiteY3" fmla="*/ 0 h 3595607"/>
                  <a:gd name="connsiteX0" fmla="*/ 692401 w 1258090"/>
                  <a:gd name="connsiteY0" fmla="*/ 0 h 3595607"/>
                  <a:gd name="connsiteX1" fmla="*/ 1149601 w 1258090"/>
                  <a:gd name="connsiteY1" fmla="*/ 433953 h 3595607"/>
                  <a:gd name="connsiteX2" fmla="*/ 1258090 w 1258090"/>
                  <a:gd name="connsiteY2" fmla="*/ 3595607 h 3595607"/>
                  <a:gd name="connsiteX3" fmla="*/ 692401 w 1258090"/>
                  <a:gd name="connsiteY3" fmla="*/ 0 h 3595607"/>
                  <a:gd name="connsiteX0" fmla="*/ 703532 w 1269221"/>
                  <a:gd name="connsiteY0" fmla="*/ 0 h 3596265"/>
                  <a:gd name="connsiteX1" fmla="*/ 1160732 w 1269221"/>
                  <a:gd name="connsiteY1" fmla="*/ 433953 h 3596265"/>
                  <a:gd name="connsiteX2" fmla="*/ 1269221 w 1269221"/>
                  <a:gd name="connsiteY2" fmla="*/ 3595607 h 3596265"/>
                  <a:gd name="connsiteX3" fmla="*/ 703532 w 1269221"/>
                  <a:gd name="connsiteY3" fmla="*/ 0 h 3596265"/>
                  <a:gd name="connsiteX0" fmla="*/ 703532 w 1269221"/>
                  <a:gd name="connsiteY0" fmla="*/ 0 h 3596265"/>
                  <a:gd name="connsiteX1" fmla="*/ 1269221 w 1269221"/>
                  <a:gd name="connsiteY1" fmla="*/ 3595607 h 3596265"/>
                  <a:gd name="connsiteX2" fmla="*/ 703532 w 1269221"/>
                  <a:gd name="connsiteY2" fmla="*/ 0 h 3596265"/>
                  <a:gd name="connsiteX0" fmla="*/ 703532 w 1876110"/>
                  <a:gd name="connsiteY0" fmla="*/ 0 h 3596265"/>
                  <a:gd name="connsiteX1" fmla="*/ 1269221 w 1876110"/>
                  <a:gd name="connsiteY1" fmla="*/ 3595607 h 3596265"/>
                  <a:gd name="connsiteX2" fmla="*/ 703532 w 1876110"/>
                  <a:gd name="connsiteY2" fmla="*/ 0 h 3596265"/>
                  <a:gd name="connsiteX0" fmla="*/ 703532 w 2135438"/>
                  <a:gd name="connsiteY0" fmla="*/ 0 h 3600681"/>
                  <a:gd name="connsiteX1" fmla="*/ 1269221 w 2135438"/>
                  <a:gd name="connsiteY1" fmla="*/ 3595607 h 3600681"/>
                  <a:gd name="connsiteX2" fmla="*/ 703532 w 2135438"/>
                  <a:gd name="connsiteY2" fmla="*/ 0 h 360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35438" h="3600681">
                    <a:moveTo>
                      <a:pt x="703532" y="0"/>
                    </a:moveTo>
                    <a:cubicBezTo>
                      <a:pt x="3077356" y="532109"/>
                      <a:pt x="1933064" y="3745424"/>
                      <a:pt x="1269221" y="3595607"/>
                    </a:cubicBezTo>
                    <a:cubicBezTo>
                      <a:pt x="1018664" y="3636935"/>
                      <a:pt x="-1060691" y="1725478"/>
                      <a:pt x="703532" y="0"/>
                    </a:cubicBezTo>
                    <a:close/>
                  </a:path>
                </a:pathLst>
              </a:custGeom>
              <a:solidFill>
                <a:srgbClr val="39893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17">
                <a:extLst>
                  <a:ext uri="{FF2B5EF4-FFF2-40B4-BE49-F238E27FC236}">
                    <a16:creationId xmlns:a16="http://schemas.microsoft.com/office/drawing/2014/main" id="{07637C4C-9BE1-C20B-8208-3CC7654F9642}"/>
                  </a:ext>
                </a:extLst>
              </p:cNvPr>
              <p:cNvSpPr/>
              <p:nvPr/>
            </p:nvSpPr>
            <p:spPr>
              <a:xfrm>
                <a:off x="4548520" y="6601446"/>
                <a:ext cx="1261730" cy="694704"/>
              </a:xfrm>
              <a:custGeom>
                <a:avLst/>
                <a:gdLst>
                  <a:gd name="connsiteX0" fmla="*/ 0 w 690230"/>
                  <a:gd name="connsiteY0" fmla="*/ 0 h 161133"/>
                  <a:gd name="connsiteX1" fmla="*/ 690230 w 690230"/>
                  <a:gd name="connsiteY1" fmla="*/ 0 h 161133"/>
                  <a:gd name="connsiteX2" fmla="*/ 690230 w 690230"/>
                  <a:gd name="connsiteY2" fmla="*/ 161133 h 161133"/>
                  <a:gd name="connsiteX3" fmla="*/ 0 w 690230"/>
                  <a:gd name="connsiteY3" fmla="*/ 161133 h 161133"/>
                  <a:gd name="connsiteX4" fmla="*/ 0 w 690230"/>
                  <a:gd name="connsiteY4" fmla="*/ 0 h 161133"/>
                  <a:gd name="connsiteX0" fmla="*/ 247650 w 937880"/>
                  <a:gd name="connsiteY0" fmla="*/ 0 h 551658"/>
                  <a:gd name="connsiteX1" fmla="*/ 937880 w 937880"/>
                  <a:gd name="connsiteY1" fmla="*/ 0 h 551658"/>
                  <a:gd name="connsiteX2" fmla="*/ 937880 w 937880"/>
                  <a:gd name="connsiteY2" fmla="*/ 161133 h 551658"/>
                  <a:gd name="connsiteX3" fmla="*/ 0 w 937880"/>
                  <a:gd name="connsiteY3" fmla="*/ 551658 h 551658"/>
                  <a:gd name="connsiteX4" fmla="*/ 247650 w 937880"/>
                  <a:gd name="connsiteY4" fmla="*/ 0 h 551658"/>
                  <a:gd name="connsiteX0" fmla="*/ 247650 w 1266493"/>
                  <a:gd name="connsiteY0" fmla="*/ 0 h 551658"/>
                  <a:gd name="connsiteX1" fmla="*/ 937880 w 1266493"/>
                  <a:gd name="connsiteY1" fmla="*/ 0 h 551658"/>
                  <a:gd name="connsiteX2" fmla="*/ 1266493 w 1266493"/>
                  <a:gd name="connsiteY2" fmla="*/ 308770 h 551658"/>
                  <a:gd name="connsiteX3" fmla="*/ 0 w 1266493"/>
                  <a:gd name="connsiteY3" fmla="*/ 551658 h 551658"/>
                  <a:gd name="connsiteX4" fmla="*/ 247650 w 1266493"/>
                  <a:gd name="connsiteY4" fmla="*/ 0 h 551658"/>
                  <a:gd name="connsiteX0" fmla="*/ 247650 w 1266493"/>
                  <a:gd name="connsiteY0" fmla="*/ 0 h 551658"/>
                  <a:gd name="connsiteX1" fmla="*/ 937880 w 1266493"/>
                  <a:gd name="connsiteY1" fmla="*/ 0 h 551658"/>
                  <a:gd name="connsiteX2" fmla="*/ 1266493 w 1266493"/>
                  <a:gd name="connsiteY2" fmla="*/ 308770 h 551658"/>
                  <a:gd name="connsiteX3" fmla="*/ 895018 w 1266493"/>
                  <a:gd name="connsiteY3" fmla="*/ 233135 h 551658"/>
                  <a:gd name="connsiteX4" fmla="*/ 0 w 1266493"/>
                  <a:gd name="connsiteY4" fmla="*/ 551658 h 551658"/>
                  <a:gd name="connsiteX5" fmla="*/ 247650 w 1266493"/>
                  <a:gd name="connsiteY5" fmla="*/ 0 h 551658"/>
                  <a:gd name="connsiteX0" fmla="*/ 247650 w 1266493"/>
                  <a:gd name="connsiteY0" fmla="*/ 0 h 576035"/>
                  <a:gd name="connsiteX1" fmla="*/ 937880 w 1266493"/>
                  <a:gd name="connsiteY1" fmla="*/ 0 h 576035"/>
                  <a:gd name="connsiteX2" fmla="*/ 1266493 w 1266493"/>
                  <a:gd name="connsiteY2" fmla="*/ 308770 h 576035"/>
                  <a:gd name="connsiteX3" fmla="*/ 895018 w 1266493"/>
                  <a:gd name="connsiteY3" fmla="*/ 233135 h 576035"/>
                  <a:gd name="connsiteX4" fmla="*/ 742618 w 1266493"/>
                  <a:gd name="connsiteY4" fmla="*/ 576035 h 576035"/>
                  <a:gd name="connsiteX5" fmla="*/ 0 w 1266493"/>
                  <a:gd name="connsiteY5" fmla="*/ 551658 h 576035"/>
                  <a:gd name="connsiteX6" fmla="*/ 247650 w 1266493"/>
                  <a:gd name="connsiteY6" fmla="*/ 0 h 576035"/>
                  <a:gd name="connsiteX0" fmla="*/ 247650 w 1266493"/>
                  <a:gd name="connsiteY0" fmla="*/ 0 h 576035"/>
                  <a:gd name="connsiteX1" fmla="*/ 937880 w 1266493"/>
                  <a:gd name="connsiteY1" fmla="*/ 0 h 576035"/>
                  <a:gd name="connsiteX2" fmla="*/ 1266493 w 1266493"/>
                  <a:gd name="connsiteY2" fmla="*/ 308770 h 576035"/>
                  <a:gd name="connsiteX3" fmla="*/ 895018 w 1266493"/>
                  <a:gd name="connsiteY3" fmla="*/ 233135 h 576035"/>
                  <a:gd name="connsiteX4" fmla="*/ 742618 w 1266493"/>
                  <a:gd name="connsiteY4" fmla="*/ 576035 h 576035"/>
                  <a:gd name="connsiteX5" fmla="*/ 356855 w 1266493"/>
                  <a:gd name="connsiteY5" fmla="*/ 337910 h 576035"/>
                  <a:gd name="connsiteX6" fmla="*/ 0 w 1266493"/>
                  <a:gd name="connsiteY6" fmla="*/ 551658 h 576035"/>
                  <a:gd name="connsiteX7" fmla="*/ 247650 w 1266493"/>
                  <a:gd name="connsiteY7" fmla="*/ 0 h 576035"/>
                  <a:gd name="connsiteX0" fmla="*/ 0 w 1266493"/>
                  <a:gd name="connsiteY0" fmla="*/ 551658 h 576035"/>
                  <a:gd name="connsiteX1" fmla="*/ 937880 w 1266493"/>
                  <a:gd name="connsiteY1" fmla="*/ 0 h 576035"/>
                  <a:gd name="connsiteX2" fmla="*/ 1266493 w 1266493"/>
                  <a:gd name="connsiteY2" fmla="*/ 308770 h 576035"/>
                  <a:gd name="connsiteX3" fmla="*/ 895018 w 1266493"/>
                  <a:gd name="connsiteY3" fmla="*/ 233135 h 576035"/>
                  <a:gd name="connsiteX4" fmla="*/ 742618 w 1266493"/>
                  <a:gd name="connsiteY4" fmla="*/ 576035 h 576035"/>
                  <a:gd name="connsiteX5" fmla="*/ 356855 w 1266493"/>
                  <a:gd name="connsiteY5" fmla="*/ 337910 h 576035"/>
                  <a:gd name="connsiteX6" fmla="*/ 0 w 1266493"/>
                  <a:gd name="connsiteY6" fmla="*/ 551658 h 576035"/>
                  <a:gd name="connsiteX0" fmla="*/ 0 w 1266493"/>
                  <a:gd name="connsiteY0" fmla="*/ 551658 h 576035"/>
                  <a:gd name="connsiteX1" fmla="*/ 937880 w 1266493"/>
                  <a:gd name="connsiteY1" fmla="*/ 0 h 576035"/>
                  <a:gd name="connsiteX2" fmla="*/ 1266493 w 1266493"/>
                  <a:gd name="connsiteY2" fmla="*/ 308770 h 576035"/>
                  <a:gd name="connsiteX3" fmla="*/ 895018 w 1266493"/>
                  <a:gd name="connsiteY3" fmla="*/ 233135 h 576035"/>
                  <a:gd name="connsiteX4" fmla="*/ 742618 w 1266493"/>
                  <a:gd name="connsiteY4" fmla="*/ 576035 h 576035"/>
                  <a:gd name="connsiteX5" fmla="*/ 356855 w 1266493"/>
                  <a:gd name="connsiteY5" fmla="*/ 337910 h 576035"/>
                  <a:gd name="connsiteX6" fmla="*/ 0 w 1266493"/>
                  <a:gd name="connsiteY6" fmla="*/ 551658 h 576035"/>
                  <a:gd name="connsiteX0" fmla="*/ 0 w 937880"/>
                  <a:gd name="connsiteY0" fmla="*/ 551658 h 576035"/>
                  <a:gd name="connsiteX1" fmla="*/ 937880 w 937880"/>
                  <a:gd name="connsiteY1" fmla="*/ 0 h 576035"/>
                  <a:gd name="connsiteX2" fmla="*/ 895018 w 937880"/>
                  <a:gd name="connsiteY2" fmla="*/ 233135 h 576035"/>
                  <a:gd name="connsiteX3" fmla="*/ 742618 w 937880"/>
                  <a:gd name="connsiteY3" fmla="*/ 576035 h 576035"/>
                  <a:gd name="connsiteX4" fmla="*/ 356855 w 937880"/>
                  <a:gd name="connsiteY4" fmla="*/ 337910 h 576035"/>
                  <a:gd name="connsiteX5" fmla="*/ 0 w 937880"/>
                  <a:gd name="connsiteY5" fmla="*/ 551658 h 576035"/>
                  <a:gd name="connsiteX0" fmla="*/ 0 w 1261730"/>
                  <a:gd name="connsiteY0" fmla="*/ 371166 h 395543"/>
                  <a:gd name="connsiteX1" fmla="*/ 1261730 w 1261730"/>
                  <a:gd name="connsiteY1" fmla="*/ 148121 h 395543"/>
                  <a:gd name="connsiteX2" fmla="*/ 895018 w 1261730"/>
                  <a:gd name="connsiteY2" fmla="*/ 52643 h 395543"/>
                  <a:gd name="connsiteX3" fmla="*/ 742618 w 1261730"/>
                  <a:gd name="connsiteY3" fmla="*/ 395543 h 395543"/>
                  <a:gd name="connsiteX4" fmla="*/ 356855 w 1261730"/>
                  <a:gd name="connsiteY4" fmla="*/ 157418 h 395543"/>
                  <a:gd name="connsiteX5" fmla="*/ 0 w 1261730"/>
                  <a:gd name="connsiteY5" fmla="*/ 371166 h 395543"/>
                  <a:gd name="connsiteX0" fmla="*/ 0 w 1261730"/>
                  <a:gd name="connsiteY0" fmla="*/ 670327 h 694704"/>
                  <a:gd name="connsiteX1" fmla="*/ 1261730 w 1261730"/>
                  <a:gd name="connsiteY1" fmla="*/ 447282 h 694704"/>
                  <a:gd name="connsiteX2" fmla="*/ 895018 w 1261730"/>
                  <a:gd name="connsiteY2" fmla="*/ 351804 h 694704"/>
                  <a:gd name="connsiteX3" fmla="*/ 742618 w 1261730"/>
                  <a:gd name="connsiteY3" fmla="*/ 694704 h 694704"/>
                  <a:gd name="connsiteX4" fmla="*/ 356855 w 1261730"/>
                  <a:gd name="connsiteY4" fmla="*/ 456579 h 694704"/>
                  <a:gd name="connsiteX5" fmla="*/ 0 w 1261730"/>
                  <a:gd name="connsiteY5" fmla="*/ 670327 h 694704"/>
                  <a:gd name="connsiteX0" fmla="*/ 0 w 1261730"/>
                  <a:gd name="connsiteY0" fmla="*/ 670327 h 694704"/>
                  <a:gd name="connsiteX1" fmla="*/ 1261730 w 1261730"/>
                  <a:gd name="connsiteY1" fmla="*/ 447282 h 694704"/>
                  <a:gd name="connsiteX2" fmla="*/ 895018 w 1261730"/>
                  <a:gd name="connsiteY2" fmla="*/ 351804 h 694704"/>
                  <a:gd name="connsiteX3" fmla="*/ 742618 w 1261730"/>
                  <a:gd name="connsiteY3" fmla="*/ 694704 h 694704"/>
                  <a:gd name="connsiteX4" fmla="*/ 356855 w 1261730"/>
                  <a:gd name="connsiteY4" fmla="*/ 456579 h 694704"/>
                  <a:gd name="connsiteX5" fmla="*/ 0 w 1261730"/>
                  <a:gd name="connsiteY5" fmla="*/ 670327 h 694704"/>
                  <a:gd name="connsiteX0" fmla="*/ 0 w 1261730"/>
                  <a:gd name="connsiteY0" fmla="*/ 670327 h 694704"/>
                  <a:gd name="connsiteX1" fmla="*/ 1261730 w 1261730"/>
                  <a:gd name="connsiteY1" fmla="*/ 447282 h 694704"/>
                  <a:gd name="connsiteX2" fmla="*/ 895018 w 1261730"/>
                  <a:gd name="connsiteY2" fmla="*/ 351804 h 694704"/>
                  <a:gd name="connsiteX3" fmla="*/ 742618 w 1261730"/>
                  <a:gd name="connsiteY3" fmla="*/ 694704 h 694704"/>
                  <a:gd name="connsiteX4" fmla="*/ 356855 w 1261730"/>
                  <a:gd name="connsiteY4" fmla="*/ 456579 h 694704"/>
                  <a:gd name="connsiteX5" fmla="*/ 0 w 1261730"/>
                  <a:gd name="connsiteY5" fmla="*/ 670327 h 694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61730" h="694704">
                    <a:moveTo>
                      <a:pt x="0" y="670327"/>
                    </a:moveTo>
                    <a:cubicBezTo>
                      <a:pt x="98314" y="-123159"/>
                      <a:pt x="1153890" y="-230844"/>
                      <a:pt x="1261730" y="447282"/>
                    </a:cubicBezTo>
                    <a:cubicBezTo>
                      <a:pt x="1220456" y="510706"/>
                      <a:pt x="1017255" y="383630"/>
                      <a:pt x="895018" y="351804"/>
                    </a:cubicBezTo>
                    <a:cubicBezTo>
                      <a:pt x="820405" y="380379"/>
                      <a:pt x="817231" y="666129"/>
                      <a:pt x="742618" y="694704"/>
                    </a:cubicBezTo>
                    <a:cubicBezTo>
                      <a:pt x="604505" y="691529"/>
                      <a:pt x="494968" y="459754"/>
                      <a:pt x="356855" y="456579"/>
                    </a:cubicBezTo>
                    <a:cubicBezTo>
                      <a:pt x="237903" y="527828"/>
                      <a:pt x="147527" y="732428"/>
                      <a:pt x="0" y="670327"/>
                    </a:cubicBezTo>
                    <a:close/>
                  </a:path>
                </a:pathLst>
              </a:custGeom>
              <a:solidFill>
                <a:srgbClr val="5C2718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450BC57-3862-D144-0826-39FDE870AC0F}"/>
                </a:ext>
              </a:extLst>
            </p:cNvPr>
            <p:cNvGrpSpPr/>
            <p:nvPr/>
          </p:nvGrpSpPr>
          <p:grpSpPr>
            <a:xfrm>
              <a:off x="3998860" y="1365067"/>
              <a:ext cx="2838523" cy="1957455"/>
              <a:chOff x="3998860" y="1375065"/>
              <a:chExt cx="2838523" cy="1957455"/>
            </a:xfrm>
          </p:grpSpPr>
          <p:sp>
            <p:nvSpPr>
              <p:cNvPr id="52" name="Rectangle 56">
                <a:extLst>
                  <a:ext uri="{FF2B5EF4-FFF2-40B4-BE49-F238E27FC236}">
                    <a16:creationId xmlns:a16="http://schemas.microsoft.com/office/drawing/2014/main" id="{5B426853-55FC-2812-F5B6-ED13A2107F7B}"/>
                  </a:ext>
                </a:extLst>
              </p:cNvPr>
              <p:cNvSpPr/>
              <p:nvPr/>
            </p:nvSpPr>
            <p:spPr>
              <a:xfrm rot="10800000">
                <a:off x="4536889" y="1375065"/>
                <a:ext cx="2300494" cy="1465652"/>
              </a:xfrm>
              <a:custGeom>
                <a:avLst/>
                <a:gdLst>
                  <a:gd name="connsiteX0" fmla="*/ 0 w 234984"/>
                  <a:gd name="connsiteY0" fmla="*/ 0 h 158712"/>
                  <a:gd name="connsiteX1" fmla="*/ 234984 w 234984"/>
                  <a:gd name="connsiteY1" fmla="*/ 0 h 158712"/>
                  <a:gd name="connsiteX2" fmla="*/ 234984 w 234984"/>
                  <a:gd name="connsiteY2" fmla="*/ 158712 h 158712"/>
                  <a:gd name="connsiteX3" fmla="*/ 0 w 234984"/>
                  <a:gd name="connsiteY3" fmla="*/ 158712 h 158712"/>
                  <a:gd name="connsiteX4" fmla="*/ 0 w 234984"/>
                  <a:gd name="connsiteY4" fmla="*/ 0 h 158712"/>
                  <a:gd name="connsiteX0" fmla="*/ 0 w 234984"/>
                  <a:gd name="connsiteY0" fmla="*/ 0 h 158712"/>
                  <a:gd name="connsiteX1" fmla="*/ 234984 w 234984"/>
                  <a:gd name="connsiteY1" fmla="*/ 158712 h 158712"/>
                  <a:gd name="connsiteX2" fmla="*/ 0 w 234984"/>
                  <a:gd name="connsiteY2" fmla="*/ 158712 h 158712"/>
                  <a:gd name="connsiteX3" fmla="*/ 0 w 234984"/>
                  <a:gd name="connsiteY3" fmla="*/ 0 h 158712"/>
                  <a:gd name="connsiteX0" fmla="*/ 0 w 482249"/>
                  <a:gd name="connsiteY0" fmla="*/ 0 h 158712"/>
                  <a:gd name="connsiteX1" fmla="*/ 482249 w 482249"/>
                  <a:gd name="connsiteY1" fmla="*/ 18692 h 158712"/>
                  <a:gd name="connsiteX2" fmla="*/ 0 w 482249"/>
                  <a:gd name="connsiteY2" fmla="*/ 158712 h 158712"/>
                  <a:gd name="connsiteX3" fmla="*/ 0 w 482249"/>
                  <a:gd name="connsiteY3" fmla="*/ 0 h 158712"/>
                  <a:gd name="connsiteX0" fmla="*/ 0 w 482249"/>
                  <a:gd name="connsiteY0" fmla="*/ 0 h 195752"/>
                  <a:gd name="connsiteX1" fmla="*/ 482249 w 482249"/>
                  <a:gd name="connsiteY1" fmla="*/ 18692 h 195752"/>
                  <a:gd name="connsiteX2" fmla="*/ 0 w 482249"/>
                  <a:gd name="connsiteY2" fmla="*/ 158712 h 195752"/>
                  <a:gd name="connsiteX3" fmla="*/ 0 w 482249"/>
                  <a:gd name="connsiteY3" fmla="*/ 0 h 195752"/>
                  <a:gd name="connsiteX0" fmla="*/ 133059 w 615308"/>
                  <a:gd name="connsiteY0" fmla="*/ 0 h 177392"/>
                  <a:gd name="connsiteX1" fmla="*/ 615308 w 615308"/>
                  <a:gd name="connsiteY1" fmla="*/ 18692 h 177392"/>
                  <a:gd name="connsiteX2" fmla="*/ 0 w 615308"/>
                  <a:gd name="connsiteY2" fmla="*/ 107108 h 177392"/>
                  <a:gd name="connsiteX3" fmla="*/ 133059 w 615308"/>
                  <a:gd name="connsiteY3" fmla="*/ 0 h 177392"/>
                  <a:gd name="connsiteX0" fmla="*/ 0 w 615308"/>
                  <a:gd name="connsiteY0" fmla="*/ 88416 h 158700"/>
                  <a:gd name="connsiteX1" fmla="*/ 615308 w 615308"/>
                  <a:gd name="connsiteY1" fmla="*/ 0 h 158700"/>
                  <a:gd name="connsiteX2" fmla="*/ 0 w 615308"/>
                  <a:gd name="connsiteY2" fmla="*/ 88416 h 158700"/>
                  <a:gd name="connsiteX0" fmla="*/ 0 w 615308"/>
                  <a:gd name="connsiteY0" fmla="*/ 88416 h 193760"/>
                  <a:gd name="connsiteX1" fmla="*/ 615308 w 615308"/>
                  <a:gd name="connsiteY1" fmla="*/ 0 h 193760"/>
                  <a:gd name="connsiteX2" fmla="*/ 0 w 615308"/>
                  <a:gd name="connsiteY2" fmla="*/ 88416 h 193760"/>
                  <a:gd name="connsiteX0" fmla="*/ 0 w 615308"/>
                  <a:gd name="connsiteY0" fmla="*/ 169899 h 275243"/>
                  <a:gd name="connsiteX1" fmla="*/ 615308 w 615308"/>
                  <a:gd name="connsiteY1" fmla="*/ 81483 h 275243"/>
                  <a:gd name="connsiteX2" fmla="*/ 0 w 615308"/>
                  <a:gd name="connsiteY2" fmla="*/ 169899 h 275243"/>
                  <a:gd name="connsiteX0" fmla="*/ 0 w 615308"/>
                  <a:gd name="connsiteY0" fmla="*/ 193279 h 298623"/>
                  <a:gd name="connsiteX1" fmla="*/ 615308 w 615308"/>
                  <a:gd name="connsiteY1" fmla="*/ 104863 h 298623"/>
                  <a:gd name="connsiteX2" fmla="*/ 0 w 615308"/>
                  <a:gd name="connsiteY2" fmla="*/ 193279 h 298623"/>
                  <a:gd name="connsiteX0" fmla="*/ 0 w 632025"/>
                  <a:gd name="connsiteY0" fmla="*/ 191712 h 299306"/>
                  <a:gd name="connsiteX1" fmla="*/ 632025 w 632025"/>
                  <a:gd name="connsiteY1" fmla="*/ 107222 h 299306"/>
                  <a:gd name="connsiteX2" fmla="*/ 0 w 632025"/>
                  <a:gd name="connsiteY2" fmla="*/ 191712 h 299306"/>
                  <a:gd name="connsiteX0" fmla="*/ 0 w 632025"/>
                  <a:gd name="connsiteY0" fmla="*/ 191712 h 297892"/>
                  <a:gd name="connsiteX1" fmla="*/ 632025 w 632025"/>
                  <a:gd name="connsiteY1" fmla="*/ 107222 h 297892"/>
                  <a:gd name="connsiteX2" fmla="*/ 0 w 632025"/>
                  <a:gd name="connsiteY2" fmla="*/ 191712 h 297892"/>
                  <a:gd name="connsiteX0" fmla="*/ 0 w 632025"/>
                  <a:gd name="connsiteY0" fmla="*/ 191712 h 290014"/>
                  <a:gd name="connsiteX1" fmla="*/ 632025 w 632025"/>
                  <a:gd name="connsiteY1" fmla="*/ 107222 h 290014"/>
                  <a:gd name="connsiteX2" fmla="*/ 0 w 632025"/>
                  <a:gd name="connsiteY2" fmla="*/ 191712 h 290014"/>
                  <a:gd name="connsiteX0" fmla="*/ 0 w 632025"/>
                  <a:gd name="connsiteY0" fmla="*/ 196572 h 294874"/>
                  <a:gd name="connsiteX1" fmla="*/ 632025 w 632025"/>
                  <a:gd name="connsiteY1" fmla="*/ 112082 h 294874"/>
                  <a:gd name="connsiteX2" fmla="*/ 0 w 632025"/>
                  <a:gd name="connsiteY2" fmla="*/ 196572 h 294874"/>
                  <a:gd name="connsiteX0" fmla="*/ 0 w 661806"/>
                  <a:gd name="connsiteY0" fmla="*/ 257129 h 302509"/>
                  <a:gd name="connsiteX1" fmla="*/ 661806 w 661806"/>
                  <a:gd name="connsiteY1" fmla="*/ 54720 h 302509"/>
                  <a:gd name="connsiteX2" fmla="*/ 0 w 661806"/>
                  <a:gd name="connsiteY2" fmla="*/ 257129 h 302509"/>
                  <a:gd name="connsiteX0" fmla="*/ 0 w 640147"/>
                  <a:gd name="connsiteY0" fmla="*/ 208807 h 291769"/>
                  <a:gd name="connsiteX1" fmla="*/ 640147 w 640147"/>
                  <a:gd name="connsiteY1" fmla="*/ 96016 h 291769"/>
                  <a:gd name="connsiteX2" fmla="*/ 0 w 640147"/>
                  <a:gd name="connsiteY2" fmla="*/ 208807 h 291769"/>
                  <a:gd name="connsiteX0" fmla="*/ 0 w 640147"/>
                  <a:gd name="connsiteY0" fmla="*/ 312593 h 395555"/>
                  <a:gd name="connsiteX1" fmla="*/ 640147 w 640147"/>
                  <a:gd name="connsiteY1" fmla="*/ 199802 h 395555"/>
                  <a:gd name="connsiteX2" fmla="*/ 0 w 640147"/>
                  <a:gd name="connsiteY2" fmla="*/ 312593 h 395555"/>
                  <a:gd name="connsiteX0" fmla="*/ 0 w 640147"/>
                  <a:gd name="connsiteY0" fmla="*/ 315528 h 398490"/>
                  <a:gd name="connsiteX1" fmla="*/ 640147 w 640147"/>
                  <a:gd name="connsiteY1" fmla="*/ 202737 h 398490"/>
                  <a:gd name="connsiteX2" fmla="*/ 0 w 640147"/>
                  <a:gd name="connsiteY2" fmla="*/ 315528 h 398490"/>
                  <a:gd name="connsiteX0" fmla="*/ 0 w 640147"/>
                  <a:gd name="connsiteY0" fmla="*/ 315528 h 333312"/>
                  <a:gd name="connsiteX1" fmla="*/ 640147 w 640147"/>
                  <a:gd name="connsiteY1" fmla="*/ 202737 h 333312"/>
                  <a:gd name="connsiteX2" fmla="*/ 0 w 640147"/>
                  <a:gd name="connsiteY2" fmla="*/ 315528 h 333312"/>
                  <a:gd name="connsiteX0" fmla="*/ 0 w 640147"/>
                  <a:gd name="connsiteY0" fmla="*/ 316521 h 334305"/>
                  <a:gd name="connsiteX1" fmla="*/ 640147 w 640147"/>
                  <a:gd name="connsiteY1" fmla="*/ 203730 h 334305"/>
                  <a:gd name="connsiteX2" fmla="*/ 0 w 640147"/>
                  <a:gd name="connsiteY2" fmla="*/ 316521 h 334305"/>
                  <a:gd name="connsiteX0" fmla="*/ 0 w 640147"/>
                  <a:gd name="connsiteY0" fmla="*/ 316521 h 355267"/>
                  <a:gd name="connsiteX1" fmla="*/ 640147 w 640147"/>
                  <a:gd name="connsiteY1" fmla="*/ 203730 h 355267"/>
                  <a:gd name="connsiteX2" fmla="*/ 0 w 640147"/>
                  <a:gd name="connsiteY2" fmla="*/ 316521 h 355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0147" h="355267">
                    <a:moveTo>
                      <a:pt x="0" y="316521"/>
                    </a:moveTo>
                    <a:cubicBezTo>
                      <a:pt x="174145" y="-33382"/>
                      <a:pt x="622463" y="-124842"/>
                      <a:pt x="640147" y="203730"/>
                    </a:cubicBezTo>
                    <a:cubicBezTo>
                      <a:pt x="466422" y="557068"/>
                      <a:pt x="388823" y="160130"/>
                      <a:pt x="0" y="316521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Rectangle 7">
                <a:extLst>
                  <a:ext uri="{FF2B5EF4-FFF2-40B4-BE49-F238E27FC236}">
                    <a16:creationId xmlns:a16="http://schemas.microsoft.com/office/drawing/2014/main" id="{47A57970-21FE-5E7C-C662-549E13905A08}"/>
                  </a:ext>
                </a:extLst>
              </p:cNvPr>
              <p:cNvSpPr/>
              <p:nvPr/>
            </p:nvSpPr>
            <p:spPr>
              <a:xfrm rot="19581306" flipH="1">
                <a:off x="4328113" y="1664283"/>
                <a:ext cx="1216148" cy="569297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A003F49B-D5D7-AE3A-2F8D-F1B55188682E}"/>
                  </a:ext>
                </a:extLst>
              </p:cNvPr>
              <p:cNvSpPr/>
              <p:nvPr/>
            </p:nvSpPr>
            <p:spPr>
              <a:xfrm rot="20106957" flipH="1">
                <a:off x="4415182" y="3099354"/>
                <a:ext cx="348089" cy="233166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87">
                <a:extLst>
                  <a:ext uri="{FF2B5EF4-FFF2-40B4-BE49-F238E27FC236}">
                    <a16:creationId xmlns:a16="http://schemas.microsoft.com/office/drawing/2014/main" id="{0A73012D-8865-C8C7-8C45-38D8AB6B8C7E}"/>
                  </a:ext>
                </a:extLst>
              </p:cNvPr>
              <p:cNvSpPr/>
              <p:nvPr/>
            </p:nvSpPr>
            <p:spPr>
              <a:xfrm rot="19328551" flipH="1">
                <a:off x="3998860" y="1763046"/>
                <a:ext cx="938252" cy="1379885"/>
              </a:xfrm>
              <a:custGeom>
                <a:avLst/>
                <a:gdLst>
                  <a:gd name="connsiteX0" fmla="*/ 0 w 358212"/>
                  <a:gd name="connsiteY0" fmla="*/ 116843 h 233686"/>
                  <a:gd name="connsiteX1" fmla="*/ 179106 w 358212"/>
                  <a:gd name="connsiteY1" fmla="*/ 0 h 233686"/>
                  <a:gd name="connsiteX2" fmla="*/ 358212 w 358212"/>
                  <a:gd name="connsiteY2" fmla="*/ 116843 h 233686"/>
                  <a:gd name="connsiteX3" fmla="*/ 179106 w 358212"/>
                  <a:gd name="connsiteY3" fmla="*/ 233686 h 233686"/>
                  <a:gd name="connsiteX4" fmla="*/ 0 w 358212"/>
                  <a:gd name="connsiteY4" fmla="*/ 116843 h 233686"/>
                  <a:gd name="connsiteX0" fmla="*/ 606008 w 964220"/>
                  <a:gd name="connsiteY0" fmla="*/ 1310697 h 1458346"/>
                  <a:gd name="connsiteX1" fmla="*/ 11566 w 964220"/>
                  <a:gd name="connsiteY1" fmla="*/ 0 h 1458346"/>
                  <a:gd name="connsiteX2" fmla="*/ 964220 w 964220"/>
                  <a:gd name="connsiteY2" fmla="*/ 1310697 h 1458346"/>
                  <a:gd name="connsiteX3" fmla="*/ 785114 w 964220"/>
                  <a:gd name="connsiteY3" fmla="*/ 1427540 h 1458346"/>
                  <a:gd name="connsiteX4" fmla="*/ 606008 w 964220"/>
                  <a:gd name="connsiteY4" fmla="*/ 1310697 h 1458346"/>
                  <a:gd name="connsiteX0" fmla="*/ 599219 w 957431"/>
                  <a:gd name="connsiteY0" fmla="*/ 1311500 h 1459149"/>
                  <a:gd name="connsiteX1" fmla="*/ 4777 w 957431"/>
                  <a:gd name="connsiteY1" fmla="*/ 803 h 1459149"/>
                  <a:gd name="connsiteX2" fmla="*/ 957431 w 957431"/>
                  <a:gd name="connsiteY2" fmla="*/ 1311500 h 1459149"/>
                  <a:gd name="connsiteX3" fmla="*/ 778325 w 957431"/>
                  <a:gd name="connsiteY3" fmla="*/ 1428343 h 1459149"/>
                  <a:gd name="connsiteX4" fmla="*/ 599219 w 957431"/>
                  <a:gd name="connsiteY4" fmla="*/ 1311500 h 1459149"/>
                  <a:gd name="connsiteX0" fmla="*/ 716294 w 1074506"/>
                  <a:gd name="connsiteY0" fmla="*/ 1318731 h 1466380"/>
                  <a:gd name="connsiteX1" fmla="*/ 121852 w 1074506"/>
                  <a:gd name="connsiteY1" fmla="*/ 8034 h 1466380"/>
                  <a:gd name="connsiteX2" fmla="*/ 1074506 w 1074506"/>
                  <a:gd name="connsiteY2" fmla="*/ 1318731 h 1466380"/>
                  <a:gd name="connsiteX3" fmla="*/ 895400 w 1074506"/>
                  <a:gd name="connsiteY3" fmla="*/ 1435574 h 1466380"/>
                  <a:gd name="connsiteX4" fmla="*/ 716294 w 1074506"/>
                  <a:gd name="connsiteY4" fmla="*/ 1318731 h 1466380"/>
                  <a:gd name="connsiteX0" fmla="*/ 535075 w 893287"/>
                  <a:gd name="connsiteY0" fmla="*/ 1358554 h 1508743"/>
                  <a:gd name="connsiteX1" fmla="*/ 141141 w 893287"/>
                  <a:gd name="connsiteY1" fmla="*/ 7819 h 1508743"/>
                  <a:gd name="connsiteX2" fmla="*/ 893287 w 893287"/>
                  <a:gd name="connsiteY2" fmla="*/ 1358554 h 1508743"/>
                  <a:gd name="connsiteX3" fmla="*/ 714181 w 893287"/>
                  <a:gd name="connsiteY3" fmla="*/ 1475397 h 1508743"/>
                  <a:gd name="connsiteX4" fmla="*/ 535075 w 893287"/>
                  <a:gd name="connsiteY4" fmla="*/ 1358554 h 1508743"/>
                  <a:gd name="connsiteX0" fmla="*/ 621309 w 979521"/>
                  <a:gd name="connsiteY0" fmla="*/ 1359341 h 1509530"/>
                  <a:gd name="connsiteX1" fmla="*/ 227375 w 979521"/>
                  <a:gd name="connsiteY1" fmla="*/ 8606 h 1509530"/>
                  <a:gd name="connsiteX2" fmla="*/ 979521 w 979521"/>
                  <a:gd name="connsiteY2" fmla="*/ 1359341 h 1509530"/>
                  <a:gd name="connsiteX3" fmla="*/ 800415 w 979521"/>
                  <a:gd name="connsiteY3" fmla="*/ 1476184 h 1509530"/>
                  <a:gd name="connsiteX4" fmla="*/ 621309 w 979521"/>
                  <a:gd name="connsiteY4" fmla="*/ 1359341 h 1509530"/>
                  <a:gd name="connsiteX0" fmla="*/ 567446 w 925658"/>
                  <a:gd name="connsiteY0" fmla="*/ 1359341 h 1747272"/>
                  <a:gd name="connsiteX1" fmla="*/ 173512 w 925658"/>
                  <a:gd name="connsiteY1" fmla="*/ 8606 h 1747272"/>
                  <a:gd name="connsiteX2" fmla="*/ 925658 w 925658"/>
                  <a:gd name="connsiteY2" fmla="*/ 1359341 h 1747272"/>
                  <a:gd name="connsiteX3" fmla="*/ 746552 w 925658"/>
                  <a:gd name="connsiteY3" fmla="*/ 1476184 h 1747272"/>
                  <a:gd name="connsiteX4" fmla="*/ 567446 w 925658"/>
                  <a:gd name="connsiteY4" fmla="*/ 1359341 h 1747272"/>
                  <a:gd name="connsiteX0" fmla="*/ 574380 w 753486"/>
                  <a:gd name="connsiteY0" fmla="*/ 1467794 h 1554401"/>
                  <a:gd name="connsiteX1" fmla="*/ 1340 w 753486"/>
                  <a:gd name="connsiteY1" fmla="*/ 216 h 1554401"/>
                  <a:gd name="connsiteX2" fmla="*/ 753486 w 753486"/>
                  <a:gd name="connsiteY2" fmla="*/ 1350951 h 1554401"/>
                  <a:gd name="connsiteX3" fmla="*/ 574380 w 753486"/>
                  <a:gd name="connsiteY3" fmla="*/ 1467794 h 1554401"/>
                  <a:gd name="connsiteX0" fmla="*/ 752146 w 752146"/>
                  <a:gd name="connsiteY0" fmla="*/ 1350941 h 1350941"/>
                  <a:gd name="connsiteX1" fmla="*/ 0 w 752146"/>
                  <a:gd name="connsiteY1" fmla="*/ 206 h 1350941"/>
                  <a:gd name="connsiteX2" fmla="*/ 752146 w 752146"/>
                  <a:gd name="connsiteY2" fmla="*/ 1350941 h 1350941"/>
                  <a:gd name="connsiteX0" fmla="*/ 953790 w 953790"/>
                  <a:gd name="connsiteY0" fmla="*/ 1357534 h 1357534"/>
                  <a:gd name="connsiteX1" fmla="*/ 201644 w 953790"/>
                  <a:gd name="connsiteY1" fmla="*/ 6799 h 1357534"/>
                  <a:gd name="connsiteX2" fmla="*/ 953790 w 953790"/>
                  <a:gd name="connsiteY2" fmla="*/ 1357534 h 1357534"/>
                  <a:gd name="connsiteX0" fmla="*/ 578383 w 578383"/>
                  <a:gd name="connsiteY0" fmla="*/ 1350683 h 1350683"/>
                  <a:gd name="connsiteX1" fmla="*/ 0 w 578383"/>
                  <a:gd name="connsiteY1" fmla="*/ 0 h 1350683"/>
                  <a:gd name="connsiteX2" fmla="*/ 578383 w 578383"/>
                  <a:gd name="connsiteY2" fmla="*/ 1350683 h 1350683"/>
                  <a:gd name="connsiteX0" fmla="*/ 578383 w 705306"/>
                  <a:gd name="connsiteY0" fmla="*/ 1350683 h 1350683"/>
                  <a:gd name="connsiteX1" fmla="*/ 0 w 705306"/>
                  <a:gd name="connsiteY1" fmla="*/ 0 h 1350683"/>
                  <a:gd name="connsiteX2" fmla="*/ 578383 w 705306"/>
                  <a:gd name="connsiteY2" fmla="*/ 1350683 h 1350683"/>
                  <a:gd name="connsiteX0" fmla="*/ 651945 w 788616"/>
                  <a:gd name="connsiteY0" fmla="*/ 1354340 h 1354340"/>
                  <a:gd name="connsiteX1" fmla="*/ 73562 w 788616"/>
                  <a:gd name="connsiteY1" fmla="*/ 3657 h 1354340"/>
                  <a:gd name="connsiteX2" fmla="*/ 651945 w 788616"/>
                  <a:gd name="connsiteY2" fmla="*/ 1354340 h 1354340"/>
                  <a:gd name="connsiteX0" fmla="*/ 798280 w 989981"/>
                  <a:gd name="connsiteY0" fmla="*/ 1356700 h 1356700"/>
                  <a:gd name="connsiteX1" fmla="*/ 219897 w 989981"/>
                  <a:gd name="connsiteY1" fmla="*/ 6017 h 1356700"/>
                  <a:gd name="connsiteX2" fmla="*/ 798280 w 989981"/>
                  <a:gd name="connsiteY2" fmla="*/ 1356700 h 1356700"/>
                  <a:gd name="connsiteX0" fmla="*/ 581392 w 603413"/>
                  <a:gd name="connsiteY0" fmla="*/ 1416134 h 1417101"/>
                  <a:gd name="connsiteX1" fmla="*/ 3009 w 603413"/>
                  <a:gd name="connsiteY1" fmla="*/ 65451 h 1417101"/>
                  <a:gd name="connsiteX2" fmla="*/ 364093 w 603413"/>
                  <a:gd name="connsiteY2" fmla="*/ 335555 h 1417101"/>
                  <a:gd name="connsiteX3" fmla="*/ 581392 w 603413"/>
                  <a:gd name="connsiteY3" fmla="*/ 1416134 h 1417101"/>
                  <a:gd name="connsiteX0" fmla="*/ 580331 w 602352"/>
                  <a:gd name="connsiteY0" fmla="*/ 1418413 h 1419380"/>
                  <a:gd name="connsiteX1" fmla="*/ 1948 w 602352"/>
                  <a:gd name="connsiteY1" fmla="*/ 67730 h 1419380"/>
                  <a:gd name="connsiteX2" fmla="*/ 363032 w 602352"/>
                  <a:gd name="connsiteY2" fmla="*/ 337834 h 1419380"/>
                  <a:gd name="connsiteX3" fmla="*/ 580331 w 602352"/>
                  <a:gd name="connsiteY3" fmla="*/ 1418413 h 1419380"/>
                  <a:gd name="connsiteX0" fmla="*/ 799696 w 821717"/>
                  <a:gd name="connsiteY0" fmla="*/ 1350952 h 1351919"/>
                  <a:gd name="connsiteX1" fmla="*/ 25694 w 821717"/>
                  <a:gd name="connsiteY1" fmla="*/ 249486 h 1351919"/>
                  <a:gd name="connsiteX2" fmla="*/ 221313 w 821717"/>
                  <a:gd name="connsiteY2" fmla="*/ 269 h 1351919"/>
                  <a:gd name="connsiteX3" fmla="*/ 582397 w 821717"/>
                  <a:gd name="connsiteY3" fmla="*/ 270373 h 1351919"/>
                  <a:gd name="connsiteX4" fmla="*/ 799696 w 821717"/>
                  <a:gd name="connsiteY4" fmla="*/ 1350952 h 1351919"/>
                  <a:gd name="connsiteX0" fmla="*/ 796621 w 818642"/>
                  <a:gd name="connsiteY0" fmla="*/ 1350692 h 1351659"/>
                  <a:gd name="connsiteX1" fmla="*/ 25956 w 818642"/>
                  <a:gd name="connsiteY1" fmla="*/ 265935 h 1351659"/>
                  <a:gd name="connsiteX2" fmla="*/ 218238 w 818642"/>
                  <a:gd name="connsiteY2" fmla="*/ 9 h 1351659"/>
                  <a:gd name="connsiteX3" fmla="*/ 579322 w 818642"/>
                  <a:gd name="connsiteY3" fmla="*/ 270113 h 1351659"/>
                  <a:gd name="connsiteX4" fmla="*/ 796621 w 818642"/>
                  <a:gd name="connsiteY4" fmla="*/ 1350692 h 1351659"/>
                  <a:gd name="connsiteX0" fmla="*/ 758306 w 780327"/>
                  <a:gd name="connsiteY0" fmla="*/ 1351727 h 1352694"/>
                  <a:gd name="connsiteX1" fmla="*/ 29755 w 780327"/>
                  <a:gd name="connsiteY1" fmla="*/ 234236 h 1352694"/>
                  <a:gd name="connsiteX2" fmla="*/ 179923 w 780327"/>
                  <a:gd name="connsiteY2" fmla="*/ 1044 h 1352694"/>
                  <a:gd name="connsiteX3" fmla="*/ 541007 w 780327"/>
                  <a:gd name="connsiteY3" fmla="*/ 271148 h 1352694"/>
                  <a:gd name="connsiteX4" fmla="*/ 758306 w 780327"/>
                  <a:gd name="connsiteY4" fmla="*/ 1351727 h 1352694"/>
                  <a:gd name="connsiteX0" fmla="*/ 758306 w 780327"/>
                  <a:gd name="connsiteY0" fmla="*/ 1351727 h 1352694"/>
                  <a:gd name="connsiteX1" fmla="*/ 29755 w 780327"/>
                  <a:gd name="connsiteY1" fmla="*/ 234236 h 1352694"/>
                  <a:gd name="connsiteX2" fmla="*/ 179923 w 780327"/>
                  <a:gd name="connsiteY2" fmla="*/ 1044 h 1352694"/>
                  <a:gd name="connsiteX3" fmla="*/ 541007 w 780327"/>
                  <a:gd name="connsiteY3" fmla="*/ 271148 h 1352694"/>
                  <a:gd name="connsiteX4" fmla="*/ 758306 w 780327"/>
                  <a:gd name="connsiteY4" fmla="*/ 1351727 h 1352694"/>
                  <a:gd name="connsiteX0" fmla="*/ 791897 w 813918"/>
                  <a:gd name="connsiteY0" fmla="*/ 1350962 h 1351929"/>
                  <a:gd name="connsiteX1" fmla="*/ 63346 w 813918"/>
                  <a:gd name="connsiteY1" fmla="*/ 233471 h 1351929"/>
                  <a:gd name="connsiteX2" fmla="*/ 213514 w 813918"/>
                  <a:gd name="connsiteY2" fmla="*/ 279 h 1351929"/>
                  <a:gd name="connsiteX3" fmla="*/ 574598 w 813918"/>
                  <a:gd name="connsiteY3" fmla="*/ 270383 h 1351929"/>
                  <a:gd name="connsiteX4" fmla="*/ 791897 w 813918"/>
                  <a:gd name="connsiteY4" fmla="*/ 1350962 h 1351929"/>
                  <a:gd name="connsiteX0" fmla="*/ 796174 w 818195"/>
                  <a:gd name="connsiteY0" fmla="*/ 1350889 h 1351856"/>
                  <a:gd name="connsiteX1" fmla="*/ 67623 w 818195"/>
                  <a:gd name="connsiteY1" fmla="*/ 233398 h 1351856"/>
                  <a:gd name="connsiteX2" fmla="*/ 217791 w 818195"/>
                  <a:gd name="connsiteY2" fmla="*/ 206 h 1351856"/>
                  <a:gd name="connsiteX3" fmla="*/ 578875 w 818195"/>
                  <a:gd name="connsiteY3" fmla="*/ 270310 h 1351856"/>
                  <a:gd name="connsiteX4" fmla="*/ 796174 w 818195"/>
                  <a:gd name="connsiteY4" fmla="*/ 1350889 h 1351856"/>
                  <a:gd name="connsiteX0" fmla="*/ 796174 w 918536"/>
                  <a:gd name="connsiteY0" fmla="*/ 1350889 h 1350889"/>
                  <a:gd name="connsiteX1" fmla="*/ 67623 w 918536"/>
                  <a:gd name="connsiteY1" fmla="*/ 233398 h 1350889"/>
                  <a:gd name="connsiteX2" fmla="*/ 217791 w 918536"/>
                  <a:gd name="connsiteY2" fmla="*/ 206 h 1350889"/>
                  <a:gd name="connsiteX3" fmla="*/ 578875 w 918536"/>
                  <a:gd name="connsiteY3" fmla="*/ 270310 h 1350889"/>
                  <a:gd name="connsiteX4" fmla="*/ 796174 w 918536"/>
                  <a:gd name="connsiteY4" fmla="*/ 1350889 h 1350889"/>
                  <a:gd name="connsiteX0" fmla="*/ 796174 w 918536"/>
                  <a:gd name="connsiteY0" fmla="*/ 1350889 h 1351819"/>
                  <a:gd name="connsiteX1" fmla="*/ 67623 w 918536"/>
                  <a:gd name="connsiteY1" fmla="*/ 233398 h 1351819"/>
                  <a:gd name="connsiteX2" fmla="*/ 217791 w 918536"/>
                  <a:gd name="connsiteY2" fmla="*/ 206 h 1351819"/>
                  <a:gd name="connsiteX3" fmla="*/ 578875 w 918536"/>
                  <a:gd name="connsiteY3" fmla="*/ 270310 h 1351819"/>
                  <a:gd name="connsiteX4" fmla="*/ 796174 w 918536"/>
                  <a:gd name="connsiteY4" fmla="*/ 1350889 h 1351819"/>
                  <a:gd name="connsiteX0" fmla="*/ 796174 w 918536"/>
                  <a:gd name="connsiteY0" fmla="*/ 1350889 h 1352024"/>
                  <a:gd name="connsiteX1" fmla="*/ 67623 w 918536"/>
                  <a:gd name="connsiteY1" fmla="*/ 233398 h 1352024"/>
                  <a:gd name="connsiteX2" fmla="*/ 217791 w 918536"/>
                  <a:gd name="connsiteY2" fmla="*/ 206 h 1352024"/>
                  <a:gd name="connsiteX3" fmla="*/ 578875 w 918536"/>
                  <a:gd name="connsiteY3" fmla="*/ 270310 h 1352024"/>
                  <a:gd name="connsiteX4" fmla="*/ 796174 w 918536"/>
                  <a:gd name="connsiteY4" fmla="*/ 1350889 h 1352024"/>
                  <a:gd name="connsiteX0" fmla="*/ 796174 w 918536"/>
                  <a:gd name="connsiteY0" fmla="*/ 1350889 h 1472010"/>
                  <a:gd name="connsiteX1" fmla="*/ 724866 w 918536"/>
                  <a:gd name="connsiteY1" fmla="*/ 1324885 h 1472010"/>
                  <a:gd name="connsiteX2" fmla="*/ 67623 w 918536"/>
                  <a:gd name="connsiteY2" fmla="*/ 233398 h 1472010"/>
                  <a:gd name="connsiteX3" fmla="*/ 217791 w 918536"/>
                  <a:gd name="connsiteY3" fmla="*/ 206 h 1472010"/>
                  <a:gd name="connsiteX4" fmla="*/ 578875 w 918536"/>
                  <a:gd name="connsiteY4" fmla="*/ 270310 h 1472010"/>
                  <a:gd name="connsiteX5" fmla="*/ 796174 w 918536"/>
                  <a:gd name="connsiteY5" fmla="*/ 1350889 h 1472010"/>
                  <a:gd name="connsiteX0" fmla="*/ 796174 w 918536"/>
                  <a:gd name="connsiteY0" fmla="*/ 1350889 h 1472010"/>
                  <a:gd name="connsiteX1" fmla="*/ 724866 w 918536"/>
                  <a:gd name="connsiteY1" fmla="*/ 1324885 h 1472010"/>
                  <a:gd name="connsiteX2" fmla="*/ 67623 w 918536"/>
                  <a:gd name="connsiteY2" fmla="*/ 233398 h 1472010"/>
                  <a:gd name="connsiteX3" fmla="*/ 217791 w 918536"/>
                  <a:gd name="connsiteY3" fmla="*/ 206 h 1472010"/>
                  <a:gd name="connsiteX4" fmla="*/ 578875 w 918536"/>
                  <a:gd name="connsiteY4" fmla="*/ 270310 h 1472010"/>
                  <a:gd name="connsiteX5" fmla="*/ 796174 w 918536"/>
                  <a:gd name="connsiteY5" fmla="*/ 1350889 h 1472010"/>
                  <a:gd name="connsiteX0" fmla="*/ 724866 w 918536"/>
                  <a:gd name="connsiteY0" fmla="*/ 1324885 h 1483862"/>
                  <a:gd name="connsiteX1" fmla="*/ 67623 w 918536"/>
                  <a:gd name="connsiteY1" fmla="*/ 233398 h 1483862"/>
                  <a:gd name="connsiteX2" fmla="*/ 217791 w 918536"/>
                  <a:gd name="connsiteY2" fmla="*/ 206 h 1483862"/>
                  <a:gd name="connsiteX3" fmla="*/ 578875 w 918536"/>
                  <a:gd name="connsiteY3" fmla="*/ 270310 h 1483862"/>
                  <a:gd name="connsiteX4" fmla="*/ 796174 w 918536"/>
                  <a:gd name="connsiteY4" fmla="*/ 1350889 h 1483862"/>
                  <a:gd name="connsiteX5" fmla="*/ 814385 w 918536"/>
                  <a:gd name="connsiteY5" fmla="*/ 1414404 h 1483862"/>
                  <a:gd name="connsiteX0" fmla="*/ 724866 w 918536"/>
                  <a:gd name="connsiteY0" fmla="*/ 1324885 h 1350889"/>
                  <a:gd name="connsiteX1" fmla="*/ 67623 w 918536"/>
                  <a:gd name="connsiteY1" fmla="*/ 233398 h 1350889"/>
                  <a:gd name="connsiteX2" fmla="*/ 217791 w 918536"/>
                  <a:gd name="connsiteY2" fmla="*/ 206 h 1350889"/>
                  <a:gd name="connsiteX3" fmla="*/ 578875 w 918536"/>
                  <a:gd name="connsiteY3" fmla="*/ 270310 h 1350889"/>
                  <a:gd name="connsiteX4" fmla="*/ 796174 w 918536"/>
                  <a:gd name="connsiteY4" fmla="*/ 1350889 h 1350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8536" h="1350889">
                    <a:moveTo>
                      <a:pt x="724866" y="1324885"/>
                    </a:moveTo>
                    <a:cubicBezTo>
                      <a:pt x="603441" y="1138637"/>
                      <a:pt x="529585" y="553162"/>
                      <a:pt x="67623" y="233398"/>
                    </a:cubicBezTo>
                    <a:cubicBezTo>
                      <a:pt x="-119701" y="127216"/>
                      <a:pt x="132582" y="-5946"/>
                      <a:pt x="217791" y="206"/>
                    </a:cubicBezTo>
                    <a:cubicBezTo>
                      <a:pt x="303000" y="6358"/>
                      <a:pt x="663597" y="29880"/>
                      <a:pt x="578875" y="270310"/>
                    </a:cubicBezTo>
                    <a:cubicBezTo>
                      <a:pt x="675272" y="495424"/>
                      <a:pt x="1134059" y="970940"/>
                      <a:pt x="796174" y="1350889"/>
                    </a:cubicBezTo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1409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FAAAB88-2D18-91A6-7A5F-29079BF62747}"/>
              </a:ext>
            </a:extLst>
          </p:cNvPr>
          <p:cNvGrpSpPr/>
          <p:nvPr/>
        </p:nvGrpSpPr>
        <p:grpSpPr>
          <a:xfrm>
            <a:off x="447062" y="373851"/>
            <a:ext cx="5648938" cy="6110297"/>
            <a:chOff x="5359716" y="2173443"/>
            <a:chExt cx="3049235" cy="3298272"/>
          </a:xfrm>
          <a:gradFill>
            <a:gsLst>
              <a:gs pos="0">
                <a:srgbClr val="9FA0C7"/>
              </a:gs>
              <a:gs pos="17000">
                <a:srgbClr val="4B4F6C"/>
              </a:gs>
              <a:gs pos="100000">
                <a:srgbClr val="2A222D"/>
              </a:gs>
            </a:gsLst>
            <a:lin ang="0" scaled="0"/>
          </a:gradFill>
        </p:grpSpPr>
        <p:sp>
          <p:nvSpPr>
            <p:cNvPr id="4" name="Rectangle 9">
              <a:extLst>
                <a:ext uri="{FF2B5EF4-FFF2-40B4-BE49-F238E27FC236}">
                  <a16:creationId xmlns:a16="http://schemas.microsoft.com/office/drawing/2014/main" id="{61B7C069-CE74-479E-C173-306C175078E3}"/>
                </a:ext>
              </a:extLst>
            </p:cNvPr>
            <p:cNvSpPr/>
            <p:nvPr/>
          </p:nvSpPr>
          <p:spPr>
            <a:xfrm rot="1062455" flipH="1">
              <a:off x="6216704" y="2190042"/>
              <a:ext cx="1294745" cy="3172222"/>
            </a:xfrm>
            <a:custGeom>
              <a:avLst/>
              <a:gdLst>
                <a:gd name="connsiteX0" fmla="*/ 0 w 143363"/>
                <a:gd name="connsiteY0" fmla="*/ 0 h 2692400"/>
                <a:gd name="connsiteX1" fmla="*/ 143363 w 143363"/>
                <a:gd name="connsiteY1" fmla="*/ 0 h 2692400"/>
                <a:gd name="connsiteX2" fmla="*/ 143363 w 143363"/>
                <a:gd name="connsiteY2" fmla="*/ 2692400 h 2692400"/>
                <a:gd name="connsiteX3" fmla="*/ 0 w 143363"/>
                <a:gd name="connsiteY3" fmla="*/ 2692400 h 2692400"/>
                <a:gd name="connsiteX4" fmla="*/ 0 w 143363"/>
                <a:gd name="connsiteY4" fmla="*/ 0 h 2692400"/>
                <a:gd name="connsiteX0" fmla="*/ 25400 w 143363"/>
                <a:gd name="connsiteY0" fmla="*/ 0 h 3048000"/>
                <a:gd name="connsiteX1" fmla="*/ 143363 w 143363"/>
                <a:gd name="connsiteY1" fmla="*/ 355600 h 3048000"/>
                <a:gd name="connsiteX2" fmla="*/ 143363 w 143363"/>
                <a:gd name="connsiteY2" fmla="*/ 3048000 h 3048000"/>
                <a:gd name="connsiteX3" fmla="*/ 0 w 143363"/>
                <a:gd name="connsiteY3" fmla="*/ 3048000 h 3048000"/>
                <a:gd name="connsiteX4" fmla="*/ 25400 w 143363"/>
                <a:gd name="connsiteY4" fmla="*/ 0 h 3048000"/>
                <a:gd name="connsiteX0" fmla="*/ 1104900 w 1222863"/>
                <a:gd name="connsiteY0" fmla="*/ 0 h 3048000"/>
                <a:gd name="connsiteX1" fmla="*/ 1222863 w 1222863"/>
                <a:gd name="connsiteY1" fmla="*/ 355600 h 3048000"/>
                <a:gd name="connsiteX2" fmla="*/ 1222863 w 1222863"/>
                <a:gd name="connsiteY2" fmla="*/ 3048000 h 3048000"/>
                <a:gd name="connsiteX3" fmla="*/ 0 w 1222863"/>
                <a:gd name="connsiteY3" fmla="*/ 2997200 h 3048000"/>
                <a:gd name="connsiteX4" fmla="*/ 1104900 w 1222863"/>
                <a:gd name="connsiteY4" fmla="*/ 0 h 3048000"/>
                <a:gd name="connsiteX0" fmla="*/ 1104900 w 1400663"/>
                <a:gd name="connsiteY0" fmla="*/ 0 h 3187700"/>
                <a:gd name="connsiteX1" fmla="*/ 1222863 w 1400663"/>
                <a:gd name="connsiteY1" fmla="*/ 355600 h 3187700"/>
                <a:gd name="connsiteX2" fmla="*/ 1400663 w 1400663"/>
                <a:gd name="connsiteY2" fmla="*/ 3187700 h 3187700"/>
                <a:gd name="connsiteX3" fmla="*/ 0 w 1400663"/>
                <a:gd name="connsiteY3" fmla="*/ 2997200 h 3187700"/>
                <a:gd name="connsiteX4" fmla="*/ 1104900 w 1400663"/>
                <a:gd name="connsiteY4" fmla="*/ 0 h 3187700"/>
                <a:gd name="connsiteX0" fmla="*/ 1104900 w 1400663"/>
                <a:gd name="connsiteY0" fmla="*/ 0 h 3193339"/>
                <a:gd name="connsiteX1" fmla="*/ 1222863 w 1400663"/>
                <a:gd name="connsiteY1" fmla="*/ 355600 h 3193339"/>
                <a:gd name="connsiteX2" fmla="*/ 1400663 w 1400663"/>
                <a:gd name="connsiteY2" fmla="*/ 3187700 h 3193339"/>
                <a:gd name="connsiteX3" fmla="*/ 0 w 1400663"/>
                <a:gd name="connsiteY3" fmla="*/ 2997200 h 3193339"/>
                <a:gd name="connsiteX4" fmla="*/ 1104900 w 1400663"/>
                <a:gd name="connsiteY4" fmla="*/ 0 h 3193339"/>
                <a:gd name="connsiteX0" fmla="*/ 1104900 w 1400663"/>
                <a:gd name="connsiteY0" fmla="*/ 0 h 3198415"/>
                <a:gd name="connsiteX1" fmla="*/ 1222863 w 1400663"/>
                <a:gd name="connsiteY1" fmla="*/ 355600 h 3198415"/>
                <a:gd name="connsiteX2" fmla="*/ 1400663 w 1400663"/>
                <a:gd name="connsiteY2" fmla="*/ 3187700 h 3198415"/>
                <a:gd name="connsiteX3" fmla="*/ 0 w 1400663"/>
                <a:gd name="connsiteY3" fmla="*/ 2997200 h 3198415"/>
                <a:gd name="connsiteX4" fmla="*/ 1104900 w 1400663"/>
                <a:gd name="connsiteY4" fmla="*/ 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4" fmla="*/ 1314303 w 1400663"/>
                <a:gd name="connsiteY4" fmla="*/ 44704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3" fmla="*/ 1400663 w 1400663"/>
                <a:gd name="connsiteY3" fmla="*/ 3187700 h 3198415"/>
                <a:gd name="connsiteX0" fmla="*/ 1400663 w 1585312"/>
                <a:gd name="connsiteY0" fmla="*/ 3187700 h 3198415"/>
                <a:gd name="connsiteX1" fmla="*/ 0 w 1585312"/>
                <a:gd name="connsiteY1" fmla="*/ 2997200 h 3198415"/>
                <a:gd name="connsiteX2" fmla="*/ 1104900 w 1585312"/>
                <a:gd name="connsiteY2" fmla="*/ 0 h 3198415"/>
                <a:gd name="connsiteX3" fmla="*/ 1400663 w 1585312"/>
                <a:gd name="connsiteY3" fmla="*/ 3187700 h 3198415"/>
                <a:gd name="connsiteX0" fmla="*/ 1400663 w 1812639"/>
                <a:gd name="connsiteY0" fmla="*/ 3187700 h 3198415"/>
                <a:gd name="connsiteX1" fmla="*/ 0 w 1812639"/>
                <a:gd name="connsiteY1" fmla="*/ 2997200 h 3198415"/>
                <a:gd name="connsiteX2" fmla="*/ 1104900 w 1812639"/>
                <a:gd name="connsiteY2" fmla="*/ 0 h 3198415"/>
                <a:gd name="connsiteX3" fmla="*/ 1400663 w 1812639"/>
                <a:gd name="connsiteY3" fmla="*/ 3187700 h 3198415"/>
                <a:gd name="connsiteX0" fmla="*/ 1688081 w 2100057"/>
                <a:gd name="connsiteY0" fmla="*/ 3187700 h 3198415"/>
                <a:gd name="connsiteX1" fmla="*/ 287418 w 2100057"/>
                <a:gd name="connsiteY1" fmla="*/ 2997200 h 3198415"/>
                <a:gd name="connsiteX2" fmla="*/ 1392318 w 2100057"/>
                <a:gd name="connsiteY2" fmla="*/ 0 h 3198415"/>
                <a:gd name="connsiteX3" fmla="*/ 1688081 w 2100057"/>
                <a:gd name="connsiteY3" fmla="*/ 3187700 h 3198415"/>
                <a:gd name="connsiteX0" fmla="*/ 1688081 w 1918623"/>
                <a:gd name="connsiteY0" fmla="*/ 3187700 h 3198415"/>
                <a:gd name="connsiteX1" fmla="*/ 287418 w 1918623"/>
                <a:gd name="connsiteY1" fmla="*/ 2997200 h 3198415"/>
                <a:gd name="connsiteX2" fmla="*/ 1392318 w 1918623"/>
                <a:gd name="connsiteY2" fmla="*/ 0 h 3198415"/>
                <a:gd name="connsiteX3" fmla="*/ 1688081 w 1918623"/>
                <a:gd name="connsiteY3" fmla="*/ 3187700 h 3198415"/>
                <a:gd name="connsiteX0" fmla="*/ 1688081 w 2132371"/>
                <a:gd name="connsiteY0" fmla="*/ 3187700 h 3198415"/>
                <a:gd name="connsiteX1" fmla="*/ 287418 w 2132371"/>
                <a:gd name="connsiteY1" fmla="*/ 2997200 h 3198415"/>
                <a:gd name="connsiteX2" fmla="*/ 1392318 w 2132371"/>
                <a:gd name="connsiteY2" fmla="*/ 0 h 3198415"/>
                <a:gd name="connsiteX3" fmla="*/ 1688081 w 2132371"/>
                <a:gd name="connsiteY3" fmla="*/ 3187700 h 3198415"/>
                <a:gd name="connsiteX0" fmla="*/ 1683040 w 2127330"/>
                <a:gd name="connsiteY0" fmla="*/ 3187700 h 3198415"/>
                <a:gd name="connsiteX1" fmla="*/ 282377 w 2127330"/>
                <a:gd name="connsiteY1" fmla="*/ 2997200 h 3198415"/>
                <a:gd name="connsiteX2" fmla="*/ 1387277 w 2127330"/>
                <a:gd name="connsiteY2" fmla="*/ 0 h 3198415"/>
                <a:gd name="connsiteX3" fmla="*/ 1683040 w 2127330"/>
                <a:gd name="connsiteY3" fmla="*/ 3187700 h 3198415"/>
                <a:gd name="connsiteX0" fmla="*/ 1684416 w 2128706"/>
                <a:gd name="connsiteY0" fmla="*/ 3187700 h 3198415"/>
                <a:gd name="connsiteX1" fmla="*/ 283753 w 2128706"/>
                <a:gd name="connsiteY1" fmla="*/ 2997200 h 3198415"/>
                <a:gd name="connsiteX2" fmla="*/ 1388653 w 2128706"/>
                <a:gd name="connsiteY2" fmla="*/ 0 h 3198415"/>
                <a:gd name="connsiteX3" fmla="*/ 1684416 w 2128706"/>
                <a:gd name="connsiteY3" fmla="*/ 3187700 h 3198415"/>
                <a:gd name="connsiteX0" fmla="*/ 1600421 w 2044711"/>
                <a:gd name="connsiteY0" fmla="*/ 3187700 h 3198415"/>
                <a:gd name="connsiteX1" fmla="*/ 199758 w 2044711"/>
                <a:gd name="connsiteY1" fmla="*/ 2997200 h 3198415"/>
                <a:gd name="connsiteX2" fmla="*/ 1304658 w 2044711"/>
                <a:gd name="connsiteY2" fmla="*/ 0 h 3198415"/>
                <a:gd name="connsiteX3" fmla="*/ 1600421 w 2044711"/>
                <a:gd name="connsiteY3" fmla="*/ 3187700 h 3198415"/>
                <a:gd name="connsiteX0" fmla="*/ 1244821 w 1791220"/>
                <a:gd name="connsiteY0" fmla="*/ 3327400 h 3332059"/>
                <a:gd name="connsiteX1" fmla="*/ 199758 w 1791220"/>
                <a:gd name="connsiteY1" fmla="*/ 2997200 h 3332059"/>
                <a:gd name="connsiteX2" fmla="*/ 1304658 w 1791220"/>
                <a:gd name="connsiteY2" fmla="*/ 0 h 3332059"/>
                <a:gd name="connsiteX3" fmla="*/ 1244821 w 1791220"/>
                <a:gd name="connsiteY3" fmla="*/ 3327400 h 3332059"/>
                <a:gd name="connsiteX0" fmla="*/ 1232945 w 1826702"/>
                <a:gd name="connsiteY0" fmla="*/ 3225800 h 3230459"/>
                <a:gd name="connsiteX1" fmla="*/ 187882 w 1826702"/>
                <a:gd name="connsiteY1" fmla="*/ 2895600 h 3230459"/>
                <a:gd name="connsiteX2" fmla="*/ 1419782 w 1826702"/>
                <a:gd name="connsiteY2" fmla="*/ 0 h 3230459"/>
                <a:gd name="connsiteX3" fmla="*/ 1232945 w 1826702"/>
                <a:gd name="connsiteY3" fmla="*/ 3225800 h 3230459"/>
                <a:gd name="connsiteX0" fmla="*/ 1334243 w 1928000"/>
                <a:gd name="connsiteY0" fmla="*/ 3225800 h 3230459"/>
                <a:gd name="connsiteX1" fmla="*/ 289180 w 1928000"/>
                <a:gd name="connsiteY1" fmla="*/ 2895600 h 3230459"/>
                <a:gd name="connsiteX2" fmla="*/ 1521080 w 1928000"/>
                <a:gd name="connsiteY2" fmla="*/ 0 h 3230459"/>
                <a:gd name="connsiteX3" fmla="*/ 1334243 w 1928000"/>
                <a:gd name="connsiteY3" fmla="*/ 3225800 h 3230459"/>
                <a:gd name="connsiteX0" fmla="*/ 1311178 w 2007821"/>
                <a:gd name="connsiteY0" fmla="*/ 3084062 h 3088721"/>
                <a:gd name="connsiteX1" fmla="*/ 266115 w 2007821"/>
                <a:gd name="connsiteY1" fmla="*/ 2753862 h 3088721"/>
                <a:gd name="connsiteX2" fmla="*/ 1722726 w 2007821"/>
                <a:gd name="connsiteY2" fmla="*/ 0 h 3088721"/>
                <a:gd name="connsiteX3" fmla="*/ 1311178 w 2007821"/>
                <a:gd name="connsiteY3" fmla="*/ 3084062 h 3088721"/>
                <a:gd name="connsiteX0" fmla="*/ 1309508 w 2015477"/>
                <a:gd name="connsiteY0" fmla="*/ 3108386 h 3113045"/>
                <a:gd name="connsiteX1" fmla="*/ 264445 w 2015477"/>
                <a:gd name="connsiteY1" fmla="*/ 2778186 h 3113045"/>
                <a:gd name="connsiteX2" fmla="*/ 1738821 w 2015477"/>
                <a:gd name="connsiteY2" fmla="*/ 0 h 3113045"/>
                <a:gd name="connsiteX3" fmla="*/ 1309508 w 2015477"/>
                <a:gd name="connsiteY3" fmla="*/ 3108386 h 3113045"/>
                <a:gd name="connsiteX0" fmla="*/ 1288764 w 1994733"/>
                <a:gd name="connsiteY0" fmla="*/ 3108386 h 3113045"/>
                <a:gd name="connsiteX1" fmla="*/ 243701 w 1994733"/>
                <a:gd name="connsiteY1" fmla="*/ 2778186 h 3113045"/>
                <a:gd name="connsiteX2" fmla="*/ 1718077 w 1994733"/>
                <a:gd name="connsiteY2" fmla="*/ 0 h 3113045"/>
                <a:gd name="connsiteX3" fmla="*/ 1288764 w 1994733"/>
                <a:gd name="connsiteY3" fmla="*/ 3108386 h 3113045"/>
                <a:gd name="connsiteX0" fmla="*/ 1288764 w 1994733"/>
                <a:gd name="connsiteY0" fmla="*/ 3108386 h 3115755"/>
                <a:gd name="connsiteX1" fmla="*/ 243701 w 1994733"/>
                <a:gd name="connsiteY1" fmla="*/ 2778186 h 3115755"/>
                <a:gd name="connsiteX2" fmla="*/ 1718077 w 1994733"/>
                <a:gd name="connsiteY2" fmla="*/ 0 h 3115755"/>
                <a:gd name="connsiteX3" fmla="*/ 1288764 w 1994733"/>
                <a:gd name="connsiteY3" fmla="*/ 3108386 h 3115755"/>
                <a:gd name="connsiteX0" fmla="*/ 1283080 w 1989049"/>
                <a:gd name="connsiteY0" fmla="*/ 3108386 h 3115755"/>
                <a:gd name="connsiteX1" fmla="*/ 238017 w 1989049"/>
                <a:gd name="connsiteY1" fmla="*/ 2778186 h 3115755"/>
                <a:gd name="connsiteX2" fmla="*/ 1712393 w 1989049"/>
                <a:gd name="connsiteY2" fmla="*/ 0 h 3115755"/>
                <a:gd name="connsiteX3" fmla="*/ 1283080 w 1989049"/>
                <a:gd name="connsiteY3" fmla="*/ 3108386 h 3115755"/>
                <a:gd name="connsiteX0" fmla="*/ 1283080 w 2009676"/>
                <a:gd name="connsiteY0" fmla="*/ 3108386 h 3115755"/>
                <a:gd name="connsiteX1" fmla="*/ 238017 w 2009676"/>
                <a:gd name="connsiteY1" fmla="*/ 2778186 h 3115755"/>
                <a:gd name="connsiteX2" fmla="*/ 1712393 w 2009676"/>
                <a:gd name="connsiteY2" fmla="*/ 0 h 3115755"/>
                <a:gd name="connsiteX3" fmla="*/ 1283080 w 2009676"/>
                <a:gd name="connsiteY3" fmla="*/ 3108386 h 3115755"/>
                <a:gd name="connsiteX0" fmla="*/ 1289437 w 1978042"/>
                <a:gd name="connsiteY0" fmla="*/ 3131563 h 3138932"/>
                <a:gd name="connsiteX1" fmla="*/ 244374 w 1978042"/>
                <a:gd name="connsiteY1" fmla="*/ 2801363 h 3138932"/>
                <a:gd name="connsiteX2" fmla="*/ 1646160 w 1978042"/>
                <a:gd name="connsiteY2" fmla="*/ 0 h 3138932"/>
                <a:gd name="connsiteX3" fmla="*/ 1289437 w 1978042"/>
                <a:gd name="connsiteY3" fmla="*/ 3131563 h 3138932"/>
                <a:gd name="connsiteX0" fmla="*/ 800546 w 1489151"/>
                <a:gd name="connsiteY0" fmla="*/ 3131563 h 3172222"/>
                <a:gd name="connsiteX1" fmla="*/ 306082 w 1489151"/>
                <a:gd name="connsiteY1" fmla="*/ 2987161 h 3172222"/>
                <a:gd name="connsiteX2" fmla="*/ 1157269 w 1489151"/>
                <a:gd name="connsiteY2" fmla="*/ 0 h 3172222"/>
                <a:gd name="connsiteX3" fmla="*/ 800546 w 1489151"/>
                <a:gd name="connsiteY3" fmla="*/ 3131563 h 3172222"/>
                <a:gd name="connsiteX0" fmla="*/ 606140 w 1294745"/>
                <a:gd name="connsiteY0" fmla="*/ 3131563 h 3172222"/>
                <a:gd name="connsiteX1" fmla="*/ 111676 w 1294745"/>
                <a:gd name="connsiteY1" fmla="*/ 2987161 h 3172222"/>
                <a:gd name="connsiteX2" fmla="*/ 962863 w 1294745"/>
                <a:gd name="connsiteY2" fmla="*/ 0 h 3172222"/>
                <a:gd name="connsiteX3" fmla="*/ 606140 w 1294745"/>
                <a:gd name="connsiteY3" fmla="*/ 3131563 h 317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4745" h="3172222">
                  <a:moveTo>
                    <a:pt x="606140" y="3131563"/>
                  </a:moveTo>
                  <a:cubicBezTo>
                    <a:pt x="-102048" y="3169663"/>
                    <a:pt x="520566" y="3245895"/>
                    <a:pt x="111676" y="2987161"/>
                  </a:cubicBezTo>
                  <a:cubicBezTo>
                    <a:pt x="-328105" y="1344391"/>
                    <a:pt x="651835" y="112894"/>
                    <a:pt x="962863" y="0"/>
                  </a:cubicBezTo>
                  <a:cubicBezTo>
                    <a:pt x="1291781" y="891258"/>
                    <a:pt x="1637852" y="1535596"/>
                    <a:pt x="606140" y="3131563"/>
                  </a:cubicBezTo>
                  <a:close/>
                </a:path>
              </a:pathLst>
            </a:custGeom>
            <a:gradFill>
              <a:gsLst>
                <a:gs pos="0">
                  <a:srgbClr val="9FA0C7"/>
                </a:gs>
                <a:gs pos="17000">
                  <a:srgbClr val="4B4F6C"/>
                </a:gs>
                <a:gs pos="100000">
                  <a:srgbClr val="2A222D"/>
                </a:gs>
              </a:gsLst>
              <a:lin ang="84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508B2C2E-674B-34DB-DB4B-8AE75E30856F}"/>
                </a:ext>
              </a:extLst>
            </p:cNvPr>
            <p:cNvSpPr/>
            <p:nvPr/>
          </p:nvSpPr>
          <p:spPr>
            <a:xfrm>
              <a:off x="5359716" y="2173443"/>
              <a:ext cx="1928000" cy="3225800"/>
            </a:xfrm>
            <a:custGeom>
              <a:avLst/>
              <a:gdLst>
                <a:gd name="connsiteX0" fmla="*/ 0 w 143363"/>
                <a:gd name="connsiteY0" fmla="*/ 0 h 2692400"/>
                <a:gd name="connsiteX1" fmla="*/ 143363 w 143363"/>
                <a:gd name="connsiteY1" fmla="*/ 0 h 2692400"/>
                <a:gd name="connsiteX2" fmla="*/ 143363 w 143363"/>
                <a:gd name="connsiteY2" fmla="*/ 2692400 h 2692400"/>
                <a:gd name="connsiteX3" fmla="*/ 0 w 143363"/>
                <a:gd name="connsiteY3" fmla="*/ 2692400 h 2692400"/>
                <a:gd name="connsiteX4" fmla="*/ 0 w 143363"/>
                <a:gd name="connsiteY4" fmla="*/ 0 h 2692400"/>
                <a:gd name="connsiteX0" fmla="*/ 25400 w 143363"/>
                <a:gd name="connsiteY0" fmla="*/ 0 h 3048000"/>
                <a:gd name="connsiteX1" fmla="*/ 143363 w 143363"/>
                <a:gd name="connsiteY1" fmla="*/ 355600 h 3048000"/>
                <a:gd name="connsiteX2" fmla="*/ 143363 w 143363"/>
                <a:gd name="connsiteY2" fmla="*/ 3048000 h 3048000"/>
                <a:gd name="connsiteX3" fmla="*/ 0 w 143363"/>
                <a:gd name="connsiteY3" fmla="*/ 3048000 h 3048000"/>
                <a:gd name="connsiteX4" fmla="*/ 25400 w 143363"/>
                <a:gd name="connsiteY4" fmla="*/ 0 h 3048000"/>
                <a:gd name="connsiteX0" fmla="*/ 1104900 w 1222863"/>
                <a:gd name="connsiteY0" fmla="*/ 0 h 3048000"/>
                <a:gd name="connsiteX1" fmla="*/ 1222863 w 1222863"/>
                <a:gd name="connsiteY1" fmla="*/ 355600 h 3048000"/>
                <a:gd name="connsiteX2" fmla="*/ 1222863 w 1222863"/>
                <a:gd name="connsiteY2" fmla="*/ 3048000 h 3048000"/>
                <a:gd name="connsiteX3" fmla="*/ 0 w 1222863"/>
                <a:gd name="connsiteY3" fmla="*/ 2997200 h 3048000"/>
                <a:gd name="connsiteX4" fmla="*/ 1104900 w 1222863"/>
                <a:gd name="connsiteY4" fmla="*/ 0 h 3048000"/>
                <a:gd name="connsiteX0" fmla="*/ 1104900 w 1400663"/>
                <a:gd name="connsiteY0" fmla="*/ 0 h 3187700"/>
                <a:gd name="connsiteX1" fmla="*/ 1222863 w 1400663"/>
                <a:gd name="connsiteY1" fmla="*/ 355600 h 3187700"/>
                <a:gd name="connsiteX2" fmla="*/ 1400663 w 1400663"/>
                <a:gd name="connsiteY2" fmla="*/ 3187700 h 3187700"/>
                <a:gd name="connsiteX3" fmla="*/ 0 w 1400663"/>
                <a:gd name="connsiteY3" fmla="*/ 2997200 h 3187700"/>
                <a:gd name="connsiteX4" fmla="*/ 1104900 w 1400663"/>
                <a:gd name="connsiteY4" fmla="*/ 0 h 3187700"/>
                <a:gd name="connsiteX0" fmla="*/ 1104900 w 1400663"/>
                <a:gd name="connsiteY0" fmla="*/ 0 h 3193339"/>
                <a:gd name="connsiteX1" fmla="*/ 1222863 w 1400663"/>
                <a:gd name="connsiteY1" fmla="*/ 355600 h 3193339"/>
                <a:gd name="connsiteX2" fmla="*/ 1400663 w 1400663"/>
                <a:gd name="connsiteY2" fmla="*/ 3187700 h 3193339"/>
                <a:gd name="connsiteX3" fmla="*/ 0 w 1400663"/>
                <a:gd name="connsiteY3" fmla="*/ 2997200 h 3193339"/>
                <a:gd name="connsiteX4" fmla="*/ 1104900 w 1400663"/>
                <a:gd name="connsiteY4" fmla="*/ 0 h 3193339"/>
                <a:gd name="connsiteX0" fmla="*/ 1104900 w 1400663"/>
                <a:gd name="connsiteY0" fmla="*/ 0 h 3198415"/>
                <a:gd name="connsiteX1" fmla="*/ 1222863 w 1400663"/>
                <a:gd name="connsiteY1" fmla="*/ 355600 h 3198415"/>
                <a:gd name="connsiteX2" fmla="*/ 1400663 w 1400663"/>
                <a:gd name="connsiteY2" fmla="*/ 3187700 h 3198415"/>
                <a:gd name="connsiteX3" fmla="*/ 0 w 1400663"/>
                <a:gd name="connsiteY3" fmla="*/ 2997200 h 3198415"/>
                <a:gd name="connsiteX4" fmla="*/ 1104900 w 1400663"/>
                <a:gd name="connsiteY4" fmla="*/ 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4" fmla="*/ 1314303 w 1400663"/>
                <a:gd name="connsiteY4" fmla="*/ 44704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3" fmla="*/ 1400663 w 1400663"/>
                <a:gd name="connsiteY3" fmla="*/ 3187700 h 3198415"/>
                <a:gd name="connsiteX0" fmla="*/ 1400663 w 1585312"/>
                <a:gd name="connsiteY0" fmla="*/ 3187700 h 3198415"/>
                <a:gd name="connsiteX1" fmla="*/ 0 w 1585312"/>
                <a:gd name="connsiteY1" fmla="*/ 2997200 h 3198415"/>
                <a:gd name="connsiteX2" fmla="*/ 1104900 w 1585312"/>
                <a:gd name="connsiteY2" fmla="*/ 0 h 3198415"/>
                <a:gd name="connsiteX3" fmla="*/ 1400663 w 1585312"/>
                <a:gd name="connsiteY3" fmla="*/ 3187700 h 3198415"/>
                <a:gd name="connsiteX0" fmla="*/ 1400663 w 1812639"/>
                <a:gd name="connsiteY0" fmla="*/ 3187700 h 3198415"/>
                <a:gd name="connsiteX1" fmla="*/ 0 w 1812639"/>
                <a:gd name="connsiteY1" fmla="*/ 2997200 h 3198415"/>
                <a:gd name="connsiteX2" fmla="*/ 1104900 w 1812639"/>
                <a:gd name="connsiteY2" fmla="*/ 0 h 3198415"/>
                <a:gd name="connsiteX3" fmla="*/ 1400663 w 1812639"/>
                <a:gd name="connsiteY3" fmla="*/ 3187700 h 3198415"/>
                <a:gd name="connsiteX0" fmla="*/ 1688081 w 2100057"/>
                <a:gd name="connsiteY0" fmla="*/ 3187700 h 3198415"/>
                <a:gd name="connsiteX1" fmla="*/ 287418 w 2100057"/>
                <a:gd name="connsiteY1" fmla="*/ 2997200 h 3198415"/>
                <a:gd name="connsiteX2" fmla="*/ 1392318 w 2100057"/>
                <a:gd name="connsiteY2" fmla="*/ 0 h 3198415"/>
                <a:gd name="connsiteX3" fmla="*/ 1688081 w 2100057"/>
                <a:gd name="connsiteY3" fmla="*/ 3187700 h 3198415"/>
                <a:gd name="connsiteX0" fmla="*/ 1688081 w 1918623"/>
                <a:gd name="connsiteY0" fmla="*/ 3187700 h 3198415"/>
                <a:gd name="connsiteX1" fmla="*/ 287418 w 1918623"/>
                <a:gd name="connsiteY1" fmla="*/ 2997200 h 3198415"/>
                <a:gd name="connsiteX2" fmla="*/ 1392318 w 1918623"/>
                <a:gd name="connsiteY2" fmla="*/ 0 h 3198415"/>
                <a:gd name="connsiteX3" fmla="*/ 1688081 w 1918623"/>
                <a:gd name="connsiteY3" fmla="*/ 3187700 h 3198415"/>
                <a:gd name="connsiteX0" fmla="*/ 1688081 w 2132371"/>
                <a:gd name="connsiteY0" fmla="*/ 3187700 h 3198415"/>
                <a:gd name="connsiteX1" fmla="*/ 287418 w 2132371"/>
                <a:gd name="connsiteY1" fmla="*/ 2997200 h 3198415"/>
                <a:gd name="connsiteX2" fmla="*/ 1392318 w 2132371"/>
                <a:gd name="connsiteY2" fmla="*/ 0 h 3198415"/>
                <a:gd name="connsiteX3" fmla="*/ 1688081 w 2132371"/>
                <a:gd name="connsiteY3" fmla="*/ 3187700 h 3198415"/>
                <a:gd name="connsiteX0" fmla="*/ 1683040 w 2127330"/>
                <a:gd name="connsiteY0" fmla="*/ 3187700 h 3198415"/>
                <a:gd name="connsiteX1" fmla="*/ 282377 w 2127330"/>
                <a:gd name="connsiteY1" fmla="*/ 2997200 h 3198415"/>
                <a:gd name="connsiteX2" fmla="*/ 1387277 w 2127330"/>
                <a:gd name="connsiteY2" fmla="*/ 0 h 3198415"/>
                <a:gd name="connsiteX3" fmla="*/ 1683040 w 2127330"/>
                <a:gd name="connsiteY3" fmla="*/ 3187700 h 3198415"/>
                <a:gd name="connsiteX0" fmla="*/ 1684416 w 2128706"/>
                <a:gd name="connsiteY0" fmla="*/ 3187700 h 3198415"/>
                <a:gd name="connsiteX1" fmla="*/ 283753 w 2128706"/>
                <a:gd name="connsiteY1" fmla="*/ 2997200 h 3198415"/>
                <a:gd name="connsiteX2" fmla="*/ 1388653 w 2128706"/>
                <a:gd name="connsiteY2" fmla="*/ 0 h 3198415"/>
                <a:gd name="connsiteX3" fmla="*/ 1684416 w 2128706"/>
                <a:gd name="connsiteY3" fmla="*/ 3187700 h 3198415"/>
                <a:gd name="connsiteX0" fmla="*/ 1600421 w 2044711"/>
                <a:gd name="connsiteY0" fmla="*/ 3187700 h 3198415"/>
                <a:gd name="connsiteX1" fmla="*/ 199758 w 2044711"/>
                <a:gd name="connsiteY1" fmla="*/ 2997200 h 3198415"/>
                <a:gd name="connsiteX2" fmla="*/ 1304658 w 2044711"/>
                <a:gd name="connsiteY2" fmla="*/ 0 h 3198415"/>
                <a:gd name="connsiteX3" fmla="*/ 1600421 w 2044711"/>
                <a:gd name="connsiteY3" fmla="*/ 3187700 h 3198415"/>
                <a:gd name="connsiteX0" fmla="*/ 1244821 w 1791220"/>
                <a:gd name="connsiteY0" fmla="*/ 3327400 h 3332059"/>
                <a:gd name="connsiteX1" fmla="*/ 199758 w 1791220"/>
                <a:gd name="connsiteY1" fmla="*/ 2997200 h 3332059"/>
                <a:gd name="connsiteX2" fmla="*/ 1304658 w 1791220"/>
                <a:gd name="connsiteY2" fmla="*/ 0 h 3332059"/>
                <a:gd name="connsiteX3" fmla="*/ 1244821 w 1791220"/>
                <a:gd name="connsiteY3" fmla="*/ 3327400 h 3332059"/>
                <a:gd name="connsiteX0" fmla="*/ 1232945 w 1826702"/>
                <a:gd name="connsiteY0" fmla="*/ 3225800 h 3230459"/>
                <a:gd name="connsiteX1" fmla="*/ 187882 w 1826702"/>
                <a:gd name="connsiteY1" fmla="*/ 2895600 h 3230459"/>
                <a:gd name="connsiteX2" fmla="*/ 1419782 w 1826702"/>
                <a:gd name="connsiteY2" fmla="*/ 0 h 3230459"/>
                <a:gd name="connsiteX3" fmla="*/ 1232945 w 1826702"/>
                <a:gd name="connsiteY3" fmla="*/ 3225800 h 3230459"/>
                <a:gd name="connsiteX0" fmla="*/ 1334243 w 1928000"/>
                <a:gd name="connsiteY0" fmla="*/ 3225800 h 3230459"/>
                <a:gd name="connsiteX1" fmla="*/ 289180 w 1928000"/>
                <a:gd name="connsiteY1" fmla="*/ 2895600 h 3230459"/>
                <a:gd name="connsiteX2" fmla="*/ 1521080 w 1928000"/>
                <a:gd name="connsiteY2" fmla="*/ 0 h 3230459"/>
                <a:gd name="connsiteX3" fmla="*/ 1334243 w 1928000"/>
                <a:gd name="connsiteY3" fmla="*/ 3225800 h 3230459"/>
                <a:gd name="connsiteX0" fmla="*/ 1334243 w 1928000"/>
                <a:gd name="connsiteY0" fmla="*/ 3225800 h 3230187"/>
                <a:gd name="connsiteX1" fmla="*/ 289180 w 1928000"/>
                <a:gd name="connsiteY1" fmla="*/ 2895600 h 3230187"/>
                <a:gd name="connsiteX2" fmla="*/ 1521080 w 1928000"/>
                <a:gd name="connsiteY2" fmla="*/ 0 h 3230187"/>
                <a:gd name="connsiteX3" fmla="*/ 1334243 w 1928000"/>
                <a:gd name="connsiteY3" fmla="*/ 3225800 h 3230187"/>
                <a:gd name="connsiteX0" fmla="*/ 1334243 w 1928000"/>
                <a:gd name="connsiteY0" fmla="*/ 3225800 h 3226144"/>
                <a:gd name="connsiteX1" fmla="*/ 289180 w 1928000"/>
                <a:gd name="connsiteY1" fmla="*/ 2895600 h 3226144"/>
                <a:gd name="connsiteX2" fmla="*/ 1521080 w 1928000"/>
                <a:gd name="connsiteY2" fmla="*/ 0 h 3226144"/>
                <a:gd name="connsiteX3" fmla="*/ 1334243 w 1928000"/>
                <a:gd name="connsiteY3" fmla="*/ 3225800 h 3226144"/>
                <a:gd name="connsiteX0" fmla="*/ 1334243 w 1928000"/>
                <a:gd name="connsiteY0" fmla="*/ 3225800 h 3226201"/>
                <a:gd name="connsiteX1" fmla="*/ 289180 w 1928000"/>
                <a:gd name="connsiteY1" fmla="*/ 2895600 h 3226201"/>
                <a:gd name="connsiteX2" fmla="*/ 1521080 w 1928000"/>
                <a:gd name="connsiteY2" fmla="*/ 0 h 3226201"/>
                <a:gd name="connsiteX3" fmla="*/ 1334243 w 1928000"/>
                <a:gd name="connsiteY3" fmla="*/ 3225800 h 3226201"/>
                <a:gd name="connsiteX0" fmla="*/ 1334243 w 1928000"/>
                <a:gd name="connsiteY0" fmla="*/ 3225800 h 3225800"/>
                <a:gd name="connsiteX1" fmla="*/ 289180 w 1928000"/>
                <a:gd name="connsiteY1" fmla="*/ 2895600 h 3225800"/>
                <a:gd name="connsiteX2" fmla="*/ 1521080 w 1928000"/>
                <a:gd name="connsiteY2" fmla="*/ 0 h 3225800"/>
                <a:gd name="connsiteX3" fmla="*/ 1334243 w 1928000"/>
                <a:gd name="connsiteY3" fmla="*/ 3225800 h 322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8000" h="3225800">
                  <a:moveTo>
                    <a:pt x="1334243" y="3225800"/>
                  </a:moveTo>
                  <a:cubicBezTo>
                    <a:pt x="683205" y="3216275"/>
                    <a:pt x="538898" y="3074035"/>
                    <a:pt x="289180" y="2895600"/>
                  </a:cubicBezTo>
                  <a:cubicBezTo>
                    <a:pt x="-701420" y="1286933"/>
                    <a:pt x="1140080" y="770467"/>
                    <a:pt x="1521080" y="0"/>
                  </a:cubicBezTo>
                  <a:cubicBezTo>
                    <a:pt x="1797468" y="1024467"/>
                    <a:pt x="2365955" y="1629833"/>
                    <a:pt x="1334243" y="3225800"/>
                  </a:cubicBezTo>
                  <a:close/>
                </a:path>
              </a:pathLst>
            </a:custGeom>
            <a:gradFill>
              <a:gsLst>
                <a:gs pos="0">
                  <a:srgbClr val="9FA0C7"/>
                </a:gs>
                <a:gs pos="17000">
                  <a:srgbClr val="4B4F6C"/>
                </a:gs>
                <a:gs pos="100000">
                  <a:srgbClr val="2A222D"/>
                </a:gs>
              </a:gsLst>
              <a:lin ang="126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B5278B4A-B4E1-F7C5-8F3A-454EF824A5D7}"/>
                </a:ext>
              </a:extLst>
            </p:cNvPr>
            <p:cNvSpPr/>
            <p:nvPr/>
          </p:nvSpPr>
          <p:spPr>
            <a:xfrm rot="1062455" flipH="1">
              <a:off x="6414218" y="2347764"/>
              <a:ext cx="1994733" cy="3120030"/>
            </a:xfrm>
            <a:custGeom>
              <a:avLst/>
              <a:gdLst>
                <a:gd name="connsiteX0" fmla="*/ 0 w 143363"/>
                <a:gd name="connsiteY0" fmla="*/ 0 h 2692400"/>
                <a:gd name="connsiteX1" fmla="*/ 143363 w 143363"/>
                <a:gd name="connsiteY1" fmla="*/ 0 h 2692400"/>
                <a:gd name="connsiteX2" fmla="*/ 143363 w 143363"/>
                <a:gd name="connsiteY2" fmla="*/ 2692400 h 2692400"/>
                <a:gd name="connsiteX3" fmla="*/ 0 w 143363"/>
                <a:gd name="connsiteY3" fmla="*/ 2692400 h 2692400"/>
                <a:gd name="connsiteX4" fmla="*/ 0 w 143363"/>
                <a:gd name="connsiteY4" fmla="*/ 0 h 2692400"/>
                <a:gd name="connsiteX0" fmla="*/ 25400 w 143363"/>
                <a:gd name="connsiteY0" fmla="*/ 0 h 3048000"/>
                <a:gd name="connsiteX1" fmla="*/ 143363 w 143363"/>
                <a:gd name="connsiteY1" fmla="*/ 355600 h 3048000"/>
                <a:gd name="connsiteX2" fmla="*/ 143363 w 143363"/>
                <a:gd name="connsiteY2" fmla="*/ 3048000 h 3048000"/>
                <a:gd name="connsiteX3" fmla="*/ 0 w 143363"/>
                <a:gd name="connsiteY3" fmla="*/ 3048000 h 3048000"/>
                <a:gd name="connsiteX4" fmla="*/ 25400 w 143363"/>
                <a:gd name="connsiteY4" fmla="*/ 0 h 3048000"/>
                <a:gd name="connsiteX0" fmla="*/ 1104900 w 1222863"/>
                <a:gd name="connsiteY0" fmla="*/ 0 h 3048000"/>
                <a:gd name="connsiteX1" fmla="*/ 1222863 w 1222863"/>
                <a:gd name="connsiteY1" fmla="*/ 355600 h 3048000"/>
                <a:gd name="connsiteX2" fmla="*/ 1222863 w 1222863"/>
                <a:gd name="connsiteY2" fmla="*/ 3048000 h 3048000"/>
                <a:gd name="connsiteX3" fmla="*/ 0 w 1222863"/>
                <a:gd name="connsiteY3" fmla="*/ 2997200 h 3048000"/>
                <a:gd name="connsiteX4" fmla="*/ 1104900 w 1222863"/>
                <a:gd name="connsiteY4" fmla="*/ 0 h 3048000"/>
                <a:gd name="connsiteX0" fmla="*/ 1104900 w 1400663"/>
                <a:gd name="connsiteY0" fmla="*/ 0 h 3187700"/>
                <a:gd name="connsiteX1" fmla="*/ 1222863 w 1400663"/>
                <a:gd name="connsiteY1" fmla="*/ 355600 h 3187700"/>
                <a:gd name="connsiteX2" fmla="*/ 1400663 w 1400663"/>
                <a:gd name="connsiteY2" fmla="*/ 3187700 h 3187700"/>
                <a:gd name="connsiteX3" fmla="*/ 0 w 1400663"/>
                <a:gd name="connsiteY3" fmla="*/ 2997200 h 3187700"/>
                <a:gd name="connsiteX4" fmla="*/ 1104900 w 1400663"/>
                <a:gd name="connsiteY4" fmla="*/ 0 h 3187700"/>
                <a:gd name="connsiteX0" fmla="*/ 1104900 w 1400663"/>
                <a:gd name="connsiteY0" fmla="*/ 0 h 3193339"/>
                <a:gd name="connsiteX1" fmla="*/ 1222863 w 1400663"/>
                <a:gd name="connsiteY1" fmla="*/ 355600 h 3193339"/>
                <a:gd name="connsiteX2" fmla="*/ 1400663 w 1400663"/>
                <a:gd name="connsiteY2" fmla="*/ 3187700 h 3193339"/>
                <a:gd name="connsiteX3" fmla="*/ 0 w 1400663"/>
                <a:gd name="connsiteY3" fmla="*/ 2997200 h 3193339"/>
                <a:gd name="connsiteX4" fmla="*/ 1104900 w 1400663"/>
                <a:gd name="connsiteY4" fmla="*/ 0 h 3193339"/>
                <a:gd name="connsiteX0" fmla="*/ 1104900 w 1400663"/>
                <a:gd name="connsiteY0" fmla="*/ 0 h 3198415"/>
                <a:gd name="connsiteX1" fmla="*/ 1222863 w 1400663"/>
                <a:gd name="connsiteY1" fmla="*/ 355600 h 3198415"/>
                <a:gd name="connsiteX2" fmla="*/ 1400663 w 1400663"/>
                <a:gd name="connsiteY2" fmla="*/ 3187700 h 3198415"/>
                <a:gd name="connsiteX3" fmla="*/ 0 w 1400663"/>
                <a:gd name="connsiteY3" fmla="*/ 2997200 h 3198415"/>
                <a:gd name="connsiteX4" fmla="*/ 1104900 w 1400663"/>
                <a:gd name="connsiteY4" fmla="*/ 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4" fmla="*/ 1314303 w 1400663"/>
                <a:gd name="connsiteY4" fmla="*/ 44704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3" fmla="*/ 1400663 w 1400663"/>
                <a:gd name="connsiteY3" fmla="*/ 3187700 h 3198415"/>
                <a:gd name="connsiteX0" fmla="*/ 1400663 w 1585312"/>
                <a:gd name="connsiteY0" fmla="*/ 3187700 h 3198415"/>
                <a:gd name="connsiteX1" fmla="*/ 0 w 1585312"/>
                <a:gd name="connsiteY1" fmla="*/ 2997200 h 3198415"/>
                <a:gd name="connsiteX2" fmla="*/ 1104900 w 1585312"/>
                <a:gd name="connsiteY2" fmla="*/ 0 h 3198415"/>
                <a:gd name="connsiteX3" fmla="*/ 1400663 w 1585312"/>
                <a:gd name="connsiteY3" fmla="*/ 3187700 h 3198415"/>
                <a:gd name="connsiteX0" fmla="*/ 1400663 w 1812639"/>
                <a:gd name="connsiteY0" fmla="*/ 3187700 h 3198415"/>
                <a:gd name="connsiteX1" fmla="*/ 0 w 1812639"/>
                <a:gd name="connsiteY1" fmla="*/ 2997200 h 3198415"/>
                <a:gd name="connsiteX2" fmla="*/ 1104900 w 1812639"/>
                <a:gd name="connsiteY2" fmla="*/ 0 h 3198415"/>
                <a:gd name="connsiteX3" fmla="*/ 1400663 w 1812639"/>
                <a:gd name="connsiteY3" fmla="*/ 3187700 h 3198415"/>
                <a:gd name="connsiteX0" fmla="*/ 1688081 w 2100057"/>
                <a:gd name="connsiteY0" fmla="*/ 3187700 h 3198415"/>
                <a:gd name="connsiteX1" fmla="*/ 287418 w 2100057"/>
                <a:gd name="connsiteY1" fmla="*/ 2997200 h 3198415"/>
                <a:gd name="connsiteX2" fmla="*/ 1392318 w 2100057"/>
                <a:gd name="connsiteY2" fmla="*/ 0 h 3198415"/>
                <a:gd name="connsiteX3" fmla="*/ 1688081 w 2100057"/>
                <a:gd name="connsiteY3" fmla="*/ 3187700 h 3198415"/>
                <a:gd name="connsiteX0" fmla="*/ 1688081 w 1918623"/>
                <a:gd name="connsiteY0" fmla="*/ 3187700 h 3198415"/>
                <a:gd name="connsiteX1" fmla="*/ 287418 w 1918623"/>
                <a:gd name="connsiteY1" fmla="*/ 2997200 h 3198415"/>
                <a:gd name="connsiteX2" fmla="*/ 1392318 w 1918623"/>
                <a:gd name="connsiteY2" fmla="*/ 0 h 3198415"/>
                <a:gd name="connsiteX3" fmla="*/ 1688081 w 1918623"/>
                <a:gd name="connsiteY3" fmla="*/ 3187700 h 3198415"/>
                <a:gd name="connsiteX0" fmla="*/ 1688081 w 2132371"/>
                <a:gd name="connsiteY0" fmla="*/ 3187700 h 3198415"/>
                <a:gd name="connsiteX1" fmla="*/ 287418 w 2132371"/>
                <a:gd name="connsiteY1" fmla="*/ 2997200 h 3198415"/>
                <a:gd name="connsiteX2" fmla="*/ 1392318 w 2132371"/>
                <a:gd name="connsiteY2" fmla="*/ 0 h 3198415"/>
                <a:gd name="connsiteX3" fmla="*/ 1688081 w 2132371"/>
                <a:gd name="connsiteY3" fmla="*/ 3187700 h 3198415"/>
                <a:gd name="connsiteX0" fmla="*/ 1683040 w 2127330"/>
                <a:gd name="connsiteY0" fmla="*/ 3187700 h 3198415"/>
                <a:gd name="connsiteX1" fmla="*/ 282377 w 2127330"/>
                <a:gd name="connsiteY1" fmla="*/ 2997200 h 3198415"/>
                <a:gd name="connsiteX2" fmla="*/ 1387277 w 2127330"/>
                <a:gd name="connsiteY2" fmla="*/ 0 h 3198415"/>
                <a:gd name="connsiteX3" fmla="*/ 1683040 w 2127330"/>
                <a:gd name="connsiteY3" fmla="*/ 3187700 h 3198415"/>
                <a:gd name="connsiteX0" fmla="*/ 1684416 w 2128706"/>
                <a:gd name="connsiteY0" fmla="*/ 3187700 h 3198415"/>
                <a:gd name="connsiteX1" fmla="*/ 283753 w 2128706"/>
                <a:gd name="connsiteY1" fmla="*/ 2997200 h 3198415"/>
                <a:gd name="connsiteX2" fmla="*/ 1388653 w 2128706"/>
                <a:gd name="connsiteY2" fmla="*/ 0 h 3198415"/>
                <a:gd name="connsiteX3" fmla="*/ 1684416 w 2128706"/>
                <a:gd name="connsiteY3" fmla="*/ 3187700 h 3198415"/>
                <a:gd name="connsiteX0" fmla="*/ 1600421 w 2044711"/>
                <a:gd name="connsiteY0" fmla="*/ 3187700 h 3198415"/>
                <a:gd name="connsiteX1" fmla="*/ 199758 w 2044711"/>
                <a:gd name="connsiteY1" fmla="*/ 2997200 h 3198415"/>
                <a:gd name="connsiteX2" fmla="*/ 1304658 w 2044711"/>
                <a:gd name="connsiteY2" fmla="*/ 0 h 3198415"/>
                <a:gd name="connsiteX3" fmla="*/ 1600421 w 2044711"/>
                <a:gd name="connsiteY3" fmla="*/ 3187700 h 3198415"/>
                <a:gd name="connsiteX0" fmla="*/ 1244821 w 1791220"/>
                <a:gd name="connsiteY0" fmla="*/ 3327400 h 3332059"/>
                <a:gd name="connsiteX1" fmla="*/ 199758 w 1791220"/>
                <a:gd name="connsiteY1" fmla="*/ 2997200 h 3332059"/>
                <a:gd name="connsiteX2" fmla="*/ 1304658 w 1791220"/>
                <a:gd name="connsiteY2" fmla="*/ 0 h 3332059"/>
                <a:gd name="connsiteX3" fmla="*/ 1244821 w 1791220"/>
                <a:gd name="connsiteY3" fmla="*/ 3327400 h 3332059"/>
                <a:gd name="connsiteX0" fmla="*/ 1232945 w 1826702"/>
                <a:gd name="connsiteY0" fmla="*/ 3225800 h 3230459"/>
                <a:gd name="connsiteX1" fmla="*/ 187882 w 1826702"/>
                <a:gd name="connsiteY1" fmla="*/ 2895600 h 3230459"/>
                <a:gd name="connsiteX2" fmla="*/ 1419782 w 1826702"/>
                <a:gd name="connsiteY2" fmla="*/ 0 h 3230459"/>
                <a:gd name="connsiteX3" fmla="*/ 1232945 w 1826702"/>
                <a:gd name="connsiteY3" fmla="*/ 3225800 h 3230459"/>
                <a:gd name="connsiteX0" fmla="*/ 1334243 w 1928000"/>
                <a:gd name="connsiteY0" fmla="*/ 3225800 h 3230459"/>
                <a:gd name="connsiteX1" fmla="*/ 289180 w 1928000"/>
                <a:gd name="connsiteY1" fmla="*/ 2895600 h 3230459"/>
                <a:gd name="connsiteX2" fmla="*/ 1521080 w 1928000"/>
                <a:gd name="connsiteY2" fmla="*/ 0 h 3230459"/>
                <a:gd name="connsiteX3" fmla="*/ 1334243 w 1928000"/>
                <a:gd name="connsiteY3" fmla="*/ 3225800 h 3230459"/>
                <a:gd name="connsiteX0" fmla="*/ 1311178 w 2007821"/>
                <a:gd name="connsiteY0" fmla="*/ 3084062 h 3088721"/>
                <a:gd name="connsiteX1" fmla="*/ 266115 w 2007821"/>
                <a:gd name="connsiteY1" fmla="*/ 2753862 h 3088721"/>
                <a:gd name="connsiteX2" fmla="*/ 1722726 w 2007821"/>
                <a:gd name="connsiteY2" fmla="*/ 0 h 3088721"/>
                <a:gd name="connsiteX3" fmla="*/ 1311178 w 2007821"/>
                <a:gd name="connsiteY3" fmla="*/ 3084062 h 3088721"/>
                <a:gd name="connsiteX0" fmla="*/ 1309508 w 2015477"/>
                <a:gd name="connsiteY0" fmla="*/ 3108386 h 3113045"/>
                <a:gd name="connsiteX1" fmla="*/ 264445 w 2015477"/>
                <a:gd name="connsiteY1" fmla="*/ 2778186 h 3113045"/>
                <a:gd name="connsiteX2" fmla="*/ 1738821 w 2015477"/>
                <a:gd name="connsiteY2" fmla="*/ 0 h 3113045"/>
                <a:gd name="connsiteX3" fmla="*/ 1309508 w 2015477"/>
                <a:gd name="connsiteY3" fmla="*/ 3108386 h 3113045"/>
                <a:gd name="connsiteX0" fmla="*/ 1288764 w 1994733"/>
                <a:gd name="connsiteY0" fmla="*/ 3108386 h 3113045"/>
                <a:gd name="connsiteX1" fmla="*/ 243701 w 1994733"/>
                <a:gd name="connsiteY1" fmla="*/ 2778186 h 3113045"/>
                <a:gd name="connsiteX2" fmla="*/ 1718077 w 1994733"/>
                <a:gd name="connsiteY2" fmla="*/ 0 h 3113045"/>
                <a:gd name="connsiteX3" fmla="*/ 1288764 w 1994733"/>
                <a:gd name="connsiteY3" fmla="*/ 3108386 h 3113045"/>
                <a:gd name="connsiteX0" fmla="*/ 1288764 w 1994733"/>
                <a:gd name="connsiteY0" fmla="*/ 3108386 h 3115755"/>
                <a:gd name="connsiteX1" fmla="*/ 243701 w 1994733"/>
                <a:gd name="connsiteY1" fmla="*/ 2778186 h 3115755"/>
                <a:gd name="connsiteX2" fmla="*/ 1718077 w 1994733"/>
                <a:gd name="connsiteY2" fmla="*/ 0 h 3115755"/>
                <a:gd name="connsiteX3" fmla="*/ 1288764 w 1994733"/>
                <a:gd name="connsiteY3" fmla="*/ 3108386 h 3115755"/>
                <a:gd name="connsiteX0" fmla="*/ 1288764 w 1994733"/>
                <a:gd name="connsiteY0" fmla="*/ 3108386 h 3118627"/>
                <a:gd name="connsiteX1" fmla="*/ 243701 w 1994733"/>
                <a:gd name="connsiteY1" fmla="*/ 2778186 h 3118627"/>
                <a:gd name="connsiteX2" fmla="*/ 1718077 w 1994733"/>
                <a:gd name="connsiteY2" fmla="*/ 0 h 3118627"/>
                <a:gd name="connsiteX3" fmla="*/ 1288764 w 1994733"/>
                <a:gd name="connsiteY3" fmla="*/ 3108386 h 3118627"/>
                <a:gd name="connsiteX0" fmla="*/ 1288764 w 1994733"/>
                <a:gd name="connsiteY0" fmla="*/ 3108386 h 3120030"/>
                <a:gd name="connsiteX1" fmla="*/ 243701 w 1994733"/>
                <a:gd name="connsiteY1" fmla="*/ 2778186 h 3120030"/>
                <a:gd name="connsiteX2" fmla="*/ 1718077 w 1994733"/>
                <a:gd name="connsiteY2" fmla="*/ 0 h 3120030"/>
                <a:gd name="connsiteX3" fmla="*/ 1288764 w 1994733"/>
                <a:gd name="connsiteY3" fmla="*/ 3108386 h 3120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4733" h="3120030">
                  <a:moveTo>
                    <a:pt x="1288764" y="3108386"/>
                  </a:moveTo>
                  <a:cubicBezTo>
                    <a:pt x="580576" y="3146486"/>
                    <a:pt x="587680" y="3104517"/>
                    <a:pt x="243701" y="2778186"/>
                  </a:cubicBezTo>
                  <a:cubicBezTo>
                    <a:pt x="-690869" y="837454"/>
                    <a:pt x="1337077" y="770467"/>
                    <a:pt x="1718077" y="0"/>
                  </a:cubicBezTo>
                  <a:cubicBezTo>
                    <a:pt x="1994465" y="1024467"/>
                    <a:pt x="2320476" y="1512419"/>
                    <a:pt x="1288764" y="3108386"/>
                  </a:cubicBezTo>
                  <a:close/>
                </a:path>
              </a:pathLst>
            </a:custGeom>
            <a:gradFill>
              <a:gsLst>
                <a:gs pos="0">
                  <a:srgbClr val="9FA0C7"/>
                </a:gs>
                <a:gs pos="17000">
                  <a:srgbClr val="4B4F6C"/>
                </a:gs>
                <a:gs pos="100000">
                  <a:srgbClr val="2A222D"/>
                </a:gs>
              </a:gsLst>
              <a:lin ang="24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70094B46-66F9-A3D7-B8BC-3DA97459A48F}"/>
                </a:ext>
              </a:extLst>
            </p:cNvPr>
            <p:cNvSpPr/>
            <p:nvPr/>
          </p:nvSpPr>
          <p:spPr>
            <a:xfrm>
              <a:off x="5752880" y="2273300"/>
              <a:ext cx="2044711" cy="3198415"/>
            </a:xfrm>
            <a:custGeom>
              <a:avLst/>
              <a:gdLst>
                <a:gd name="connsiteX0" fmla="*/ 0 w 143363"/>
                <a:gd name="connsiteY0" fmla="*/ 0 h 2692400"/>
                <a:gd name="connsiteX1" fmla="*/ 143363 w 143363"/>
                <a:gd name="connsiteY1" fmla="*/ 0 h 2692400"/>
                <a:gd name="connsiteX2" fmla="*/ 143363 w 143363"/>
                <a:gd name="connsiteY2" fmla="*/ 2692400 h 2692400"/>
                <a:gd name="connsiteX3" fmla="*/ 0 w 143363"/>
                <a:gd name="connsiteY3" fmla="*/ 2692400 h 2692400"/>
                <a:gd name="connsiteX4" fmla="*/ 0 w 143363"/>
                <a:gd name="connsiteY4" fmla="*/ 0 h 2692400"/>
                <a:gd name="connsiteX0" fmla="*/ 25400 w 143363"/>
                <a:gd name="connsiteY0" fmla="*/ 0 h 3048000"/>
                <a:gd name="connsiteX1" fmla="*/ 143363 w 143363"/>
                <a:gd name="connsiteY1" fmla="*/ 355600 h 3048000"/>
                <a:gd name="connsiteX2" fmla="*/ 143363 w 143363"/>
                <a:gd name="connsiteY2" fmla="*/ 3048000 h 3048000"/>
                <a:gd name="connsiteX3" fmla="*/ 0 w 143363"/>
                <a:gd name="connsiteY3" fmla="*/ 3048000 h 3048000"/>
                <a:gd name="connsiteX4" fmla="*/ 25400 w 143363"/>
                <a:gd name="connsiteY4" fmla="*/ 0 h 3048000"/>
                <a:gd name="connsiteX0" fmla="*/ 1104900 w 1222863"/>
                <a:gd name="connsiteY0" fmla="*/ 0 h 3048000"/>
                <a:gd name="connsiteX1" fmla="*/ 1222863 w 1222863"/>
                <a:gd name="connsiteY1" fmla="*/ 355600 h 3048000"/>
                <a:gd name="connsiteX2" fmla="*/ 1222863 w 1222863"/>
                <a:gd name="connsiteY2" fmla="*/ 3048000 h 3048000"/>
                <a:gd name="connsiteX3" fmla="*/ 0 w 1222863"/>
                <a:gd name="connsiteY3" fmla="*/ 2997200 h 3048000"/>
                <a:gd name="connsiteX4" fmla="*/ 1104900 w 1222863"/>
                <a:gd name="connsiteY4" fmla="*/ 0 h 3048000"/>
                <a:gd name="connsiteX0" fmla="*/ 1104900 w 1400663"/>
                <a:gd name="connsiteY0" fmla="*/ 0 h 3187700"/>
                <a:gd name="connsiteX1" fmla="*/ 1222863 w 1400663"/>
                <a:gd name="connsiteY1" fmla="*/ 355600 h 3187700"/>
                <a:gd name="connsiteX2" fmla="*/ 1400663 w 1400663"/>
                <a:gd name="connsiteY2" fmla="*/ 3187700 h 3187700"/>
                <a:gd name="connsiteX3" fmla="*/ 0 w 1400663"/>
                <a:gd name="connsiteY3" fmla="*/ 2997200 h 3187700"/>
                <a:gd name="connsiteX4" fmla="*/ 1104900 w 1400663"/>
                <a:gd name="connsiteY4" fmla="*/ 0 h 3187700"/>
                <a:gd name="connsiteX0" fmla="*/ 1104900 w 1400663"/>
                <a:gd name="connsiteY0" fmla="*/ 0 h 3193339"/>
                <a:gd name="connsiteX1" fmla="*/ 1222863 w 1400663"/>
                <a:gd name="connsiteY1" fmla="*/ 355600 h 3193339"/>
                <a:gd name="connsiteX2" fmla="*/ 1400663 w 1400663"/>
                <a:gd name="connsiteY2" fmla="*/ 3187700 h 3193339"/>
                <a:gd name="connsiteX3" fmla="*/ 0 w 1400663"/>
                <a:gd name="connsiteY3" fmla="*/ 2997200 h 3193339"/>
                <a:gd name="connsiteX4" fmla="*/ 1104900 w 1400663"/>
                <a:gd name="connsiteY4" fmla="*/ 0 h 3193339"/>
                <a:gd name="connsiteX0" fmla="*/ 1104900 w 1400663"/>
                <a:gd name="connsiteY0" fmla="*/ 0 h 3198415"/>
                <a:gd name="connsiteX1" fmla="*/ 1222863 w 1400663"/>
                <a:gd name="connsiteY1" fmla="*/ 355600 h 3198415"/>
                <a:gd name="connsiteX2" fmla="*/ 1400663 w 1400663"/>
                <a:gd name="connsiteY2" fmla="*/ 3187700 h 3198415"/>
                <a:gd name="connsiteX3" fmla="*/ 0 w 1400663"/>
                <a:gd name="connsiteY3" fmla="*/ 2997200 h 3198415"/>
                <a:gd name="connsiteX4" fmla="*/ 1104900 w 1400663"/>
                <a:gd name="connsiteY4" fmla="*/ 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4" fmla="*/ 1314303 w 1400663"/>
                <a:gd name="connsiteY4" fmla="*/ 44704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3" fmla="*/ 1400663 w 1400663"/>
                <a:gd name="connsiteY3" fmla="*/ 3187700 h 3198415"/>
                <a:gd name="connsiteX0" fmla="*/ 1400663 w 1585312"/>
                <a:gd name="connsiteY0" fmla="*/ 3187700 h 3198415"/>
                <a:gd name="connsiteX1" fmla="*/ 0 w 1585312"/>
                <a:gd name="connsiteY1" fmla="*/ 2997200 h 3198415"/>
                <a:gd name="connsiteX2" fmla="*/ 1104900 w 1585312"/>
                <a:gd name="connsiteY2" fmla="*/ 0 h 3198415"/>
                <a:gd name="connsiteX3" fmla="*/ 1400663 w 1585312"/>
                <a:gd name="connsiteY3" fmla="*/ 3187700 h 3198415"/>
                <a:gd name="connsiteX0" fmla="*/ 1400663 w 1812639"/>
                <a:gd name="connsiteY0" fmla="*/ 3187700 h 3198415"/>
                <a:gd name="connsiteX1" fmla="*/ 0 w 1812639"/>
                <a:gd name="connsiteY1" fmla="*/ 2997200 h 3198415"/>
                <a:gd name="connsiteX2" fmla="*/ 1104900 w 1812639"/>
                <a:gd name="connsiteY2" fmla="*/ 0 h 3198415"/>
                <a:gd name="connsiteX3" fmla="*/ 1400663 w 1812639"/>
                <a:gd name="connsiteY3" fmla="*/ 3187700 h 3198415"/>
                <a:gd name="connsiteX0" fmla="*/ 1688081 w 2100057"/>
                <a:gd name="connsiteY0" fmla="*/ 3187700 h 3198415"/>
                <a:gd name="connsiteX1" fmla="*/ 287418 w 2100057"/>
                <a:gd name="connsiteY1" fmla="*/ 2997200 h 3198415"/>
                <a:gd name="connsiteX2" fmla="*/ 1392318 w 2100057"/>
                <a:gd name="connsiteY2" fmla="*/ 0 h 3198415"/>
                <a:gd name="connsiteX3" fmla="*/ 1688081 w 2100057"/>
                <a:gd name="connsiteY3" fmla="*/ 3187700 h 3198415"/>
                <a:gd name="connsiteX0" fmla="*/ 1688081 w 1918623"/>
                <a:gd name="connsiteY0" fmla="*/ 3187700 h 3198415"/>
                <a:gd name="connsiteX1" fmla="*/ 287418 w 1918623"/>
                <a:gd name="connsiteY1" fmla="*/ 2997200 h 3198415"/>
                <a:gd name="connsiteX2" fmla="*/ 1392318 w 1918623"/>
                <a:gd name="connsiteY2" fmla="*/ 0 h 3198415"/>
                <a:gd name="connsiteX3" fmla="*/ 1688081 w 1918623"/>
                <a:gd name="connsiteY3" fmla="*/ 3187700 h 3198415"/>
                <a:gd name="connsiteX0" fmla="*/ 1688081 w 2132371"/>
                <a:gd name="connsiteY0" fmla="*/ 3187700 h 3198415"/>
                <a:gd name="connsiteX1" fmla="*/ 287418 w 2132371"/>
                <a:gd name="connsiteY1" fmla="*/ 2997200 h 3198415"/>
                <a:gd name="connsiteX2" fmla="*/ 1392318 w 2132371"/>
                <a:gd name="connsiteY2" fmla="*/ 0 h 3198415"/>
                <a:gd name="connsiteX3" fmla="*/ 1688081 w 2132371"/>
                <a:gd name="connsiteY3" fmla="*/ 3187700 h 3198415"/>
                <a:gd name="connsiteX0" fmla="*/ 1683040 w 2127330"/>
                <a:gd name="connsiteY0" fmla="*/ 3187700 h 3198415"/>
                <a:gd name="connsiteX1" fmla="*/ 282377 w 2127330"/>
                <a:gd name="connsiteY1" fmla="*/ 2997200 h 3198415"/>
                <a:gd name="connsiteX2" fmla="*/ 1387277 w 2127330"/>
                <a:gd name="connsiteY2" fmla="*/ 0 h 3198415"/>
                <a:gd name="connsiteX3" fmla="*/ 1683040 w 2127330"/>
                <a:gd name="connsiteY3" fmla="*/ 3187700 h 3198415"/>
                <a:gd name="connsiteX0" fmla="*/ 1684416 w 2128706"/>
                <a:gd name="connsiteY0" fmla="*/ 3187700 h 3198415"/>
                <a:gd name="connsiteX1" fmla="*/ 283753 w 2128706"/>
                <a:gd name="connsiteY1" fmla="*/ 2997200 h 3198415"/>
                <a:gd name="connsiteX2" fmla="*/ 1388653 w 2128706"/>
                <a:gd name="connsiteY2" fmla="*/ 0 h 3198415"/>
                <a:gd name="connsiteX3" fmla="*/ 1684416 w 2128706"/>
                <a:gd name="connsiteY3" fmla="*/ 3187700 h 3198415"/>
                <a:gd name="connsiteX0" fmla="*/ 1600421 w 2044711"/>
                <a:gd name="connsiteY0" fmla="*/ 3187700 h 3198415"/>
                <a:gd name="connsiteX1" fmla="*/ 199758 w 2044711"/>
                <a:gd name="connsiteY1" fmla="*/ 2997200 h 3198415"/>
                <a:gd name="connsiteX2" fmla="*/ 1304658 w 2044711"/>
                <a:gd name="connsiteY2" fmla="*/ 0 h 3198415"/>
                <a:gd name="connsiteX3" fmla="*/ 1600421 w 2044711"/>
                <a:gd name="connsiteY3" fmla="*/ 3187700 h 319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4711" h="3198415">
                  <a:moveTo>
                    <a:pt x="1600421" y="3187700"/>
                  </a:moveTo>
                  <a:cubicBezTo>
                    <a:pt x="892233" y="3225800"/>
                    <a:pt x="628546" y="3162300"/>
                    <a:pt x="199758" y="2997200"/>
                  </a:cubicBezTo>
                  <a:cubicBezTo>
                    <a:pt x="-524142" y="1083733"/>
                    <a:pt x="923658" y="770467"/>
                    <a:pt x="1304658" y="0"/>
                  </a:cubicBezTo>
                  <a:cubicBezTo>
                    <a:pt x="1581046" y="1024467"/>
                    <a:pt x="2632133" y="1591733"/>
                    <a:pt x="1600421" y="3187700"/>
                  </a:cubicBezTo>
                  <a:close/>
                </a:path>
              </a:pathLst>
            </a:custGeom>
            <a:gradFill>
              <a:gsLst>
                <a:gs pos="0">
                  <a:srgbClr val="9FA0C7"/>
                </a:gs>
                <a:gs pos="17000">
                  <a:srgbClr val="4B4F6C"/>
                </a:gs>
                <a:gs pos="100000">
                  <a:srgbClr val="2A222D"/>
                </a:gs>
              </a:gsLst>
              <a:lin ang="84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70B9CE0-C04E-DD69-47F4-AA15B0CE3DFD}"/>
              </a:ext>
            </a:extLst>
          </p:cNvPr>
          <p:cNvGrpSpPr/>
          <p:nvPr/>
        </p:nvGrpSpPr>
        <p:grpSpPr>
          <a:xfrm>
            <a:off x="3583962" y="831051"/>
            <a:ext cx="5648938" cy="6110297"/>
            <a:chOff x="5359716" y="2173443"/>
            <a:chExt cx="3049235" cy="3298272"/>
          </a:xfrm>
          <a:solidFill>
            <a:schemeClr val="bg1"/>
          </a:solidFill>
        </p:grpSpPr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E1452F4B-ED46-4FEE-AC52-B7116557FE27}"/>
                </a:ext>
              </a:extLst>
            </p:cNvPr>
            <p:cNvSpPr/>
            <p:nvPr/>
          </p:nvSpPr>
          <p:spPr>
            <a:xfrm rot="1062455" flipH="1">
              <a:off x="6216704" y="2190042"/>
              <a:ext cx="1294745" cy="3172222"/>
            </a:xfrm>
            <a:custGeom>
              <a:avLst/>
              <a:gdLst>
                <a:gd name="connsiteX0" fmla="*/ 0 w 143363"/>
                <a:gd name="connsiteY0" fmla="*/ 0 h 2692400"/>
                <a:gd name="connsiteX1" fmla="*/ 143363 w 143363"/>
                <a:gd name="connsiteY1" fmla="*/ 0 h 2692400"/>
                <a:gd name="connsiteX2" fmla="*/ 143363 w 143363"/>
                <a:gd name="connsiteY2" fmla="*/ 2692400 h 2692400"/>
                <a:gd name="connsiteX3" fmla="*/ 0 w 143363"/>
                <a:gd name="connsiteY3" fmla="*/ 2692400 h 2692400"/>
                <a:gd name="connsiteX4" fmla="*/ 0 w 143363"/>
                <a:gd name="connsiteY4" fmla="*/ 0 h 2692400"/>
                <a:gd name="connsiteX0" fmla="*/ 25400 w 143363"/>
                <a:gd name="connsiteY0" fmla="*/ 0 h 3048000"/>
                <a:gd name="connsiteX1" fmla="*/ 143363 w 143363"/>
                <a:gd name="connsiteY1" fmla="*/ 355600 h 3048000"/>
                <a:gd name="connsiteX2" fmla="*/ 143363 w 143363"/>
                <a:gd name="connsiteY2" fmla="*/ 3048000 h 3048000"/>
                <a:gd name="connsiteX3" fmla="*/ 0 w 143363"/>
                <a:gd name="connsiteY3" fmla="*/ 3048000 h 3048000"/>
                <a:gd name="connsiteX4" fmla="*/ 25400 w 143363"/>
                <a:gd name="connsiteY4" fmla="*/ 0 h 3048000"/>
                <a:gd name="connsiteX0" fmla="*/ 1104900 w 1222863"/>
                <a:gd name="connsiteY0" fmla="*/ 0 h 3048000"/>
                <a:gd name="connsiteX1" fmla="*/ 1222863 w 1222863"/>
                <a:gd name="connsiteY1" fmla="*/ 355600 h 3048000"/>
                <a:gd name="connsiteX2" fmla="*/ 1222863 w 1222863"/>
                <a:gd name="connsiteY2" fmla="*/ 3048000 h 3048000"/>
                <a:gd name="connsiteX3" fmla="*/ 0 w 1222863"/>
                <a:gd name="connsiteY3" fmla="*/ 2997200 h 3048000"/>
                <a:gd name="connsiteX4" fmla="*/ 1104900 w 1222863"/>
                <a:gd name="connsiteY4" fmla="*/ 0 h 3048000"/>
                <a:gd name="connsiteX0" fmla="*/ 1104900 w 1400663"/>
                <a:gd name="connsiteY0" fmla="*/ 0 h 3187700"/>
                <a:gd name="connsiteX1" fmla="*/ 1222863 w 1400663"/>
                <a:gd name="connsiteY1" fmla="*/ 355600 h 3187700"/>
                <a:gd name="connsiteX2" fmla="*/ 1400663 w 1400663"/>
                <a:gd name="connsiteY2" fmla="*/ 3187700 h 3187700"/>
                <a:gd name="connsiteX3" fmla="*/ 0 w 1400663"/>
                <a:gd name="connsiteY3" fmla="*/ 2997200 h 3187700"/>
                <a:gd name="connsiteX4" fmla="*/ 1104900 w 1400663"/>
                <a:gd name="connsiteY4" fmla="*/ 0 h 3187700"/>
                <a:gd name="connsiteX0" fmla="*/ 1104900 w 1400663"/>
                <a:gd name="connsiteY0" fmla="*/ 0 h 3193339"/>
                <a:gd name="connsiteX1" fmla="*/ 1222863 w 1400663"/>
                <a:gd name="connsiteY1" fmla="*/ 355600 h 3193339"/>
                <a:gd name="connsiteX2" fmla="*/ 1400663 w 1400663"/>
                <a:gd name="connsiteY2" fmla="*/ 3187700 h 3193339"/>
                <a:gd name="connsiteX3" fmla="*/ 0 w 1400663"/>
                <a:gd name="connsiteY3" fmla="*/ 2997200 h 3193339"/>
                <a:gd name="connsiteX4" fmla="*/ 1104900 w 1400663"/>
                <a:gd name="connsiteY4" fmla="*/ 0 h 3193339"/>
                <a:gd name="connsiteX0" fmla="*/ 1104900 w 1400663"/>
                <a:gd name="connsiteY0" fmla="*/ 0 h 3198415"/>
                <a:gd name="connsiteX1" fmla="*/ 1222863 w 1400663"/>
                <a:gd name="connsiteY1" fmla="*/ 355600 h 3198415"/>
                <a:gd name="connsiteX2" fmla="*/ 1400663 w 1400663"/>
                <a:gd name="connsiteY2" fmla="*/ 3187700 h 3198415"/>
                <a:gd name="connsiteX3" fmla="*/ 0 w 1400663"/>
                <a:gd name="connsiteY3" fmla="*/ 2997200 h 3198415"/>
                <a:gd name="connsiteX4" fmla="*/ 1104900 w 1400663"/>
                <a:gd name="connsiteY4" fmla="*/ 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4" fmla="*/ 1314303 w 1400663"/>
                <a:gd name="connsiteY4" fmla="*/ 44704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3" fmla="*/ 1400663 w 1400663"/>
                <a:gd name="connsiteY3" fmla="*/ 3187700 h 3198415"/>
                <a:gd name="connsiteX0" fmla="*/ 1400663 w 1585312"/>
                <a:gd name="connsiteY0" fmla="*/ 3187700 h 3198415"/>
                <a:gd name="connsiteX1" fmla="*/ 0 w 1585312"/>
                <a:gd name="connsiteY1" fmla="*/ 2997200 h 3198415"/>
                <a:gd name="connsiteX2" fmla="*/ 1104900 w 1585312"/>
                <a:gd name="connsiteY2" fmla="*/ 0 h 3198415"/>
                <a:gd name="connsiteX3" fmla="*/ 1400663 w 1585312"/>
                <a:gd name="connsiteY3" fmla="*/ 3187700 h 3198415"/>
                <a:gd name="connsiteX0" fmla="*/ 1400663 w 1812639"/>
                <a:gd name="connsiteY0" fmla="*/ 3187700 h 3198415"/>
                <a:gd name="connsiteX1" fmla="*/ 0 w 1812639"/>
                <a:gd name="connsiteY1" fmla="*/ 2997200 h 3198415"/>
                <a:gd name="connsiteX2" fmla="*/ 1104900 w 1812639"/>
                <a:gd name="connsiteY2" fmla="*/ 0 h 3198415"/>
                <a:gd name="connsiteX3" fmla="*/ 1400663 w 1812639"/>
                <a:gd name="connsiteY3" fmla="*/ 3187700 h 3198415"/>
                <a:gd name="connsiteX0" fmla="*/ 1688081 w 2100057"/>
                <a:gd name="connsiteY0" fmla="*/ 3187700 h 3198415"/>
                <a:gd name="connsiteX1" fmla="*/ 287418 w 2100057"/>
                <a:gd name="connsiteY1" fmla="*/ 2997200 h 3198415"/>
                <a:gd name="connsiteX2" fmla="*/ 1392318 w 2100057"/>
                <a:gd name="connsiteY2" fmla="*/ 0 h 3198415"/>
                <a:gd name="connsiteX3" fmla="*/ 1688081 w 2100057"/>
                <a:gd name="connsiteY3" fmla="*/ 3187700 h 3198415"/>
                <a:gd name="connsiteX0" fmla="*/ 1688081 w 1918623"/>
                <a:gd name="connsiteY0" fmla="*/ 3187700 h 3198415"/>
                <a:gd name="connsiteX1" fmla="*/ 287418 w 1918623"/>
                <a:gd name="connsiteY1" fmla="*/ 2997200 h 3198415"/>
                <a:gd name="connsiteX2" fmla="*/ 1392318 w 1918623"/>
                <a:gd name="connsiteY2" fmla="*/ 0 h 3198415"/>
                <a:gd name="connsiteX3" fmla="*/ 1688081 w 1918623"/>
                <a:gd name="connsiteY3" fmla="*/ 3187700 h 3198415"/>
                <a:gd name="connsiteX0" fmla="*/ 1688081 w 2132371"/>
                <a:gd name="connsiteY0" fmla="*/ 3187700 h 3198415"/>
                <a:gd name="connsiteX1" fmla="*/ 287418 w 2132371"/>
                <a:gd name="connsiteY1" fmla="*/ 2997200 h 3198415"/>
                <a:gd name="connsiteX2" fmla="*/ 1392318 w 2132371"/>
                <a:gd name="connsiteY2" fmla="*/ 0 h 3198415"/>
                <a:gd name="connsiteX3" fmla="*/ 1688081 w 2132371"/>
                <a:gd name="connsiteY3" fmla="*/ 3187700 h 3198415"/>
                <a:gd name="connsiteX0" fmla="*/ 1683040 w 2127330"/>
                <a:gd name="connsiteY0" fmla="*/ 3187700 h 3198415"/>
                <a:gd name="connsiteX1" fmla="*/ 282377 w 2127330"/>
                <a:gd name="connsiteY1" fmla="*/ 2997200 h 3198415"/>
                <a:gd name="connsiteX2" fmla="*/ 1387277 w 2127330"/>
                <a:gd name="connsiteY2" fmla="*/ 0 h 3198415"/>
                <a:gd name="connsiteX3" fmla="*/ 1683040 w 2127330"/>
                <a:gd name="connsiteY3" fmla="*/ 3187700 h 3198415"/>
                <a:gd name="connsiteX0" fmla="*/ 1684416 w 2128706"/>
                <a:gd name="connsiteY0" fmla="*/ 3187700 h 3198415"/>
                <a:gd name="connsiteX1" fmla="*/ 283753 w 2128706"/>
                <a:gd name="connsiteY1" fmla="*/ 2997200 h 3198415"/>
                <a:gd name="connsiteX2" fmla="*/ 1388653 w 2128706"/>
                <a:gd name="connsiteY2" fmla="*/ 0 h 3198415"/>
                <a:gd name="connsiteX3" fmla="*/ 1684416 w 2128706"/>
                <a:gd name="connsiteY3" fmla="*/ 3187700 h 3198415"/>
                <a:gd name="connsiteX0" fmla="*/ 1600421 w 2044711"/>
                <a:gd name="connsiteY0" fmla="*/ 3187700 h 3198415"/>
                <a:gd name="connsiteX1" fmla="*/ 199758 w 2044711"/>
                <a:gd name="connsiteY1" fmla="*/ 2997200 h 3198415"/>
                <a:gd name="connsiteX2" fmla="*/ 1304658 w 2044711"/>
                <a:gd name="connsiteY2" fmla="*/ 0 h 3198415"/>
                <a:gd name="connsiteX3" fmla="*/ 1600421 w 2044711"/>
                <a:gd name="connsiteY3" fmla="*/ 3187700 h 3198415"/>
                <a:gd name="connsiteX0" fmla="*/ 1244821 w 1791220"/>
                <a:gd name="connsiteY0" fmla="*/ 3327400 h 3332059"/>
                <a:gd name="connsiteX1" fmla="*/ 199758 w 1791220"/>
                <a:gd name="connsiteY1" fmla="*/ 2997200 h 3332059"/>
                <a:gd name="connsiteX2" fmla="*/ 1304658 w 1791220"/>
                <a:gd name="connsiteY2" fmla="*/ 0 h 3332059"/>
                <a:gd name="connsiteX3" fmla="*/ 1244821 w 1791220"/>
                <a:gd name="connsiteY3" fmla="*/ 3327400 h 3332059"/>
                <a:gd name="connsiteX0" fmla="*/ 1232945 w 1826702"/>
                <a:gd name="connsiteY0" fmla="*/ 3225800 h 3230459"/>
                <a:gd name="connsiteX1" fmla="*/ 187882 w 1826702"/>
                <a:gd name="connsiteY1" fmla="*/ 2895600 h 3230459"/>
                <a:gd name="connsiteX2" fmla="*/ 1419782 w 1826702"/>
                <a:gd name="connsiteY2" fmla="*/ 0 h 3230459"/>
                <a:gd name="connsiteX3" fmla="*/ 1232945 w 1826702"/>
                <a:gd name="connsiteY3" fmla="*/ 3225800 h 3230459"/>
                <a:gd name="connsiteX0" fmla="*/ 1334243 w 1928000"/>
                <a:gd name="connsiteY0" fmla="*/ 3225800 h 3230459"/>
                <a:gd name="connsiteX1" fmla="*/ 289180 w 1928000"/>
                <a:gd name="connsiteY1" fmla="*/ 2895600 h 3230459"/>
                <a:gd name="connsiteX2" fmla="*/ 1521080 w 1928000"/>
                <a:gd name="connsiteY2" fmla="*/ 0 h 3230459"/>
                <a:gd name="connsiteX3" fmla="*/ 1334243 w 1928000"/>
                <a:gd name="connsiteY3" fmla="*/ 3225800 h 3230459"/>
                <a:gd name="connsiteX0" fmla="*/ 1311178 w 2007821"/>
                <a:gd name="connsiteY0" fmla="*/ 3084062 h 3088721"/>
                <a:gd name="connsiteX1" fmla="*/ 266115 w 2007821"/>
                <a:gd name="connsiteY1" fmla="*/ 2753862 h 3088721"/>
                <a:gd name="connsiteX2" fmla="*/ 1722726 w 2007821"/>
                <a:gd name="connsiteY2" fmla="*/ 0 h 3088721"/>
                <a:gd name="connsiteX3" fmla="*/ 1311178 w 2007821"/>
                <a:gd name="connsiteY3" fmla="*/ 3084062 h 3088721"/>
                <a:gd name="connsiteX0" fmla="*/ 1309508 w 2015477"/>
                <a:gd name="connsiteY0" fmla="*/ 3108386 h 3113045"/>
                <a:gd name="connsiteX1" fmla="*/ 264445 w 2015477"/>
                <a:gd name="connsiteY1" fmla="*/ 2778186 h 3113045"/>
                <a:gd name="connsiteX2" fmla="*/ 1738821 w 2015477"/>
                <a:gd name="connsiteY2" fmla="*/ 0 h 3113045"/>
                <a:gd name="connsiteX3" fmla="*/ 1309508 w 2015477"/>
                <a:gd name="connsiteY3" fmla="*/ 3108386 h 3113045"/>
                <a:gd name="connsiteX0" fmla="*/ 1288764 w 1994733"/>
                <a:gd name="connsiteY0" fmla="*/ 3108386 h 3113045"/>
                <a:gd name="connsiteX1" fmla="*/ 243701 w 1994733"/>
                <a:gd name="connsiteY1" fmla="*/ 2778186 h 3113045"/>
                <a:gd name="connsiteX2" fmla="*/ 1718077 w 1994733"/>
                <a:gd name="connsiteY2" fmla="*/ 0 h 3113045"/>
                <a:gd name="connsiteX3" fmla="*/ 1288764 w 1994733"/>
                <a:gd name="connsiteY3" fmla="*/ 3108386 h 3113045"/>
                <a:gd name="connsiteX0" fmla="*/ 1288764 w 1994733"/>
                <a:gd name="connsiteY0" fmla="*/ 3108386 h 3115755"/>
                <a:gd name="connsiteX1" fmla="*/ 243701 w 1994733"/>
                <a:gd name="connsiteY1" fmla="*/ 2778186 h 3115755"/>
                <a:gd name="connsiteX2" fmla="*/ 1718077 w 1994733"/>
                <a:gd name="connsiteY2" fmla="*/ 0 h 3115755"/>
                <a:gd name="connsiteX3" fmla="*/ 1288764 w 1994733"/>
                <a:gd name="connsiteY3" fmla="*/ 3108386 h 3115755"/>
                <a:gd name="connsiteX0" fmla="*/ 1283080 w 1989049"/>
                <a:gd name="connsiteY0" fmla="*/ 3108386 h 3115755"/>
                <a:gd name="connsiteX1" fmla="*/ 238017 w 1989049"/>
                <a:gd name="connsiteY1" fmla="*/ 2778186 h 3115755"/>
                <a:gd name="connsiteX2" fmla="*/ 1712393 w 1989049"/>
                <a:gd name="connsiteY2" fmla="*/ 0 h 3115755"/>
                <a:gd name="connsiteX3" fmla="*/ 1283080 w 1989049"/>
                <a:gd name="connsiteY3" fmla="*/ 3108386 h 3115755"/>
                <a:gd name="connsiteX0" fmla="*/ 1283080 w 2009676"/>
                <a:gd name="connsiteY0" fmla="*/ 3108386 h 3115755"/>
                <a:gd name="connsiteX1" fmla="*/ 238017 w 2009676"/>
                <a:gd name="connsiteY1" fmla="*/ 2778186 h 3115755"/>
                <a:gd name="connsiteX2" fmla="*/ 1712393 w 2009676"/>
                <a:gd name="connsiteY2" fmla="*/ 0 h 3115755"/>
                <a:gd name="connsiteX3" fmla="*/ 1283080 w 2009676"/>
                <a:gd name="connsiteY3" fmla="*/ 3108386 h 3115755"/>
                <a:gd name="connsiteX0" fmla="*/ 1289437 w 1978042"/>
                <a:gd name="connsiteY0" fmla="*/ 3131563 h 3138932"/>
                <a:gd name="connsiteX1" fmla="*/ 244374 w 1978042"/>
                <a:gd name="connsiteY1" fmla="*/ 2801363 h 3138932"/>
                <a:gd name="connsiteX2" fmla="*/ 1646160 w 1978042"/>
                <a:gd name="connsiteY2" fmla="*/ 0 h 3138932"/>
                <a:gd name="connsiteX3" fmla="*/ 1289437 w 1978042"/>
                <a:gd name="connsiteY3" fmla="*/ 3131563 h 3138932"/>
                <a:gd name="connsiteX0" fmla="*/ 800546 w 1489151"/>
                <a:gd name="connsiteY0" fmla="*/ 3131563 h 3172222"/>
                <a:gd name="connsiteX1" fmla="*/ 306082 w 1489151"/>
                <a:gd name="connsiteY1" fmla="*/ 2987161 h 3172222"/>
                <a:gd name="connsiteX2" fmla="*/ 1157269 w 1489151"/>
                <a:gd name="connsiteY2" fmla="*/ 0 h 3172222"/>
                <a:gd name="connsiteX3" fmla="*/ 800546 w 1489151"/>
                <a:gd name="connsiteY3" fmla="*/ 3131563 h 3172222"/>
                <a:gd name="connsiteX0" fmla="*/ 606140 w 1294745"/>
                <a:gd name="connsiteY0" fmla="*/ 3131563 h 3172222"/>
                <a:gd name="connsiteX1" fmla="*/ 111676 w 1294745"/>
                <a:gd name="connsiteY1" fmla="*/ 2987161 h 3172222"/>
                <a:gd name="connsiteX2" fmla="*/ 962863 w 1294745"/>
                <a:gd name="connsiteY2" fmla="*/ 0 h 3172222"/>
                <a:gd name="connsiteX3" fmla="*/ 606140 w 1294745"/>
                <a:gd name="connsiteY3" fmla="*/ 3131563 h 317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4745" h="3172222">
                  <a:moveTo>
                    <a:pt x="606140" y="3131563"/>
                  </a:moveTo>
                  <a:cubicBezTo>
                    <a:pt x="-102048" y="3169663"/>
                    <a:pt x="520566" y="3245895"/>
                    <a:pt x="111676" y="2987161"/>
                  </a:cubicBezTo>
                  <a:cubicBezTo>
                    <a:pt x="-328105" y="1344391"/>
                    <a:pt x="651835" y="112894"/>
                    <a:pt x="962863" y="0"/>
                  </a:cubicBezTo>
                  <a:cubicBezTo>
                    <a:pt x="1291781" y="891258"/>
                    <a:pt x="1637852" y="1535596"/>
                    <a:pt x="606140" y="313156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57251C-4CA5-8D4D-89B0-8686EADABE98}"/>
                </a:ext>
              </a:extLst>
            </p:cNvPr>
            <p:cNvSpPr/>
            <p:nvPr/>
          </p:nvSpPr>
          <p:spPr>
            <a:xfrm>
              <a:off x="5359716" y="2173443"/>
              <a:ext cx="1928000" cy="3225800"/>
            </a:xfrm>
            <a:custGeom>
              <a:avLst/>
              <a:gdLst>
                <a:gd name="connsiteX0" fmla="*/ 0 w 143363"/>
                <a:gd name="connsiteY0" fmla="*/ 0 h 2692400"/>
                <a:gd name="connsiteX1" fmla="*/ 143363 w 143363"/>
                <a:gd name="connsiteY1" fmla="*/ 0 h 2692400"/>
                <a:gd name="connsiteX2" fmla="*/ 143363 w 143363"/>
                <a:gd name="connsiteY2" fmla="*/ 2692400 h 2692400"/>
                <a:gd name="connsiteX3" fmla="*/ 0 w 143363"/>
                <a:gd name="connsiteY3" fmla="*/ 2692400 h 2692400"/>
                <a:gd name="connsiteX4" fmla="*/ 0 w 143363"/>
                <a:gd name="connsiteY4" fmla="*/ 0 h 2692400"/>
                <a:gd name="connsiteX0" fmla="*/ 25400 w 143363"/>
                <a:gd name="connsiteY0" fmla="*/ 0 h 3048000"/>
                <a:gd name="connsiteX1" fmla="*/ 143363 w 143363"/>
                <a:gd name="connsiteY1" fmla="*/ 355600 h 3048000"/>
                <a:gd name="connsiteX2" fmla="*/ 143363 w 143363"/>
                <a:gd name="connsiteY2" fmla="*/ 3048000 h 3048000"/>
                <a:gd name="connsiteX3" fmla="*/ 0 w 143363"/>
                <a:gd name="connsiteY3" fmla="*/ 3048000 h 3048000"/>
                <a:gd name="connsiteX4" fmla="*/ 25400 w 143363"/>
                <a:gd name="connsiteY4" fmla="*/ 0 h 3048000"/>
                <a:gd name="connsiteX0" fmla="*/ 1104900 w 1222863"/>
                <a:gd name="connsiteY0" fmla="*/ 0 h 3048000"/>
                <a:gd name="connsiteX1" fmla="*/ 1222863 w 1222863"/>
                <a:gd name="connsiteY1" fmla="*/ 355600 h 3048000"/>
                <a:gd name="connsiteX2" fmla="*/ 1222863 w 1222863"/>
                <a:gd name="connsiteY2" fmla="*/ 3048000 h 3048000"/>
                <a:gd name="connsiteX3" fmla="*/ 0 w 1222863"/>
                <a:gd name="connsiteY3" fmla="*/ 2997200 h 3048000"/>
                <a:gd name="connsiteX4" fmla="*/ 1104900 w 1222863"/>
                <a:gd name="connsiteY4" fmla="*/ 0 h 3048000"/>
                <a:gd name="connsiteX0" fmla="*/ 1104900 w 1400663"/>
                <a:gd name="connsiteY0" fmla="*/ 0 h 3187700"/>
                <a:gd name="connsiteX1" fmla="*/ 1222863 w 1400663"/>
                <a:gd name="connsiteY1" fmla="*/ 355600 h 3187700"/>
                <a:gd name="connsiteX2" fmla="*/ 1400663 w 1400663"/>
                <a:gd name="connsiteY2" fmla="*/ 3187700 h 3187700"/>
                <a:gd name="connsiteX3" fmla="*/ 0 w 1400663"/>
                <a:gd name="connsiteY3" fmla="*/ 2997200 h 3187700"/>
                <a:gd name="connsiteX4" fmla="*/ 1104900 w 1400663"/>
                <a:gd name="connsiteY4" fmla="*/ 0 h 3187700"/>
                <a:gd name="connsiteX0" fmla="*/ 1104900 w 1400663"/>
                <a:gd name="connsiteY0" fmla="*/ 0 h 3193339"/>
                <a:gd name="connsiteX1" fmla="*/ 1222863 w 1400663"/>
                <a:gd name="connsiteY1" fmla="*/ 355600 h 3193339"/>
                <a:gd name="connsiteX2" fmla="*/ 1400663 w 1400663"/>
                <a:gd name="connsiteY2" fmla="*/ 3187700 h 3193339"/>
                <a:gd name="connsiteX3" fmla="*/ 0 w 1400663"/>
                <a:gd name="connsiteY3" fmla="*/ 2997200 h 3193339"/>
                <a:gd name="connsiteX4" fmla="*/ 1104900 w 1400663"/>
                <a:gd name="connsiteY4" fmla="*/ 0 h 3193339"/>
                <a:gd name="connsiteX0" fmla="*/ 1104900 w 1400663"/>
                <a:gd name="connsiteY0" fmla="*/ 0 h 3198415"/>
                <a:gd name="connsiteX1" fmla="*/ 1222863 w 1400663"/>
                <a:gd name="connsiteY1" fmla="*/ 355600 h 3198415"/>
                <a:gd name="connsiteX2" fmla="*/ 1400663 w 1400663"/>
                <a:gd name="connsiteY2" fmla="*/ 3187700 h 3198415"/>
                <a:gd name="connsiteX3" fmla="*/ 0 w 1400663"/>
                <a:gd name="connsiteY3" fmla="*/ 2997200 h 3198415"/>
                <a:gd name="connsiteX4" fmla="*/ 1104900 w 1400663"/>
                <a:gd name="connsiteY4" fmla="*/ 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4" fmla="*/ 1314303 w 1400663"/>
                <a:gd name="connsiteY4" fmla="*/ 44704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3" fmla="*/ 1400663 w 1400663"/>
                <a:gd name="connsiteY3" fmla="*/ 3187700 h 3198415"/>
                <a:gd name="connsiteX0" fmla="*/ 1400663 w 1585312"/>
                <a:gd name="connsiteY0" fmla="*/ 3187700 h 3198415"/>
                <a:gd name="connsiteX1" fmla="*/ 0 w 1585312"/>
                <a:gd name="connsiteY1" fmla="*/ 2997200 h 3198415"/>
                <a:gd name="connsiteX2" fmla="*/ 1104900 w 1585312"/>
                <a:gd name="connsiteY2" fmla="*/ 0 h 3198415"/>
                <a:gd name="connsiteX3" fmla="*/ 1400663 w 1585312"/>
                <a:gd name="connsiteY3" fmla="*/ 3187700 h 3198415"/>
                <a:gd name="connsiteX0" fmla="*/ 1400663 w 1812639"/>
                <a:gd name="connsiteY0" fmla="*/ 3187700 h 3198415"/>
                <a:gd name="connsiteX1" fmla="*/ 0 w 1812639"/>
                <a:gd name="connsiteY1" fmla="*/ 2997200 h 3198415"/>
                <a:gd name="connsiteX2" fmla="*/ 1104900 w 1812639"/>
                <a:gd name="connsiteY2" fmla="*/ 0 h 3198415"/>
                <a:gd name="connsiteX3" fmla="*/ 1400663 w 1812639"/>
                <a:gd name="connsiteY3" fmla="*/ 3187700 h 3198415"/>
                <a:gd name="connsiteX0" fmla="*/ 1688081 w 2100057"/>
                <a:gd name="connsiteY0" fmla="*/ 3187700 h 3198415"/>
                <a:gd name="connsiteX1" fmla="*/ 287418 w 2100057"/>
                <a:gd name="connsiteY1" fmla="*/ 2997200 h 3198415"/>
                <a:gd name="connsiteX2" fmla="*/ 1392318 w 2100057"/>
                <a:gd name="connsiteY2" fmla="*/ 0 h 3198415"/>
                <a:gd name="connsiteX3" fmla="*/ 1688081 w 2100057"/>
                <a:gd name="connsiteY3" fmla="*/ 3187700 h 3198415"/>
                <a:gd name="connsiteX0" fmla="*/ 1688081 w 1918623"/>
                <a:gd name="connsiteY0" fmla="*/ 3187700 h 3198415"/>
                <a:gd name="connsiteX1" fmla="*/ 287418 w 1918623"/>
                <a:gd name="connsiteY1" fmla="*/ 2997200 h 3198415"/>
                <a:gd name="connsiteX2" fmla="*/ 1392318 w 1918623"/>
                <a:gd name="connsiteY2" fmla="*/ 0 h 3198415"/>
                <a:gd name="connsiteX3" fmla="*/ 1688081 w 1918623"/>
                <a:gd name="connsiteY3" fmla="*/ 3187700 h 3198415"/>
                <a:gd name="connsiteX0" fmla="*/ 1688081 w 2132371"/>
                <a:gd name="connsiteY0" fmla="*/ 3187700 h 3198415"/>
                <a:gd name="connsiteX1" fmla="*/ 287418 w 2132371"/>
                <a:gd name="connsiteY1" fmla="*/ 2997200 h 3198415"/>
                <a:gd name="connsiteX2" fmla="*/ 1392318 w 2132371"/>
                <a:gd name="connsiteY2" fmla="*/ 0 h 3198415"/>
                <a:gd name="connsiteX3" fmla="*/ 1688081 w 2132371"/>
                <a:gd name="connsiteY3" fmla="*/ 3187700 h 3198415"/>
                <a:gd name="connsiteX0" fmla="*/ 1683040 w 2127330"/>
                <a:gd name="connsiteY0" fmla="*/ 3187700 h 3198415"/>
                <a:gd name="connsiteX1" fmla="*/ 282377 w 2127330"/>
                <a:gd name="connsiteY1" fmla="*/ 2997200 h 3198415"/>
                <a:gd name="connsiteX2" fmla="*/ 1387277 w 2127330"/>
                <a:gd name="connsiteY2" fmla="*/ 0 h 3198415"/>
                <a:gd name="connsiteX3" fmla="*/ 1683040 w 2127330"/>
                <a:gd name="connsiteY3" fmla="*/ 3187700 h 3198415"/>
                <a:gd name="connsiteX0" fmla="*/ 1684416 w 2128706"/>
                <a:gd name="connsiteY0" fmla="*/ 3187700 h 3198415"/>
                <a:gd name="connsiteX1" fmla="*/ 283753 w 2128706"/>
                <a:gd name="connsiteY1" fmla="*/ 2997200 h 3198415"/>
                <a:gd name="connsiteX2" fmla="*/ 1388653 w 2128706"/>
                <a:gd name="connsiteY2" fmla="*/ 0 h 3198415"/>
                <a:gd name="connsiteX3" fmla="*/ 1684416 w 2128706"/>
                <a:gd name="connsiteY3" fmla="*/ 3187700 h 3198415"/>
                <a:gd name="connsiteX0" fmla="*/ 1600421 w 2044711"/>
                <a:gd name="connsiteY0" fmla="*/ 3187700 h 3198415"/>
                <a:gd name="connsiteX1" fmla="*/ 199758 w 2044711"/>
                <a:gd name="connsiteY1" fmla="*/ 2997200 h 3198415"/>
                <a:gd name="connsiteX2" fmla="*/ 1304658 w 2044711"/>
                <a:gd name="connsiteY2" fmla="*/ 0 h 3198415"/>
                <a:gd name="connsiteX3" fmla="*/ 1600421 w 2044711"/>
                <a:gd name="connsiteY3" fmla="*/ 3187700 h 3198415"/>
                <a:gd name="connsiteX0" fmla="*/ 1244821 w 1791220"/>
                <a:gd name="connsiteY0" fmla="*/ 3327400 h 3332059"/>
                <a:gd name="connsiteX1" fmla="*/ 199758 w 1791220"/>
                <a:gd name="connsiteY1" fmla="*/ 2997200 h 3332059"/>
                <a:gd name="connsiteX2" fmla="*/ 1304658 w 1791220"/>
                <a:gd name="connsiteY2" fmla="*/ 0 h 3332059"/>
                <a:gd name="connsiteX3" fmla="*/ 1244821 w 1791220"/>
                <a:gd name="connsiteY3" fmla="*/ 3327400 h 3332059"/>
                <a:gd name="connsiteX0" fmla="*/ 1232945 w 1826702"/>
                <a:gd name="connsiteY0" fmla="*/ 3225800 h 3230459"/>
                <a:gd name="connsiteX1" fmla="*/ 187882 w 1826702"/>
                <a:gd name="connsiteY1" fmla="*/ 2895600 h 3230459"/>
                <a:gd name="connsiteX2" fmla="*/ 1419782 w 1826702"/>
                <a:gd name="connsiteY2" fmla="*/ 0 h 3230459"/>
                <a:gd name="connsiteX3" fmla="*/ 1232945 w 1826702"/>
                <a:gd name="connsiteY3" fmla="*/ 3225800 h 3230459"/>
                <a:gd name="connsiteX0" fmla="*/ 1334243 w 1928000"/>
                <a:gd name="connsiteY0" fmla="*/ 3225800 h 3230459"/>
                <a:gd name="connsiteX1" fmla="*/ 289180 w 1928000"/>
                <a:gd name="connsiteY1" fmla="*/ 2895600 h 3230459"/>
                <a:gd name="connsiteX2" fmla="*/ 1521080 w 1928000"/>
                <a:gd name="connsiteY2" fmla="*/ 0 h 3230459"/>
                <a:gd name="connsiteX3" fmla="*/ 1334243 w 1928000"/>
                <a:gd name="connsiteY3" fmla="*/ 3225800 h 3230459"/>
                <a:gd name="connsiteX0" fmla="*/ 1334243 w 1928000"/>
                <a:gd name="connsiteY0" fmla="*/ 3225800 h 3230187"/>
                <a:gd name="connsiteX1" fmla="*/ 289180 w 1928000"/>
                <a:gd name="connsiteY1" fmla="*/ 2895600 h 3230187"/>
                <a:gd name="connsiteX2" fmla="*/ 1521080 w 1928000"/>
                <a:gd name="connsiteY2" fmla="*/ 0 h 3230187"/>
                <a:gd name="connsiteX3" fmla="*/ 1334243 w 1928000"/>
                <a:gd name="connsiteY3" fmla="*/ 3225800 h 3230187"/>
                <a:gd name="connsiteX0" fmla="*/ 1334243 w 1928000"/>
                <a:gd name="connsiteY0" fmla="*/ 3225800 h 3226144"/>
                <a:gd name="connsiteX1" fmla="*/ 289180 w 1928000"/>
                <a:gd name="connsiteY1" fmla="*/ 2895600 h 3226144"/>
                <a:gd name="connsiteX2" fmla="*/ 1521080 w 1928000"/>
                <a:gd name="connsiteY2" fmla="*/ 0 h 3226144"/>
                <a:gd name="connsiteX3" fmla="*/ 1334243 w 1928000"/>
                <a:gd name="connsiteY3" fmla="*/ 3225800 h 3226144"/>
                <a:gd name="connsiteX0" fmla="*/ 1334243 w 1928000"/>
                <a:gd name="connsiteY0" fmla="*/ 3225800 h 3226201"/>
                <a:gd name="connsiteX1" fmla="*/ 289180 w 1928000"/>
                <a:gd name="connsiteY1" fmla="*/ 2895600 h 3226201"/>
                <a:gd name="connsiteX2" fmla="*/ 1521080 w 1928000"/>
                <a:gd name="connsiteY2" fmla="*/ 0 h 3226201"/>
                <a:gd name="connsiteX3" fmla="*/ 1334243 w 1928000"/>
                <a:gd name="connsiteY3" fmla="*/ 3225800 h 3226201"/>
                <a:gd name="connsiteX0" fmla="*/ 1334243 w 1928000"/>
                <a:gd name="connsiteY0" fmla="*/ 3225800 h 3225800"/>
                <a:gd name="connsiteX1" fmla="*/ 289180 w 1928000"/>
                <a:gd name="connsiteY1" fmla="*/ 2895600 h 3225800"/>
                <a:gd name="connsiteX2" fmla="*/ 1521080 w 1928000"/>
                <a:gd name="connsiteY2" fmla="*/ 0 h 3225800"/>
                <a:gd name="connsiteX3" fmla="*/ 1334243 w 1928000"/>
                <a:gd name="connsiteY3" fmla="*/ 3225800 h 322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8000" h="3225800">
                  <a:moveTo>
                    <a:pt x="1334243" y="3225800"/>
                  </a:moveTo>
                  <a:cubicBezTo>
                    <a:pt x="683205" y="3216275"/>
                    <a:pt x="538898" y="3074035"/>
                    <a:pt x="289180" y="2895600"/>
                  </a:cubicBezTo>
                  <a:cubicBezTo>
                    <a:pt x="-701420" y="1286933"/>
                    <a:pt x="1140080" y="770467"/>
                    <a:pt x="1521080" y="0"/>
                  </a:cubicBezTo>
                  <a:cubicBezTo>
                    <a:pt x="1797468" y="1024467"/>
                    <a:pt x="2365955" y="1629833"/>
                    <a:pt x="1334243" y="322580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CB0E9EA-F069-D768-6210-FD3DD6ED6690}"/>
                </a:ext>
              </a:extLst>
            </p:cNvPr>
            <p:cNvSpPr/>
            <p:nvPr/>
          </p:nvSpPr>
          <p:spPr>
            <a:xfrm rot="1062455" flipH="1">
              <a:off x="6414218" y="2347764"/>
              <a:ext cx="1994733" cy="3120030"/>
            </a:xfrm>
            <a:custGeom>
              <a:avLst/>
              <a:gdLst>
                <a:gd name="connsiteX0" fmla="*/ 0 w 143363"/>
                <a:gd name="connsiteY0" fmla="*/ 0 h 2692400"/>
                <a:gd name="connsiteX1" fmla="*/ 143363 w 143363"/>
                <a:gd name="connsiteY1" fmla="*/ 0 h 2692400"/>
                <a:gd name="connsiteX2" fmla="*/ 143363 w 143363"/>
                <a:gd name="connsiteY2" fmla="*/ 2692400 h 2692400"/>
                <a:gd name="connsiteX3" fmla="*/ 0 w 143363"/>
                <a:gd name="connsiteY3" fmla="*/ 2692400 h 2692400"/>
                <a:gd name="connsiteX4" fmla="*/ 0 w 143363"/>
                <a:gd name="connsiteY4" fmla="*/ 0 h 2692400"/>
                <a:gd name="connsiteX0" fmla="*/ 25400 w 143363"/>
                <a:gd name="connsiteY0" fmla="*/ 0 h 3048000"/>
                <a:gd name="connsiteX1" fmla="*/ 143363 w 143363"/>
                <a:gd name="connsiteY1" fmla="*/ 355600 h 3048000"/>
                <a:gd name="connsiteX2" fmla="*/ 143363 w 143363"/>
                <a:gd name="connsiteY2" fmla="*/ 3048000 h 3048000"/>
                <a:gd name="connsiteX3" fmla="*/ 0 w 143363"/>
                <a:gd name="connsiteY3" fmla="*/ 3048000 h 3048000"/>
                <a:gd name="connsiteX4" fmla="*/ 25400 w 143363"/>
                <a:gd name="connsiteY4" fmla="*/ 0 h 3048000"/>
                <a:gd name="connsiteX0" fmla="*/ 1104900 w 1222863"/>
                <a:gd name="connsiteY0" fmla="*/ 0 h 3048000"/>
                <a:gd name="connsiteX1" fmla="*/ 1222863 w 1222863"/>
                <a:gd name="connsiteY1" fmla="*/ 355600 h 3048000"/>
                <a:gd name="connsiteX2" fmla="*/ 1222863 w 1222863"/>
                <a:gd name="connsiteY2" fmla="*/ 3048000 h 3048000"/>
                <a:gd name="connsiteX3" fmla="*/ 0 w 1222863"/>
                <a:gd name="connsiteY3" fmla="*/ 2997200 h 3048000"/>
                <a:gd name="connsiteX4" fmla="*/ 1104900 w 1222863"/>
                <a:gd name="connsiteY4" fmla="*/ 0 h 3048000"/>
                <a:gd name="connsiteX0" fmla="*/ 1104900 w 1400663"/>
                <a:gd name="connsiteY0" fmla="*/ 0 h 3187700"/>
                <a:gd name="connsiteX1" fmla="*/ 1222863 w 1400663"/>
                <a:gd name="connsiteY1" fmla="*/ 355600 h 3187700"/>
                <a:gd name="connsiteX2" fmla="*/ 1400663 w 1400663"/>
                <a:gd name="connsiteY2" fmla="*/ 3187700 h 3187700"/>
                <a:gd name="connsiteX3" fmla="*/ 0 w 1400663"/>
                <a:gd name="connsiteY3" fmla="*/ 2997200 h 3187700"/>
                <a:gd name="connsiteX4" fmla="*/ 1104900 w 1400663"/>
                <a:gd name="connsiteY4" fmla="*/ 0 h 3187700"/>
                <a:gd name="connsiteX0" fmla="*/ 1104900 w 1400663"/>
                <a:gd name="connsiteY0" fmla="*/ 0 h 3193339"/>
                <a:gd name="connsiteX1" fmla="*/ 1222863 w 1400663"/>
                <a:gd name="connsiteY1" fmla="*/ 355600 h 3193339"/>
                <a:gd name="connsiteX2" fmla="*/ 1400663 w 1400663"/>
                <a:gd name="connsiteY2" fmla="*/ 3187700 h 3193339"/>
                <a:gd name="connsiteX3" fmla="*/ 0 w 1400663"/>
                <a:gd name="connsiteY3" fmla="*/ 2997200 h 3193339"/>
                <a:gd name="connsiteX4" fmla="*/ 1104900 w 1400663"/>
                <a:gd name="connsiteY4" fmla="*/ 0 h 3193339"/>
                <a:gd name="connsiteX0" fmla="*/ 1104900 w 1400663"/>
                <a:gd name="connsiteY0" fmla="*/ 0 h 3198415"/>
                <a:gd name="connsiteX1" fmla="*/ 1222863 w 1400663"/>
                <a:gd name="connsiteY1" fmla="*/ 355600 h 3198415"/>
                <a:gd name="connsiteX2" fmla="*/ 1400663 w 1400663"/>
                <a:gd name="connsiteY2" fmla="*/ 3187700 h 3198415"/>
                <a:gd name="connsiteX3" fmla="*/ 0 w 1400663"/>
                <a:gd name="connsiteY3" fmla="*/ 2997200 h 3198415"/>
                <a:gd name="connsiteX4" fmla="*/ 1104900 w 1400663"/>
                <a:gd name="connsiteY4" fmla="*/ 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4" fmla="*/ 1314303 w 1400663"/>
                <a:gd name="connsiteY4" fmla="*/ 44704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3" fmla="*/ 1400663 w 1400663"/>
                <a:gd name="connsiteY3" fmla="*/ 3187700 h 3198415"/>
                <a:gd name="connsiteX0" fmla="*/ 1400663 w 1585312"/>
                <a:gd name="connsiteY0" fmla="*/ 3187700 h 3198415"/>
                <a:gd name="connsiteX1" fmla="*/ 0 w 1585312"/>
                <a:gd name="connsiteY1" fmla="*/ 2997200 h 3198415"/>
                <a:gd name="connsiteX2" fmla="*/ 1104900 w 1585312"/>
                <a:gd name="connsiteY2" fmla="*/ 0 h 3198415"/>
                <a:gd name="connsiteX3" fmla="*/ 1400663 w 1585312"/>
                <a:gd name="connsiteY3" fmla="*/ 3187700 h 3198415"/>
                <a:gd name="connsiteX0" fmla="*/ 1400663 w 1812639"/>
                <a:gd name="connsiteY0" fmla="*/ 3187700 h 3198415"/>
                <a:gd name="connsiteX1" fmla="*/ 0 w 1812639"/>
                <a:gd name="connsiteY1" fmla="*/ 2997200 h 3198415"/>
                <a:gd name="connsiteX2" fmla="*/ 1104900 w 1812639"/>
                <a:gd name="connsiteY2" fmla="*/ 0 h 3198415"/>
                <a:gd name="connsiteX3" fmla="*/ 1400663 w 1812639"/>
                <a:gd name="connsiteY3" fmla="*/ 3187700 h 3198415"/>
                <a:gd name="connsiteX0" fmla="*/ 1688081 w 2100057"/>
                <a:gd name="connsiteY0" fmla="*/ 3187700 h 3198415"/>
                <a:gd name="connsiteX1" fmla="*/ 287418 w 2100057"/>
                <a:gd name="connsiteY1" fmla="*/ 2997200 h 3198415"/>
                <a:gd name="connsiteX2" fmla="*/ 1392318 w 2100057"/>
                <a:gd name="connsiteY2" fmla="*/ 0 h 3198415"/>
                <a:gd name="connsiteX3" fmla="*/ 1688081 w 2100057"/>
                <a:gd name="connsiteY3" fmla="*/ 3187700 h 3198415"/>
                <a:gd name="connsiteX0" fmla="*/ 1688081 w 1918623"/>
                <a:gd name="connsiteY0" fmla="*/ 3187700 h 3198415"/>
                <a:gd name="connsiteX1" fmla="*/ 287418 w 1918623"/>
                <a:gd name="connsiteY1" fmla="*/ 2997200 h 3198415"/>
                <a:gd name="connsiteX2" fmla="*/ 1392318 w 1918623"/>
                <a:gd name="connsiteY2" fmla="*/ 0 h 3198415"/>
                <a:gd name="connsiteX3" fmla="*/ 1688081 w 1918623"/>
                <a:gd name="connsiteY3" fmla="*/ 3187700 h 3198415"/>
                <a:gd name="connsiteX0" fmla="*/ 1688081 w 2132371"/>
                <a:gd name="connsiteY0" fmla="*/ 3187700 h 3198415"/>
                <a:gd name="connsiteX1" fmla="*/ 287418 w 2132371"/>
                <a:gd name="connsiteY1" fmla="*/ 2997200 h 3198415"/>
                <a:gd name="connsiteX2" fmla="*/ 1392318 w 2132371"/>
                <a:gd name="connsiteY2" fmla="*/ 0 h 3198415"/>
                <a:gd name="connsiteX3" fmla="*/ 1688081 w 2132371"/>
                <a:gd name="connsiteY3" fmla="*/ 3187700 h 3198415"/>
                <a:gd name="connsiteX0" fmla="*/ 1683040 w 2127330"/>
                <a:gd name="connsiteY0" fmla="*/ 3187700 h 3198415"/>
                <a:gd name="connsiteX1" fmla="*/ 282377 w 2127330"/>
                <a:gd name="connsiteY1" fmla="*/ 2997200 h 3198415"/>
                <a:gd name="connsiteX2" fmla="*/ 1387277 w 2127330"/>
                <a:gd name="connsiteY2" fmla="*/ 0 h 3198415"/>
                <a:gd name="connsiteX3" fmla="*/ 1683040 w 2127330"/>
                <a:gd name="connsiteY3" fmla="*/ 3187700 h 3198415"/>
                <a:gd name="connsiteX0" fmla="*/ 1684416 w 2128706"/>
                <a:gd name="connsiteY0" fmla="*/ 3187700 h 3198415"/>
                <a:gd name="connsiteX1" fmla="*/ 283753 w 2128706"/>
                <a:gd name="connsiteY1" fmla="*/ 2997200 h 3198415"/>
                <a:gd name="connsiteX2" fmla="*/ 1388653 w 2128706"/>
                <a:gd name="connsiteY2" fmla="*/ 0 h 3198415"/>
                <a:gd name="connsiteX3" fmla="*/ 1684416 w 2128706"/>
                <a:gd name="connsiteY3" fmla="*/ 3187700 h 3198415"/>
                <a:gd name="connsiteX0" fmla="*/ 1600421 w 2044711"/>
                <a:gd name="connsiteY0" fmla="*/ 3187700 h 3198415"/>
                <a:gd name="connsiteX1" fmla="*/ 199758 w 2044711"/>
                <a:gd name="connsiteY1" fmla="*/ 2997200 h 3198415"/>
                <a:gd name="connsiteX2" fmla="*/ 1304658 w 2044711"/>
                <a:gd name="connsiteY2" fmla="*/ 0 h 3198415"/>
                <a:gd name="connsiteX3" fmla="*/ 1600421 w 2044711"/>
                <a:gd name="connsiteY3" fmla="*/ 3187700 h 3198415"/>
                <a:gd name="connsiteX0" fmla="*/ 1244821 w 1791220"/>
                <a:gd name="connsiteY0" fmla="*/ 3327400 h 3332059"/>
                <a:gd name="connsiteX1" fmla="*/ 199758 w 1791220"/>
                <a:gd name="connsiteY1" fmla="*/ 2997200 h 3332059"/>
                <a:gd name="connsiteX2" fmla="*/ 1304658 w 1791220"/>
                <a:gd name="connsiteY2" fmla="*/ 0 h 3332059"/>
                <a:gd name="connsiteX3" fmla="*/ 1244821 w 1791220"/>
                <a:gd name="connsiteY3" fmla="*/ 3327400 h 3332059"/>
                <a:gd name="connsiteX0" fmla="*/ 1232945 w 1826702"/>
                <a:gd name="connsiteY0" fmla="*/ 3225800 h 3230459"/>
                <a:gd name="connsiteX1" fmla="*/ 187882 w 1826702"/>
                <a:gd name="connsiteY1" fmla="*/ 2895600 h 3230459"/>
                <a:gd name="connsiteX2" fmla="*/ 1419782 w 1826702"/>
                <a:gd name="connsiteY2" fmla="*/ 0 h 3230459"/>
                <a:gd name="connsiteX3" fmla="*/ 1232945 w 1826702"/>
                <a:gd name="connsiteY3" fmla="*/ 3225800 h 3230459"/>
                <a:gd name="connsiteX0" fmla="*/ 1334243 w 1928000"/>
                <a:gd name="connsiteY0" fmla="*/ 3225800 h 3230459"/>
                <a:gd name="connsiteX1" fmla="*/ 289180 w 1928000"/>
                <a:gd name="connsiteY1" fmla="*/ 2895600 h 3230459"/>
                <a:gd name="connsiteX2" fmla="*/ 1521080 w 1928000"/>
                <a:gd name="connsiteY2" fmla="*/ 0 h 3230459"/>
                <a:gd name="connsiteX3" fmla="*/ 1334243 w 1928000"/>
                <a:gd name="connsiteY3" fmla="*/ 3225800 h 3230459"/>
                <a:gd name="connsiteX0" fmla="*/ 1311178 w 2007821"/>
                <a:gd name="connsiteY0" fmla="*/ 3084062 h 3088721"/>
                <a:gd name="connsiteX1" fmla="*/ 266115 w 2007821"/>
                <a:gd name="connsiteY1" fmla="*/ 2753862 h 3088721"/>
                <a:gd name="connsiteX2" fmla="*/ 1722726 w 2007821"/>
                <a:gd name="connsiteY2" fmla="*/ 0 h 3088721"/>
                <a:gd name="connsiteX3" fmla="*/ 1311178 w 2007821"/>
                <a:gd name="connsiteY3" fmla="*/ 3084062 h 3088721"/>
                <a:gd name="connsiteX0" fmla="*/ 1309508 w 2015477"/>
                <a:gd name="connsiteY0" fmla="*/ 3108386 h 3113045"/>
                <a:gd name="connsiteX1" fmla="*/ 264445 w 2015477"/>
                <a:gd name="connsiteY1" fmla="*/ 2778186 h 3113045"/>
                <a:gd name="connsiteX2" fmla="*/ 1738821 w 2015477"/>
                <a:gd name="connsiteY2" fmla="*/ 0 h 3113045"/>
                <a:gd name="connsiteX3" fmla="*/ 1309508 w 2015477"/>
                <a:gd name="connsiteY3" fmla="*/ 3108386 h 3113045"/>
                <a:gd name="connsiteX0" fmla="*/ 1288764 w 1994733"/>
                <a:gd name="connsiteY0" fmla="*/ 3108386 h 3113045"/>
                <a:gd name="connsiteX1" fmla="*/ 243701 w 1994733"/>
                <a:gd name="connsiteY1" fmla="*/ 2778186 h 3113045"/>
                <a:gd name="connsiteX2" fmla="*/ 1718077 w 1994733"/>
                <a:gd name="connsiteY2" fmla="*/ 0 h 3113045"/>
                <a:gd name="connsiteX3" fmla="*/ 1288764 w 1994733"/>
                <a:gd name="connsiteY3" fmla="*/ 3108386 h 3113045"/>
                <a:gd name="connsiteX0" fmla="*/ 1288764 w 1994733"/>
                <a:gd name="connsiteY0" fmla="*/ 3108386 h 3115755"/>
                <a:gd name="connsiteX1" fmla="*/ 243701 w 1994733"/>
                <a:gd name="connsiteY1" fmla="*/ 2778186 h 3115755"/>
                <a:gd name="connsiteX2" fmla="*/ 1718077 w 1994733"/>
                <a:gd name="connsiteY2" fmla="*/ 0 h 3115755"/>
                <a:gd name="connsiteX3" fmla="*/ 1288764 w 1994733"/>
                <a:gd name="connsiteY3" fmla="*/ 3108386 h 3115755"/>
                <a:gd name="connsiteX0" fmla="*/ 1288764 w 1994733"/>
                <a:gd name="connsiteY0" fmla="*/ 3108386 h 3118627"/>
                <a:gd name="connsiteX1" fmla="*/ 243701 w 1994733"/>
                <a:gd name="connsiteY1" fmla="*/ 2778186 h 3118627"/>
                <a:gd name="connsiteX2" fmla="*/ 1718077 w 1994733"/>
                <a:gd name="connsiteY2" fmla="*/ 0 h 3118627"/>
                <a:gd name="connsiteX3" fmla="*/ 1288764 w 1994733"/>
                <a:gd name="connsiteY3" fmla="*/ 3108386 h 3118627"/>
                <a:gd name="connsiteX0" fmla="*/ 1288764 w 1994733"/>
                <a:gd name="connsiteY0" fmla="*/ 3108386 h 3120030"/>
                <a:gd name="connsiteX1" fmla="*/ 243701 w 1994733"/>
                <a:gd name="connsiteY1" fmla="*/ 2778186 h 3120030"/>
                <a:gd name="connsiteX2" fmla="*/ 1718077 w 1994733"/>
                <a:gd name="connsiteY2" fmla="*/ 0 h 3120030"/>
                <a:gd name="connsiteX3" fmla="*/ 1288764 w 1994733"/>
                <a:gd name="connsiteY3" fmla="*/ 3108386 h 3120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4733" h="3120030">
                  <a:moveTo>
                    <a:pt x="1288764" y="3108386"/>
                  </a:moveTo>
                  <a:cubicBezTo>
                    <a:pt x="580576" y="3146486"/>
                    <a:pt x="587680" y="3104517"/>
                    <a:pt x="243701" y="2778186"/>
                  </a:cubicBezTo>
                  <a:cubicBezTo>
                    <a:pt x="-690869" y="837454"/>
                    <a:pt x="1337077" y="770467"/>
                    <a:pt x="1718077" y="0"/>
                  </a:cubicBezTo>
                  <a:cubicBezTo>
                    <a:pt x="1994465" y="1024467"/>
                    <a:pt x="2320476" y="1512419"/>
                    <a:pt x="1288764" y="3108386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0B2F5D1F-32F7-EDF7-75E7-965A1D94BD39}"/>
                </a:ext>
              </a:extLst>
            </p:cNvPr>
            <p:cNvSpPr/>
            <p:nvPr/>
          </p:nvSpPr>
          <p:spPr>
            <a:xfrm>
              <a:off x="5752880" y="2273300"/>
              <a:ext cx="2044711" cy="3198415"/>
            </a:xfrm>
            <a:custGeom>
              <a:avLst/>
              <a:gdLst>
                <a:gd name="connsiteX0" fmla="*/ 0 w 143363"/>
                <a:gd name="connsiteY0" fmla="*/ 0 h 2692400"/>
                <a:gd name="connsiteX1" fmla="*/ 143363 w 143363"/>
                <a:gd name="connsiteY1" fmla="*/ 0 h 2692400"/>
                <a:gd name="connsiteX2" fmla="*/ 143363 w 143363"/>
                <a:gd name="connsiteY2" fmla="*/ 2692400 h 2692400"/>
                <a:gd name="connsiteX3" fmla="*/ 0 w 143363"/>
                <a:gd name="connsiteY3" fmla="*/ 2692400 h 2692400"/>
                <a:gd name="connsiteX4" fmla="*/ 0 w 143363"/>
                <a:gd name="connsiteY4" fmla="*/ 0 h 2692400"/>
                <a:gd name="connsiteX0" fmla="*/ 25400 w 143363"/>
                <a:gd name="connsiteY0" fmla="*/ 0 h 3048000"/>
                <a:gd name="connsiteX1" fmla="*/ 143363 w 143363"/>
                <a:gd name="connsiteY1" fmla="*/ 355600 h 3048000"/>
                <a:gd name="connsiteX2" fmla="*/ 143363 w 143363"/>
                <a:gd name="connsiteY2" fmla="*/ 3048000 h 3048000"/>
                <a:gd name="connsiteX3" fmla="*/ 0 w 143363"/>
                <a:gd name="connsiteY3" fmla="*/ 3048000 h 3048000"/>
                <a:gd name="connsiteX4" fmla="*/ 25400 w 143363"/>
                <a:gd name="connsiteY4" fmla="*/ 0 h 3048000"/>
                <a:gd name="connsiteX0" fmla="*/ 1104900 w 1222863"/>
                <a:gd name="connsiteY0" fmla="*/ 0 h 3048000"/>
                <a:gd name="connsiteX1" fmla="*/ 1222863 w 1222863"/>
                <a:gd name="connsiteY1" fmla="*/ 355600 h 3048000"/>
                <a:gd name="connsiteX2" fmla="*/ 1222863 w 1222863"/>
                <a:gd name="connsiteY2" fmla="*/ 3048000 h 3048000"/>
                <a:gd name="connsiteX3" fmla="*/ 0 w 1222863"/>
                <a:gd name="connsiteY3" fmla="*/ 2997200 h 3048000"/>
                <a:gd name="connsiteX4" fmla="*/ 1104900 w 1222863"/>
                <a:gd name="connsiteY4" fmla="*/ 0 h 3048000"/>
                <a:gd name="connsiteX0" fmla="*/ 1104900 w 1400663"/>
                <a:gd name="connsiteY0" fmla="*/ 0 h 3187700"/>
                <a:gd name="connsiteX1" fmla="*/ 1222863 w 1400663"/>
                <a:gd name="connsiteY1" fmla="*/ 355600 h 3187700"/>
                <a:gd name="connsiteX2" fmla="*/ 1400663 w 1400663"/>
                <a:gd name="connsiteY2" fmla="*/ 3187700 h 3187700"/>
                <a:gd name="connsiteX3" fmla="*/ 0 w 1400663"/>
                <a:gd name="connsiteY3" fmla="*/ 2997200 h 3187700"/>
                <a:gd name="connsiteX4" fmla="*/ 1104900 w 1400663"/>
                <a:gd name="connsiteY4" fmla="*/ 0 h 3187700"/>
                <a:gd name="connsiteX0" fmla="*/ 1104900 w 1400663"/>
                <a:gd name="connsiteY0" fmla="*/ 0 h 3193339"/>
                <a:gd name="connsiteX1" fmla="*/ 1222863 w 1400663"/>
                <a:gd name="connsiteY1" fmla="*/ 355600 h 3193339"/>
                <a:gd name="connsiteX2" fmla="*/ 1400663 w 1400663"/>
                <a:gd name="connsiteY2" fmla="*/ 3187700 h 3193339"/>
                <a:gd name="connsiteX3" fmla="*/ 0 w 1400663"/>
                <a:gd name="connsiteY3" fmla="*/ 2997200 h 3193339"/>
                <a:gd name="connsiteX4" fmla="*/ 1104900 w 1400663"/>
                <a:gd name="connsiteY4" fmla="*/ 0 h 3193339"/>
                <a:gd name="connsiteX0" fmla="*/ 1104900 w 1400663"/>
                <a:gd name="connsiteY0" fmla="*/ 0 h 3198415"/>
                <a:gd name="connsiteX1" fmla="*/ 1222863 w 1400663"/>
                <a:gd name="connsiteY1" fmla="*/ 355600 h 3198415"/>
                <a:gd name="connsiteX2" fmla="*/ 1400663 w 1400663"/>
                <a:gd name="connsiteY2" fmla="*/ 3187700 h 3198415"/>
                <a:gd name="connsiteX3" fmla="*/ 0 w 1400663"/>
                <a:gd name="connsiteY3" fmla="*/ 2997200 h 3198415"/>
                <a:gd name="connsiteX4" fmla="*/ 1104900 w 1400663"/>
                <a:gd name="connsiteY4" fmla="*/ 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4" fmla="*/ 1314303 w 1400663"/>
                <a:gd name="connsiteY4" fmla="*/ 44704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3" fmla="*/ 1400663 w 1400663"/>
                <a:gd name="connsiteY3" fmla="*/ 3187700 h 3198415"/>
                <a:gd name="connsiteX0" fmla="*/ 1400663 w 1585312"/>
                <a:gd name="connsiteY0" fmla="*/ 3187700 h 3198415"/>
                <a:gd name="connsiteX1" fmla="*/ 0 w 1585312"/>
                <a:gd name="connsiteY1" fmla="*/ 2997200 h 3198415"/>
                <a:gd name="connsiteX2" fmla="*/ 1104900 w 1585312"/>
                <a:gd name="connsiteY2" fmla="*/ 0 h 3198415"/>
                <a:gd name="connsiteX3" fmla="*/ 1400663 w 1585312"/>
                <a:gd name="connsiteY3" fmla="*/ 3187700 h 3198415"/>
                <a:gd name="connsiteX0" fmla="*/ 1400663 w 1812639"/>
                <a:gd name="connsiteY0" fmla="*/ 3187700 h 3198415"/>
                <a:gd name="connsiteX1" fmla="*/ 0 w 1812639"/>
                <a:gd name="connsiteY1" fmla="*/ 2997200 h 3198415"/>
                <a:gd name="connsiteX2" fmla="*/ 1104900 w 1812639"/>
                <a:gd name="connsiteY2" fmla="*/ 0 h 3198415"/>
                <a:gd name="connsiteX3" fmla="*/ 1400663 w 1812639"/>
                <a:gd name="connsiteY3" fmla="*/ 3187700 h 3198415"/>
                <a:gd name="connsiteX0" fmla="*/ 1688081 w 2100057"/>
                <a:gd name="connsiteY0" fmla="*/ 3187700 h 3198415"/>
                <a:gd name="connsiteX1" fmla="*/ 287418 w 2100057"/>
                <a:gd name="connsiteY1" fmla="*/ 2997200 h 3198415"/>
                <a:gd name="connsiteX2" fmla="*/ 1392318 w 2100057"/>
                <a:gd name="connsiteY2" fmla="*/ 0 h 3198415"/>
                <a:gd name="connsiteX3" fmla="*/ 1688081 w 2100057"/>
                <a:gd name="connsiteY3" fmla="*/ 3187700 h 3198415"/>
                <a:gd name="connsiteX0" fmla="*/ 1688081 w 1918623"/>
                <a:gd name="connsiteY0" fmla="*/ 3187700 h 3198415"/>
                <a:gd name="connsiteX1" fmla="*/ 287418 w 1918623"/>
                <a:gd name="connsiteY1" fmla="*/ 2997200 h 3198415"/>
                <a:gd name="connsiteX2" fmla="*/ 1392318 w 1918623"/>
                <a:gd name="connsiteY2" fmla="*/ 0 h 3198415"/>
                <a:gd name="connsiteX3" fmla="*/ 1688081 w 1918623"/>
                <a:gd name="connsiteY3" fmla="*/ 3187700 h 3198415"/>
                <a:gd name="connsiteX0" fmla="*/ 1688081 w 2132371"/>
                <a:gd name="connsiteY0" fmla="*/ 3187700 h 3198415"/>
                <a:gd name="connsiteX1" fmla="*/ 287418 w 2132371"/>
                <a:gd name="connsiteY1" fmla="*/ 2997200 h 3198415"/>
                <a:gd name="connsiteX2" fmla="*/ 1392318 w 2132371"/>
                <a:gd name="connsiteY2" fmla="*/ 0 h 3198415"/>
                <a:gd name="connsiteX3" fmla="*/ 1688081 w 2132371"/>
                <a:gd name="connsiteY3" fmla="*/ 3187700 h 3198415"/>
                <a:gd name="connsiteX0" fmla="*/ 1683040 w 2127330"/>
                <a:gd name="connsiteY0" fmla="*/ 3187700 h 3198415"/>
                <a:gd name="connsiteX1" fmla="*/ 282377 w 2127330"/>
                <a:gd name="connsiteY1" fmla="*/ 2997200 h 3198415"/>
                <a:gd name="connsiteX2" fmla="*/ 1387277 w 2127330"/>
                <a:gd name="connsiteY2" fmla="*/ 0 h 3198415"/>
                <a:gd name="connsiteX3" fmla="*/ 1683040 w 2127330"/>
                <a:gd name="connsiteY3" fmla="*/ 3187700 h 3198415"/>
                <a:gd name="connsiteX0" fmla="*/ 1684416 w 2128706"/>
                <a:gd name="connsiteY0" fmla="*/ 3187700 h 3198415"/>
                <a:gd name="connsiteX1" fmla="*/ 283753 w 2128706"/>
                <a:gd name="connsiteY1" fmla="*/ 2997200 h 3198415"/>
                <a:gd name="connsiteX2" fmla="*/ 1388653 w 2128706"/>
                <a:gd name="connsiteY2" fmla="*/ 0 h 3198415"/>
                <a:gd name="connsiteX3" fmla="*/ 1684416 w 2128706"/>
                <a:gd name="connsiteY3" fmla="*/ 3187700 h 3198415"/>
                <a:gd name="connsiteX0" fmla="*/ 1600421 w 2044711"/>
                <a:gd name="connsiteY0" fmla="*/ 3187700 h 3198415"/>
                <a:gd name="connsiteX1" fmla="*/ 199758 w 2044711"/>
                <a:gd name="connsiteY1" fmla="*/ 2997200 h 3198415"/>
                <a:gd name="connsiteX2" fmla="*/ 1304658 w 2044711"/>
                <a:gd name="connsiteY2" fmla="*/ 0 h 3198415"/>
                <a:gd name="connsiteX3" fmla="*/ 1600421 w 2044711"/>
                <a:gd name="connsiteY3" fmla="*/ 3187700 h 319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4711" h="3198415">
                  <a:moveTo>
                    <a:pt x="1600421" y="3187700"/>
                  </a:moveTo>
                  <a:cubicBezTo>
                    <a:pt x="892233" y="3225800"/>
                    <a:pt x="628546" y="3162300"/>
                    <a:pt x="199758" y="2997200"/>
                  </a:cubicBezTo>
                  <a:cubicBezTo>
                    <a:pt x="-524142" y="1083733"/>
                    <a:pt x="923658" y="770467"/>
                    <a:pt x="1304658" y="0"/>
                  </a:cubicBezTo>
                  <a:cubicBezTo>
                    <a:pt x="1581046" y="1024467"/>
                    <a:pt x="2632133" y="1591733"/>
                    <a:pt x="1600421" y="318770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A673FE4-D051-4CA7-42F8-A10A57D27F88}"/>
              </a:ext>
            </a:extLst>
          </p:cNvPr>
          <p:cNvGrpSpPr/>
          <p:nvPr/>
        </p:nvGrpSpPr>
        <p:grpSpPr>
          <a:xfrm>
            <a:off x="5059625" y="-9104"/>
            <a:ext cx="5648938" cy="6110297"/>
            <a:chOff x="5359716" y="2173443"/>
            <a:chExt cx="3049235" cy="3298272"/>
          </a:xfrm>
          <a:gradFill>
            <a:gsLst>
              <a:gs pos="0">
                <a:srgbClr val="9FA0C7"/>
              </a:gs>
              <a:gs pos="17000">
                <a:srgbClr val="4B4F6C"/>
              </a:gs>
              <a:gs pos="100000">
                <a:srgbClr val="2A222D"/>
              </a:gs>
            </a:gsLst>
            <a:lin ang="0" scaled="0"/>
          </a:gradFill>
        </p:grpSpPr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F3F3C695-462D-7AD9-435E-82346D413C1B}"/>
                </a:ext>
              </a:extLst>
            </p:cNvPr>
            <p:cNvSpPr/>
            <p:nvPr/>
          </p:nvSpPr>
          <p:spPr>
            <a:xfrm rot="1062455" flipH="1">
              <a:off x="6216704" y="2190042"/>
              <a:ext cx="1294745" cy="3172222"/>
            </a:xfrm>
            <a:custGeom>
              <a:avLst/>
              <a:gdLst>
                <a:gd name="connsiteX0" fmla="*/ 0 w 143363"/>
                <a:gd name="connsiteY0" fmla="*/ 0 h 2692400"/>
                <a:gd name="connsiteX1" fmla="*/ 143363 w 143363"/>
                <a:gd name="connsiteY1" fmla="*/ 0 h 2692400"/>
                <a:gd name="connsiteX2" fmla="*/ 143363 w 143363"/>
                <a:gd name="connsiteY2" fmla="*/ 2692400 h 2692400"/>
                <a:gd name="connsiteX3" fmla="*/ 0 w 143363"/>
                <a:gd name="connsiteY3" fmla="*/ 2692400 h 2692400"/>
                <a:gd name="connsiteX4" fmla="*/ 0 w 143363"/>
                <a:gd name="connsiteY4" fmla="*/ 0 h 2692400"/>
                <a:gd name="connsiteX0" fmla="*/ 25400 w 143363"/>
                <a:gd name="connsiteY0" fmla="*/ 0 h 3048000"/>
                <a:gd name="connsiteX1" fmla="*/ 143363 w 143363"/>
                <a:gd name="connsiteY1" fmla="*/ 355600 h 3048000"/>
                <a:gd name="connsiteX2" fmla="*/ 143363 w 143363"/>
                <a:gd name="connsiteY2" fmla="*/ 3048000 h 3048000"/>
                <a:gd name="connsiteX3" fmla="*/ 0 w 143363"/>
                <a:gd name="connsiteY3" fmla="*/ 3048000 h 3048000"/>
                <a:gd name="connsiteX4" fmla="*/ 25400 w 143363"/>
                <a:gd name="connsiteY4" fmla="*/ 0 h 3048000"/>
                <a:gd name="connsiteX0" fmla="*/ 1104900 w 1222863"/>
                <a:gd name="connsiteY0" fmla="*/ 0 h 3048000"/>
                <a:gd name="connsiteX1" fmla="*/ 1222863 w 1222863"/>
                <a:gd name="connsiteY1" fmla="*/ 355600 h 3048000"/>
                <a:gd name="connsiteX2" fmla="*/ 1222863 w 1222863"/>
                <a:gd name="connsiteY2" fmla="*/ 3048000 h 3048000"/>
                <a:gd name="connsiteX3" fmla="*/ 0 w 1222863"/>
                <a:gd name="connsiteY3" fmla="*/ 2997200 h 3048000"/>
                <a:gd name="connsiteX4" fmla="*/ 1104900 w 1222863"/>
                <a:gd name="connsiteY4" fmla="*/ 0 h 3048000"/>
                <a:gd name="connsiteX0" fmla="*/ 1104900 w 1400663"/>
                <a:gd name="connsiteY0" fmla="*/ 0 h 3187700"/>
                <a:gd name="connsiteX1" fmla="*/ 1222863 w 1400663"/>
                <a:gd name="connsiteY1" fmla="*/ 355600 h 3187700"/>
                <a:gd name="connsiteX2" fmla="*/ 1400663 w 1400663"/>
                <a:gd name="connsiteY2" fmla="*/ 3187700 h 3187700"/>
                <a:gd name="connsiteX3" fmla="*/ 0 w 1400663"/>
                <a:gd name="connsiteY3" fmla="*/ 2997200 h 3187700"/>
                <a:gd name="connsiteX4" fmla="*/ 1104900 w 1400663"/>
                <a:gd name="connsiteY4" fmla="*/ 0 h 3187700"/>
                <a:gd name="connsiteX0" fmla="*/ 1104900 w 1400663"/>
                <a:gd name="connsiteY0" fmla="*/ 0 h 3193339"/>
                <a:gd name="connsiteX1" fmla="*/ 1222863 w 1400663"/>
                <a:gd name="connsiteY1" fmla="*/ 355600 h 3193339"/>
                <a:gd name="connsiteX2" fmla="*/ 1400663 w 1400663"/>
                <a:gd name="connsiteY2" fmla="*/ 3187700 h 3193339"/>
                <a:gd name="connsiteX3" fmla="*/ 0 w 1400663"/>
                <a:gd name="connsiteY3" fmla="*/ 2997200 h 3193339"/>
                <a:gd name="connsiteX4" fmla="*/ 1104900 w 1400663"/>
                <a:gd name="connsiteY4" fmla="*/ 0 h 3193339"/>
                <a:gd name="connsiteX0" fmla="*/ 1104900 w 1400663"/>
                <a:gd name="connsiteY0" fmla="*/ 0 h 3198415"/>
                <a:gd name="connsiteX1" fmla="*/ 1222863 w 1400663"/>
                <a:gd name="connsiteY1" fmla="*/ 355600 h 3198415"/>
                <a:gd name="connsiteX2" fmla="*/ 1400663 w 1400663"/>
                <a:gd name="connsiteY2" fmla="*/ 3187700 h 3198415"/>
                <a:gd name="connsiteX3" fmla="*/ 0 w 1400663"/>
                <a:gd name="connsiteY3" fmla="*/ 2997200 h 3198415"/>
                <a:gd name="connsiteX4" fmla="*/ 1104900 w 1400663"/>
                <a:gd name="connsiteY4" fmla="*/ 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4" fmla="*/ 1314303 w 1400663"/>
                <a:gd name="connsiteY4" fmla="*/ 44704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3" fmla="*/ 1400663 w 1400663"/>
                <a:gd name="connsiteY3" fmla="*/ 3187700 h 3198415"/>
                <a:gd name="connsiteX0" fmla="*/ 1400663 w 1585312"/>
                <a:gd name="connsiteY0" fmla="*/ 3187700 h 3198415"/>
                <a:gd name="connsiteX1" fmla="*/ 0 w 1585312"/>
                <a:gd name="connsiteY1" fmla="*/ 2997200 h 3198415"/>
                <a:gd name="connsiteX2" fmla="*/ 1104900 w 1585312"/>
                <a:gd name="connsiteY2" fmla="*/ 0 h 3198415"/>
                <a:gd name="connsiteX3" fmla="*/ 1400663 w 1585312"/>
                <a:gd name="connsiteY3" fmla="*/ 3187700 h 3198415"/>
                <a:gd name="connsiteX0" fmla="*/ 1400663 w 1812639"/>
                <a:gd name="connsiteY0" fmla="*/ 3187700 h 3198415"/>
                <a:gd name="connsiteX1" fmla="*/ 0 w 1812639"/>
                <a:gd name="connsiteY1" fmla="*/ 2997200 h 3198415"/>
                <a:gd name="connsiteX2" fmla="*/ 1104900 w 1812639"/>
                <a:gd name="connsiteY2" fmla="*/ 0 h 3198415"/>
                <a:gd name="connsiteX3" fmla="*/ 1400663 w 1812639"/>
                <a:gd name="connsiteY3" fmla="*/ 3187700 h 3198415"/>
                <a:gd name="connsiteX0" fmla="*/ 1688081 w 2100057"/>
                <a:gd name="connsiteY0" fmla="*/ 3187700 h 3198415"/>
                <a:gd name="connsiteX1" fmla="*/ 287418 w 2100057"/>
                <a:gd name="connsiteY1" fmla="*/ 2997200 h 3198415"/>
                <a:gd name="connsiteX2" fmla="*/ 1392318 w 2100057"/>
                <a:gd name="connsiteY2" fmla="*/ 0 h 3198415"/>
                <a:gd name="connsiteX3" fmla="*/ 1688081 w 2100057"/>
                <a:gd name="connsiteY3" fmla="*/ 3187700 h 3198415"/>
                <a:gd name="connsiteX0" fmla="*/ 1688081 w 1918623"/>
                <a:gd name="connsiteY0" fmla="*/ 3187700 h 3198415"/>
                <a:gd name="connsiteX1" fmla="*/ 287418 w 1918623"/>
                <a:gd name="connsiteY1" fmla="*/ 2997200 h 3198415"/>
                <a:gd name="connsiteX2" fmla="*/ 1392318 w 1918623"/>
                <a:gd name="connsiteY2" fmla="*/ 0 h 3198415"/>
                <a:gd name="connsiteX3" fmla="*/ 1688081 w 1918623"/>
                <a:gd name="connsiteY3" fmla="*/ 3187700 h 3198415"/>
                <a:gd name="connsiteX0" fmla="*/ 1688081 w 2132371"/>
                <a:gd name="connsiteY0" fmla="*/ 3187700 h 3198415"/>
                <a:gd name="connsiteX1" fmla="*/ 287418 w 2132371"/>
                <a:gd name="connsiteY1" fmla="*/ 2997200 h 3198415"/>
                <a:gd name="connsiteX2" fmla="*/ 1392318 w 2132371"/>
                <a:gd name="connsiteY2" fmla="*/ 0 h 3198415"/>
                <a:gd name="connsiteX3" fmla="*/ 1688081 w 2132371"/>
                <a:gd name="connsiteY3" fmla="*/ 3187700 h 3198415"/>
                <a:gd name="connsiteX0" fmla="*/ 1683040 w 2127330"/>
                <a:gd name="connsiteY0" fmla="*/ 3187700 h 3198415"/>
                <a:gd name="connsiteX1" fmla="*/ 282377 w 2127330"/>
                <a:gd name="connsiteY1" fmla="*/ 2997200 h 3198415"/>
                <a:gd name="connsiteX2" fmla="*/ 1387277 w 2127330"/>
                <a:gd name="connsiteY2" fmla="*/ 0 h 3198415"/>
                <a:gd name="connsiteX3" fmla="*/ 1683040 w 2127330"/>
                <a:gd name="connsiteY3" fmla="*/ 3187700 h 3198415"/>
                <a:gd name="connsiteX0" fmla="*/ 1684416 w 2128706"/>
                <a:gd name="connsiteY0" fmla="*/ 3187700 h 3198415"/>
                <a:gd name="connsiteX1" fmla="*/ 283753 w 2128706"/>
                <a:gd name="connsiteY1" fmla="*/ 2997200 h 3198415"/>
                <a:gd name="connsiteX2" fmla="*/ 1388653 w 2128706"/>
                <a:gd name="connsiteY2" fmla="*/ 0 h 3198415"/>
                <a:gd name="connsiteX3" fmla="*/ 1684416 w 2128706"/>
                <a:gd name="connsiteY3" fmla="*/ 3187700 h 3198415"/>
                <a:gd name="connsiteX0" fmla="*/ 1600421 w 2044711"/>
                <a:gd name="connsiteY0" fmla="*/ 3187700 h 3198415"/>
                <a:gd name="connsiteX1" fmla="*/ 199758 w 2044711"/>
                <a:gd name="connsiteY1" fmla="*/ 2997200 h 3198415"/>
                <a:gd name="connsiteX2" fmla="*/ 1304658 w 2044711"/>
                <a:gd name="connsiteY2" fmla="*/ 0 h 3198415"/>
                <a:gd name="connsiteX3" fmla="*/ 1600421 w 2044711"/>
                <a:gd name="connsiteY3" fmla="*/ 3187700 h 3198415"/>
                <a:gd name="connsiteX0" fmla="*/ 1244821 w 1791220"/>
                <a:gd name="connsiteY0" fmla="*/ 3327400 h 3332059"/>
                <a:gd name="connsiteX1" fmla="*/ 199758 w 1791220"/>
                <a:gd name="connsiteY1" fmla="*/ 2997200 h 3332059"/>
                <a:gd name="connsiteX2" fmla="*/ 1304658 w 1791220"/>
                <a:gd name="connsiteY2" fmla="*/ 0 h 3332059"/>
                <a:gd name="connsiteX3" fmla="*/ 1244821 w 1791220"/>
                <a:gd name="connsiteY3" fmla="*/ 3327400 h 3332059"/>
                <a:gd name="connsiteX0" fmla="*/ 1232945 w 1826702"/>
                <a:gd name="connsiteY0" fmla="*/ 3225800 h 3230459"/>
                <a:gd name="connsiteX1" fmla="*/ 187882 w 1826702"/>
                <a:gd name="connsiteY1" fmla="*/ 2895600 h 3230459"/>
                <a:gd name="connsiteX2" fmla="*/ 1419782 w 1826702"/>
                <a:gd name="connsiteY2" fmla="*/ 0 h 3230459"/>
                <a:gd name="connsiteX3" fmla="*/ 1232945 w 1826702"/>
                <a:gd name="connsiteY3" fmla="*/ 3225800 h 3230459"/>
                <a:gd name="connsiteX0" fmla="*/ 1334243 w 1928000"/>
                <a:gd name="connsiteY0" fmla="*/ 3225800 h 3230459"/>
                <a:gd name="connsiteX1" fmla="*/ 289180 w 1928000"/>
                <a:gd name="connsiteY1" fmla="*/ 2895600 h 3230459"/>
                <a:gd name="connsiteX2" fmla="*/ 1521080 w 1928000"/>
                <a:gd name="connsiteY2" fmla="*/ 0 h 3230459"/>
                <a:gd name="connsiteX3" fmla="*/ 1334243 w 1928000"/>
                <a:gd name="connsiteY3" fmla="*/ 3225800 h 3230459"/>
                <a:gd name="connsiteX0" fmla="*/ 1311178 w 2007821"/>
                <a:gd name="connsiteY0" fmla="*/ 3084062 h 3088721"/>
                <a:gd name="connsiteX1" fmla="*/ 266115 w 2007821"/>
                <a:gd name="connsiteY1" fmla="*/ 2753862 h 3088721"/>
                <a:gd name="connsiteX2" fmla="*/ 1722726 w 2007821"/>
                <a:gd name="connsiteY2" fmla="*/ 0 h 3088721"/>
                <a:gd name="connsiteX3" fmla="*/ 1311178 w 2007821"/>
                <a:gd name="connsiteY3" fmla="*/ 3084062 h 3088721"/>
                <a:gd name="connsiteX0" fmla="*/ 1309508 w 2015477"/>
                <a:gd name="connsiteY0" fmla="*/ 3108386 h 3113045"/>
                <a:gd name="connsiteX1" fmla="*/ 264445 w 2015477"/>
                <a:gd name="connsiteY1" fmla="*/ 2778186 h 3113045"/>
                <a:gd name="connsiteX2" fmla="*/ 1738821 w 2015477"/>
                <a:gd name="connsiteY2" fmla="*/ 0 h 3113045"/>
                <a:gd name="connsiteX3" fmla="*/ 1309508 w 2015477"/>
                <a:gd name="connsiteY3" fmla="*/ 3108386 h 3113045"/>
                <a:gd name="connsiteX0" fmla="*/ 1288764 w 1994733"/>
                <a:gd name="connsiteY0" fmla="*/ 3108386 h 3113045"/>
                <a:gd name="connsiteX1" fmla="*/ 243701 w 1994733"/>
                <a:gd name="connsiteY1" fmla="*/ 2778186 h 3113045"/>
                <a:gd name="connsiteX2" fmla="*/ 1718077 w 1994733"/>
                <a:gd name="connsiteY2" fmla="*/ 0 h 3113045"/>
                <a:gd name="connsiteX3" fmla="*/ 1288764 w 1994733"/>
                <a:gd name="connsiteY3" fmla="*/ 3108386 h 3113045"/>
                <a:gd name="connsiteX0" fmla="*/ 1288764 w 1994733"/>
                <a:gd name="connsiteY0" fmla="*/ 3108386 h 3115755"/>
                <a:gd name="connsiteX1" fmla="*/ 243701 w 1994733"/>
                <a:gd name="connsiteY1" fmla="*/ 2778186 h 3115755"/>
                <a:gd name="connsiteX2" fmla="*/ 1718077 w 1994733"/>
                <a:gd name="connsiteY2" fmla="*/ 0 h 3115755"/>
                <a:gd name="connsiteX3" fmla="*/ 1288764 w 1994733"/>
                <a:gd name="connsiteY3" fmla="*/ 3108386 h 3115755"/>
                <a:gd name="connsiteX0" fmla="*/ 1283080 w 1989049"/>
                <a:gd name="connsiteY0" fmla="*/ 3108386 h 3115755"/>
                <a:gd name="connsiteX1" fmla="*/ 238017 w 1989049"/>
                <a:gd name="connsiteY1" fmla="*/ 2778186 h 3115755"/>
                <a:gd name="connsiteX2" fmla="*/ 1712393 w 1989049"/>
                <a:gd name="connsiteY2" fmla="*/ 0 h 3115755"/>
                <a:gd name="connsiteX3" fmla="*/ 1283080 w 1989049"/>
                <a:gd name="connsiteY3" fmla="*/ 3108386 h 3115755"/>
                <a:gd name="connsiteX0" fmla="*/ 1283080 w 2009676"/>
                <a:gd name="connsiteY0" fmla="*/ 3108386 h 3115755"/>
                <a:gd name="connsiteX1" fmla="*/ 238017 w 2009676"/>
                <a:gd name="connsiteY1" fmla="*/ 2778186 h 3115755"/>
                <a:gd name="connsiteX2" fmla="*/ 1712393 w 2009676"/>
                <a:gd name="connsiteY2" fmla="*/ 0 h 3115755"/>
                <a:gd name="connsiteX3" fmla="*/ 1283080 w 2009676"/>
                <a:gd name="connsiteY3" fmla="*/ 3108386 h 3115755"/>
                <a:gd name="connsiteX0" fmla="*/ 1289437 w 1978042"/>
                <a:gd name="connsiteY0" fmla="*/ 3131563 h 3138932"/>
                <a:gd name="connsiteX1" fmla="*/ 244374 w 1978042"/>
                <a:gd name="connsiteY1" fmla="*/ 2801363 h 3138932"/>
                <a:gd name="connsiteX2" fmla="*/ 1646160 w 1978042"/>
                <a:gd name="connsiteY2" fmla="*/ 0 h 3138932"/>
                <a:gd name="connsiteX3" fmla="*/ 1289437 w 1978042"/>
                <a:gd name="connsiteY3" fmla="*/ 3131563 h 3138932"/>
                <a:gd name="connsiteX0" fmla="*/ 800546 w 1489151"/>
                <a:gd name="connsiteY0" fmla="*/ 3131563 h 3172222"/>
                <a:gd name="connsiteX1" fmla="*/ 306082 w 1489151"/>
                <a:gd name="connsiteY1" fmla="*/ 2987161 h 3172222"/>
                <a:gd name="connsiteX2" fmla="*/ 1157269 w 1489151"/>
                <a:gd name="connsiteY2" fmla="*/ 0 h 3172222"/>
                <a:gd name="connsiteX3" fmla="*/ 800546 w 1489151"/>
                <a:gd name="connsiteY3" fmla="*/ 3131563 h 3172222"/>
                <a:gd name="connsiteX0" fmla="*/ 606140 w 1294745"/>
                <a:gd name="connsiteY0" fmla="*/ 3131563 h 3172222"/>
                <a:gd name="connsiteX1" fmla="*/ 111676 w 1294745"/>
                <a:gd name="connsiteY1" fmla="*/ 2987161 h 3172222"/>
                <a:gd name="connsiteX2" fmla="*/ 962863 w 1294745"/>
                <a:gd name="connsiteY2" fmla="*/ 0 h 3172222"/>
                <a:gd name="connsiteX3" fmla="*/ 606140 w 1294745"/>
                <a:gd name="connsiteY3" fmla="*/ 3131563 h 317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4745" h="3172222">
                  <a:moveTo>
                    <a:pt x="606140" y="3131563"/>
                  </a:moveTo>
                  <a:cubicBezTo>
                    <a:pt x="-102048" y="3169663"/>
                    <a:pt x="520566" y="3245895"/>
                    <a:pt x="111676" y="2987161"/>
                  </a:cubicBezTo>
                  <a:cubicBezTo>
                    <a:pt x="-328105" y="1344391"/>
                    <a:pt x="651835" y="112894"/>
                    <a:pt x="962863" y="0"/>
                  </a:cubicBezTo>
                  <a:cubicBezTo>
                    <a:pt x="1291781" y="891258"/>
                    <a:pt x="1637852" y="1535596"/>
                    <a:pt x="606140" y="3131563"/>
                  </a:cubicBezTo>
                  <a:close/>
                </a:path>
              </a:pathLst>
            </a:custGeom>
            <a:gradFill>
              <a:gsLst>
                <a:gs pos="0">
                  <a:srgbClr val="9FA0C7"/>
                </a:gs>
                <a:gs pos="17000">
                  <a:srgbClr val="4B4F6C"/>
                </a:gs>
                <a:gs pos="100000">
                  <a:srgbClr val="2A222D"/>
                </a:gs>
              </a:gsLst>
              <a:lin ang="84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9">
              <a:extLst>
                <a:ext uri="{FF2B5EF4-FFF2-40B4-BE49-F238E27FC236}">
                  <a16:creationId xmlns:a16="http://schemas.microsoft.com/office/drawing/2014/main" id="{221FC12F-73D5-78DF-2168-6458BB7285EF}"/>
                </a:ext>
              </a:extLst>
            </p:cNvPr>
            <p:cNvSpPr/>
            <p:nvPr/>
          </p:nvSpPr>
          <p:spPr>
            <a:xfrm>
              <a:off x="5359716" y="2173443"/>
              <a:ext cx="1928000" cy="3225800"/>
            </a:xfrm>
            <a:custGeom>
              <a:avLst/>
              <a:gdLst>
                <a:gd name="connsiteX0" fmla="*/ 0 w 143363"/>
                <a:gd name="connsiteY0" fmla="*/ 0 h 2692400"/>
                <a:gd name="connsiteX1" fmla="*/ 143363 w 143363"/>
                <a:gd name="connsiteY1" fmla="*/ 0 h 2692400"/>
                <a:gd name="connsiteX2" fmla="*/ 143363 w 143363"/>
                <a:gd name="connsiteY2" fmla="*/ 2692400 h 2692400"/>
                <a:gd name="connsiteX3" fmla="*/ 0 w 143363"/>
                <a:gd name="connsiteY3" fmla="*/ 2692400 h 2692400"/>
                <a:gd name="connsiteX4" fmla="*/ 0 w 143363"/>
                <a:gd name="connsiteY4" fmla="*/ 0 h 2692400"/>
                <a:gd name="connsiteX0" fmla="*/ 25400 w 143363"/>
                <a:gd name="connsiteY0" fmla="*/ 0 h 3048000"/>
                <a:gd name="connsiteX1" fmla="*/ 143363 w 143363"/>
                <a:gd name="connsiteY1" fmla="*/ 355600 h 3048000"/>
                <a:gd name="connsiteX2" fmla="*/ 143363 w 143363"/>
                <a:gd name="connsiteY2" fmla="*/ 3048000 h 3048000"/>
                <a:gd name="connsiteX3" fmla="*/ 0 w 143363"/>
                <a:gd name="connsiteY3" fmla="*/ 3048000 h 3048000"/>
                <a:gd name="connsiteX4" fmla="*/ 25400 w 143363"/>
                <a:gd name="connsiteY4" fmla="*/ 0 h 3048000"/>
                <a:gd name="connsiteX0" fmla="*/ 1104900 w 1222863"/>
                <a:gd name="connsiteY0" fmla="*/ 0 h 3048000"/>
                <a:gd name="connsiteX1" fmla="*/ 1222863 w 1222863"/>
                <a:gd name="connsiteY1" fmla="*/ 355600 h 3048000"/>
                <a:gd name="connsiteX2" fmla="*/ 1222863 w 1222863"/>
                <a:gd name="connsiteY2" fmla="*/ 3048000 h 3048000"/>
                <a:gd name="connsiteX3" fmla="*/ 0 w 1222863"/>
                <a:gd name="connsiteY3" fmla="*/ 2997200 h 3048000"/>
                <a:gd name="connsiteX4" fmla="*/ 1104900 w 1222863"/>
                <a:gd name="connsiteY4" fmla="*/ 0 h 3048000"/>
                <a:gd name="connsiteX0" fmla="*/ 1104900 w 1400663"/>
                <a:gd name="connsiteY0" fmla="*/ 0 h 3187700"/>
                <a:gd name="connsiteX1" fmla="*/ 1222863 w 1400663"/>
                <a:gd name="connsiteY1" fmla="*/ 355600 h 3187700"/>
                <a:gd name="connsiteX2" fmla="*/ 1400663 w 1400663"/>
                <a:gd name="connsiteY2" fmla="*/ 3187700 h 3187700"/>
                <a:gd name="connsiteX3" fmla="*/ 0 w 1400663"/>
                <a:gd name="connsiteY3" fmla="*/ 2997200 h 3187700"/>
                <a:gd name="connsiteX4" fmla="*/ 1104900 w 1400663"/>
                <a:gd name="connsiteY4" fmla="*/ 0 h 3187700"/>
                <a:gd name="connsiteX0" fmla="*/ 1104900 w 1400663"/>
                <a:gd name="connsiteY0" fmla="*/ 0 h 3193339"/>
                <a:gd name="connsiteX1" fmla="*/ 1222863 w 1400663"/>
                <a:gd name="connsiteY1" fmla="*/ 355600 h 3193339"/>
                <a:gd name="connsiteX2" fmla="*/ 1400663 w 1400663"/>
                <a:gd name="connsiteY2" fmla="*/ 3187700 h 3193339"/>
                <a:gd name="connsiteX3" fmla="*/ 0 w 1400663"/>
                <a:gd name="connsiteY3" fmla="*/ 2997200 h 3193339"/>
                <a:gd name="connsiteX4" fmla="*/ 1104900 w 1400663"/>
                <a:gd name="connsiteY4" fmla="*/ 0 h 3193339"/>
                <a:gd name="connsiteX0" fmla="*/ 1104900 w 1400663"/>
                <a:gd name="connsiteY0" fmla="*/ 0 h 3198415"/>
                <a:gd name="connsiteX1" fmla="*/ 1222863 w 1400663"/>
                <a:gd name="connsiteY1" fmla="*/ 355600 h 3198415"/>
                <a:gd name="connsiteX2" fmla="*/ 1400663 w 1400663"/>
                <a:gd name="connsiteY2" fmla="*/ 3187700 h 3198415"/>
                <a:gd name="connsiteX3" fmla="*/ 0 w 1400663"/>
                <a:gd name="connsiteY3" fmla="*/ 2997200 h 3198415"/>
                <a:gd name="connsiteX4" fmla="*/ 1104900 w 1400663"/>
                <a:gd name="connsiteY4" fmla="*/ 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4" fmla="*/ 1314303 w 1400663"/>
                <a:gd name="connsiteY4" fmla="*/ 44704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3" fmla="*/ 1400663 w 1400663"/>
                <a:gd name="connsiteY3" fmla="*/ 3187700 h 3198415"/>
                <a:gd name="connsiteX0" fmla="*/ 1400663 w 1585312"/>
                <a:gd name="connsiteY0" fmla="*/ 3187700 h 3198415"/>
                <a:gd name="connsiteX1" fmla="*/ 0 w 1585312"/>
                <a:gd name="connsiteY1" fmla="*/ 2997200 h 3198415"/>
                <a:gd name="connsiteX2" fmla="*/ 1104900 w 1585312"/>
                <a:gd name="connsiteY2" fmla="*/ 0 h 3198415"/>
                <a:gd name="connsiteX3" fmla="*/ 1400663 w 1585312"/>
                <a:gd name="connsiteY3" fmla="*/ 3187700 h 3198415"/>
                <a:gd name="connsiteX0" fmla="*/ 1400663 w 1812639"/>
                <a:gd name="connsiteY0" fmla="*/ 3187700 h 3198415"/>
                <a:gd name="connsiteX1" fmla="*/ 0 w 1812639"/>
                <a:gd name="connsiteY1" fmla="*/ 2997200 h 3198415"/>
                <a:gd name="connsiteX2" fmla="*/ 1104900 w 1812639"/>
                <a:gd name="connsiteY2" fmla="*/ 0 h 3198415"/>
                <a:gd name="connsiteX3" fmla="*/ 1400663 w 1812639"/>
                <a:gd name="connsiteY3" fmla="*/ 3187700 h 3198415"/>
                <a:gd name="connsiteX0" fmla="*/ 1688081 w 2100057"/>
                <a:gd name="connsiteY0" fmla="*/ 3187700 h 3198415"/>
                <a:gd name="connsiteX1" fmla="*/ 287418 w 2100057"/>
                <a:gd name="connsiteY1" fmla="*/ 2997200 h 3198415"/>
                <a:gd name="connsiteX2" fmla="*/ 1392318 w 2100057"/>
                <a:gd name="connsiteY2" fmla="*/ 0 h 3198415"/>
                <a:gd name="connsiteX3" fmla="*/ 1688081 w 2100057"/>
                <a:gd name="connsiteY3" fmla="*/ 3187700 h 3198415"/>
                <a:gd name="connsiteX0" fmla="*/ 1688081 w 1918623"/>
                <a:gd name="connsiteY0" fmla="*/ 3187700 h 3198415"/>
                <a:gd name="connsiteX1" fmla="*/ 287418 w 1918623"/>
                <a:gd name="connsiteY1" fmla="*/ 2997200 h 3198415"/>
                <a:gd name="connsiteX2" fmla="*/ 1392318 w 1918623"/>
                <a:gd name="connsiteY2" fmla="*/ 0 h 3198415"/>
                <a:gd name="connsiteX3" fmla="*/ 1688081 w 1918623"/>
                <a:gd name="connsiteY3" fmla="*/ 3187700 h 3198415"/>
                <a:gd name="connsiteX0" fmla="*/ 1688081 w 2132371"/>
                <a:gd name="connsiteY0" fmla="*/ 3187700 h 3198415"/>
                <a:gd name="connsiteX1" fmla="*/ 287418 w 2132371"/>
                <a:gd name="connsiteY1" fmla="*/ 2997200 h 3198415"/>
                <a:gd name="connsiteX2" fmla="*/ 1392318 w 2132371"/>
                <a:gd name="connsiteY2" fmla="*/ 0 h 3198415"/>
                <a:gd name="connsiteX3" fmla="*/ 1688081 w 2132371"/>
                <a:gd name="connsiteY3" fmla="*/ 3187700 h 3198415"/>
                <a:gd name="connsiteX0" fmla="*/ 1683040 w 2127330"/>
                <a:gd name="connsiteY0" fmla="*/ 3187700 h 3198415"/>
                <a:gd name="connsiteX1" fmla="*/ 282377 w 2127330"/>
                <a:gd name="connsiteY1" fmla="*/ 2997200 h 3198415"/>
                <a:gd name="connsiteX2" fmla="*/ 1387277 w 2127330"/>
                <a:gd name="connsiteY2" fmla="*/ 0 h 3198415"/>
                <a:gd name="connsiteX3" fmla="*/ 1683040 w 2127330"/>
                <a:gd name="connsiteY3" fmla="*/ 3187700 h 3198415"/>
                <a:gd name="connsiteX0" fmla="*/ 1684416 w 2128706"/>
                <a:gd name="connsiteY0" fmla="*/ 3187700 h 3198415"/>
                <a:gd name="connsiteX1" fmla="*/ 283753 w 2128706"/>
                <a:gd name="connsiteY1" fmla="*/ 2997200 h 3198415"/>
                <a:gd name="connsiteX2" fmla="*/ 1388653 w 2128706"/>
                <a:gd name="connsiteY2" fmla="*/ 0 h 3198415"/>
                <a:gd name="connsiteX3" fmla="*/ 1684416 w 2128706"/>
                <a:gd name="connsiteY3" fmla="*/ 3187700 h 3198415"/>
                <a:gd name="connsiteX0" fmla="*/ 1600421 w 2044711"/>
                <a:gd name="connsiteY0" fmla="*/ 3187700 h 3198415"/>
                <a:gd name="connsiteX1" fmla="*/ 199758 w 2044711"/>
                <a:gd name="connsiteY1" fmla="*/ 2997200 h 3198415"/>
                <a:gd name="connsiteX2" fmla="*/ 1304658 w 2044711"/>
                <a:gd name="connsiteY2" fmla="*/ 0 h 3198415"/>
                <a:gd name="connsiteX3" fmla="*/ 1600421 w 2044711"/>
                <a:gd name="connsiteY3" fmla="*/ 3187700 h 3198415"/>
                <a:gd name="connsiteX0" fmla="*/ 1244821 w 1791220"/>
                <a:gd name="connsiteY0" fmla="*/ 3327400 h 3332059"/>
                <a:gd name="connsiteX1" fmla="*/ 199758 w 1791220"/>
                <a:gd name="connsiteY1" fmla="*/ 2997200 h 3332059"/>
                <a:gd name="connsiteX2" fmla="*/ 1304658 w 1791220"/>
                <a:gd name="connsiteY2" fmla="*/ 0 h 3332059"/>
                <a:gd name="connsiteX3" fmla="*/ 1244821 w 1791220"/>
                <a:gd name="connsiteY3" fmla="*/ 3327400 h 3332059"/>
                <a:gd name="connsiteX0" fmla="*/ 1232945 w 1826702"/>
                <a:gd name="connsiteY0" fmla="*/ 3225800 h 3230459"/>
                <a:gd name="connsiteX1" fmla="*/ 187882 w 1826702"/>
                <a:gd name="connsiteY1" fmla="*/ 2895600 h 3230459"/>
                <a:gd name="connsiteX2" fmla="*/ 1419782 w 1826702"/>
                <a:gd name="connsiteY2" fmla="*/ 0 h 3230459"/>
                <a:gd name="connsiteX3" fmla="*/ 1232945 w 1826702"/>
                <a:gd name="connsiteY3" fmla="*/ 3225800 h 3230459"/>
                <a:gd name="connsiteX0" fmla="*/ 1334243 w 1928000"/>
                <a:gd name="connsiteY0" fmla="*/ 3225800 h 3230459"/>
                <a:gd name="connsiteX1" fmla="*/ 289180 w 1928000"/>
                <a:gd name="connsiteY1" fmla="*/ 2895600 h 3230459"/>
                <a:gd name="connsiteX2" fmla="*/ 1521080 w 1928000"/>
                <a:gd name="connsiteY2" fmla="*/ 0 h 3230459"/>
                <a:gd name="connsiteX3" fmla="*/ 1334243 w 1928000"/>
                <a:gd name="connsiteY3" fmla="*/ 3225800 h 3230459"/>
                <a:gd name="connsiteX0" fmla="*/ 1334243 w 1928000"/>
                <a:gd name="connsiteY0" fmla="*/ 3225800 h 3230187"/>
                <a:gd name="connsiteX1" fmla="*/ 289180 w 1928000"/>
                <a:gd name="connsiteY1" fmla="*/ 2895600 h 3230187"/>
                <a:gd name="connsiteX2" fmla="*/ 1521080 w 1928000"/>
                <a:gd name="connsiteY2" fmla="*/ 0 h 3230187"/>
                <a:gd name="connsiteX3" fmla="*/ 1334243 w 1928000"/>
                <a:gd name="connsiteY3" fmla="*/ 3225800 h 3230187"/>
                <a:gd name="connsiteX0" fmla="*/ 1334243 w 1928000"/>
                <a:gd name="connsiteY0" fmla="*/ 3225800 h 3226144"/>
                <a:gd name="connsiteX1" fmla="*/ 289180 w 1928000"/>
                <a:gd name="connsiteY1" fmla="*/ 2895600 h 3226144"/>
                <a:gd name="connsiteX2" fmla="*/ 1521080 w 1928000"/>
                <a:gd name="connsiteY2" fmla="*/ 0 h 3226144"/>
                <a:gd name="connsiteX3" fmla="*/ 1334243 w 1928000"/>
                <a:gd name="connsiteY3" fmla="*/ 3225800 h 3226144"/>
                <a:gd name="connsiteX0" fmla="*/ 1334243 w 1928000"/>
                <a:gd name="connsiteY0" fmla="*/ 3225800 h 3226201"/>
                <a:gd name="connsiteX1" fmla="*/ 289180 w 1928000"/>
                <a:gd name="connsiteY1" fmla="*/ 2895600 h 3226201"/>
                <a:gd name="connsiteX2" fmla="*/ 1521080 w 1928000"/>
                <a:gd name="connsiteY2" fmla="*/ 0 h 3226201"/>
                <a:gd name="connsiteX3" fmla="*/ 1334243 w 1928000"/>
                <a:gd name="connsiteY3" fmla="*/ 3225800 h 3226201"/>
                <a:gd name="connsiteX0" fmla="*/ 1334243 w 1928000"/>
                <a:gd name="connsiteY0" fmla="*/ 3225800 h 3225800"/>
                <a:gd name="connsiteX1" fmla="*/ 289180 w 1928000"/>
                <a:gd name="connsiteY1" fmla="*/ 2895600 h 3225800"/>
                <a:gd name="connsiteX2" fmla="*/ 1521080 w 1928000"/>
                <a:gd name="connsiteY2" fmla="*/ 0 h 3225800"/>
                <a:gd name="connsiteX3" fmla="*/ 1334243 w 1928000"/>
                <a:gd name="connsiteY3" fmla="*/ 3225800 h 322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8000" h="3225800">
                  <a:moveTo>
                    <a:pt x="1334243" y="3225800"/>
                  </a:moveTo>
                  <a:cubicBezTo>
                    <a:pt x="683205" y="3216275"/>
                    <a:pt x="538898" y="3074035"/>
                    <a:pt x="289180" y="2895600"/>
                  </a:cubicBezTo>
                  <a:cubicBezTo>
                    <a:pt x="-701420" y="1286933"/>
                    <a:pt x="1140080" y="770467"/>
                    <a:pt x="1521080" y="0"/>
                  </a:cubicBezTo>
                  <a:cubicBezTo>
                    <a:pt x="1797468" y="1024467"/>
                    <a:pt x="2365955" y="1629833"/>
                    <a:pt x="1334243" y="3225800"/>
                  </a:cubicBezTo>
                  <a:close/>
                </a:path>
              </a:pathLst>
            </a:custGeom>
            <a:gradFill>
              <a:gsLst>
                <a:gs pos="0">
                  <a:srgbClr val="9FA0C7"/>
                </a:gs>
                <a:gs pos="17000">
                  <a:srgbClr val="4B4F6C"/>
                </a:gs>
                <a:gs pos="100000">
                  <a:srgbClr val="2A222D"/>
                </a:gs>
              </a:gsLst>
              <a:lin ang="126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5FA1D871-9A44-C075-932F-B75C44FD7BAC}"/>
                </a:ext>
              </a:extLst>
            </p:cNvPr>
            <p:cNvSpPr/>
            <p:nvPr/>
          </p:nvSpPr>
          <p:spPr>
            <a:xfrm rot="1062455" flipH="1">
              <a:off x="6414218" y="2347764"/>
              <a:ext cx="1994733" cy="3120030"/>
            </a:xfrm>
            <a:custGeom>
              <a:avLst/>
              <a:gdLst>
                <a:gd name="connsiteX0" fmla="*/ 0 w 143363"/>
                <a:gd name="connsiteY0" fmla="*/ 0 h 2692400"/>
                <a:gd name="connsiteX1" fmla="*/ 143363 w 143363"/>
                <a:gd name="connsiteY1" fmla="*/ 0 h 2692400"/>
                <a:gd name="connsiteX2" fmla="*/ 143363 w 143363"/>
                <a:gd name="connsiteY2" fmla="*/ 2692400 h 2692400"/>
                <a:gd name="connsiteX3" fmla="*/ 0 w 143363"/>
                <a:gd name="connsiteY3" fmla="*/ 2692400 h 2692400"/>
                <a:gd name="connsiteX4" fmla="*/ 0 w 143363"/>
                <a:gd name="connsiteY4" fmla="*/ 0 h 2692400"/>
                <a:gd name="connsiteX0" fmla="*/ 25400 w 143363"/>
                <a:gd name="connsiteY0" fmla="*/ 0 h 3048000"/>
                <a:gd name="connsiteX1" fmla="*/ 143363 w 143363"/>
                <a:gd name="connsiteY1" fmla="*/ 355600 h 3048000"/>
                <a:gd name="connsiteX2" fmla="*/ 143363 w 143363"/>
                <a:gd name="connsiteY2" fmla="*/ 3048000 h 3048000"/>
                <a:gd name="connsiteX3" fmla="*/ 0 w 143363"/>
                <a:gd name="connsiteY3" fmla="*/ 3048000 h 3048000"/>
                <a:gd name="connsiteX4" fmla="*/ 25400 w 143363"/>
                <a:gd name="connsiteY4" fmla="*/ 0 h 3048000"/>
                <a:gd name="connsiteX0" fmla="*/ 1104900 w 1222863"/>
                <a:gd name="connsiteY0" fmla="*/ 0 h 3048000"/>
                <a:gd name="connsiteX1" fmla="*/ 1222863 w 1222863"/>
                <a:gd name="connsiteY1" fmla="*/ 355600 h 3048000"/>
                <a:gd name="connsiteX2" fmla="*/ 1222863 w 1222863"/>
                <a:gd name="connsiteY2" fmla="*/ 3048000 h 3048000"/>
                <a:gd name="connsiteX3" fmla="*/ 0 w 1222863"/>
                <a:gd name="connsiteY3" fmla="*/ 2997200 h 3048000"/>
                <a:gd name="connsiteX4" fmla="*/ 1104900 w 1222863"/>
                <a:gd name="connsiteY4" fmla="*/ 0 h 3048000"/>
                <a:gd name="connsiteX0" fmla="*/ 1104900 w 1400663"/>
                <a:gd name="connsiteY0" fmla="*/ 0 h 3187700"/>
                <a:gd name="connsiteX1" fmla="*/ 1222863 w 1400663"/>
                <a:gd name="connsiteY1" fmla="*/ 355600 h 3187700"/>
                <a:gd name="connsiteX2" fmla="*/ 1400663 w 1400663"/>
                <a:gd name="connsiteY2" fmla="*/ 3187700 h 3187700"/>
                <a:gd name="connsiteX3" fmla="*/ 0 w 1400663"/>
                <a:gd name="connsiteY3" fmla="*/ 2997200 h 3187700"/>
                <a:gd name="connsiteX4" fmla="*/ 1104900 w 1400663"/>
                <a:gd name="connsiteY4" fmla="*/ 0 h 3187700"/>
                <a:gd name="connsiteX0" fmla="*/ 1104900 w 1400663"/>
                <a:gd name="connsiteY0" fmla="*/ 0 h 3193339"/>
                <a:gd name="connsiteX1" fmla="*/ 1222863 w 1400663"/>
                <a:gd name="connsiteY1" fmla="*/ 355600 h 3193339"/>
                <a:gd name="connsiteX2" fmla="*/ 1400663 w 1400663"/>
                <a:gd name="connsiteY2" fmla="*/ 3187700 h 3193339"/>
                <a:gd name="connsiteX3" fmla="*/ 0 w 1400663"/>
                <a:gd name="connsiteY3" fmla="*/ 2997200 h 3193339"/>
                <a:gd name="connsiteX4" fmla="*/ 1104900 w 1400663"/>
                <a:gd name="connsiteY4" fmla="*/ 0 h 3193339"/>
                <a:gd name="connsiteX0" fmla="*/ 1104900 w 1400663"/>
                <a:gd name="connsiteY0" fmla="*/ 0 h 3198415"/>
                <a:gd name="connsiteX1" fmla="*/ 1222863 w 1400663"/>
                <a:gd name="connsiteY1" fmla="*/ 355600 h 3198415"/>
                <a:gd name="connsiteX2" fmla="*/ 1400663 w 1400663"/>
                <a:gd name="connsiteY2" fmla="*/ 3187700 h 3198415"/>
                <a:gd name="connsiteX3" fmla="*/ 0 w 1400663"/>
                <a:gd name="connsiteY3" fmla="*/ 2997200 h 3198415"/>
                <a:gd name="connsiteX4" fmla="*/ 1104900 w 1400663"/>
                <a:gd name="connsiteY4" fmla="*/ 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4" fmla="*/ 1314303 w 1400663"/>
                <a:gd name="connsiteY4" fmla="*/ 44704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3" fmla="*/ 1400663 w 1400663"/>
                <a:gd name="connsiteY3" fmla="*/ 3187700 h 3198415"/>
                <a:gd name="connsiteX0" fmla="*/ 1400663 w 1585312"/>
                <a:gd name="connsiteY0" fmla="*/ 3187700 h 3198415"/>
                <a:gd name="connsiteX1" fmla="*/ 0 w 1585312"/>
                <a:gd name="connsiteY1" fmla="*/ 2997200 h 3198415"/>
                <a:gd name="connsiteX2" fmla="*/ 1104900 w 1585312"/>
                <a:gd name="connsiteY2" fmla="*/ 0 h 3198415"/>
                <a:gd name="connsiteX3" fmla="*/ 1400663 w 1585312"/>
                <a:gd name="connsiteY3" fmla="*/ 3187700 h 3198415"/>
                <a:gd name="connsiteX0" fmla="*/ 1400663 w 1812639"/>
                <a:gd name="connsiteY0" fmla="*/ 3187700 h 3198415"/>
                <a:gd name="connsiteX1" fmla="*/ 0 w 1812639"/>
                <a:gd name="connsiteY1" fmla="*/ 2997200 h 3198415"/>
                <a:gd name="connsiteX2" fmla="*/ 1104900 w 1812639"/>
                <a:gd name="connsiteY2" fmla="*/ 0 h 3198415"/>
                <a:gd name="connsiteX3" fmla="*/ 1400663 w 1812639"/>
                <a:gd name="connsiteY3" fmla="*/ 3187700 h 3198415"/>
                <a:gd name="connsiteX0" fmla="*/ 1688081 w 2100057"/>
                <a:gd name="connsiteY0" fmla="*/ 3187700 h 3198415"/>
                <a:gd name="connsiteX1" fmla="*/ 287418 w 2100057"/>
                <a:gd name="connsiteY1" fmla="*/ 2997200 h 3198415"/>
                <a:gd name="connsiteX2" fmla="*/ 1392318 w 2100057"/>
                <a:gd name="connsiteY2" fmla="*/ 0 h 3198415"/>
                <a:gd name="connsiteX3" fmla="*/ 1688081 w 2100057"/>
                <a:gd name="connsiteY3" fmla="*/ 3187700 h 3198415"/>
                <a:gd name="connsiteX0" fmla="*/ 1688081 w 1918623"/>
                <a:gd name="connsiteY0" fmla="*/ 3187700 h 3198415"/>
                <a:gd name="connsiteX1" fmla="*/ 287418 w 1918623"/>
                <a:gd name="connsiteY1" fmla="*/ 2997200 h 3198415"/>
                <a:gd name="connsiteX2" fmla="*/ 1392318 w 1918623"/>
                <a:gd name="connsiteY2" fmla="*/ 0 h 3198415"/>
                <a:gd name="connsiteX3" fmla="*/ 1688081 w 1918623"/>
                <a:gd name="connsiteY3" fmla="*/ 3187700 h 3198415"/>
                <a:gd name="connsiteX0" fmla="*/ 1688081 w 2132371"/>
                <a:gd name="connsiteY0" fmla="*/ 3187700 h 3198415"/>
                <a:gd name="connsiteX1" fmla="*/ 287418 w 2132371"/>
                <a:gd name="connsiteY1" fmla="*/ 2997200 h 3198415"/>
                <a:gd name="connsiteX2" fmla="*/ 1392318 w 2132371"/>
                <a:gd name="connsiteY2" fmla="*/ 0 h 3198415"/>
                <a:gd name="connsiteX3" fmla="*/ 1688081 w 2132371"/>
                <a:gd name="connsiteY3" fmla="*/ 3187700 h 3198415"/>
                <a:gd name="connsiteX0" fmla="*/ 1683040 w 2127330"/>
                <a:gd name="connsiteY0" fmla="*/ 3187700 h 3198415"/>
                <a:gd name="connsiteX1" fmla="*/ 282377 w 2127330"/>
                <a:gd name="connsiteY1" fmla="*/ 2997200 h 3198415"/>
                <a:gd name="connsiteX2" fmla="*/ 1387277 w 2127330"/>
                <a:gd name="connsiteY2" fmla="*/ 0 h 3198415"/>
                <a:gd name="connsiteX3" fmla="*/ 1683040 w 2127330"/>
                <a:gd name="connsiteY3" fmla="*/ 3187700 h 3198415"/>
                <a:gd name="connsiteX0" fmla="*/ 1684416 w 2128706"/>
                <a:gd name="connsiteY0" fmla="*/ 3187700 h 3198415"/>
                <a:gd name="connsiteX1" fmla="*/ 283753 w 2128706"/>
                <a:gd name="connsiteY1" fmla="*/ 2997200 h 3198415"/>
                <a:gd name="connsiteX2" fmla="*/ 1388653 w 2128706"/>
                <a:gd name="connsiteY2" fmla="*/ 0 h 3198415"/>
                <a:gd name="connsiteX3" fmla="*/ 1684416 w 2128706"/>
                <a:gd name="connsiteY3" fmla="*/ 3187700 h 3198415"/>
                <a:gd name="connsiteX0" fmla="*/ 1600421 w 2044711"/>
                <a:gd name="connsiteY0" fmla="*/ 3187700 h 3198415"/>
                <a:gd name="connsiteX1" fmla="*/ 199758 w 2044711"/>
                <a:gd name="connsiteY1" fmla="*/ 2997200 h 3198415"/>
                <a:gd name="connsiteX2" fmla="*/ 1304658 w 2044711"/>
                <a:gd name="connsiteY2" fmla="*/ 0 h 3198415"/>
                <a:gd name="connsiteX3" fmla="*/ 1600421 w 2044711"/>
                <a:gd name="connsiteY3" fmla="*/ 3187700 h 3198415"/>
                <a:gd name="connsiteX0" fmla="*/ 1244821 w 1791220"/>
                <a:gd name="connsiteY0" fmla="*/ 3327400 h 3332059"/>
                <a:gd name="connsiteX1" fmla="*/ 199758 w 1791220"/>
                <a:gd name="connsiteY1" fmla="*/ 2997200 h 3332059"/>
                <a:gd name="connsiteX2" fmla="*/ 1304658 w 1791220"/>
                <a:gd name="connsiteY2" fmla="*/ 0 h 3332059"/>
                <a:gd name="connsiteX3" fmla="*/ 1244821 w 1791220"/>
                <a:gd name="connsiteY3" fmla="*/ 3327400 h 3332059"/>
                <a:gd name="connsiteX0" fmla="*/ 1232945 w 1826702"/>
                <a:gd name="connsiteY0" fmla="*/ 3225800 h 3230459"/>
                <a:gd name="connsiteX1" fmla="*/ 187882 w 1826702"/>
                <a:gd name="connsiteY1" fmla="*/ 2895600 h 3230459"/>
                <a:gd name="connsiteX2" fmla="*/ 1419782 w 1826702"/>
                <a:gd name="connsiteY2" fmla="*/ 0 h 3230459"/>
                <a:gd name="connsiteX3" fmla="*/ 1232945 w 1826702"/>
                <a:gd name="connsiteY3" fmla="*/ 3225800 h 3230459"/>
                <a:gd name="connsiteX0" fmla="*/ 1334243 w 1928000"/>
                <a:gd name="connsiteY0" fmla="*/ 3225800 h 3230459"/>
                <a:gd name="connsiteX1" fmla="*/ 289180 w 1928000"/>
                <a:gd name="connsiteY1" fmla="*/ 2895600 h 3230459"/>
                <a:gd name="connsiteX2" fmla="*/ 1521080 w 1928000"/>
                <a:gd name="connsiteY2" fmla="*/ 0 h 3230459"/>
                <a:gd name="connsiteX3" fmla="*/ 1334243 w 1928000"/>
                <a:gd name="connsiteY3" fmla="*/ 3225800 h 3230459"/>
                <a:gd name="connsiteX0" fmla="*/ 1311178 w 2007821"/>
                <a:gd name="connsiteY0" fmla="*/ 3084062 h 3088721"/>
                <a:gd name="connsiteX1" fmla="*/ 266115 w 2007821"/>
                <a:gd name="connsiteY1" fmla="*/ 2753862 h 3088721"/>
                <a:gd name="connsiteX2" fmla="*/ 1722726 w 2007821"/>
                <a:gd name="connsiteY2" fmla="*/ 0 h 3088721"/>
                <a:gd name="connsiteX3" fmla="*/ 1311178 w 2007821"/>
                <a:gd name="connsiteY3" fmla="*/ 3084062 h 3088721"/>
                <a:gd name="connsiteX0" fmla="*/ 1309508 w 2015477"/>
                <a:gd name="connsiteY0" fmla="*/ 3108386 h 3113045"/>
                <a:gd name="connsiteX1" fmla="*/ 264445 w 2015477"/>
                <a:gd name="connsiteY1" fmla="*/ 2778186 h 3113045"/>
                <a:gd name="connsiteX2" fmla="*/ 1738821 w 2015477"/>
                <a:gd name="connsiteY2" fmla="*/ 0 h 3113045"/>
                <a:gd name="connsiteX3" fmla="*/ 1309508 w 2015477"/>
                <a:gd name="connsiteY3" fmla="*/ 3108386 h 3113045"/>
                <a:gd name="connsiteX0" fmla="*/ 1288764 w 1994733"/>
                <a:gd name="connsiteY0" fmla="*/ 3108386 h 3113045"/>
                <a:gd name="connsiteX1" fmla="*/ 243701 w 1994733"/>
                <a:gd name="connsiteY1" fmla="*/ 2778186 h 3113045"/>
                <a:gd name="connsiteX2" fmla="*/ 1718077 w 1994733"/>
                <a:gd name="connsiteY2" fmla="*/ 0 h 3113045"/>
                <a:gd name="connsiteX3" fmla="*/ 1288764 w 1994733"/>
                <a:gd name="connsiteY3" fmla="*/ 3108386 h 3113045"/>
                <a:gd name="connsiteX0" fmla="*/ 1288764 w 1994733"/>
                <a:gd name="connsiteY0" fmla="*/ 3108386 h 3115755"/>
                <a:gd name="connsiteX1" fmla="*/ 243701 w 1994733"/>
                <a:gd name="connsiteY1" fmla="*/ 2778186 h 3115755"/>
                <a:gd name="connsiteX2" fmla="*/ 1718077 w 1994733"/>
                <a:gd name="connsiteY2" fmla="*/ 0 h 3115755"/>
                <a:gd name="connsiteX3" fmla="*/ 1288764 w 1994733"/>
                <a:gd name="connsiteY3" fmla="*/ 3108386 h 3115755"/>
                <a:gd name="connsiteX0" fmla="*/ 1288764 w 1994733"/>
                <a:gd name="connsiteY0" fmla="*/ 3108386 h 3118627"/>
                <a:gd name="connsiteX1" fmla="*/ 243701 w 1994733"/>
                <a:gd name="connsiteY1" fmla="*/ 2778186 h 3118627"/>
                <a:gd name="connsiteX2" fmla="*/ 1718077 w 1994733"/>
                <a:gd name="connsiteY2" fmla="*/ 0 h 3118627"/>
                <a:gd name="connsiteX3" fmla="*/ 1288764 w 1994733"/>
                <a:gd name="connsiteY3" fmla="*/ 3108386 h 3118627"/>
                <a:gd name="connsiteX0" fmla="*/ 1288764 w 1994733"/>
                <a:gd name="connsiteY0" fmla="*/ 3108386 h 3120030"/>
                <a:gd name="connsiteX1" fmla="*/ 243701 w 1994733"/>
                <a:gd name="connsiteY1" fmla="*/ 2778186 h 3120030"/>
                <a:gd name="connsiteX2" fmla="*/ 1718077 w 1994733"/>
                <a:gd name="connsiteY2" fmla="*/ 0 h 3120030"/>
                <a:gd name="connsiteX3" fmla="*/ 1288764 w 1994733"/>
                <a:gd name="connsiteY3" fmla="*/ 3108386 h 3120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4733" h="3120030">
                  <a:moveTo>
                    <a:pt x="1288764" y="3108386"/>
                  </a:moveTo>
                  <a:cubicBezTo>
                    <a:pt x="580576" y="3146486"/>
                    <a:pt x="587680" y="3104517"/>
                    <a:pt x="243701" y="2778186"/>
                  </a:cubicBezTo>
                  <a:cubicBezTo>
                    <a:pt x="-690869" y="837454"/>
                    <a:pt x="1337077" y="770467"/>
                    <a:pt x="1718077" y="0"/>
                  </a:cubicBezTo>
                  <a:cubicBezTo>
                    <a:pt x="1994465" y="1024467"/>
                    <a:pt x="2320476" y="1512419"/>
                    <a:pt x="1288764" y="3108386"/>
                  </a:cubicBezTo>
                  <a:close/>
                </a:path>
              </a:pathLst>
            </a:custGeom>
            <a:gradFill>
              <a:gsLst>
                <a:gs pos="0">
                  <a:srgbClr val="9FA0C7"/>
                </a:gs>
                <a:gs pos="17000">
                  <a:srgbClr val="4B4F6C"/>
                </a:gs>
                <a:gs pos="100000">
                  <a:srgbClr val="2A222D"/>
                </a:gs>
              </a:gsLst>
              <a:lin ang="24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AA94A282-C302-CFCA-DB9D-114142B508E9}"/>
                </a:ext>
              </a:extLst>
            </p:cNvPr>
            <p:cNvSpPr/>
            <p:nvPr/>
          </p:nvSpPr>
          <p:spPr>
            <a:xfrm>
              <a:off x="5752880" y="2273300"/>
              <a:ext cx="2044711" cy="3198415"/>
            </a:xfrm>
            <a:custGeom>
              <a:avLst/>
              <a:gdLst>
                <a:gd name="connsiteX0" fmla="*/ 0 w 143363"/>
                <a:gd name="connsiteY0" fmla="*/ 0 h 2692400"/>
                <a:gd name="connsiteX1" fmla="*/ 143363 w 143363"/>
                <a:gd name="connsiteY1" fmla="*/ 0 h 2692400"/>
                <a:gd name="connsiteX2" fmla="*/ 143363 w 143363"/>
                <a:gd name="connsiteY2" fmla="*/ 2692400 h 2692400"/>
                <a:gd name="connsiteX3" fmla="*/ 0 w 143363"/>
                <a:gd name="connsiteY3" fmla="*/ 2692400 h 2692400"/>
                <a:gd name="connsiteX4" fmla="*/ 0 w 143363"/>
                <a:gd name="connsiteY4" fmla="*/ 0 h 2692400"/>
                <a:gd name="connsiteX0" fmla="*/ 25400 w 143363"/>
                <a:gd name="connsiteY0" fmla="*/ 0 h 3048000"/>
                <a:gd name="connsiteX1" fmla="*/ 143363 w 143363"/>
                <a:gd name="connsiteY1" fmla="*/ 355600 h 3048000"/>
                <a:gd name="connsiteX2" fmla="*/ 143363 w 143363"/>
                <a:gd name="connsiteY2" fmla="*/ 3048000 h 3048000"/>
                <a:gd name="connsiteX3" fmla="*/ 0 w 143363"/>
                <a:gd name="connsiteY3" fmla="*/ 3048000 h 3048000"/>
                <a:gd name="connsiteX4" fmla="*/ 25400 w 143363"/>
                <a:gd name="connsiteY4" fmla="*/ 0 h 3048000"/>
                <a:gd name="connsiteX0" fmla="*/ 1104900 w 1222863"/>
                <a:gd name="connsiteY0" fmla="*/ 0 h 3048000"/>
                <a:gd name="connsiteX1" fmla="*/ 1222863 w 1222863"/>
                <a:gd name="connsiteY1" fmla="*/ 355600 h 3048000"/>
                <a:gd name="connsiteX2" fmla="*/ 1222863 w 1222863"/>
                <a:gd name="connsiteY2" fmla="*/ 3048000 h 3048000"/>
                <a:gd name="connsiteX3" fmla="*/ 0 w 1222863"/>
                <a:gd name="connsiteY3" fmla="*/ 2997200 h 3048000"/>
                <a:gd name="connsiteX4" fmla="*/ 1104900 w 1222863"/>
                <a:gd name="connsiteY4" fmla="*/ 0 h 3048000"/>
                <a:gd name="connsiteX0" fmla="*/ 1104900 w 1400663"/>
                <a:gd name="connsiteY0" fmla="*/ 0 h 3187700"/>
                <a:gd name="connsiteX1" fmla="*/ 1222863 w 1400663"/>
                <a:gd name="connsiteY1" fmla="*/ 355600 h 3187700"/>
                <a:gd name="connsiteX2" fmla="*/ 1400663 w 1400663"/>
                <a:gd name="connsiteY2" fmla="*/ 3187700 h 3187700"/>
                <a:gd name="connsiteX3" fmla="*/ 0 w 1400663"/>
                <a:gd name="connsiteY3" fmla="*/ 2997200 h 3187700"/>
                <a:gd name="connsiteX4" fmla="*/ 1104900 w 1400663"/>
                <a:gd name="connsiteY4" fmla="*/ 0 h 3187700"/>
                <a:gd name="connsiteX0" fmla="*/ 1104900 w 1400663"/>
                <a:gd name="connsiteY0" fmla="*/ 0 h 3193339"/>
                <a:gd name="connsiteX1" fmla="*/ 1222863 w 1400663"/>
                <a:gd name="connsiteY1" fmla="*/ 355600 h 3193339"/>
                <a:gd name="connsiteX2" fmla="*/ 1400663 w 1400663"/>
                <a:gd name="connsiteY2" fmla="*/ 3187700 h 3193339"/>
                <a:gd name="connsiteX3" fmla="*/ 0 w 1400663"/>
                <a:gd name="connsiteY3" fmla="*/ 2997200 h 3193339"/>
                <a:gd name="connsiteX4" fmla="*/ 1104900 w 1400663"/>
                <a:gd name="connsiteY4" fmla="*/ 0 h 3193339"/>
                <a:gd name="connsiteX0" fmla="*/ 1104900 w 1400663"/>
                <a:gd name="connsiteY0" fmla="*/ 0 h 3198415"/>
                <a:gd name="connsiteX1" fmla="*/ 1222863 w 1400663"/>
                <a:gd name="connsiteY1" fmla="*/ 355600 h 3198415"/>
                <a:gd name="connsiteX2" fmla="*/ 1400663 w 1400663"/>
                <a:gd name="connsiteY2" fmla="*/ 3187700 h 3198415"/>
                <a:gd name="connsiteX3" fmla="*/ 0 w 1400663"/>
                <a:gd name="connsiteY3" fmla="*/ 2997200 h 3198415"/>
                <a:gd name="connsiteX4" fmla="*/ 1104900 w 1400663"/>
                <a:gd name="connsiteY4" fmla="*/ 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4" fmla="*/ 1314303 w 1400663"/>
                <a:gd name="connsiteY4" fmla="*/ 447040 h 3198415"/>
                <a:gd name="connsiteX0" fmla="*/ 1222863 w 1400663"/>
                <a:gd name="connsiteY0" fmla="*/ 355600 h 3198415"/>
                <a:gd name="connsiteX1" fmla="*/ 1400663 w 1400663"/>
                <a:gd name="connsiteY1" fmla="*/ 3187700 h 3198415"/>
                <a:gd name="connsiteX2" fmla="*/ 0 w 1400663"/>
                <a:gd name="connsiteY2" fmla="*/ 2997200 h 3198415"/>
                <a:gd name="connsiteX3" fmla="*/ 1104900 w 1400663"/>
                <a:gd name="connsiteY3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0" fmla="*/ 1400663 w 1400663"/>
                <a:gd name="connsiteY0" fmla="*/ 3187700 h 3198415"/>
                <a:gd name="connsiteX1" fmla="*/ 0 w 1400663"/>
                <a:gd name="connsiteY1" fmla="*/ 2997200 h 3198415"/>
                <a:gd name="connsiteX2" fmla="*/ 1104900 w 1400663"/>
                <a:gd name="connsiteY2" fmla="*/ 0 h 3198415"/>
                <a:gd name="connsiteX3" fmla="*/ 1400663 w 1400663"/>
                <a:gd name="connsiteY3" fmla="*/ 3187700 h 3198415"/>
                <a:gd name="connsiteX0" fmla="*/ 1400663 w 1585312"/>
                <a:gd name="connsiteY0" fmla="*/ 3187700 h 3198415"/>
                <a:gd name="connsiteX1" fmla="*/ 0 w 1585312"/>
                <a:gd name="connsiteY1" fmla="*/ 2997200 h 3198415"/>
                <a:gd name="connsiteX2" fmla="*/ 1104900 w 1585312"/>
                <a:gd name="connsiteY2" fmla="*/ 0 h 3198415"/>
                <a:gd name="connsiteX3" fmla="*/ 1400663 w 1585312"/>
                <a:gd name="connsiteY3" fmla="*/ 3187700 h 3198415"/>
                <a:gd name="connsiteX0" fmla="*/ 1400663 w 1812639"/>
                <a:gd name="connsiteY0" fmla="*/ 3187700 h 3198415"/>
                <a:gd name="connsiteX1" fmla="*/ 0 w 1812639"/>
                <a:gd name="connsiteY1" fmla="*/ 2997200 h 3198415"/>
                <a:gd name="connsiteX2" fmla="*/ 1104900 w 1812639"/>
                <a:gd name="connsiteY2" fmla="*/ 0 h 3198415"/>
                <a:gd name="connsiteX3" fmla="*/ 1400663 w 1812639"/>
                <a:gd name="connsiteY3" fmla="*/ 3187700 h 3198415"/>
                <a:gd name="connsiteX0" fmla="*/ 1688081 w 2100057"/>
                <a:gd name="connsiteY0" fmla="*/ 3187700 h 3198415"/>
                <a:gd name="connsiteX1" fmla="*/ 287418 w 2100057"/>
                <a:gd name="connsiteY1" fmla="*/ 2997200 h 3198415"/>
                <a:gd name="connsiteX2" fmla="*/ 1392318 w 2100057"/>
                <a:gd name="connsiteY2" fmla="*/ 0 h 3198415"/>
                <a:gd name="connsiteX3" fmla="*/ 1688081 w 2100057"/>
                <a:gd name="connsiteY3" fmla="*/ 3187700 h 3198415"/>
                <a:gd name="connsiteX0" fmla="*/ 1688081 w 1918623"/>
                <a:gd name="connsiteY0" fmla="*/ 3187700 h 3198415"/>
                <a:gd name="connsiteX1" fmla="*/ 287418 w 1918623"/>
                <a:gd name="connsiteY1" fmla="*/ 2997200 h 3198415"/>
                <a:gd name="connsiteX2" fmla="*/ 1392318 w 1918623"/>
                <a:gd name="connsiteY2" fmla="*/ 0 h 3198415"/>
                <a:gd name="connsiteX3" fmla="*/ 1688081 w 1918623"/>
                <a:gd name="connsiteY3" fmla="*/ 3187700 h 3198415"/>
                <a:gd name="connsiteX0" fmla="*/ 1688081 w 2132371"/>
                <a:gd name="connsiteY0" fmla="*/ 3187700 h 3198415"/>
                <a:gd name="connsiteX1" fmla="*/ 287418 w 2132371"/>
                <a:gd name="connsiteY1" fmla="*/ 2997200 h 3198415"/>
                <a:gd name="connsiteX2" fmla="*/ 1392318 w 2132371"/>
                <a:gd name="connsiteY2" fmla="*/ 0 h 3198415"/>
                <a:gd name="connsiteX3" fmla="*/ 1688081 w 2132371"/>
                <a:gd name="connsiteY3" fmla="*/ 3187700 h 3198415"/>
                <a:gd name="connsiteX0" fmla="*/ 1683040 w 2127330"/>
                <a:gd name="connsiteY0" fmla="*/ 3187700 h 3198415"/>
                <a:gd name="connsiteX1" fmla="*/ 282377 w 2127330"/>
                <a:gd name="connsiteY1" fmla="*/ 2997200 h 3198415"/>
                <a:gd name="connsiteX2" fmla="*/ 1387277 w 2127330"/>
                <a:gd name="connsiteY2" fmla="*/ 0 h 3198415"/>
                <a:gd name="connsiteX3" fmla="*/ 1683040 w 2127330"/>
                <a:gd name="connsiteY3" fmla="*/ 3187700 h 3198415"/>
                <a:gd name="connsiteX0" fmla="*/ 1684416 w 2128706"/>
                <a:gd name="connsiteY0" fmla="*/ 3187700 h 3198415"/>
                <a:gd name="connsiteX1" fmla="*/ 283753 w 2128706"/>
                <a:gd name="connsiteY1" fmla="*/ 2997200 h 3198415"/>
                <a:gd name="connsiteX2" fmla="*/ 1388653 w 2128706"/>
                <a:gd name="connsiteY2" fmla="*/ 0 h 3198415"/>
                <a:gd name="connsiteX3" fmla="*/ 1684416 w 2128706"/>
                <a:gd name="connsiteY3" fmla="*/ 3187700 h 3198415"/>
                <a:gd name="connsiteX0" fmla="*/ 1600421 w 2044711"/>
                <a:gd name="connsiteY0" fmla="*/ 3187700 h 3198415"/>
                <a:gd name="connsiteX1" fmla="*/ 199758 w 2044711"/>
                <a:gd name="connsiteY1" fmla="*/ 2997200 h 3198415"/>
                <a:gd name="connsiteX2" fmla="*/ 1304658 w 2044711"/>
                <a:gd name="connsiteY2" fmla="*/ 0 h 3198415"/>
                <a:gd name="connsiteX3" fmla="*/ 1600421 w 2044711"/>
                <a:gd name="connsiteY3" fmla="*/ 3187700 h 319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4711" h="3198415">
                  <a:moveTo>
                    <a:pt x="1600421" y="3187700"/>
                  </a:moveTo>
                  <a:cubicBezTo>
                    <a:pt x="892233" y="3225800"/>
                    <a:pt x="628546" y="3162300"/>
                    <a:pt x="199758" y="2997200"/>
                  </a:cubicBezTo>
                  <a:cubicBezTo>
                    <a:pt x="-524142" y="1083733"/>
                    <a:pt x="923658" y="770467"/>
                    <a:pt x="1304658" y="0"/>
                  </a:cubicBezTo>
                  <a:cubicBezTo>
                    <a:pt x="1581046" y="1024467"/>
                    <a:pt x="2632133" y="1591733"/>
                    <a:pt x="1600421" y="3187700"/>
                  </a:cubicBezTo>
                  <a:close/>
                </a:path>
              </a:pathLst>
            </a:custGeom>
            <a:gradFill>
              <a:gsLst>
                <a:gs pos="0">
                  <a:srgbClr val="9FA0C7"/>
                </a:gs>
                <a:gs pos="17000">
                  <a:srgbClr val="4B4F6C"/>
                </a:gs>
                <a:gs pos="100000">
                  <a:srgbClr val="2A222D"/>
                </a:gs>
              </a:gsLst>
              <a:lin ang="84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16910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2471</TotalTime>
  <Words>3</Words>
  <Application>Microsoft Office PowerPoint</Application>
  <PresentationFormat>Custom</PresentationFormat>
  <Paragraphs>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273</cp:revision>
  <dcterms:created xsi:type="dcterms:W3CDTF">2025-02-22T17:47:33Z</dcterms:created>
  <dcterms:modified xsi:type="dcterms:W3CDTF">2025-05-20T20:33:55Z</dcterms:modified>
</cp:coreProperties>
</file>