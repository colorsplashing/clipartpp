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9" r:id="rId3"/>
    <p:sldId id="343" r:id="rId4"/>
    <p:sldId id="345" r:id="rId5"/>
    <p:sldId id="344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94" r:id="rId46"/>
    <p:sldId id="385" r:id="rId47"/>
    <p:sldId id="386" r:id="rId48"/>
    <p:sldId id="387" r:id="rId49"/>
    <p:sldId id="388" r:id="rId50"/>
    <p:sldId id="389" r:id="rId51"/>
    <p:sldId id="390" r:id="rId52"/>
    <p:sldId id="391" r:id="rId53"/>
    <p:sldId id="392" r:id="rId54"/>
    <p:sldId id="393" r:id="rId5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7093"/>
    <a:srgbClr val="A08BA7"/>
    <a:srgbClr val="FFFF3F"/>
    <a:srgbClr val="FD8FAA"/>
    <a:srgbClr val="F9B651"/>
    <a:srgbClr val="FF7F50"/>
    <a:srgbClr val="856C8E"/>
    <a:srgbClr val="FF2D2D"/>
    <a:srgbClr val="FFCD17"/>
    <a:srgbClr val="9D88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26" autoAdjust="0"/>
    <p:restoredTop sz="94660"/>
  </p:normalViewPr>
  <p:slideViewPr>
    <p:cSldViewPr snapToGrid="0">
      <p:cViewPr>
        <p:scale>
          <a:sx n="50" d="100"/>
          <a:sy n="50" d="100"/>
        </p:scale>
        <p:origin x="112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D8FAA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l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3F"/>
                </a:solidFill>
                <a:latin typeface="Arial Black" panose="020B0A04020102020204" pitchFamily="34" charset="0"/>
              </a:rPr>
              <a:t>p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latin typeface="Arial Black" panose="020B0A04020102020204" pitchFamily="34" charset="0"/>
              </a:rPr>
              <a:t>h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b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A08BA7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C7093"/>
                </a:solidFill>
                <a:latin typeface="Arial Black" panose="020B0A04020102020204" pitchFamily="34" charset="0"/>
              </a:rPr>
              <a:t>t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FC7093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89CDA2-504C-99F0-46D4-DEF15BC20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875" y="2024743"/>
            <a:ext cx="2877976" cy="2980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E31300-830A-9322-72FD-C5CC48BB1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63" y="2085657"/>
            <a:ext cx="3243893" cy="29195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3E5C12-FCEE-8C2F-E3A9-CC35265D1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458" y="2090643"/>
            <a:ext cx="2765388" cy="29145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2304CC-9997-A055-494C-D405568C6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88" y="4755936"/>
            <a:ext cx="3005841" cy="26740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A622C4-413C-09E6-0901-3A353B399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458" y="3999063"/>
            <a:ext cx="2765388" cy="3434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C78067-8508-FD24-E8C9-8AD3E66CC2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3665" y="4880493"/>
            <a:ext cx="2876993" cy="254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ctangle 385">
            <a:extLst>
              <a:ext uri="{FF2B5EF4-FFF2-40B4-BE49-F238E27FC236}">
                <a16:creationId xmlns:a16="http://schemas.microsoft.com/office/drawing/2014/main" id="{3354E99F-99AB-111F-0B47-9851DC25A3B8}"/>
              </a:ext>
            </a:extLst>
          </p:cNvPr>
          <p:cNvSpPr/>
          <p:nvPr/>
        </p:nvSpPr>
        <p:spPr>
          <a:xfrm>
            <a:off x="-15508" y="-89202"/>
            <a:ext cx="10166901" cy="790398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69B6EB-64D5-0395-9E4F-D6F6345F5B3E}"/>
              </a:ext>
            </a:extLst>
          </p:cNvPr>
          <p:cNvSpPr/>
          <p:nvPr/>
        </p:nvSpPr>
        <p:spPr>
          <a:xfrm>
            <a:off x="8167607" y="2355742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89E4E6-3D07-0A8F-2F51-9C6E2EABEB2E}"/>
              </a:ext>
            </a:extLst>
          </p:cNvPr>
          <p:cNvSpPr/>
          <p:nvPr/>
        </p:nvSpPr>
        <p:spPr>
          <a:xfrm>
            <a:off x="7764651" y="2030277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B26218-5203-1D4E-46DB-4E864A755C2D}"/>
              </a:ext>
            </a:extLst>
          </p:cNvPr>
          <p:cNvSpPr/>
          <p:nvPr/>
        </p:nvSpPr>
        <p:spPr>
          <a:xfrm>
            <a:off x="7865388" y="268120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7FE7D1-B4B4-3104-C07B-60A5AEC0DCB9}"/>
              </a:ext>
            </a:extLst>
          </p:cNvPr>
          <p:cNvSpPr/>
          <p:nvPr/>
        </p:nvSpPr>
        <p:spPr>
          <a:xfrm>
            <a:off x="7477931" y="172031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5EA3D0-92CF-3546-C755-20BBB8774FC6}"/>
              </a:ext>
            </a:extLst>
          </p:cNvPr>
          <p:cNvSpPr/>
          <p:nvPr/>
        </p:nvSpPr>
        <p:spPr>
          <a:xfrm>
            <a:off x="7229959" y="2030277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1EB5B6-33BD-8323-E88C-CCECFEEB08D8}"/>
              </a:ext>
            </a:extLst>
          </p:cNvPr>
          <p:cNvSpPr/>
          <p:nvPr/>
        </p:nvSpPr>
        <p:spPr>
          <a:xfrm>
            <a:off x="7477931" y="2440983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C7607E-6DD2-50EC-6422-916B20175247}"/>
              </a:ext>
            </a:extLst>
          </p:cNvPr>
          <p:cNvSpPr/>
          <p:nvPr/>
        </p:nvSpPr>
        <p:spPr>
          <a:xfrm>
            <a:off x="8291592" y="210776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A13457-0C3D-F5EA-F12E-2D8702C2DB48}"/>
              </a:ext>
            </a:extLst>
          </p:cNvPr>
          <p:cNvSpPr/>
          <p:nvPr/>
        </p:nvSpPr>
        <p:spPr>
          <a:xfrm>
            <a:off x="7950629" y="172031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E0B84E-ABFD-854B-A3EA-9F8159A090D0}"/>
              </a:ext>
            </a:extLst>
          </p:cNvPr>
          <p:cNvSpPr/>
          <p:nvPr/>
        </p:nvSpPr>
        <p:spPr>
          <a:xfrm>
            <a:off x="8314840" y="3796964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2CEE83-F679-A666-FB91-87556B2B76A3}"/>
              </a:ext>
            </a:extLst>
          </p:cNvPr>
          <p:cNvSpPr/>
          <p:nvPr/>
        </p:nvSpPr>
        <p:spPr>
          <a:xfrm>
            <a:off x="7911884" y="3471499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AB00D9-FA79-DC91-F9F8-408C256AB65E}"/>
              </a:ext>
            </a:extLst>
          </p:cNvPr>
          <p:cNvSpPr/>
          <p:nvPr/>
        </p:nvSpPr>
        <p:spPr>
          <a:xfrm>
            <a:off x="8012621" y="412242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057135B-D6C9-414A-AF10-79F7D2337D45}"/>
              </a:ext>
            </a:extLst>
          </p:cNvPr>
          <p:cNvSpPr/>
          <p:nvPr/>
        </p:nvSpPr>
        <p:spPr>
          <a:xfrm>
            <a:off x="7625164" y="316153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A4D4C6B-334E-9CF8-B051-9EE043A2C4CE}"/>
              </a:ext>
            </a:extLst>
          </p:cNvPr>
          <p:cNvSpPr/>
          <p:nvPr/>
        </p:nvSpPr>
        <p:spPr>
          <a:xfrm>
            <a:off x="7377192" y="3471499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5D2374-92E1-4BE8-173B-DDD596308DAA}"/>
              </a:ext>
            </a:extLst>
          </p:cNvPr>
          <p:cNvSpPr/>
          <p:nvPr/>
        </p:nvSpPr>
        <p:spPr>
          <a:xfrm>
            <a:off x="7625164" y="3882205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AAFFD0A-363A-6E21-555D-2192910373F0}"/>
              </a:ext>
            </a:extLst>
          </p:cNvPr>
          <p:cNvSpPr/>
          <p:nvPr/>
        </p:nvSpPr>
        <p:spPr>
          <a:xfrm>
            <a:off x="8438825" y="354899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98EB30-CDAF-913C-C3EE-6DBE141B0EB3}"/>
              </a:ext>
            </a:extLst>
          </p:cNvPr>
          <p:cNvSpPr/>
          <p:nvPr/>
        </p:nvSpPr>
        <p:spPr>
          <a:xfrm>
            <a:off x="8097862" y="316153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14B4AB9-6ADC-C5FA-723D-961B10B11506}"/>
              </a:ext>
            </a:extLst>
          </p:cNvPr>
          <p:cNvSpPr/>
          <p:nvPr/>
        </p:nvSpPr>
        <p:spPr>
          <a:xfrm>
            <a:off x="6563531" y="2549351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68E559-97B4-A753-4953-D26326AE424A}"/>
              </a:ext>
            </a:extLst>
          </p:cNvPr>
          <p:cNvSpPr/>
          <p:nvPr/>
        </p:nvSpPr>
        <p:spPr>
          <a:xfrm>
            <a:off x="6160575" y="2223886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FAF187-C4A5-96B0-3273-9599528D8422}"/>
              </a:ext>
            </a:extLst>
          </p:cNvPr>
          <p:cNvSpPr/>
          <p:nvPr/>
        </p:nvSpPr>
        <p:spPr>
          <a:xfrm>
            <a:off x="6261312" y="287481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09B631-5BE6-70DC-52B3-0784AE7C5B62}"/>
              </a:ext>
            </a:extLst>
          </p:cNvPr>
          <p:cNvSpPr/>
          <p:nvPr/>
        </p:nvSpPr>
        <p:spPr>
          <a:xfrm>
            <a:off x="5873855" y="191392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7EAB5F4-9539-621D-492E-FC65EF1FAC8F}"/>
              </a:ext>
            </a:extLst>
          </p:cNvPr>
          <p:cNvSpPr/>
          <p:nvPr/>
        </p:nvSpPr>
        <p:spPr>
          <a:xfrm>
            <a:off x="5625883" y="2223886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1C3E0A-83E8-0D5A-E228-D8DCC5247148}"/>
              </a:ext>
            </a:extLst>
          </p:cNvPr>
          <p:cNvSpPr/>
          <p:nvPr/>
        </p:nvSpPr>
        <p:spPr>
          <a:xfrm>
            <a:off x="5873855" y="2634592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F64CFC-1001-3718-548D-16861D020C04}"/>
              </a:ext>
            </a:extLst>
          </p:cNvPr>
          <p:cNvSpPr/>
          <p:nvPr/>
        </p:nvSpPr>
        <p:spPr>
          <a:xfrm>
            <a:off x="6687516" y="230137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D94E6B9-C420-EE31-DD27-6639DCD5F798}"/>
              </a:ext>
            </a:extLst>
          </p:cNvPr>
          <p:cNvSpPr/>
          <p:nvPr/>
        </p:nvSpPr>
        <p:spPr>
          <a:xfrm>
            <a:off x="6346553" y="191392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9247D4-A71E-84D4-18EA-6D952387B331}"/>
              </a:ext>
            </a:extLst>
          </p:cNvPr>
          <p:cNvSpPr/>
          <p:nvPr/>
        </p:nvSpPr>
        <p:spPr>
          <a:xfrm>
            <a:off x="6455042" y="972457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5845CB-BC4B-4E6C-A546-5291F4971334}"/>
              </a:ext>
            </a:extLst>
          </p:cNvPr>
          <p:cNvSpPr/>
          <p:nvPr/>
        </p:nvSpPr>
        <p:spPr>
          <a:xfrm>
            <a:off x="6052086" y="646992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AA1BA70-5EFF-4A6B-2870-C12D18AE220C}"/>
              </a:ext>
            </a:extLst>
          </p:cNvPr>
          <p:cNvSpPr/>
          <p:nvPr/>
        </p:nvSpPr>
        <p:spPr>
          <a:xfrm>
            <a:off x="6152823" y="129792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5447917-B790-8F41-8BCE-6DAF086D977D}"/>
              </a:ext>
            </a:extLst>
          </p:cNvPr>
          <p:cNvSpPr/>
          <p:nvPr/>
        </p:nvSpPr>
        <p:spPr>
          <a:xfrm>
            <a:off x="5765366" y="33702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B4B3DC5-91F9-434F-2AB6-3D7F0395705A}"/>
              </a:ext>
            </a:extLst>
          </p:cNvPr>
          <p:cNvSpPr/>
          <p:nvPr/>
        </p:nvSpPr>
        <p:spPr>
          <a:xfrm>
            <a:off x="5517394" y="646992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13924CA-D141-7FD9-DF91-55A58F0FE01A}"/>
              </a:ext>
            </a:extLst>
          </p:cNvPr>
          <p:cNvSpPr/>
          <p:nvPr/>
        </p:nvSpPr>
        <p:spPr>
          <a:xfrm>
            <a:off x="5765366" y="1057698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AF71C66-DD74-7E80-8D56-F5B07C78789F}"/>
              </a:ext>
            </a:extLst>
          </p:cNvPr>
          <p:cNvSpPr/>
          <p:nvPr/>
        </p:nvSpPr>
        <p:spPr>
          <a:xfrm>
            <a:off x="6579027" y="72448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AAD80B4-B756-FDFF-0792-69200776D073}"/>
              </a:ext>
            </a:extLst>
          </p:cNvPr>
          <p:cNvSpPr/>
          <p:nvPr/>
        </p:nvSpPr>
        <p:spPr>
          <a:xfrm>
            <a:off x="6238064" y="33702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B6A0465-B9DB-33F4-0E48-BBCC332B607E}"/>
              </a:ext>
            </a:extLst>
          </p:cNvPr>
          <p:cNvSpPr/>
          <p:nvPr/>
        </p:nvSpPr>
        <p:spPr>
          <a:xfrm>
            <a:off x="7718155" y="5069674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3C5C0D6-14B8-9D8D-1465-266EB8F47551}"/>
              </a:ext>
            </a:extLst>
          </p:cNvPr>
          <p:cNvSpPr/>
          <p:nvPr/>
        </p:nvSpPr>
        <p:spPr>
          <a:xfrm>
            <a:off x="7315199" y="4744209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2C2E598-A811-1792-AFCF-A1107B9E50E7}"/>
              </a:ext>
            </a:extLst>
          </p:cNvPr>
          <p:cNvSpPr/>
          <p:nvPr/>
        </p:nvSpPr>
        <p:spPr>
          <a:xfrm>
            <a:off x="7415936" y="539513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E4AFD6D-BD85-830B-A756-0C5FCE30E90B}"/>
              </a:ext>
            </a:extLst>
          </p:cNvPr>
          <p:cNvSpPr/>
          <p:nvPr/>
        </p:nvSpPr>
        <p:spPr>
          <a:xfrm>
            <a:off x="7028479" y="443424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BC01F9B-F414-4FEC-93D2-A082E3E6C4D5}"/>
              </a:ext>
            </a:extLst>
          </p:cNvPr>
          <p:cNvSpPr/>
          <p:nvPr/>
        </p:nvSpPr>
        <p:spPr>
          <a:xfrm>
            <a:off x="6780507" y="4744209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CB0FF92-9130-377A-406D-BD0415B53F26}"/>
              </a:ext>
            </a:extLst>
          </p:cNvPr>
          <p:cNvSpPr/>
          <p:nvPr/>
        </p:nvSpPr>
        <p:spPr>
          <a:xfrm>
            <a:off x="7028479" y="5154915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A15496B-365C-E999-01D8-739A9831B7F9}"/>
              </a:ext>
            </a:extLst>
          </p:cNvPr>
          <p:cNvSpPr/>
          <p:nvPr/>
        </p:nvSpPr>
        <p:spPr>
          <a:xfrm>
            <a:off x="7842140" y="482170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45F9147-8301-F936-57C1-E15D4425A32C}"/>
              </a:ext>
            </a:extLst>
          </p:cNvPr>
          <p:cNvSpPr/>
          <p:nvPr/>
        </p:nvSpPr>
        <p:spPr>
          <a:xfrm>
            <a:off x="7501177" y="443424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0A7442E-4257-D06F-7CBC-6E0872F3D4B2}"/>
              </a:ext>
            </a:extLst>
          </p:cNvPr>
          <p:cNvSpPr/>
          <p:nvPr/>
        </p:nvSpPr>
        <p:spPr>
          <a:xfrm>
            <a:off x="7865388" y="6510896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37317B2-6205-52FB-BCDA-4901E2449035}"/>
              </a:ext>
            </a:extLst>
          </p:cNvPr>
          <p:cNvSpPr/>
          <p:nvPr/>
        </p:nvSpPr>
        <p:spPr>
          <a:xfrm>
            <a:off x="7462432" y="6185431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98AA22B-7CF3-950A-0EDE-DB4B7CA402A4}"/>
              </a:ext>
            </a:extLst>
          </p:cNvPr>
          <p:cNvSpPr/>
          <p:nvPr/>
        </p:nvSpPr>
        <p:spPr>
          <a:xfrm>
            <a:off x="7563169" y="683636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31349CF-E360-635F-0B34-47A43DFFD09B}"/>
              </a:ext>
            </a:extLst>
          </p:cNvPr>
          <p:cNvSpPr/>
          <p:nvPr/>
        </p:nvSpPr>
        <p:spPr>
          <a:xfrm>
            <a:off x="7175712" y="587546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56CAC1F-BBCE-04AA-77AE-3419BA07AC0F}"/>
              </a:ext>
            </a:extLst>
          </p:cNvPr>
          <p:cNvSpPr/>
          <p:nvPr/>
        </p:nvSpPr>
        <p:spPr>
          <a:xfrm>
            <a:off x="6927740" y="6185431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D74A858-0E3B-5B11-7076-C8D2E23AB88A}"/>
              </a:ext>
            </a:extLst>
          </p:cNvPr>
          <p:cNvSpPr/>
          <p:nvPr/>
        </p:nvSpPr>
        <p:spPr>
          <a:xfrm>
            <a:off x="7175712" y="6596137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ED5DF10-0F24-6A48-AB86-604D1178478A}"/>
              </a:ext>
            </a:extLst>
          </p:cNvPr>
          <p:cNvSpPr/>
          <p:nvPr/>
        </p:nvSpPr>
        <p:spPr>
          <a:xfrm>
            <a:off x="7989373" y="626292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459D274-356B-EDC8-E498-090A0D1478B4}"/>
              </a:ext>
            </a:extLst>
          </p:cNvPr>
          <p:cNvSpPr/>
          <p:nvPr/>
        </p:nvSpPr>
        <p:spPr>
          <a:xfrm>
            <a:off x="7648410" y="587546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EFA8B42-15B6-BA8F-BEEA-2E0FFF8733D5}"/>
              </a:ext>
            </a:extLst>
          </p:cNvPr>
          <p:cNvSpPr/>
          <p:nvPr/>
        </p:nvSpPr>
        <p:spPr>
          <a:xfrm>
            <a:off x="6114079" y="5263283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E003D12-9FDE-AEC4-7C2E-4AF8FE8F567B}"/>
              </a:ext>
            </a:extLst>
          </p:cNvPr>
          <p:cNvSpPr/>
          <p:nvPr/>
        </p:nvSpPr>
        <p:spPr>
          <a:xfrm>
            <a:off x="5711123" y="4937818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DCE9455-F6A5-D4D2-5739-53C66AB04E49}"/>
              </a:ext>
            </a:extLst>
          </p:cNvPr>
          <p:cNvSpPr/>
          <p:nvPr/>
        </p:nvSpPr>
        <p:spPr>
          <a:xfrm>
            <a:off x="5811860" y="558874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9F39952-9A9B-01D0-444C-F57A32E98BE5}"/>
              </a:ext>
            </a:extLst>
          </p:cNvPr>
          <p:cNvSpPr/>
          <p:nvPr/>
        </p:nvSpPr>
        <p:spPr>
          <a:xfrm>
            <a:off x="5424403" y="462785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2AE8F3A-2F82-6DA1-D40A-6B6F87A08862}"/>
              </a:ext>
            </a:extLst>
          </p:cNvPr>
          <p:cNvSpPr/>
          <p:nvPr/>
        </p:nvSpPr>
        <p:spPr>
          <a:xfrm>
            <a:off x="5176431" y="4937818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96F3220-FB65-0771-1A43-5683A9478538}"/>
              </a:ext>
            </a:extLst>
          </p:cNvPr>
          <p:cNvSpPr/>
          <p:nvPr/>
        </p:nvSpPr>
        <p:spPr>
          <a:xfrm>
            <a:off x="5424403" y="5348524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436F288-AE3D-1F63-61FF-8B61A3E05842}"/>
              </a:ext>
            </a:extLst>
          </p:cNvPr>
          <p:cNvSpPr/>
          <p:nvPr/>
        </p:nvSpPr>
        <p:spPr>
          <a:xfrm>
            <a:off x="6238064" y="501530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4D15DB0-2997-0066-AED5-DF11AD7C9578}"/>
              </a:ext>
            </a:extLst>
          </p:cNvPr>
          <p:cNvSpPr/>
          <p:nvPr/>
        </p:nvSpPr>
        <p:spPr>
          <a:xfrm>
            <a:off x="5897101" y="462785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92A1843-1394-22B8-636E-563D12ED140B}"/>
              </a:ext>
            </a:extLst>
          </p:cNvPr>
          <p:cNvSpPr/>
          <p:nvPr/>
        </p:nvSpPr>
        <p:spPr>
          <a:xfrm>
            <a:off x="6005590" y="3686389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A4F6925-18FF-8B3A-87C8-28F3AD0FE696}"/>
              </a:ext>
            </a:extLst>
          </p:cNvPr>
          <p:cNvSpPr/>
          <p:nvPr/>
        </p:nvSpPr>
        <p:spPr>
          <a:xfrm>
            <a:off x="5602634" y="3360924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4FBAF98-18A6-E3F3-957B-654D9671C6BC}"/>
              </a:ext>
            </a:extLst>
          </p:cNvPr>
          <p:cNvSpPr/>
          <p:nvPr/>
        </p:nvSpPr>
        <p:spPr>
          <a:xfrm>
            <a:off x="5703371" y="401185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45B8648-C167-32D1-B6DD-BDFC51FCF8C0}"/>
              </a:ext>
            </a:extLst>
          </p:cNvPr>
          <p:cNvSpPr/>
          <p:nvPr/>
        </p:nvSpPr>
        <p:spPr>
          <a:xfrm>
            <a:off x="5315914" y="305095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2E48712-94C1-C2DE-A198-B4771A5C085A}"/>
              </a:ext>
            </a:extLst>
          </p:cNvPr>
          <p:cNvSpPr/>
          <p:nvPr/>
        </p:nvSpPr>
        <p:spPr>
          <a:xfrm>
            <a:off x="5067942" y="3360924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5600DB0-4E74-B0CC-7089-969FB96113CA}"/>
              </a:ext>
            </a:extLst>
          </p:cNvPr>
          <p:cNvSpPr/>
          <p:nvPr/>
        </p:nvSpPr>
        <p:spPr>
          <a:xfrm>
            <a:off x="5315914" y="3771630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398087B-C766-0A4E-F9F1-321A44E7236E}"/>
              </a:ext>
            </a:extLst>
          </p:cNvPr>
          <p:cNvSpPr/>
          <p:nvPr/>
        </p:nvSpPr>
        <p:spPr>
          <a:xfrm>
            <a:off x="6129575" y="343841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4059245-DB4D-6CB9-C850-B5B36716A7AA}"/>
              </a:ext>
            </a:extLst>
          </p:cNvPr>
          <p:cNvSpPr/>
          <p:nvPr/>
        </p:nvSpPr>
        <p:spPr>
          <a:xfrm>
            <a:off x="5788612" y="305095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9EF7C91-4AF9-3D1E-6041-ABB93012FD7C}"/>
              </a:ext>
            </a:extLst>
          </p:cNvPr>
          <p:cNvSpPr/>
          <p:nvPr/>
        </p:nvSpPr>
        <p:spPr>
          <a:xfrm>
            <a:off x="4091550" y="2617128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E8BC539-9C72-C5B6-1F2E-B2FDC7A0DC12}"/>
              </a:ext>
            </a:extLst>
          </p:cNvPr>
          <p:cNvSpPr/>
          <p:nvPr/>
        </p:nvSpPr>
        <p:spPr>
          <a:xfrm>
            <a:off x="3688594" y="2291663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0DDBEFD-915A-D94C-BD05-772FA874F72B}"/>
              </a:ext>
            </a:extLst>
          </p:cNvPr>
          <p:cNvSpPr/>
          <p:nvPr/>
        </p:nvSpPr>
        <p:spPr>
          <a:xfrm>
            <a:off x="3789331" y="294259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9FE244B-675F-0CD2-773A-B4D79B3C5B15}"/>
              </a:ext>
            </a:extLst>
          </p:cNvPr>
          <p:cNvSpPr/>
          <p:nvPr/>
        </p:nvSpPr>
        <p:spPr>
          <a:xfrm>
            <a:off x="3401874" y="198169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6656FF0-6E8A-7E12-5E4C-3FEF060F3429}"/>
              </a:ext>
            </a:extLst>
          </p:cNvPr>
          <p:cNvSpPr/>
          <p:nvPr/>
        </p:nvSpPr>
        <p:spPr>
          <a:xfrm>
            <a:off x="3153902" y="2291663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348ACBE-78B8-03EE-A74E-BB3181DD415F}"/>
              </a:ext>
            </a:extLst>
          </p:cNvPr>
          <p:cNvSpPr/>
          <p:nvPr/>
        </p:nvSpPr>
        <p:spPr>
          <a:xfrm>
            <a:off x="3401874" y="2702369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E8D006E-B3AD-713F-E7DB-BBA334811E26}"/>
              </a:ext>
            </a:extLst>
          </p:cNvPr>
          <p:cNvSpPr/>
          <p:nvPr/>
        </p:nvSpPr>
        <p:spPr>
          <a:xfrm>
            <a:off x="4215535" y="236915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DB17698D-7D9A-D411-134B-2E8F5E31AE73}"/>
              </a:ext>
            </a:extLst>
          </p:cNvPr>
          <p:cNvSpPr/>
          <p:nvPr/>
        </p:nvSpPr>
        <p:spPr>
          <a:xfrm>
            <a:off x="3874572" y="198169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D110053-FC7C-7197-9FCF-FEAF1A316BB6}"/>
              </a:ext>
            </a:extLst>
          </p:cNvPr>
          <p:cNvSpPr/>
          <p:nvPr/>
        </p:nvSpPr>
        <p:spPr>
          <a:xfrm>
            <a:off x="4238783" y="4058350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317279E5-DEED-3557-3F60-D1DDFF486A00}"/>
              </a:ext>
            </a:extLst>
          </p:cNvPr>
          <p:cNvSpPr/>
          <p:nvPr/>
        </p:nvSpPr>
        <p:spPr>
          <a:xfrm>
            <a:off x="3835827" y="3732885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E43DF00-1F21-4ACB-27D4-78C556E6AC69}"/>
              </a:ext>
            </a:extLst>
          </p:cNvPr>
          <p:cNvSpPr/>
          <p:nvPr/>
        </p:nvSpPr>
        <p:spPr>
          <a:xfrm>
            <a:off x="3936564" y="438381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BBAEC7C-EF87-14E6-61E7-ADDB829524B6}"/>
              </a:ext>
            </a:extLst>
          </p:cNvPr>
          <p:cNvSpPr/>
          <p:nvPr/>
        </p:nvSpPr>
        <p:spPr>
          <a:xfrm>
            <a:off x="3549107" y="342291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D01B9F1-5DA9-999E-E006-BB7DF7F2D914}"/>
              </a:ext>
            </a:extLst>
          </p:cNvPr>
          <p:cNvSpPr/>
          <p:nvPr/>
        </p:nvSpPr>
        <p:spPr>
          <a:xfrm>
            <a:off x="3301135" y="3732885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5CC7A0B5-4E04-BFCD-3AD2-AC2C1AC99258}"/>
              </a:ext>
            </a:extLst>
          </p:cNvPr>
          <p:cNvSpPr/>
          <p:nvPr/>
        </p:nvSpPr>
        <p:spPr>
          <a:xfrm>
            <a:off x="3549107" y="4143591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28C943D-6BBC-947D-D632-48FEA01F1BF8}"/>
              </a:ext>
            </a:extLst>
          </p:cNvPr>
          <p:cNvSpPr/>
          <p:nvPr/>
        </p:nvSpPr>
        <p:spPr>
          <a:xfrm>
            <a:off x="4362768" y="381037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BF2353B7-0465-D8F5-5648-511E3F9FADA2}"/>
              </a:ext>
            </a:extLst>
          </p:cNvPr>
          <p:cNvSpPr/>
          <p:nvPr/>
        </p:nvSpPr>
        <p:spPr>
          <a:xfrm>
            <a:off x="4021805" y="342291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E002D494-E22E-052B-DCE9-DD5E76E929C0}"/>
              </a:ext>
            </a:extLst>
          </p:cNvPr>
          <p:cNvSpPr/>
          <p:nvPr/>
        </p:nvSpPr>
        <p:spPr>
          <a:xfrm>
            <a:off x="2487474" y="2810737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45DDBEDD-EA95-7B42-03F6-8AEA1B95EFDB}"/>
              </a:ext>
            </a:extLst>
          </p:cNvPr>
          <p:cNvSpPr/>
          <p:nvPr/>
        </p:nvSpPr>
        <p:spPr>
          <a:xfrm>
            <a:off x="2084518" y="2485272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0732105-26C7-48DB-B613-603174ED78D5}"/>
              </a:ext>
            </a:extLst>
          </p:cNvPr>
          <p:cNvSpPr/>
          <p:nvPr/>
        </p:nvSpPr>
        <p:spPr>
          <a:xfrm>
            <a:off x="2185255" y="313620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97D22E90-072B-3FA0-E562-52DE2AFE8AF4}"/>
              </a:ext>
            </a:extLst>
          </p:cNvPr>
          <p:cNvSpPr/>
          <p:nvPr/>
        </p:nvSpPr>
        <p:spPr>
          <a:xfrm>
            <a:off x="1797798" y="217530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A12C2273-A20C-AA97-B399-5DDB43DD523C}"/>
              </a:ext>
            </a:extLst>
          </p:cNvPr>
          <p:cNvSpPr/>
          <p:nvPr/>
        </p:nvSpPr>
        <p:spPr>
          <a:xfrm>
            <a:off x="1549826" y="2485272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62E2FF38-116C-27E9-BE62-52DC372E3E98}"/>
              </a:ext>
            </a:extLst>
          </p:cNvPr>
          <p:cNvSpPr/>
          <p:nvPr/>
        </p:nvSpPr>
        <p:spPr>
          <a:xfrm>
            <a:off x="1797798" y="2895978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9C7F0253-76A0-F3B0-A823-B85406117A35}"/>
              </a:ext>
            </a:extLst>
          </p:cNvPr>
          <p:cNvSpPr/>
          <p:nvPr/>
        </p:nvSpPr>
        <p:spPr>
          <a:xfrm>
            <a:off x="2611459" y="256276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A8B081FB-2274-D114-5B2F-423106296629}"/>
              </a:ext>
            </a:extLst>
          </p:cNvPr>
          <p:cNvSpPr/>
          <p:nvPr/>
        </p:nvSpPr>
        <p:spPr>
          <a:xfrm>
            <a:off x="2270496" y="217530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95A30E01-A49A-10F9-C626-C7AFB34BCD42}"/>
              </a:ext>
            </a:extLst>
          </p:cNvPr>
          <p:cNvSpPr/>
          <p:nvPr/>
        </p:nvSpPr>
        <p:spPr>
          <a:xfrm>
            <a:off x="2378985" y="1233843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8FA015D6-0C0C-FA26-A964-825AD2EBBD52}"/>
              </a:ext>
            </a:extLst>
          </p:cNvPr>
          <p:cNvSpPr/>
          <p:nvPr/>
        </p:nvSpPr>
        <p:spPr>
          <a:xfrm>
            <a:off x="1976029" y="908378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BC12628A-8A70-2AC6-3639-5FDE75D662C4}"/>
              </a:ext>
            </a:extLst>
          </p:cNvPr>
          <p:cNvSpPr/>
          <p:nvPr/>
        </p:nvSpPr>
        <p:spPr>
          <a:xfrm>
            <a:off x="2076766" y="155930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C6E6CC92-8DE0-13ED-CBE9-4FF4B801012F}"/>
              </a:ext>
            </a:extLst>
          </p:cNvPr>
          <p:cNvSpPr/>
          <p:nvPr/>
        </p:nvSpPr>
        <p:spPr>
          <a:xfrm>
            <a:off x="1689309" y="59841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82536B8D-6C9B-50BD-92DA-80C36D86A886}"/>
              </a:ext>
            </a:extLst>
          </p:cNvPr>
          <p:cNvSpPr/>
          <p:nvPr/>
        </p:nvSpPr>
        <p:spPr>
          <a:xfrm>
            <a:off x="1441337" y="908378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8BAC0495-104A-1165-7282-6CEA00AB499F}"/>
              </a:ext>
            </a:extLst>
          </p:cNvPr>
          <p:cNvSpPr/>
          <p:nvPr/>
        </p:nvSpPr>
        <p:spPr>
          <a:xfrm>
            <a:off x="1689309" y="1319084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E40B0418-CC3D-6BDB-2EA3-386A53CE936B}"/>
              </a:ext>
            </a:extLst>
          </p:cNvPr>
          <p:cNvSpPr/>
          <p:nvPr/>
        </p:nvSpPr>
        <p:spPr>
          <a:xfrm>
            <a:off x="2502970" y="98586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AF75B45-532B-D28E-29FC-98B7B24C759B}"/>
              </a:ext>
            </a:extLst>
          </p:cNvPr>
          <p:cNvSpPr/>
          <p:nvPr/>
        </p:nvSpPr>
        <p:spPr>
          <a:xfrm>
            <a:off x="2162007" y="59841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3537FE20-C3DA-7923-AAE3-01452F7592B8}"/>
              </a:ext>
            </a:extLst>
          </p:cNvPr>
          <p:cNvSpPr/>
          <p:nvPr/>
        </p:nvSpPr>
        <p:spPr>
          <a:xfrm>
            <a:off x="5780864" y="6586185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55AA1D00-E32C-8A1E-E497-BBD255653A09}"/>
              </a:ext>
            </a:extLst>
          </p:cNvPr>
          <p:cNvSpPr/>
          <p:nvPr/>
        </p:nvSpPr>
        <p:spPr>
          <a:xfrm>
            <a:off x="5377908" y="6260720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A82DA321-C5E6-DE65-981D-FEA2DD9B54AB}"/>
              </a:ext>
            </a:extLst>
          </p:cNvPr>
          <p:cNvSpPr/>
          <p:nvPr/>
        </p:nvSpPr>
        <p:spPr>
          <a:xfrm>
            <a:off x="5478645" y="691164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28A817E3-75B4-D8AC-678E-6524FBEC1392}"/>
              </a:ext>
            </a:extLst>
          </p:cNvPr>
          <p:cNvSpPr/>
          <p:nvPr/>
        </p:nvSpPr>
        <p:spPr>
          <a:xfrm>
            <a:off x="5091188" y="595075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A09C416C-8A6F-41C6-F195-60F42D84600A}"/>
              </a:ext>
            </a:extLst>
          </p:cNvPr>
          <p:cNvSpPr/>
          <p:nvPr/>
        </p:nvSpPr>
        <p:spPr>
          <a:xfrm>
            <a:off x="4843216" y="6260720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7EEC76F2-9BAE-F5C6-94B8-F5D5CA26A92A}"/>
              </a:ext>
            </a:extLst>
          </p:cNvPr>
          <p:cNvSpPr/>
          <p:nvPr/>
        </p:nvSpPr>
        <p:spPr>
          <a:xfrm>
            <a:off x="5091188" y="6671426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7C307AD1-962F-B47A-93A0-2DE2C3D29F5E}"/>
              </a:ext>
            </a:extLst>
          </p:cNvPr>
          <p:cNvSpPr/>
          <p:nvPr/>
        </p:nvSpPr>
        <p:spPr>
          <a:xfrm>
            <a:off x="5904849" y="633821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7BD9FA36-B60B-35B4-5587-23DF57880ED1}"/>
              </a:ext>
            </a:extLst>
          </p:cNvPr>
          <p:cNvSpPr/>
          <p:nvPr/>
        </p:nvSpPr>
        <p:spPr>
          <a:xfrm>
            <a:off x="5563886" y="595075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957380D2-1C2C-8D01-E0F5-ABC589324F9B}"/>
              </a:ext>
            </a:extLst>
          </p:cNvPr>
          <p:cNvSpPr/>
          <p:nvPr/>
        </p:nvSpPr>
        <p:spPr>
          <a:xfrm>
            <a:off x="5928097" y="8027407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74EACFEF-3849-CEFB-155A-652FBB1A93BF}"/>
              </a:ext>
            </a:extLst>
          </p:cNvPr>
          <p:cNvSpPr/>
          <p:nvPr/>
        </p:nvSpPr>
        <p:spPr>
          <a:xfrm>
            <a:off x="5525141" y="7701942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0568BE0B-01C6-D57C-214B-BFB7435671FA}"/>
              </a:ext>
            </a:extLst>
          </p:cNvPr>
          <p:cNvSpPr/>
          <p:nvPr/>
        </p:nvSpPr>
        <p:spPr>
          <a:xfrm>
            <a:off x="5625878" y="835287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F7E49F6F-D241-FB41-6C05-DD0E59BE9990}"/>
              </a:ext>
            </a:extLst>
          </p:cNvPr>
          <p:cNvSpPr/>
          <p:nvPr/>
        </p:nvSpPr>
        <p:spPr>
          <a:xfrm>
            <a:off x="5238421" y="739197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18B3DA80-472F-EFF3-EEB6-EA8EB14BB4B7}"/>
              </a:ext>
            </a:extLst>
          </p:cNvPr>
          <p:cNvSpPr/>
          <p:nvPr/>
        </p:nvSpPr>
        <p:spPr>
          <a:xfrm>
            <a:off x="4990449" y="7701942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39FFD4DF-A1A0-F3EA-82C0-D564160F6E89}"/>
              </a:ext>
            </a:extLst>
          </p:cNvPr>
          <p:cNvSpPr/>
          <p:nvPr/>
        </p:nvSpPr>
        <p:spPr>
          <a:xfrm>
            <a:off x="5238421" y="8112648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34CCF542-69DC-0CDB-73B8-9FEA606EF0AD}"/>
              </a:ext>
            </a:extLst>
          </p:cNvPr>
          <p:cNvSpPr/>
          <p:nvPr/>
        </p:nvSpPr>
        <p:spPr>
          <a:xfrm>
            <a:off x="6052082" y="777943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2A695677-95F4-A954-573C-BCF2D4241D04}"/>
              </a:ext>
            </a:extLst>
          </p:cNvPr>
          <p:cNvSpPr/>
          <p:nvPr/>
        </p:nvSpPr>
        <p:spPr>
          <a:xfrm>
            <a:off x="5711119" y="739197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30221EF-CE44-4A21-0EB4-1052407A7B9D}"/>
              </a:ext>
            </a:extLst>
          </p:cNvPr>
          <p:cNvSpPr/>
          <p:nvPr/>
        </p:nvSpPr>
        <p:spPr>
          <a:xfrm>
            <a:off x="4176788" y="6779794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42CAA5E-39BD-6F48-71AF-6BB6328B7520}"/>
              </a:ext>
            </a:extLst>
          </p:cNvPr>
          <p:cNvSpPr/>
          <p:nvPr/>
        </p:nvSpPr>
        <p:spPr>
          <a:xfrm>
            <a:off x="3773832" y="6454329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24CDA6FC-2780-87EB-FAD4-CDF3F5C7C58D}"/>
              </a:ext>
            </a:extLst>
          </p:cNvPr>
          <p:cNvSpPr/>
          <p:nvPr/>
        </p:nvSpPr>
        <p:spPr>
          <a:xfrm>
            <a:off x="3874569" y="710525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968EEDAD-011D-FDAE-2798-1F7FE5A90DFA}"/>
              </a:ext>
            </a:extLst>
          </p:cNvPr>
          <p:cNvSpPr/>
          <p:nvPr/>
        </p:nvSpPr>
        <p:spPr>
          <a:xfrm>
            <a:off x="3487112" y="614436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C4E50BF-6264-4C7A-D590-7C4CAB9D4FFA}"/>
              </a:ext>
            </a:extLst>
          </p:cNvPr>
          <p:cNvSpPr/>
          <p:nvPr/>
        </p:nvSpPr>
        <p:spPr>
          <a:xfrm>
            <a:off x="3239140" y="6454329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80FA28F2-1D17-5CD9-1B8D-DC474FD74531}"/>
              </a:ext>
            </a:extLst>
          </p:cNvPr>
          <p:cNvSpPr/>
          <p:nvPr/>
        </p:nvSpPr>
        <p:spPr>
          <a:xfrm>
            <a:off x="3487112" y="6865035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0783D276-1D97-2AD3-DDD2-04E136DFCC19}"/>
              </a:ext>
            </a:extLst>
          </p:cNvPr>
          <p:cNvSpPr/>
          <p:nvPr/>
        </p:nvSpPr>
        <p:spPr>
          <a:xfrm>
            <a:off x="4300773" y="653182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CEEDBF3A-A71B-0686-5344-179997C08349}"/>
              </a:ext>
            </a:extLst>
          </p:cNvPr>
          <p:cNvSpPr/>
          <p:nvPr/>
        </p:nvSpPr>
        <p:spPr>
          <a:xfrm>
            <a:off x="3959810" y="614436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FF18718B-CA7A-3B1B-93E5-469901BB7E3B}"/>
              </a:ext>
            </a:extLst>
          </p:cNvPr>
          <p:cNvSpPr/>
          <p:nvPr/>
        </p:nvSpPr>
        <p:spPr>
          <a:xfrm>
            <a:off x="4068299" y="5202900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57454FC1-8FDF-662E-19EB-E3396E6DE901}"/>
              </a:ext>
            </a:extLst>
          </p:cNvPr>
          <p:cNvSpPr/>
          <p:nvPr/>
        </p:nvSpPr>
        <p:spPr>
          <a:xfrm>
            <a:off x="3665343" y="4877435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8532A13B-548C-A25F-BC0F-17BAB4A64D08}"/>
              </a:ext>
            </a:extLst>
          </p:cNvPr>
          <p:cNvSpPr/>
          <p:nvPr/>
        </p:nvSpPr>
        <p:spPr>
          <a:xfrm>
            <a:off x="3766080" y="552836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0CE7166D-BF3E-4351-6079-D23B4A220A69}"/>
              </a:ext>
            </a:extLst>
          </p:cNvPr>
          <p:cNvSpPr/>
          <p:nvPr/>
        </p:nvSpPr>
        <p:spPr>
          <a:xfrm>
            <a:off x="3378623" y="456746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266018EC-DB17-EF9A-A338-E072379C2957}"/>
              </a:ext>
            </a:extLst>
          </p:cNvPr>
          <p:cNvSpPr/>
          <p:nvPr/>
        </p:nvSpPr>
        <p:spPr>
          <a:xfrm>
            <a:off x="3130651" y="4877435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88E523E3-1A41-FE3B-5D02-265C3FF3C128}"/>
              </a:ext>
            </a:extLst>
          </p:cNvPr>
          <p:cNvSpPr/>
          <p:nvPr/>
        </p:nvSpPr>
        <p:spPr>
          <a:xfrm>
            <a:off x="3378623" y="5288141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27655792-78B5-707F-AF4E-6EF96DC75BF8}"/>
              </a:ext>
            </a:extLst>
          </p:cNvPr>
          <p:cNvSpPr/>
          <p:nvPr/>
        </p:nvSpPr>
        <p:spPr>
          <a:xfrm>
            <a:off x="4192284" y="495492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8C7164D8-980F-67E8-E841-3FD8A02CB7C1}"/>
              </a:ext>
            </a:extLst>
          </p:cNvPr>
          <p:cNvSpPr/>
          <p:nvPr/>
        </p:nvSpPr>
        <p:spPr>
          <a:xfrm>
            <a:off x="3851321" y="456746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C87E8493-E84F-563B-79A4-0975AEF30CD3}"/>
              </a:ext>
            </a:extLst>
          </p:cNvPr>
          <p:cNvSpPr/>
          <p:nvPr/>
        </p:nvSpPr>
        <p:spPr>
          <a:xfrm>
            <a:off x="2216251" y="4110272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59CE582C-5257-9639-8C63-5FE432207337}"/>
              </a:ext>
            </a:extLst>
          </p:cNvPr>
          <p:cNvSpPr/>
          <p:nvPr/>
        </p:nvSpPr>
        <p:spPr>
          <a:xfrm>
            <a:off x="1813295" y="3784807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6010AF78-EDCD-F754-BC94-A06BE380DF25}"/>
              </a:ext>
            </a:extLst>
          </p:cNvPr>
          <p:cNvSpPr/>
          <p:nvPr/>
        </p:nvSpPr>
        <p:spPr>
          <a:xfrm>
            <a:off x="1914032" y="443573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965C421B-E0F6-CB6F-7122-F28B8B8E72F5}"/>
              </a:ext>
            </a:extLst>
          </p:cNvPr>
          <p:cNvSpPr/>
          <p:nvPr/>
        </p:nvSpPr>
        <p:spPr>
          <a:xfrm>
            <a:off x="1526575" y="347484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ED6A717D-8BFA-E96E-35F2-DB968853667A}"/>
              </a:ext>
            </a:extLst>
          </p:cNvPr>
          <p:cNvSpPr/>
          <p:nvPr/>
        </p:nvSpPr>
        <p:spPr>
          <a:xfrm>
            <a:off x="1278603" y="3784807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3DFCC7BC-72C6-1BB6-EBFE-EB92161560D6}"/>
              </a:ext>
            </a:extLst>
          </p:cNvPr>
          <p:cNvSpPr/>
          <p:nvPr/>
        </p:nvSpPr>
        <p:spPr>
          <a:xfrm>
            <a:off x="1526575" y="4195513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E8C9B962-BA3A-6982-AA85-2442219E76FA}"/>
              </a:ext>
            </a:extLst>
          </p:cNvPr>
          <p:cNvSpPr/>
          <p:nvPr/>
        </p:nvSpPr>
        <p:spPr>
          <a:xfrm>
            <a:off x="2340236" y="386229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7AB0442C-EB5B-EF18-2826-57F83CAF448F}"/>
              </a:ext>
            </a:extLst>
          </p:cNvPr>
          <p:cNvSpPr/>
          <p:nvPr/>
        </p:nvSpPr>
        <p:spPr>
          <a:xfrm>
            <a:off x="1999273" y="347484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DDB31376-D492-FFF8-D653-7C8ED810D576}"/>
              </a:ext>
            </a:extLst>
          </p:cNvPr>
          <p:cNvSpPr/>
          <p:nvPr/>
        </p:nvSpPr>
        <p:spPr>
          <a:xfrm>
            <a:off x="2363484" y="5551494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4D78B30D-D118-D8C0-3DB5-2F32D89E2915}"/>
              </a:ext>
            </a:extLst>
          </p:cNvPr>
          <p:cNvSpPr/>
          <p:nvPr/>
        </p:nvSpPr>
        <p:spPr>
          <a:xfrm>
            <a:off x="1960528" y="5226029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D125076C-9999-B18C-74C3-41B2F97EA422}"/>
              </a:ext>
            </a:extLst>
          </p:cNvPr>
          <p:cNvSpPr/>
          <p:nvPr/>
        </p:nvSpPr>
        <p:spPr>
          <a:xfrm>
            <a:off x="2061265" y="587695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6763D61D-386A-2EBF-0DCC-56ECB2268153}"/>
              </a:ext>
            </a:extLst>
          </p:cNvPr>
          <p:cNvSpPr/>
          <p:nvPr/>
        </p:nvSpPr>
        <p:spPr>
          <a:xfrm>
            <a:off x="1673808" y="491606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74524369-611C-415D-5EFF-12D1E3B90AD5}"/>
              </a:ext>
            </a:extLst>
          </p:cNvPr>
          <p:cNvSpPr/>
          <p:nvPr/>
        </p:nvSpPr>
        <p:spPr>
          <a:xfrm>
            <a:off x="1425836" y="5226029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ABECF65-E6EE-D2CE-2515-7DBB5E003D91}"/>
              </a:ext>
            </a:extLst>
          </p:cNvPr>
          <p:cNvSpPr/>
          <p:nvPr/>
        </p:nvSpPr>
        <p:spPr>
          <a:xfrm>
            <a:off x="1673808" y="5636735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3B6E2950-46CD-BD13-CA9D-BE53DA9C493A}"/>
              </a:ext>
            </a:extLst>
          </p:cNvPr>
          <p:cNvSpPr/>
          <p:nvPr/>
        </p:nvSpPr>
        <p:spPr>
          <a:xfrm>
            <a:off x="2487469" y="530352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0C764726-3A2D-487E-C776-2417462D8516}"/>
              </a:ext>
            </a:extLst>
          </p:cNvPr>
          <p:cNvSpPr/>
          <p:nvPr/>
        </p:nvSpPr>
        <p:spPr>
          <a:xfrm>
            <a:off x="2146506" y="491606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B8FF2E62-CF2B-90D0-EF01-FF8043F375D0}"/>
              </a:ext>
            </a:extLst>
          </p:cNvPr>
          <p:cNvSpPr/>
          <p:nvPr/>
        </p:nvSpPr>
        <p:spPr>
          <a:xfrm>
            <a:off x="612175" y="4303881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631C25BB-072E-F982-2423-32049E6C45C9}"/>
              </a:ext>
            </a:extLst>
          </p:cNvPr>
          <p:cNvSpPr/>
          <p:nvPr/>
        </p:nvSpPr>
        <p:spPr>
          <a:xfrm>
            <a:off x="209219" y="3978416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321F1898-B849-D5BD-8308-F638D2D570E8}"/>
              </a:ext>
            </a:extLst>
          </p:cNvPr>
          <p:cNvSpPr/>
          <p:nvPr/>
        </p:nvSpPr>
        <p:spPr>
          <a:xfrm>
            <a:off x="309956" y="462934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63EAB82A-4BC1-6AE3-4BD3-7B56F58CE353}"/>
              </a:ext>
            </a:extLst>
          </p:cNvPr>
          <p:cNvSpPr/>
          <p:nvPr/>
        </p:nvSpPr>
        <p:spPr>
          <a:xfrm>
            <a:off x="-77501" y="366845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82EFD275-D9AD-5E02-4D9D-901582DFF709}"/>
              </a:ext>
            </a:extLst>
          </p:cNvPr>
          <p:cNvSpPr/>
          <p:nvPr/>
        </p:nvSpPr>
        <p:spPr>
          <a:xfrm>
            <a:off x="-325473" y="3978416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5B298E5B-5577-A01C-D4B5-54C083C70684}"/>
              </a:ext>
            </a:extLst>
          </p:cNvPr>
          <p:cNvSpPr/>
          <p:nvPr/>
        </p:nvSpPr>
        <p:spPr>
          <a:xfrm>
            <a:off x="-77501" y="4389122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FDE3ABF8-40FC-741F-6852-FEA1055FEE1A}"/>
              </a:ext>
            </a:extLst>
          </p:cNvPr>
          <p:cNvSpPr/>
          <p:nvPr/>
        </p:nvSpPr>
        <p:spPr>
          <a:xfrm>
            <a:off x="736160" y="405590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5C6F2D25-F78B-4569-9984-407DA9D33E4F}"/>
              </a:ext>
            </a:extLst>
          </p:cNvPr>
          <p:cNvSpPr/>
          <p:nvPr/>
        </p:nvSpPr>
        <p:spPr>
          <a:xfrm>
            <a:off x="395197" y="366845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853573C9-DE60-8A8F-0AAE-987DB865FDC8}"/>
              </a:ext>
            </a:extLst>
          </p:cNvPr>
          <p:cNvSpPr/>
          <p:nvPr/>
        </p:nvSpPr>
        <p:spPr>
          <a:xfrm>
            <a:off x="503686" y="2726987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F044313C-DA96-5C27-9DAC-BC757FA49DE3}"/>
              </a:ext>
            </a:extLst>
          </p:cNvPr>
          <p:cNvSpPr/>
          <p:nvPr/>
        </p:nvSpPr>
        <p:spPr>
          <a:xfrm>
            <a:off x="100730" y="2401522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EECDD7C1-A430-F835-3952-637010832FED}"/>
              </a:ext>
            </a:extLst>
          </p:cNvPr>
          <p:cNvSpPr/>
          <p:nvPr/>
        </p:nvSpPr>
        <p:spPr>
          <a:xfrm>
            <a:off x="201467" y="305245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D0E8BEEF-D533-1868-E7D9-CE08CE929B78}"/>
              </a:ext>
            </a:extLst>
          </p:cNvPr>
          <p:cNvSpPr/>
          <p:nvPr/>
        </p:nvSpPr>
        <p:spPr>
          <a:xfrm>
            <a:off x="-185990" y="209155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8F75866A-3786-E406-4A11-BB7AD8A8FC90}"/>
              </a:ext>
            </a:extLst>
          </p:cNvPr>
          <p:cNvSpPr/>
          <p:nvPr/>
        </p:nvSpPr>
        <p:spPr>
          <a:xfrm>
            <a:off x="-433962" y="2401522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2E614343-8A10-A4D8-2D13-988AE4EE8038}"/>
              </a:ext>
            </a:extLst>
          </p:cNvPr>
          <p:cNvSpPr/>
          <p:nvPr/>
        </p:nvSpPr>
        <p:spPr>
          <a:xfrm>
            <a:off x="-185990" y="2812228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7468B571-B2AD-428D-66DD-7C60AB271B80}"/>
              </a:ext>
            </a:extLst>
          </p:cNvPr>
          <p:cNvSpPr/>
          <p:nvPr/>
        </p:nvSpPr>
        <p:spPr>
          <a:xfrm>
            <a:off x="627671" y="247901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E6329760-95F9-DD73-6AB7-1810FC7A1A02}"/>
              </a:ext>
            </a:extLst>
          </p:cNvPr>
          <p:cNvSpPr/>
          <p:nvPr/>
        </p:nvSpPr>
        <p:spPr>
          <a:xfrm>
            <a:off x="286708" y="209155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396C42CC-100E-9327-D79E-6D15BBA6B84F}"/>
              </a:ext>
            </a:extLst>
          </p:cNvPr>
          <p:cNvSpPr/>
          <p:nvPr/>
        </p:nvSpPr>
        <p:spPr>
          <a:xfrm>
            <a:off x="4587496" y="1487720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92EC4FCF-082F-692B-6D4F-56379E371092}"/>
              </a:ext>
            </a:extLst>
          </p:cNvPr>
          <p:cNvSpPr/>
          <p:nvPr/>
        </p:nvSpPr>
        <p:spPr>
          <a:xfrm>
            <a:off x="4184540" y="1162255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B9470A0F-C941-8DC4-440F-F027130917D0}"/>
              </a:ext>
            </a:extLst>
          </p:cNvPr>
          <p:cNvSpPr/>
          <p:nvPr/>
        </p:nvSpPr>
        <p:spPr>
          <a:xfrm>
            <a:off x="4285277" y="181318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E63087BB-8C2C-6DE2-3F5F-8C991AA25F5A}"/>
              </a:ext>
            </a:extLst>
          </p:cNvPr>
          <p:cNvSpPr/>
          <p:nvPr/>
        </p:nvSpPr>
        <p:spPr>
          <a:xfrm>
            <a:off x="3897820" y="85228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42DF6994-B47E-B7F4-FBAD-F76C0006D184}"/>
              </a:ext>
            </a:extLst>
          </p:cNvPr>
          <p:cNvSpPr/>
          <p:nvPr/>
        </p:nvSpPr>
        <p:spPr>
          <a:xfrm>
            <a:off x="3649848" y="1162255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2EAEA57A-FBB3-0329-3D59-285A58682C0D}"/>
              </a:ext>
            </a:extLst>
          </p:cNvPr>
          <p:cNvSpPr/>
          <p:nvPr/>
        </p:nvSpPr>
        <p:spPr>
          <a:xfrm>
            <a:off x="3897820" y="1572961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85318CFD-50B4-DB2D-902F-2193A1CDDCA4}"/>
              </a:ext>
            </a:extLst>
          </p:cNvPr>
          <p:cNvSpPr/>
          <p:nvPr/>
        </p:nvSpPr>
        <p:spPr>
          <a:xfrm>
            <a:off x="4711481" y="123974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6C00C986-9692-9D31-F5EA-F2C921FB6E75}"/>
              </a:ext>
            </a:extLst>
          </p:cNvPr>
          <p:cNvSpPr/>
          <p:nvPr/>
        </p:nvSpPr>
        <p:spPr>
          <a:xfrm>
            <a:off x="4370518" y="85228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5E901C33-F21C-D2A8-5A94-AB1A4AF9B8B8}"/>
              </a:ext>
            </a:extLst>
          </p:cNvPr>
          <p:cNvSpPr/>
          <p:nvPr/>
        </p:nvSpPr>
        <p:spPr>
          <a:xfrm>
            <a:off x="4587496" y="-34990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494CAF34-9BC3-D24D-1E6B-3FC912310FB2}"/>
              </a:ext>
            </a:extLst>
          </p:cNvPr>
          <p:cNvSpPr/>
          <p:nvPr/>
        </p:nvSpPr>
        <p:spPr>
          <a:xfrm>
            <a:off x="4184540" y="-360455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4C5A7002-ED08-AA26-04AF-0A854F642EE6}"/>
              </a:ext>
            </a:extLst>
          </p:cNvPr>
          <p:cNvSpPr/>
          <p:nvPr/>
        </p:nvSpPr>
        <p:spPr>
          <a:xfrm>
            <a:off x="4285277" y="29047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8940554B-18BF-E742-0092-638AD2CC928E}"/>
              </a:ext>
            </a:extLst>
          </p:cNvPr>
          <p:cNvSpPr/>
          <p:nvPr/>
        </p:nvSpPr>
        <p:spPr>
          <a:xfrm>
            <a:off x="3897820" y="-67042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E08FC15D-2191-F189-9ACE-E6D993C5F10D}"/>
              </a:ext>
            </a:extLst>
          </p:cNvPr>
          <p:cNvSpPr/>
          <p:nvPr/>
        </p:nvSpPr>
        <p:spPr>
          <a:xfrm>
            <a:off x="3649848" y="-360455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1452E964-485F-72E9-9C04-D729E80C6CE9}"/>
              </a:ext>
            </a:extLst>
          </p:cNvPr>
          <p:cNvSpPr/>
          <p:nvPr/>
        </p:nvSpPr>
        <p:spPr>
          <a:xfrm>
            <a:off x="3897820" y="50251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79644E09-247F-2E56-8924-B3B2F88F6CBD}"/>
              </a:ext>
            </a:extLst>
          </p:cNvPr>
          <p:cNvSpPr/>
          <p:nvPr/>
        </p:nvSpPr>
        <p:spPr>
          <a:xfrm>
            <a:off x="4711481" y="-28296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DCC0F6EC-19A0-EB73-21C8-12595AF1767E}"/>
              </a:ext>
            </a:extLst>
          </p:cNvPr>
          <p:cNvSpPr/>
          <p:nvPr/>
        </p:nvSpPr>
        <p:spPr>
          <a:xfrm>
            <a:off x="4370518" y="-67042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628666FA-56C0-BADD-459B-501403920E45}"/>
              </a:ext>
            </a:extLst>
          </p:cNvPr>
          <p:cNvSpPr/>
          <p:nvPr/>
        </p:nvSpPr>
        <p:spPr>
          <a:xfrm>
            <a:off x="2852642" y="42441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EB42B94B-B7E5-268D-41C6-1370B20237AD}"/>
              </a:ext>
            </a:extLst>
          </p:cNvPr>
          <p:cNvSpPr/>
          <p:nvPr/>
        </p:nvSpPr>
        <p:spPr>
          <a:xfrm>
            <a:off x="2449686" y="-283024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6493CFA4-79D7-0E4F-FD63-25D2A2EF9AD5}"/>
              </a:ext>
            </a:extLst>
          </p:cNvPr>
          <p:cNvSpPr/>
          <p:nvPr/>
        </p:nvSpPr>
        <p:spPr>
          <a:xfrm>
            <a:off x="2550423" y="36790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ADE81E72-D67D-211D-38D1-16B5ED7A4955}"/>
              </a:ext>
            </a:extLst>
          </p:cNvPr>
          <p:cNvSpPr/>
          <p:nvPr/>
        </p:nvSpPr>
        <p:spPr>
          <a:xfrm>
            <a:off x="2162966" y="-59299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C3044181-7D1B-FA46-0975-3FE0AB350DE1}"/>
              </a:ext>
            </a:extLst>
          </p:cNvPr>
          <p:cNvSpPr/>
          <p:nvPr/>
        </p:nvSpPr>
        <p:spPr>
          <a:xfrm>
            <a:off x="1914994" y="-283024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B83843F-74F8-B003-5921-452F43293799}"/>
              </a:ext>
            </a:extLst>
          </p:cNvPr>
          <p:cNvSpPr/>
          <p:nvPr/>
        </p:nvSpPr>
        <p:spPr>
          <a:xfrm>
            <a:off x="2162966" y="127682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EC98EDD2-F2C0-9A87-7A7F-79D7FD6491A5}"/>
              </a:ext>
            </a:extLst>
          </p:cNvPr>
          <p:cNvSpPr/>
          <p:nvPr/>
        </p:nvSpPr>
        <p:spPr>
          <a:xfrm>
            <a:off x="2976627" y="-20553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7958C30A-0D53-DF31-34D9-C6D947FCB561}"/>
              </a:ext>
            </a:extLst>
          </p:cNvPr>
          <p:cNvSpPr/>
          <p:nvPr/>
        </p:nvSpPr>
        <p:spPr>
          <a:xfrm>
            <a:off x="2635664" y="-59299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064ECFE4-C8A7-4AA8-EA30-149C41D140EE}"/>
              </a:ext>
            </a:extLst>
          </p:cNvPr>
          <p:cNvSpPr/>
          <p:nvPr/>
        </p:nvSpPr>
        <p:spPr>
          <a:xfrm>
            <a:off x="699347" y="1378635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25B3D2D6-1872-C167-D02B-B14338BAB8B5}"/>
              </a:ext>
            </a:extLst>
          </p:cNvPr>
          <p:cNvSpPr/>
          <p:nvPr/>
        </p:nvSpPr>
        <p:spPr>
          <a:xfrm>
            <a:off x="296391" y="1053170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8DF65555-4F9F-0004-506A-B62D8296E9C2}"/>
              </a:ext>
            </a:extLst>
          </p:cNvPr>
          <p:cNvSpPr/>
          <p:nvPr/>
        </p:nvSpPr>
        <p:spPr>
          <a:xfrm>
            <a:off x="397128" y="170409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5F733C4F-15F8-73E1-78AC-EA0D71A2C6A1}"/>
              </a:ext>
            </a:extLst>
          </p:cNvPr>
          <p:cNvSpPr/>
          <p:nvPr/>
        </p:nvSpPr>
        <p:spPr>
          <a:xfrm>
            <a:off x="9671" y="74320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1F98B6D7-959C-7122-576F-E751601425D8}"/>
              </a:ext>
            </a:extLst>
          </p:cNvPr>
          <p:cNvSpPr/>
          <p:nvPr/>
        </p:nvSpPr>
        <p:spPr>
          <a:xfrm>
            <a:off x="-238301" y="1053170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CF120D32-7D7E-5625-B029-870AEDEC9B4A}"/>
              </a:ext>
            </a:extLst>
          </p:cNvPr>
          <p:cNvSpPr/>
          <p:nvPr/>
        </p:nvSpPr>
        <p:spPr>
          <a:xfrm>
            <a:off x="9671" y="1463876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82AC68B7-8E8F-8202-B0DB-A06E466C5274}"/>
              </a:ext>
            </a:extLst>
          </p:cNvPr>
          <p:cNvSpPr/>
          <p:nvPr/>
        </p:nvSpPr>
        <p:spPr>
          <a:xfrm>
            <a:off x="823332" y="113066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A4E6DB3B-1E9F-BDB9-D2B9-13238A6408B9}"/>
              </a:ext>
            </a:extLst>
          </p:cNvPr>
          <p:cNvSpPr/>
          <p:nvPr/>
        </p:nvSpPr>
        <p:spPr>
          <a:xfrm>
            <a:off x="482369" y="74320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53E3278D-5088-307A-0BFB-CE7A023605F7}"/>
              </a:ext>
            </a:extLst>
          </p:cNvPr>
          <p:cNvSpPr/>
          <p:nvPr/>
        </p:nvSpPr>
        <p:spPr>
          <a:xfrm>
            <a:off x="700815" y="-298523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F38F35AE-D499-19AF-97B6-6102C279ABE9}"/>
              </a:ext>
            </a:extLst>
          </p:cNvPr>
          <p:cNvSpPr/>
          <p:nvPr/>
        </p:nvSpPr>
        <p:spPr>
          <a:xfrm>
            <a:off x="297859" y="-623988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543B0F1E-CACC-5800-F8FC-9971F97E690B}"/>
              </a:ext>
            </a:extLst>
          </p:cNvPr>
          <p:cNvSpPr/>
          <p:nvPr/>
        </p:nvSpPr>
        <p:spPr>
          <a:xfrm>
            <a:off x="398596" y="2694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B3B841F8-6C72-509A-8FE8-FC9A8E05F8F8}"/>
              </a:ext>
            </a:extLst>
          </p:cNvPr>
          <p:cNvSpPr/>
          <p:nvPr/>
        </p:nvSpPr>
        <p:spPr>
          <a:xfrm>
            <a:off x="11139" y="-93395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79404F40-231A-8F01-8547-3D974DD21F10}"/>
              </a:ext>
            </a:extLst>
          </p:cNvPr>
          <p:cNvSpPr/>
          <p:nvPr/>
        </p:nvSpPr>
        <p:spPr>
          <a:xfrm>
            <a:off x="-236833" y="-623988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4249F770-160D-33FF-C5E2-D2DF7A4DE249}"/>
              </a:ext>
            </a:extLst>
          </p:cNvPr>
          <p:cNvSpPr/>
          <p:nvPr/>
        </p:nvSpPr>
        <p:spPr>
          <a:xfrm>
            <a:off x="11139" y="-213282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3F93148C-C184-5462-884B-2A18A2EBB3BF}"/>
              </a:ext>
            </a:extLst>
          </p:cNvPr>
          <p:cNvSpPr/>
          <p:nvPr/>
        </p:nvSpPr>
        <p:spPr>
          <a:xfrm>
            <a:off x="824800" y="-54649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9CE7DD68-4969-A143-3886-816DA154F966}"/>
              </a:ext>
            </a:extLst>
          </p:cNvPr>
          <p:cNvSpPr/>
          <p:nvPr/>
        </p:nvSpPr>
        <p:spPr>
          <a:xfrm>
            <a:off x="483837" y="-93395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0D6D9590-9689-F18D-5846-9F2EDF3273B6}"/>
              </a:ext>
            </a:extLst>
          </p:cNvPr>
          <p:cNvSpPr/>
          <p:nvPr/>
        </p:nvSpPr>
        <p:spPr>
          <a:xfrm>
            <a:off x="2588209" y="7074356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3B587638-C375-E5BF-AC1A-78C53D91626F}"/>
              </a:ext>
            </a:extLst>
          </p:cNvPr>
          <p:cNvSpPr/>
          <p:nvPr/>
        </p:nvSpPr>
        <p:spPr>
          <a:xfrm>
            <a:off x="2185253" y="6748891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3A7837A1-71C2-5B48-4BA4-C7040485A94F}"/>
              </a:ext>
            </a:extLst>
          </p:cNvPr>
          <p:cNvSpPr/>
          <p:nvPr/>
        </p:nvSpPr>
        <p:spPr>
          <a:xfrm>
            <a:off x="2285990" y="7399820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E302699D-F3F7-52BC-21F8-F2852BC81074}"/>
              </a:ext>
            </a:extLst>
          </p:cNvPr>
          <p:cNvSpPr/>
          <p:nvPr/>
        </p:nvSpPr>
        <p:spPr>
          <a:xfrm>
            <a:off x="1898533" y="643892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784BBEF7-1DD3-1376-6888-F9DA02248273}"/>
              </a:ext>
            </a:extLst>
          </p:cNvPr>
          <p:cNvSpPr/>
          <p:nvPr/>
        </p:nvSpPr>
        <p:spPr>
          <a:xfrm>
            <a:off x="1650561" y="6748891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F9F6D481-04AA-BB98-E3E5-E790EF6BC89E}"/>
              </a:ext>
            </a:extLst>
          </p:cNvPr>
          <p:cNvSpPr/>
          <p:nvPr/>
        </p:nvSpPr>
        <p:spPr>
          <a:xfrm>
            <a:off x="1898533" y="7159597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820C59F5-78A8-BFC1-9EB3-92BC22C67086}"/>
              </a:ext>
            </a:extLst>
          </p:cNvPr>
          <p:cNvSpPr/>
          <p:nvPr/>
        </p:nvSpPr>
        <p:spPr>
          <a:xfrm>
            <a:off x="2712194" y="682638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B4508E23-B4CE-82A3-D843-4D7B8727C76C}"/>
              </a:ext>
            </a:extLst>
          </p:cNvPr>
          <p:cNvSpPr/>
          <p:nvPr/>
        </p:nvSpPr>
        <p:spPr>
          <a:xfrm>
            <a:off x="2371231" y="643892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855708E3-FC21-534F-EAD4-E1F07E6EDF2B}"/>
              </a:ext>
            </a:extLst>
          </p:cNvPr>
          <p:cNvSpPr/>
          <p:nvPr/>
        </p:nvSpPr>
        <p:spPr>
          <a:xfrm>
            <a:off x="759408" y="5893763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BF01EC7F-8DB8-103D-DF79-1E61F94F45AC}"/>
              </a:ext>
            </a:extLst>
          </p:cNvPr>
          <p:cNvSpPr/>
          <p:nvPr/>
        </p:nvSpPr>
        <p:spPr>
          <a:xfrm>
            <a:off x="356452" y="5568298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C7BE649C-ACB4-BED7-D165-FBE5D0B05352}"/>
              </a:ext>
            </a:extLst>
          </p:cNvPr>
          <p:cNvSpPr/>
          <p:nvPr/>
        </p:nvSpPr>
        <p:spPr>
          <a:xfrm>
            <a:off x="457189" y="621922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692DCB96-B1B4-12C7-A78F-C146FE1903C5}"/>
              </a:ext>
            </a:extLst>
          </p:cNvPr>
          <p:cNvSpPr/>
          <p:nvPr/>
        </p:nvSpPr>
        <p:spPr>
          <a:xfrm>
            <a:off x="69732" y="525833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F53CB319-BB44-B495-B225-A681737A4614}"/>
              </a:ext>
            </a:extLst>
          </p:cNvPr>
          <p:cNvSpPr/>
          <p:nvPr/>
        </p:nvSpPr>
        <p:spPr>
          <a:xfrm>
            <a:off x="-178240" y="5568298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694A9DB2-113F-CF58-0316-29BEC36D0D03}"/>
              </a:ext>
            </a:extLst>
          </p:cNvPr>
          <p:cNvSpPr/>
          <p:nvPr/>
        </p:nvSpPr>
        <p:spPr>
          <a:xfrm>
            <a:off x="69732" y="5979004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394E1FCA-CAE4-1754-8966-27A90B0CC325}"/>
              </a:ext>
            </a:extLst>
          </p:cNvPr>
          <p:cNvSpPr/>
          <p:nvPr/>
        </p:nvSpPr>
        <p:spPr>
          <a:xfrm>
            <a:off x="883393" y="564578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BD0F2BD4-9375-9CE9-CFD3-0F998C52619B}"/>
              </a:ext>
            </a:extLst>
          </p:cNvPr>
          <p:cNvSpPr/>
          <p:nvPr/>
        </p:nvSpPr>
        <p:spPr>
          <a:xfrm>
            <a:off x="542430" y="525833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B2B40834-2F49-E506-BAA4-7F45773BE0CE}"/>
              </a:ext>
            </a:extLst>
          </p:cNvPr>
          <p:cNvSpPr/>
          <p:nvPr/>
        </p:nvSpPr>
        <p:spPr>
          <a:xfrm>
            <a:off x="891142" y="7589028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F9045568-86C0-547C-801C-DFE3E1943030}"/>
              </a:ext>
            </a:extLst>
          </p:cNvPr>
          <p:cNvSpPr/>
          <p:nvPr/>
        </p:nvSpPr>
        <p:spPr>
          <a:xfrm>
            <a:off x="488186" y="7263563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5E9CD71C-52D8-A771-DF2F-76781FE631CA}"/>
              </a:ext>
            </a:extLst>
          </p:cNvPr>
          <p:cNvSpPr/>
          <p:nvPr/>
        </p:nvSpPr>
        <p:spPr>
          <a:xfrm>
            <a:off x="588923" y="791449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920521DD-B5A1-E14B-BAD1-79AA94890D76}"/>
              </a:ext>
            </a:extLst>
          </p:cNvPr>
          <p:cNvSpPr/>
          <p:nvPr/>
        </p:nvSpPr>
        <p:spPr>
          <a:xfrm>
            <a:off x="201466" y="695359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29934D31-5FC0-9DFC-A567-C2AF99B946FE}"/>
              </a:ext>
            </a:extLst>
          </p:cNvPr>
          <p:cNvSpPr/>
          <p:nvPr/>
        </p:nvSpPr>
        <p:spPr>
          <a:xfrm>
            <a:off x="-46506" y="7263563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3AF28D15-E5C4-CF81-DF88-D5D4A7B5ACAA}"/>
              </a:ext>
            </a:extLst>
          </p:cNvPr>
          <p:cNvSpPr/>
          <p:nvPr/>
        </p:nvSpPr>
        <p:spPr>
          <a:xfrm>
            <a:off x="201466" y="7674269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E6CF5CFA-EECC-6970-E1EE-FE6544089C5E}"/>
              </a:ext>
            </a:extLst>
          </p:cNvPr>
          <p:cNvSpPr/>
          <p:nvPr/>
        </p:nvSpPr>
        <p:spPr>
          <a:xfrm>
            <a:off x="1015127" y="734105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4044FCA8-8459-EF32-98D6-3F6C987EBA76}"/>
              </a:ext>
            </a:extLst>
          </p:cNvPr>
          <p:cNvSpPr/>
          <p:nvPr/>
        </p:nvSpPr>
        <p:spPr>
          <a:xfrm>
            <a:off x="674164" y="695359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E7130B30-1F36-9391-439E-806CF7517EF4}"/>
              </a:ext>
            </a:extLst>
          </p:cNvPr>
          <p:cNvSpPr/>
          <p:nvPr/>
        </p:nvSpPr>
        <p:spPr>
          <a:xfrm>
            <a:off x="8322588" y="997793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15FB5DB2-E80A-EF9C-8355-3E170164C14C}"/>
              </a:ext>
            </a:extLst>
          </p:cNvPr>
          <p:cNvSpPr/>
          <p:nvPr/>
        </p:nvSpPr>
        <p:spPr>
          <a:xfrm>
            <a:off x="7919632" y="672328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A7EF0747-39F8-19F3-4E6C-5B36D70B0916}"/>
              </a:ext>
            </a:extLst>
          </p:cNvPr>
          <p:cNvSpPr/>
          <p:nvPr/>
        </p:nvSpPr>
        <p:spPr>
          <a:xfrm>
            <a:off x="8020369" y="132325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847924F2-ED2A-DB27-367E-22F3E42A5E66}"/>
              </a:ext>
            </a:extLst>
          </p:cNvPr>
          <p:cNvSpPr/>
          <p:nvPr/>
        </p:nvSpPr>
        <p:spPr>
          <a:xfrm>
            <a:off x="7632912" y="36236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23D1A61C-0D70-F19E-E4C5-795FD0B0FEC4}"/>
              </a:ext>
            </a:extLst>
          </p:cNvPr>
          <p:cNvSpPr/>
          <p:nvPr/>
        </p:nvSpPr>
        <p:spPr>
          <a:xfrm>
            <a:off x="7384940" y="672328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88EC3AD-C0D3-F30E-E6AC-86E7E9790728}"/>
              </a:ext>
            </a:extLst>
          </p:cNvPr>
          <p:cNvSpPr/>
          <p:nvPr/>
        </p:nvSpPr>
        <p:spPr>
          <a:xfrm>
            <a:off x="7632912" y="1083034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1290CE14-2D03-D7BD-912D-76F18D07322D}"/>
              </a:ext>
            </a:extLst>
          </p:cNvPr>
          <p:cNvSpPr/>
          <p:nvPr/>
        </p:nvSpPr>
        <p:spPr>
          <a:xfrm>
            <a:off x="8446573" y="74981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D3FA8279-90BF-C282-FDE0-3CC349D68386}"/>
              </a:ext>
            </a:extLst>
          </p:cNvPr>
          <p:cNvSpPr/>
          <p:nvPr/>
        </p:nvSpPr>
        <p:spPr>
          <a:xfrm>
            <a:off x="8105610" y="36236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8892E0A9-1F43-3014-522B-7F04065BF0E7}"/>
              </a:ext>
            </a:extLst>
          </p:cNvPr>
          <p:cNvSpPr/>
          <p:nvPr/>
        </p:nvSpPr>
        <p:spPr>
          <a:xfrm>
            <a:off x="6514783" y="-524055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2C7398D4-71E3-809E-20ED-3A76A167A9E7}"/>
              </a:ext>
            </a:extLst>
          </p:cNvPr>
          <p:cNvSpPr/>
          <p:nvPr/>
        </p:nvSpPr>
        <p:spPr>
          <a:xfrm>
            <a:off x="6111827" y="-849520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9AA33D36-400A-3F4A-BEDE-E3D0DC5F8F94}"/>
              </a:ext>
            </a:extLst>
          </p:cNvPr>
          <p:cNvSpPr/>
          <p:nvPr/>
        </p:nvSpPr>
        <p:spPr>
          <a:xfrm>
            <a:off x="6212564" y="-19859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1339B8A7-7F2B-5FF5-95A2-63938C77891F}"/>
              </a:ext>
            </a:extLst>
          </p:cNvPr>
          <p:cNvSpPr/>
          <p:nvPr/>
        </p:nvSpPr>
        <p:spPr>
          <a:xfrm>
            <a:off x="5825107" y="-115948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4AA9270C-F2C9-8507-D40E-0665EBB8FBCA}"/>
              </a:ext>
            </a:extLst>
          </p:cNvPr>
          <p:cNvSpPr/>
          <p:nvPr/>
        </p:nvSpPr>
        <p:spPr>
          <a:xfrm>
            <a:off x="5577135" y="-849520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CAB58837-57AD-CE23-F3ED-4A3BE0E26953}"/>
              </a:ext>
            </a:extLst>
          </p:cNvPr>
          <p:cNvSpPr/>
          <p:nvPr/>
        </p:nvSpPr>
        <p:spPr>
          <a:xfrm>
            <a:off x="5825107" y="-438814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44CF543B-89E4-4C9D-AD87-D8A798F71F66}"/>
              </a:ext>
            </a:extLst>
          </p:cNvPr>
          <p:cNvSpPr/>
          <p:nvPr/>
        </p:nvSpPr>
        <p:spPr>
          <a:xfrm>
            <a:off x="6638768" y="-77202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D4414F24-0F73-0653-D8F0-11FD17599B58}"/>
              </a:ext>
            </a:extLst>
          </p:cNvPr>
          <p:cNvSpPr/>
          <p:nvPr/>
        </p:nvSpPr>
        <p:spPr>
          <a:xfrm>
            <a:off x="6297805" y="-115948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CCEF6326-02C0-A290-D0EB-7DBB55A94E2F}"/>
              </a:ext>
            </a:extLst>
          </p:cNvPr>
          <p:cNvSpPr/>
          <p:nvPr/>
        </p:nvSpPr>
        <p:spPr>
          <a:xfrm>
            <a:off x="9828819" y="749819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B1B0E429-2EFE-2BB6-4292-FE0501C36366}"/>
              </a:ext>
            </a:extLst>
          </p:cNvPr>
          <p:cNvSpPr/>
          <p:nvPr/>
        </p:nvSpPr>
        <p:spPr>
          <a:xfrm>
            <a:off x="9425863" y="424354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5E807DB2-C73C-F2A4-822B-B4305407C182}"/>
              </a:ext>
            </a:extLst>
          </p:cNvPr>
          <p:cNvSpPr/>
          <p:nvPr/>
        </p:nvSpPr>
        <p:spPr>
          <a:xfrm>
            <a:off x="9526600" y="107528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6C7978C3-839C-CE83-3D7F-3640391D487E}"/>
              </a:ext>
            </a:extLst>
          </p:cNvPr>
          <p:cNvSpPr/>
          <p:nvPr/>
        </p:nvSpPr>
        <p:spPr>
          <a:xfrm>
            <a:off x="9139143" y="11438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0CB5CE62-0F30-6FCA-0873-3F832EBD97CC}"/>
              </a:ext>
            </a:extLst>
          </p:cNvPr>
          <p:cNvSpPr/>
          <p:nvPr/>
        </p:nvSpPr>
        <p:spPr>
          <a:xfrm>
            <a:off x="8891171" y="424354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ED26B5BF-5A66-CBE4-C0BE-B020B31B9176}"/>
              </a:ext>
            </a:extLst>
          </p:cNvPr>
          <p:cNvSpPr/>
          <p:nvPr/>
        </p:nvSpPr>
        <p:spPr>
          <a:xfrm>
            <a:off x="9139143" y="835060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C902715B-0280-7C71-CEC2-CFA4B250B764}"/>
              </a:ext>
            </a:extLst>
          </p:cNvPr>
          <p:cNvSpPr/>
          <p:nvPr/>
        </p:nvSpPr>
        <p:spPr>
          <a:xfrm>
            <a:off x="9952804" y="50184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D242DC5B-2E4F-0A61-FF12-F30441E52DEB}"/>
              </a:ext>
            </a:extLst>
          </p:cNvPr>
          <p:cNvSpPr/>
          <p:nvPr/>
        </p:nvSpPr>
        <p:spPr>
          <a:xfrm>
            <a:off x="9611841" y="11438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BBEC6682-A358-C117-BBD3-31085A23E8B1}"/>
              </a:ext>
            </a:extLst>
          </p:cNvPr>
          <p:cNvSpPr/>
          <p:nvPr/>
        </p:nvSpPr>
        <p:spPr>
          <a:xfrm>
            <a:off x="10093273" y="2634590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5D410D1D-6487-F5A3-533E-14C11CA36BDF}"/>
              </a:ext>
            </a:extLst>
          </p:cNvPr>
          <p:cNvSpPr/>
          <p:nvPr/>
        </p:nvSpPr>
        <p:spPr>
          <a:xfrm>
            <a:off x="9690317" y="2309125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1E66B0E8-7EF6-923A-476F-C9B58EE1B58A}"/>
              </a:ext>
            </a:extLst>
          </p:cNvPr>
          <p:cNvSpPr/>
          <p:nvPr/>
        </p:nvSpPr>
        <p:spPr>
          <a:xfrm>
            <a:off x="9791054" y="296005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8540494A-5ED8-B48C-3503-3FB7B9A4815E}"/>
              </a:ext>
            </a:extLst>
          </p:cNvPr>
          <p:cNvSpPr/>
          <p:nvPr/>
        </p:nvSpPr>
        <p:spPr>
          <a:xfrm>
            <a:off x="9403597" y="199915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DAB0DA92-B818-2B77-9897-9B44F389D18D}"/>
              </a:ext>
            </a:extLst>
          </p:cNvPr>
          <p:cNvSpPr/>
          <p:nvPr/>
        </p:nvSpPr>
        <p:spPr>
          <a:xfrm>
            <a:off x="9155625" y="2309125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63CB251A-3098-6AD3-9B6A-D4F3E231F158}"/>
              </a:ext>
            </a:extLst>
          </p:cNvPr>
          <p:cNvSpPr/>
          <p:nvPr/>
        </p:nvSpPr>
        <p:spPr>
          <a:xfrm>
            <a:off x="9403597" y="2719831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6C001BC5-5C64-1CDA-5BE6-FC0C1069D9D4}"/>
              </a:ext>
            </a:extLst>
          </p:cNvPr>
          <p:cNvSpPr/>
          <p:nvPr/>
        </p:nvSpPr>
        <p:spPr>
          <a:xfrm>
            <a:off x="10217258" y="238661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802D260F-B8B8-3B07-22C8-5678E6FB8D95}"/>
              </a:ext>
            </a:extLst>
          </p:cNvPr>
          <p:cNvSpPr/>
          <p:nvPr/>
        </p:nvSpPr>
        <p:spPr>
          <a:xfrm>
            <a:off x="9876295" y="1999159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6547CACF-6175-216A-1847-424D18BE0374}"/>
              </a:ext>
            </a:extLst>
          </p:cNvPr>
          <p:cNvSpPr/>
          <p:nvPr/>
        </p:nvSpPr>
        <p:spPr>
          <a:xfrm>
            <a:off x="10151393" y="4085087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6F01B819-B880-D962-C3C0-F58B2B40D7E5}"/>
              </a:ext>
            </a:extLst>
          </p:cNvPr>
          <p:cNvSpPr/>
          <p:nvPr/>
        </p:nvSpPr>
        <p:spPr>
          <a:xfrm>
            <a:off x="9748437" y="3759622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5EF51110-A446-4E7D-E017-DCB2FFBDE941}"/>
              </a:ext>
            </a:extLst>
          </p:cNvPr>
          <p:cNvSpPr/>
          <p:nvPr/>
        </p:nvSpPr>
        <p:spPr>
          <a:xfrm>
            <a:off x="9849174" y="441055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354BD170-9A89-111F-5811-5DB287952E83}"/>
              </a:ext>
            </a:extLst>
          </p:cNvPr>
          <p:cNvSpPr/>
          <p:nvPr/>
        </p:nvSpPr>
        <p:spPr>
          <a:xfrm>
            <a:off x="9461717" y="344965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D43F59F7-B03F-7F45-30CA-1F0BDD9FA2E3}"/>
              </a:ext>
            </a:extLst>
          </p:cNvPr>
          <p:cNvSpPr/>
          <p:nvPr/>
        </p:nvSpPr>
        <p:spPr>
          <a:xfrm>
            <a:off x="9213745" y="3759622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CB4D7874-EA3E-AE9D-6DF2-B185845C4D81}"/>
              </a:ext>
            </a:extLst>
          </p:cNvPr>
          <p:cNvSpPr/>
          <p:nvPr/>
        </p:nvSpPr>
        <p:spPr>
          <a:xfrm>
            <a:off x="9461717" y="4170328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59A79D3F-6C18-5BDE-1341-D7F7081E0DD1}"/>
              </a:ext>
            </a:extLst>
          </p:cNvPr>
          <p:cNvSpPr/>
          <p:nvPr/>
        </p:nvSpPr>
        <p:spPr>
          <a:xfrm>
            <a:off x="10275378" y="383711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61A6A3C5-5DEE-B819-87B7-B0CCB65493E1}"/>
              </a:ext>
            </a:extLst>
          </p:cNvPr>
          <p:cNvSpPr/>
          <p:nvPr/>
        </p:nvSpPr>
        <p:spPr>
          <a:xfrm>
            <a:off x="9934415" y="344965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49ACA601-6F83-1BED-430D-7167813D690F}"/>
              </a:ext>
            </a:extLst>
          </p:cNvPr>
          <p:cNvSpPr/>
          <p:nvPr/>
        </p:nvSpPr>
        <p:spPr>
          <a:xfrm>
            <a:off x="9732936" y="5437262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14AAB988-9358-1EF1-4996-B61654670706}"/>
              </a:ext>
            </a:extLst>
          </p:cNvPr>
          <p:cNvSpPr/>
          <p:nvPr/>
        </p:nvSpPr>
        <p:spPr>
          <a:xfrm>
            <a:off x="9329980" y="5111797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637D9C04-1E9A-0599-1A95-92E14A6E517E}"/>
              </a:ext>
            </a:extLst>
          </p:cNvPr>
          <p:cNvSpPr/>
          <p:nvPr/>
        </p:nvSpPr>
        <p:spPr>
          <a:xfrm>
            <a:off x="9430717" y="5762726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E818A285-4F2B-060B-70B5-F8C2B0E7FE7E}"/>
              </a:ext>
            </a:extLst>
          </p:cNvPr>
          <p:cNvSpPr/>
          <p:nvPr/>
        </p:nvSpPr>
        <p:spPr>
          <a:xfrm>
            <a:off x="9043260" y="480183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A818E924-881F-6869-C460-35533D5C3C45}"/>
              </a:ext>
            </a:extLst>
          </p:cNvPr>
          <p:cNvSpPr/>
          <p:nvPr/>
        </p:nvSpPr>
        <p:spPr>
          <a:xfrm>
            <a:off x="8795288" y="5111797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01C01E0E-2A40-77D1-964A-1121CC2D52AF}"/>
              </a:ext>
            </a:extLst>
          </p:cNvPr>
          <p:cNvSpPr/>
          <p:nvPr/>
        </p:nvSpPr>
        <p:spPr>
          <a:xfrm>
            <a:off x="9043260" y="5522503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4694CA34-36D3-880B-8E26-4096C7495A29}"/>
              </a:ext>
            </a:extLst>
          </p:cNvPr>
          <p:cNvSpPr/>
          <p:nvPr/>
        </p:nvSpPr>
        <p:spPr>
          <a:xfrm>
            <a:off x="9856921" y="518928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07562772-CB91-D41C-E0A6-B266780F97B7}"/>
              </a:ext>
            </a:extLst>
          </p:cNvPr>
          <p:cNvSpPr/>
          <p:nvPr/>
        </p:nvSpPr>
        <p:spPr>
          <a:xfrm>
            <a:off x="9515958" y="4801831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35755BEA-008E-A298-7B4D-23CC5D2C4B7B}"/>
              </a:ext>
            </a:extLst>
          </p:cNvPr>
          <p:cNvSpPr/>
          <p:nvPr/>
        </p:nvSpPr>
        <p:spPr>
          <a:xfrm>
            <a:off x="9764579" y="6866928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25AA13B5-E62A-1122-7DCC-2E66AAD03394}"/>
              </a:ext>
            </a:extLst>
          </p:cNvPr>
          <p:cNvSpPr/>
          <p:nvPr/>
        </p:nvSpPr>
        <p:spPr>
          <a:xfrm>
            <a:off x="9361623" y="6541463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BD13D74C-6D2A-6501-1455-035E0057F067}"/>
              </a:ext>
            </a:extLst>
          </p:cNvPr>
          <p:cNvSpPr/>
          <p:nvPr/>
        </p:nvSpPr>
        <p:spPr>
          <a:xfrm>
            <a:off x="9462360" y="7192392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521547CD-EEBA-89B3-7ECD-404995B0E0E2}"/>
              </a:ext>
            </a:extLst>
          </p:cNvPr>
          <p:cNvSpPr/>
          <p:nvPr/>
        </p:nvSpPr>
        <p:spPr>
          <a:xfrm>
            <a:off x="9074903" y="623149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0B6D39BA-09D9-17FD-FB90-DCFB8CBCC441}"/>
              </a:ext>
            </a:extLst>
          </p:cNvPr>
          <p:cNvSpPr/>
          <p:nvPr/>
        </p:nvSpPr>
        <p:spPr>
          <a:xfrm>
            <a:off x="8826931" y="6541463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0BF40B35-8C01-1D3A-72C2-1234B1F5F055}"/>
              </a:ext>
            </a:extLst>
          </p:cNvPr>
          <p:cNvSpPr/>
          <p:nvPr/>
        </p:nvSpPr>
        <p:spPr>
          <a:xfrm>
            <a:off x="9074903" y="6952169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5A8576D7-40A7-761C-F837-D0BE6B4FB6D5}"/>
              </a:ext>
            </a:extLst>
          </p:cNvPr>
          <p:cNvSpPr/>
          <p:nvPr/>
        </p:nvSpPr>
        <p:spPr>
          <a:xfrm>
            <a:off x="9888564" y="6618954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8504BC59-8549-7088-3483-703C5C450717}"/>
              </a:ext>
            </a:extLst>
          </p:cNvPr>
          <p:cNvSpPr/>
          <p:nvPr/>
        </p:nvSpPr>
        <p:spPr>
          <a:xfrm>
            <a:off x="9547601" y="6231497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DCB615EB-EC72-24D6-2E3B-7992E182022F}"/>
              </a:ext>
            </a:extLst>
          </p:cNvPr>
          <p:cNvSpPr/>
          <p:nvPr/>
        </p:nvSpPr>
        <p:spPr>
          <a:xfrm>
            <a:off x="7822124" y="7822529"/>
            <a:ext cx="914400" cy="91440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9F294FCC-53F2-6E5F-2CDF-D5FF45923413}"/>
              </a:ext>
            </a:extLst>
          </p:cNvPr>
          <p:cNvSpPr/>
          <p:nvPr/>
        </p:nvSpPr>
        <p:spPr>
          <a:xfrm>
            <a:off x="7419168" y="7497064"/>
            <a:ext cx="402956" cy="402956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0E126391-68B6-26E4-D748-76BCE0EDB9FB}"/>
              </a:ext>
            </a:extLst>
          </p:cNvPr>
          <p:cNvSpPr/>
          <p:nvPr/>
        </p:nvSpPr>
        <p:spPr>
          <a:xfrm>
            <a:off x="7519905" y="8147993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AA26C37A-E3E5-E676-F182-801123B3642F}"/>
              </a:ext>
            </a:extLst>
          </p:cNvPr>
          <p:cNvSpPr/>
          <p:nvPr/>
        </p:nvSpPr>
        <p:spPr>
          <a:xfrm>
            <a:off x="7132448" y="718709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AF0AC68E-193D-853E-A0E7-2EB443F524EC}"/>
              </a:ext>
            </a:extLst>
          </p:cNvPr>
          <p:cNvSpPr/>
          <p:nvPr/>
        </p:nvSpPr>
        <p:spPr>
          <a:xfrm>
            <a:off x="6884476" y="7497064"/>
            <a:ext cx="325465" cy="325465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AC133B19-7050-62B7-D607-F1B70B82BC89}"/>
              </a:ext>
            </a:extLst>
          </p:cNvPr>
          <p:cNvSpPr/>
          <p:nvPr/>
        </p:nvSpPr>
        <p:spPr>
          <a:xfrm>
            <a:off x="7132448" y="7907770"/>
            <a:ext cx="286720" cy="286720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B08E4AD8-00CF-D0E3-7623-B58B7534D48E}"/>
              </a:ext>
            </a:extLst>
          </p:cNvPr>
          <p:cNvSpPr/>
          <p:nvPr/>
        </p:nvSpPr>
        <p:spPr>
          <a:xfrm>
            <a:off x="7946109" y="7574555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D9739E37-3C60-413A-981B-A5ECF3E26A2B}"/>
              </a:ext>
            </a:extLst>
          </p:cNvPr>
          <p:cNvSpPr/>
          <p:nvPr/>
        </p:nvSpPr>
        <p:spPr>
          <a:xfrm>
            <a:off x="7605146" y="7187098"/>
            <a:ext cx="170483" cy="170483"/>
          </a:xfrm>
          <a:prstGeom prst="ellipse">
            <a:avLst/>
          </a:prstGeom>
          <a:solidFill>
            <a:srgbClr val="FD8FA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10A1CCE-C4DF-ADC0-6CC5-08420D9D5952}"/>
              </a:ext>
            </a:extLst>
          </p:cNvPr>
          <p:cNvSpPr/>
          <p:nvPr/>
        </p:nvSpPr>
        <p:spPr>
          <a:xfrm>
            <a:off x="2195278" y="1182788"/>
            <a:ext cx="5886284" cy="5406823"/>
          </a:xfrm>
          <a:custGeom>
            <a:avLst/>
            <a:gdLst/>
            <a:ahLst/>
            <a:cxnLst/>
            <a:rect l="l" t="t" r="r" b="b"/>
            <a:pathLst>
              <a:path w="5886284" h="5406823">
                <a:moveTo>
                  <a:pt x="2032170" y="0"/>
                </a:moveTo>
                <a:lnTo>
                  <a:pt x="3854576" y="0"/>
                </a:lnTo>
                <a:lnTo>
                  <a:pt x="5886284" y="5406823"/>
                </a:lnTo>
                <a:lnTo>
                  <a:pt x="4136719" y="5406823"/>
                </a:lnTo>
                <a:lnTo>
                  <a:pt x="3866216" y="4514292"/>
                </a:lnTo>
                <a:lnTo>
                  <a:pt x="1969414" y="4514292"/>
                </a:lnTo>
                <a:lnTo>
                  <a:pt x="1705884" y="5406823"/>
                </a:lnTo>
                <a:lnTo>
                  <a:pt x="0" y="5406823"/>
                </a:lnTo>
                <a:lnTo>
                  <a:pt x="2032170" y="0"/>
                </a:lnTo>
                <a:close/>
                <a:moveTo>
                  <a:pt x="2922857" y="1401495"/>
                </a:moveTo>
                <a:lnTo>
                  <a:pt x="2332293" y="3345149"/>
                </a:lnTo>
                <a:lnTo>
                  <a:pt x="3519645" y="3345149"/>
                </a:lnTo>
                <a:lnTo>
                  <a:pt x="2922857" y="1401495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D8983C2-A423-7444-173C-0E916E8B3CB6}"/>
              </a:ext>
            </a:extLst>
          </p:cNvPr>
          <p:cNvSpPr/>
          <p:nvPr/>
        </p:nvSpPr>
        <p:spPr>
          <a:xfrm>
            <a:off x="2286000" y="1182788"/>
            <a:ext cx="5886284" cy="5406823"/>
          </a:xfrm>
          <a:custGeom>
            <a:avLst/>
            <a:gdLst/>
            <a:ahLst/>
            <a:cxnLst/>
            <a:rect l="l" t="t" r="r" b="b"/>
            <a:pathLst>
              <a:path w="5886284" h="5406823">
                <a:moveTo>
                  <a:pt x="2032170" y="0"/>
                </a:moveTo>
                <a:lnTo>
                  <a:pt x="3854576" y="0"/>
                </a:lnTo>
                <a:lnTo>
                  <a:pt x="5886284" y="5406823"/>
                </a:lnTo>
                <a:lnTo>
                  <a:pt x="4136719" y="5406823"/>
                </a:lnTo>
                <a:lnTo>
                  <a:pt x="3866216" y="4514292"/>
                </a:lnTo>
                <a:lnTo>
                  <a:pt x="1969414" y="4514292"/>
                </a:lnTo>
                <a:lnTo>
                  <a:pt x="1705884" y="5406823"/>
                </a:lnTo>
                <a:lnTo>
                  <a:pt x="0" y="5406823"/>
                </a:lnTo>
                <a:lnTo>
                  <a:pt x="2032170" y="0"/>
                </a:lnTo>
                <a:close/>
                <a:moveTo>
                  <a:pt x="2922857" y="1401495"/>
                </a:moveTo>
                <a:lnTo>
                  <a:pt x="2332293" y="3345149"/>
                </a:lnTo>
                <a:lnTo>
                  <a:pt x="3519645" y="3345149"/>
                </a:lnTo>
                <a:lnTo>
                  <a:pt x="2922857" y="1401495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000" t="-16000" r="-6000" b="-17000"/>
            </a:stretch>
          </a:blipFill>
          <a:ln w="76200">
            <a:solidFill>
              <a:srgbClr val="FD8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759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95F8A6-BECA-B8A9-E36E-6D4C6BA2DFAB}"/>
              </a:ext>
            </a:extLst>
          </p:cNvPr>
          <p:cNvSpPr txBox="1"/>
          <p:nvPr/>
        </p:nvSpPr>
        <p:spPr>
          <a:xfrm>
            <a:off x="2447117" y="1374697"/>
            <a:ext cx="4997440" cy="5406823"/>
          </a:xfrm>
          <a:custGeom>
            <a:avLst/>
            <a:gdLst/>
            <a:ahLst/>
            <a:cxnLst/>
            <a:rect l="l" t="t" r="r" b="b"/>
            <a:pathLst>
              <a:path w="4997440" h="5406823">
                <a:moveTo>
                  <a:pt x="0" y="0"/>
                </a:moveTo>
                <a:lnTo>
                  <a:pt x="3127549" y="0"/>
                </a:lnTo>
                <a:cubicBezTo>
                  <a:pt x="3648808" y="0"/>
                  <a:pt x="4048972" y="129085"/>
                  <a:pt x="4328041" y="387255"/>
                </a:cubicBezTo>
                <a:cubicBezTo>
                  <a:pt x="4607111" y="645425"/>
                  <a:pt x="4746646" y="965064"/>
                  <a:pt x="4746646" y="1346173"/>
                </a:cubicBezTo>
                <a:cubicBezTo>
                  <a:pt x="4746646" y="1665813"/>
                  <a:pt x="4647066" y="1939965"/>
                  <a:pt x="4447906" y="2168630"/>
                </a:cubicBezTo>
                <a:cubicBezTo>
                  <a:pt x="4315133" y="2321073"/>
                  <a:pt x="4120890" y="2441553"/>
                  <a:pt x="3865179" y="2530068"/>
                </a:cubicBezTo>
                <a:cubicBezTo>
                  <a:pt x="4253664" y="2623501"/>
                  <a:pt x="4539495" y="2783936"/>
                  <a:pt x="4722673" y="3011372"/>
                </a:cubicBezTo>
                <a:cubicBezTo>
                  <a:pt x="4905851" y="3238808"/>
                  <a:pt x="4997440" y="3524639"/>
                  <a:pt x="4997440" y="3868866"/>
                </a:cubicBezTo>
                <a:cubicBezTo>
                  <a:pt x="4997440" y="4149165"/>
                  <a:pt x="4932283" y="4401189"/>
                  <a:pt x="4801968" y="4624936"/>
                </a:cubicBezTo>
                <a:cubicBezTo>
                  <a:pt x="4671653" y="4848684"/>
                  <a:pt x="4493393" y="5025715"/>
                  <a:pt x="4267187" y="5156029"/>
                </a:cubicBezTo>
                <a:cubicBezTo>
                  <a:pt x="4127037" y="5237168"/>
                  <a:pt x="3915583" y="5296179"/>
                  <a:pt x="3632825" y="5333060"/>
                </a:cubicBezTo>
                <a:cubicBezTo>
                  <a:pt x="3256635" y="5382236"/>
                  <a:pt x="3007070" y="5406823"/>
                  <a:pt x="2884132" y="5406823"/>
                </a:cubicBezTo>
                <a:lnTo>
                  <a:pt x="0" y="5406823"/>
                </a:lnTo>
                <a:lnTo>
                  <a:pt x="0" y="0"/>
                </a:lnTo>
                <a:close/>
                <a:moveTo>
                  <a:pt x="1685484" y="1095379"/>
                </a:moveTo>
                <a:lnTo>
                  <a:pt x="1685484" y="2120684"/>
                </a:lnTo>
                <a:lnTo>
                  <a:pt x="2412049" y="2120684"/>
                </a:lnTo>
                <a:cubicBezTo>
                  <a:pt x="2672678" y="2120684"/>
                  <a:pt x="2854011" y="2075812"/>
                  <a:pt x="2956051" y="1986067"/>
                </a:cubicBezTo>
                <a:cubicBezTo>
                  <a:pt x="3058089" y="1896322"/>
                  <a:pt x="3109109" y="1766622"/>
                  <a:pt x="3109109" y="1596967"/>
                </a:cubicBezTo>
                <a:cubicBezTo>
                  <a:pt x="3109109" y="1439606"/>
                  <a:pt x="3058089" y="1316668"/>
                  <a:pt x="2956051" y="1228152"/>
                </a:cubicBezTo>
                <a:cubicBezTo>
                  <a:pt x="2854011" y="1139637"/>
                  <a:pt x="2676366" y="1095379"/>
                  <a:pt x="2423113" y="1095379"/>
                </a:cubicBezTo>
                <a:lnTo>
                  <a:pt x="1685484" y="1095379"/>
                </a:lnTo>
                <a:close/>
                <a:moveTo>
                  <a:pt x="1685484" y="3149677"/>
                </a:moveTo>
                <a:lnTo>
                  <a:pt x="1685484" y="4245057"/>
                </a:lnTo>
                <a:lnTo>
                  <a:pt x="2537446" y="4245057"/>
                </a:lnTo>
                <a:cubicBezTo>
                  <a:pt x="2825121" y="4245057"/>
                  <a:pt x="3027969" y="4194037"/>
                  <a:pt x="3145990" y="4091999"/>
                </a:cubicBezTo>
                <a:cubicBezTo>
                  <a:pt x="3264011" y="3989960"/>
                  <a:pt x="3323021" y="3852884"/>
                  <a:pt x="3323021" y="3680770"/>
                </a:cubicBezTo>
                <a:cubicBezTo>
                  <a:pt x="3323021" y="3520950"/>
                  <a:pt x="3264625" y="3392480"/>
                  <a:pt x="3147834" y="3295359"/>
                </a:cubicBezTo>
                <a:cubicBezTo>
                  <a:pt x="3031042" y="3198238"/>
                  <a:pt x="2826350" y="3149677"/>
                  <a:pt x="2533757" y="3149677"/>
                </a:cubicBezTo>
                <a:lnTo>
                  <a:pt x="1685484" y="3149677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68817-3CE4-F13C-FF17-4B313902758A}"/>
              </a:ext>
            </a:extLst>
          </p:cNvPr>
          <p:cNvSpPr txBox="1"/>
          <p:nvPr/>
        </p:nvSpPr>
        <p:spPr>
          <a:xfrm>
            <a:off x="2569393" y="1374698"/>
            <a:ext cx="4997440" cy="5406823"/>
          </a:xfrm>
          <a:custGeom>
            <a:avLst/>
            <a:gdLst/>
            <a:ahLst/>
            <a:cxnLst/>
            <a:rect l="l" t="t" r="r" b="b"/>
            <a:pathLst>
              <a:path w="4997440" h="5406823">
                <a:moveTo>
                  <a:pt x="0" y="0"/>
                </a:moveTo>
                <a:lnTo>
                  <a:pt x="3127549" y="0"/>
                </a:lnTo>
                <a:cubicBezTo>
                  <a:pt x="3648808" y="0"/>
                  <a:pt x="4048972" y="129085"/>
                  <a:pt x="4328041" y="387255"/>
                </a:cubicBezTo>
                <a:cubicBezTo>
                  <a:pt x="4607111" y="645425"/>
                  <a:pt x="4746646" y="965064"/>
                  <a:pt x="4746646" y="1346173"/>
                </a:cubicBezTo>
                <a:cubicBezTo>
                  <a:pt x="4746646" y="1665813"/>
                  <a:pt x="4647066" y="1939965"/>
                  <a:pt x="4447906" y="2168630"/>
                </a:cubicBezTo>
                <a:cubicBezTo>
                  <a:pt x="4315133" y="2321073"/>
                  <a:pt x="4120890" y="2441553"/>
                  <a:pt x="3865179" y="2530068"/>
                </a:cubicBezTo>
                <a:cubicBezTo>
                  <a:pt x="4253664" y="2623501"/>
                  <a:pt x="4539495" y="2783936"/>
                  <a:pt x="4722673" y="3011372"/>
                </a:cubicBezTo>
                <a:cubicBezTo>
                  <a:pt x="4905851" y="3238808"/>
                  <a:pt x="4997440" y="3524639"/>
                  <a:pt x="4997440" y="3868866"/>
                </a:cubicBezTo>
                <a:cubicBezTo>
                  <a:pt x="4997440" y="4149165"/>
                  <a:pt x="4932283" y="4401189"/>
                  <a:pt x="4801968" y="4624936"/>
                </a:cubicBezTo>
                <a:cubicBezTo>
                  <a:pt x="4671653" y="4848684"/>
                  <a:pt x="4493393" y="5025715"/>
                  <a:pt x="4267187" y="5156029"/>
                </a:cubicBezTo>
                <a:cubicBezTo>
                  <a:pt x="4127037" y="5237168"/>
                  <a:pt x="3915583" y="5296179"/>
                  <a:pt x="3632825" y="5333060"/>
                </a:cubicBezTo>
                <a:cubicBezTo>
                  <a:pt x="3256635" y="5382236"/>
                  <a:pt x="3007070" y="5406823"/>
                  <a:pt x="2884132" y="5406823"/>
                </a:cubicBezTo>
                <a:lnTo>
                  <a:pt x="0" y="5406823"/>
                </a:lnTo>
                <a:lnTo>
                  <a:pt x="0" y="0"/>
                </a:lnTo>
                <a:close/>
                <a:moveTo>
                  <a:pt x="1685484" y="1095379"/>
                </a:moveTo>
                <a:lnTo>
                  <a:pt x="1685484" y="2120684"/>
                </a:lnTo>
                <a:lnTo>
                  <a:pt x="2412049" y="2120684"/>
                </a:lnTo>
                <a:cubicBezTo>
                  <a:pt x="2672678" y="2120684"/>
                  <a:pt x="2854011" y="2075812"/>
                  <a:pt x="2956051" y="1986067"/>
                </a:cubicBezTo>
                <a:cubicBezTo>
                  <a:pt x="3058089" y="1896322"/>
                  <a:pt x="3109109" y="1766622"/>
                  <a:pt x="3109109" y="1596967"/>
                </a:cubicBezTo>
                <a:cubicBezTo>
                  <a:pt x="3109109" y="1439606"/>
                  <a:pt x="3058089" y="1316668"/>
                  <a:pt x="2956051" y="1228152"/>
                </a:cubicBezTo>
                <a:cubicBezTo>
                  <a:pt x="2854011" y="1139637"/>
                  <a:pt x="2676366" y="1095379"/>
                  <a:pt x="2423113" y="1095379"/>
                </a:cubicBezTo>
                <a:lnTo>
                  <a:pt x="1685484" y="1095379"/>
                </a:lnTo>
                <a:close/>
                <a:moveTo>
                  <a:pt x="1685484" y="3149677"/>
                </a:moveTo>
                <a:lnTo>
                  <a:pt x="1685484" y="4245057"/>
                </a:lnTo>
                <a:lnTo>
                  <a:pt x="2537446" y="4245057"/>
                </a:lnTo>
                <a:cubicBezTo>
                  <a:pt x="2825121" y="4245057"/>
                  <a:pt x="3027969" y="4194037"/>
                  <a:pt x="3145990" y="4091999"/>
                </a:cubicBezTo>
                <a:cubicBezTo>
                  <a:pt x="3264011" y="3989960"/>
                  <a:pt x="3323021" y="3852884"/>
                  <a:pt x="3323021" y="3680770"/>
                </a:cubicBezTo>
                <a:cubicBezTo>
                  <a:pt x="3323021" y="3520950"/>
                  <a:pt x="3264625" y="3392480"/>
                  <a:pt x="3147834" y="3295359"/>
                </a:cubicBezTo>
                <a:cubicBezTo>
                  <a:pt x="3031042" y="3198238"/>
                  <a:pt x="2826350" y="3149677"/>
                  <a:pt x="2533757" y="3149677"/>
                </a:cubicBezTo>
                <a:lnTo>
                  <a:pt x="1685484" y="3149677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4000" t="-15000" r="-23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10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E802F5C-C36F-4AD0-17FC-650A2FDB047D}"/>
              </a:ext>
            </a:extLst>
          </p:cNvPr>
          <p:cNvSpPr/>
          <p:nvPr/>
        </p:nvSpPr>
        <p:spPr>
          <a:xfrm>
            <a:off x="2243234" y="1282493"/>
            <a:ext cx="5259297" cy="5591231"/>
          </a:xfrm>
          <a:custGeom>
            <a:avLst/>
            <a:gdLst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3732405 w 5259297"/>
              <a:gd name="connsiteY3" fmla="*/ 2010040 h 5591231"/>
              <a:gd name="connsiteX4" fmla="*/ 3570126 w 5259297"/>
              <a:gd name="connsiteY4" fmla="*/ 1648602 h 5591231"/>
              <a:gd name="connsiteX5" fmla="*/ 3265228 w 5259297"/>
              <a:gd name="connsiteY5" fmla="*/ 1112250 h 5591231"/>
              <a:gd name="connsiteX6" fmla="*/ 2773486 w 5259297"/>
              <a:gd name="connsiteY6" fmla="*/ 1250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3795103 w 5259297"/>
              <a:gd name="connsiteY12" fmla="*/ 32861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3732405 w 5259297"/>
              <a:gd name="connsiteY3" fmla="*/ 2010040 h 5591231"/>
              <a:gd name="connsiteX4" fmla="*/ 3570126 w 5259297"/>
              <a:gd name="connsiteY4" fmla="*/ 16486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3795103 w 5259297"/>
              <a:gd name="connsiteY12" fmla="*/ 32861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3732405 w 5259297"/>
              <a:gd name="connsiteY3" fmla="*/ 2010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3795103 w 5259297"/>
              <a:gd name="connsiteY12" fmla="*/ 32861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4100705 w 5259297"/>
              <a:gd name="connsiteY3" fmla="*/ 1883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3795103 w 5259297"/>
              <a:gd name="connsiteY12" fmla="*/ 32861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4100705 w 5259297"/>
              <a:gd name="connsiteY3" fmla="*/ 1883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439197 w 5259297"/>
              <a:gd name="connsiteY11" fmla="*/ 4068026 h 5591231"/>
              <a:gd name="connsiteX12" fmla="*/ 4176103 w 5259297"/>
              <a:gd name="connsiteY12" fmla="*/ 36417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4100705 w 5259297"/>
              <a:gd name="connsiteY3" fmla="*/ 1883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714476 w 5259297"/>
              <a:gd name="connsiteY10" fmla="*/ 4337261 h 5591231"/>
              <a:gd name="connsiteX11" fmla="*/ 3845597 w 5259297"/>
              <a:gd name="connsiteY11" fmla="*/ 4258526 h 5591231"/>
              <a:gd name="connsiteX12" fmla="*/ 4176103 w 5259297"/>
              <a:gd name="connsiteY12" fmla="*/ 36417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  <a:gd name="connsiteX0" fmla="*/ 2732916 w 5259297"/>
              <a:gd name="connsiteY0" fmla="*/ 0 h 5591231"/>
              <a:gd name="connsiteX1" fmla="*/ 4339105 w 5259297"/>
              <a:gd name="connsiteY1" fmla="*/ 413072 h 5591231"/>
              <a:gd name="connsiteX2" fmla="*/ 5207663 w 5259297"/>
              <a:gd name="connsiteY2" fmla="*/ 1681795 h 5591231"/>
              <a:gd name="connsiteX3" fmla="*/ 4100705 w 5259297"/>
              <a:gd name="connsiteY3" fmla="*/ 1883040 h 5591231"/>
              <a:gd name="connsiteX4" fmla="*/ 3900326 w 5259297"/>
              <a:gd name="connsiteY4" fmla="*/ 1458102 h 5591231"/>
              <a:gd name="connsiteX5" fmla="*/ 3265228 w 5259297"/>
              <a:gd name="connsiteY5" fmla="*/ 1112250 h 5591231"/>
              <a:gd name="connsiteX6" fmla="*/ 2557586 w 5259297"/>
              <a:gd name="connsiteY6" fmla="*/ 1123282 h 5591231"/>
              <a:gd name="connsiteX7" fmla="*/ 1903084 w 5259297"/>
              <a:gd name="connsiteY7" fmla="*/ 1707093 h 5591231"/>
              <a:gd name="connsiteX8" fmla="*/ 1674418 w 5259297"/>
              <a:gd name="connsiteY8" fmla="*/ 2771642 h 5591231"/>
              <a:gd name="connsiteX9" fmla="*/ 1947341 w 5259297"/>
              <a:gd name="connsiteY9" fmla="*/ 4003887 h 5591231"/>
              <a:gd name="connsiteX10" fmla="*/ 2689076 w 5259297"/>
              <a:gd name="connsiteY10" fmla="*/ 4464261 h 5591231"/>
              <a:gd name="connsiteX11" fmla="*/ 3845597 w 5259297"/>
              <a:gd name="connsiteY11" fmla="*/ 4258526 h 5591231"/>
              <a:gd name="connsiteX12" fmla="*/ 4176103 w 5259297"/>
              <a:gd name="connsiteY12" fmla="*/ 3641739 h 5591231"/>
              <a:gd name="connsiteX13" fmla="*/ 5259297 w 5259297"/>
              <a:gd name="connsiteY13" fmla="*/ 3728717 h 5591231"/>
              <a:gd name="connsiteX14" fmla="*/ 4794591 w 5259297"/>
              <a:gd name="connsiteY14" fmla="*/ 4757710 h 5591231"/>
              <a:gd name="connsiteX15" fmla="*/ 4007171 w 5259297"/>
              <a:gd name="connsiteY15" fmla="*/ 5381006 h 5591231"/>
              <a:gd name="connsiteX16" fmla="*/ 2810367 w 5259297"/>
              <a:gd name="connsiteY16" fmla="*/ 5591231 h 5591231"/>
              <a:gd name="connsiteX17" fmla="*/ 1370146 w 5259297"/>
              <a:gd name="connsiteY17" fmla="*/ 5335078 h 5591231"/>
              <a:gd name="connsiteX18" fmla="*/ 405696 w 5259297"/>
              <a:gd name="connsiteY18" fmla="*/ 4433931 h 5591231"/>
              <a:gd name="connsiteX19" fmla="*/ 0 w 5259297"/>
              <a:gd name="connsiteY19" fmla="*/ 2782707 h 5591231"/>
              <a:gd name="connsiteX20" fmla="*/ 713656 w 5259297"/>
              <a:gd name="connsiteY20" fmla="*/ 720572 h 5591231"/>
              <a:gd name="connsiteX21" fmla="*/ 2732916 w 5259297"/>
              <a:gd name="connsiteY21" fmla="*/ 0 h 5591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259297" h="5591231">
                <a:moveTo>
                  <a:pt x="2732916" y="0"/>
                </a:moveTo>
                <a:cubicBezTo>
                  <a:pt x="3413994" y="0"/>
                  <a:pt x="3949391" y="137691"/>
                  <a:pt x="4339105" y="413072"/>
                </a:cubicBezTo>
                <a:cubicBezTo>
                  <a:pt x="4728819" y="688454"/>
                  <a:pt x="5018338" y="1111362"/>
                  <a:pt x="5207663" y="1681795"/>
                </a:cubicBezTo>
                <a:lnTo>
                  <a:pt x="4100705" y="1883040"/>
                </a:lnTo>
                <a:cubicBezTo>
                  <a:pt x="4049070" y="1718303"/>
                  <a:pt x="4039572" y="1586567"/>
                  <a:pt x="3900326" y="1458102"/>
                </a:cubicBezTo>
                <a:cubicBezTo>
                  <a:pt x="3761080" y="1329637"/>
                  <a:pt x="3489018" y="1168053"/>
                  <a:pt x="3265228" y="1112250"/>
                </a:cubicBezTo>
                <a:cubicBezTo>
                  <a:pt x="3041438" y="1056447"/>
                  <a:pt x="2784610" y="1024142"/>
                  <a:pt x="2557586" y="1123282"/>
                </a:cubicBezTo>
                <a:cubicBezTo>
                  <a:pt x="2330562" y="1222422"/>
                  <a:pt x="2104702" y="1402552"/>
                  <a:pt x="1903084" y="1707093"/>
                </a:cubicBezTo>
                <a:cubicBezTo>
                  <a:pt x="1750640" y="1933031"/>
                  <a:pt x="1674418" y="2287880"/>
                  <a:pt x="1674418" y="2771642"/>
                </a:cubicBezTo>
                <a:cubicBezTo>
                  <a:pt x="1674418" y="3370890"/>
                  <a:pt x="1778231" y="3721784"/>
                  <a:pt x="1947341" y="4003887"/>
                </a:cubicBezTo>
                <a:cubicBezTo>
                  <a:pt x="2116451" y="4285990"/>
                  <a:pt x="2372700" y="4421821"/>
                  <a:pt x="2689076" y="4464261"/>
                </a:cubicBezTo>
                <a:cubicBezTo>
                  <a:pt x="3005452" y="4506701"/>
                  <a:pt x="3597759" y="4395613"/>
                  <a:pt x="3845597" y="4258526"/>
                </a:cubicBezTo>
                <a:cubicBezTo>
                  <a:pt x="4093435" y="4121439"/>
                  <a:pt x="4102340" y="3983507"/>
                  <a:pt x="4176103" y="3641739"/>
                </a:cubicBezTo>
                <a:lnTo>
                  <a:pt x="5259297" y="3728717"/>
                </a:lnTo>
                <a:cubicBezTo>
                  <a:pt x="5160947" y="4139330"/>
                  <a:pt x="5006045" y="4482328"/>
                  <a:pt x="4794591" y="4757710"/>
                </a:cubicBezTo>
                <a:cubicBezTo>
                  <a:pt x="4583137" y="5033092"/>
                  <a:pt x="4320664" y="5240857"/>
                  <a:pt x="4007171" y="5381006"/>
                </a:cubicBezTo>
                <a:cubicBezTo>
                  <a:pt x="3693679" y="5521156"/>
                  <a:pt x="3294744" y="5591231"/>
                  <a:pt x="2810367" y="5591231"/>
                </a:cubicBezTo>
                <a:cubicBezTo>
                  <a:pt x="2222723" y="5591231"/>
                  <a:pt x="1742649" y="5505846"/>
                  <a:pt x="1370146" y="5335078"/>
                </a:cubicBezTo>
                <a:cubicBezTo>
                  <a:pt x="997643" y="5164309"/>
                  <a:pt x="676160" y="4863926"/>
                  <a:pt x="405696" y="4433931"/>
                </a:cubicBezTo>
                <a:cubicBezTo>
                  <a:pt x="135232" y="4003935"/>
                  <a:pt x="0" y="3453527"/>
                  <a:pt x="0" y="2782707"/>
                </a:cubicBezTo>
                <a:cubicBezTo>
                  <a:pt x="0" y="1888331"/>
                  <a:pt x="237885" y="1200953"/>
                  <a:pt x="713656" y="720572"/>
                </a:cubicBezTo>
                <a:cubicBezTo>
                  <a:pt x="1189427" y="240191"/>
                  <a:pt x="1862514" y="0"/>
                  <a:pt x="2732916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075D7C7-75FB-5383-D2F1-47F29BBE363D}"/>
              </a:ext>
            </a:extLst>
          </p:cNvPr>
          <p:cNvSpPr/>
          <p:nvPr/>
        </p:nvSpPr>
        <p:spPr>
          <a:xfrm>
            <a:off x="2370234" y="1282493"/>
            <a:ext cx="5259297" cy="5591231"/>
          </a:xfrm>
          <a:custGeom>
            <a:avLst/>
            <a:gdLst/>
            <a:ahLst/>
            <a:cxnLst/>
            <a:rect l="l" t="t" r="r" b="b"/>
            <a:pathLst>
              <a:path w="5259297" h="5591231">
                <a:moveTo>
                  <a:pt x="2732916" y="0"/>
                </a:moveTo>
                <a:cubicBezTo>
                  <a:pt x="3413994" y="0"/>
                  <a:pt x="3949391" y="137691"/>
                  <a:pt x="4339105" y="413072"/>
                </a:cubicBezTo>
                <a:cubicBezTo>
                  <a:pt x="4728819" y="688454"/>
                  <a:pt x="5018338" y="1111362"/>
                  <a:pt x="5207663" y="1681795"/>
                </a:cubicBezTo>
                <a:lnTo>
                  <a:pt x="3732405" y="2010040"/>
                </a:lnTo>
                <a:cubicBezTo>
                  <a:pt x="3680770" y="1845303"/>
                  <a:pt x="3626678" y="1724823"/>
                  <a:pt x="3570126" y="1648602"/>
                </a:cubicBezTo>
                <a:cubicBezTo>
                  <a:pt x="3476693" y="1520746"/>
                  <a:pt x="3362360" y="1422395"/>
                  <a:pt x="3227128" y="1353550"/>
                </a:cubicBezTo>
                <a:cubicBezTo>
                  <a:pt x="3091896" y="1284705"/>
                  <a:pt x="2940682" y="1250282"/>
                  <a:pt x="2773486" y="1250282"/>
                </a:cubicBezTo>
                <a:cubicBezTo>
                  <a:pt x="2394836" y="1250282"/>
                  <a:pt x="2104702" y="1402552"/>
                  <a:pt x="1903084" y="1707093"/>
                </a:cubicBezTo>
                <a:cubicBezTo>
                  <a:pt x="1750640" y="1933031"/>
                  <a:pt x="1674418" y="2287880"/>
                  <a:pt x="1674418" y="2771642"/>
                </a:cubicBezTo>
                <a:cubicBezTo>
                  <a:pt x="1674418" y="3370890"/>
                  <a:pt x="1765393" y="3781638"/>
                  <a:pt x="1947341" y="4003887"/>
                </a:cubicBezTo>
                <a:cubicBezTo>
                  <a:pt x="2129289" y="4226136"/>
                  <a:pt x="2385001" y="4337261"/>
                  <a:pt x="2714476" y="4337261"/>
                </a:cubicBezTo>
                <a:cubicBezTo>
                  <a:pt x="3034115" y="4337261"/>
                  <a:pt x="3275689" y="4247516"/>
                  <a:pt x="3439197" y="4068026"/>
                </a:cubicBezTo>
                <a:cubicBezTo>
                  <a:pt x="3602705" y="3888536"/>
                  <a:pt x="3721340" y="3627907"/>
                  <a:pt x="3795103" y="3286139"/>
                </a:cubicBezTo>
                <a:lnTo>
                  <a:pt x="5259297" y="3728717"/>
                </a:lnTo>
                <a:cubicBezTo>
                  <a:pt x="5160947" y="4139330"/>
                  <a:pt x="5006045" y="4482328"/>
                  <a:pt x="4794591" y="4757710"/>
                </a:cubicBezTo>
                <a:cubicBezTo>
                  <a:pt x="4583137" y="5033092"/>
                  <a:pt x="4320664" y="5240857"/>
                  <a:pt x="4007171" y="5381006"/>
                </a:cubicBezTo>
                <a:cubicBezTo>
                  <a:pt x="3693679" y="5521156"/>
                  <a:pt x="3294744" y="5591231"/>
                  <a:pt x="2810367" y="5591231"/>
                </a:cubicBezTo>
                <a:cubicBezTo>
                  <a:pt x="2222723" y="5591231"/>
                  <a:pt x="1742649" y="5505846"/>
                  <a:pt x="1370146" y="5335078"/>
                </a:cubicBezTo>
                <a:cubicBezTo>
                  <a:pt x="997643" y="5164309"/>
                  <a:pt x="676160" y="4863926"/>
                  <a:pt x="405696" y="4433931"/>
                </a:cubicBezTo>
                <a:cubicBezTo>
                  <a:pt x="135232" y="4003935"/>
                  <a:pt x="0" y="3453527"/>
                  <a:pt x="0" y="2782707"/>
                </a:cubicBezTo>
                <a:cubicBezTo>
                  <a:pt x="0" y="1888331"/>
                  <a:pt x="237885" y="1200953"/>
                  <a:pt x="713656" y="720572"/>
                </a:cubicBezTo>
                <a:cubicBezTo>
                  <a:pt x="1189427" y="240191"/>
                  <a:pt x="1862514" y="0"/>
                  <a:pt x="2732916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000" t="-15000" r="-23000" b="-17000"/>
            </a:stretch>
          </a:blipFill>
          <a:ln w="76200">
            <a:solidFill>
              <a:srgbClr val="FD8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9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31131A-73C5-BB38-02C0-77862E16307F}"/>
              </a:ext>
            </a:extLst>
          </p:cNvPr>
          <p:cNvSpPr txBox="1"/>
          <p:nvPr/>
        </p:nvSpPr>
        <p:spPr>
          <a:xfrm>
            <a:off x="2495255" y="1374698"/>
            <a:ext cx="4975311" cy="5406823"/>
          </a:xfrm>
          <a:custGeom>
            <a:avLst/>
            <a:gdLst/>
            <a:ahLst/>
            <a:cxnLst/>
            <a:rect l="l" t="t" r="r" b="b"/>
            <a:pathLst>
              <a:path w="4975311" h="5406823">
                <a:moveTo>
                  <a:pt x="0" y="0"/>
                </a:moveTo>
                <a:lnTo>
                  <a:pt x="2482123" y="0"/>
                </a:lnTo>
                <a:cubicBezTo>
                  <a:pt x="2971417" y="0"/>
                  <a:pt x="3366664" y="66386"/>
                  <a:pt x="3667863" y="199160"/>
                </a:cubicBezTo>
                <a:cubicBezTo>
                  <a:pt x="3969061" y="331933"/>
                  <a:pt x="4218011" y="522487"/>
                  <a:pt x="4414712" y="770822"/>
                </a:cubicBezTo>
                <a:cubicBezTo>
                  <a:pt x="4611414" y="1019158"/>
                  <a:pt x="4754022" y="1308062"/>
                  <a:pt x="4842537" y="1637537"/>
                </a:cubicBezTo>
                <a:cubicBezTo>
                  <a:pt x="4931053" y="1967011"/>
                  <a:pt x="4975311" y="2316156"/>
                  <a:pt x="4975311" y="2684971"/>
                </a:cubicBezTo>
                <a:cubicBezTo>
                  <a:pt x="4975311" y="3262781"/>
                  <a:pt x="4909539" y="3710890"/>
                  <a:pt x="4777995" y="4029300"/>
                </a:cubicBezTo>
                <a:cubicBezTo>
                  <a:pt x="4646451" y="4347710"/>
                  <a:pt x="4463888" y="4614487"/>
                  <a:pt x="4230305" y="4829628"/>
                </a:cubicBezTo>
                <a:cubicBezTo>
                  <a:pt x="3996722" y="5044770"/>
                  <a:pt x="3745928" y="5187993"/>
                  <a:pt x="3477923" y="5259297"/>
                </a:cubicBezTo>
                <a:cubicBezTo>
                  <a:pt x="3111567" y="5357648"/>
                  <a:pt x="2779634" y="5406823"/>
                  <a:pt x="2482123" y="5406823"/>
                </a:cubicBezTo>
                <a:lnTo>
                  <a:pt x="0" y="5406823"/>
                </a:lnTo>
                <a:lnTo>
                  <a:pt x="0" y="0"/>
                </a:lnTo>
                <a:close/>
                <a:moveTo>
                  <a:pt x="1670731" y="1224464"/>
                </a:moveTo>
                <a:lnTo>
                  <a:pt x="1670731" y="4178670"/>
                </a:lnTo>
                <a:lnTo>
                  <a:pt x="2080115" y="4178670"/>
                </a:lnTo>
                <a:cubicBezTo>
                  <a:pt x="2429260" y="4178670"/>
                  <a:pt x="2677595" y="4139945"/>
                  <a:pt x="2825121" y="4062494"/>
                </a:cubicBezTo>
                <a:cubicBezTo>
                  <a:pt x="2972647" y="3985042"/>
                  <a:pt x="3088208" y="3849811"/>
                  <a:pt x="3171807" y="3656797"/>
                </a:cubicBezTo>
                <a:cubicBezTo>
                  <a:pt x="3255405" y="3463785"/>
                  <a:pt x="3297204" y="3150906"/>
                  <a:pt x="3297204" y="2718164"/>
                </a:cubicBezTo>
                <a:cubicBezTo>
                  <a:pt x="3297204" y="2145272"/>
                  <a:pt x="3203771" y="1753099"/>
                  <a:pt x="3016905" y="1541645"/>
                </a:cubicBezTo>
                <a:cubicBezTo>
                  <a:pt x="2830038" y="1330191"/>
                  <a:pt x="2520234" y="1224464"/>
                  <a:pt x="2087491" y="1224464"/>
                </a:cubicBezTo>
                <a:lnTo>
                  <a:pt x="1670731" y="1224464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2D0DE-A6BE-9894-25CA-0D331F143B8F}"/>
              </a:ext>
            </a:extLst>
          </p:cNvPr>
          <p:cNvSpPr txBox="1"/>
          <p:nvPr/>
        </p:nvSpPr>
        <p:spPr>
          <a:xfrm>
            <a:off x="2587834" y="1374698"/>
            <a:ext cx="4975311" cy="5406823"/>
          </a:xfrm>
          <a:custGeom>
            <a:avLst/>
            <a:gdLst/>
            <a:ahLst/>
            <a:cxnLst/>
            <a:rect l="l" t="t" r="r" b="b"/>
            <a:pathLst>
              <a:path w="4975311" h="5406823">
                <a:moveTo>
                  <a:pt x="0" y="0"/>
                </a:moveTo>
                <a:lnTo>
                  <a:pt x="2482123" y="0"/>
                </a:lnTo>
                <a:cubicBezTo>
                  <a:pt x="2971417" y="0"/>
                  <a:pt x="3366664" y="66386"/>
                  <a:pt x="3667863" y="199160"/>
                </a:cubicBezTo>
                <a:cubicBezTo>
                  <a:pt x="3969061" y="331933"/>
                  <a:pt x="4218011" y="522487"/>
                  <a:pt x="4414712" y="770822"/>
                </a:cubicBezTo>
                <a:cubicBezTo>
                  <a:pt x="4611414" y="1019158"/>
                  <a:pt x="4754022" y="1308062"/>
                  <a:pt x="4842537" y="1637537"/>
                </a:cubicBezTo>
                <a:cubicBezTo>
                  <a:pt x="4931053" y="1967011"/>
                  <a:pt x="4975311" y="2316156"/>
                  <a:pt x="4975311" y="2684971"/>
                </a:cubicBezTo>
                <a:cubicBezTo>
                  <a:pt x="4975311" y="3262781"/>
                  <a:pt x="4909539" y="3710890"/>
                  <a:pt x="4777995" y="4029300"/>
                </a:cubicBezTo>
                <a:cubicBezTo>
                  <a:pt x="4646451" y="4347710"/>
                  <a:pt x="4463888" y="4614487"/>
                  <a:pt x="4230305" y="4829628"/>
                </a:cubicBezTo>
                <a:cubicBezTo>
                  <a:pt x="3996722" y="5044770"/>
                  <a:pt x="3745928" y="5187993"/>
                  <a:pt x="3477923" y="5259297"/>
                </a:cubicBezTo>
                <a:cubicBezTo>
                  <a:pt x="3111567" y="5357648"/>
                  <a:pt x="2779634" y="5406823"/>
                  <a:pt x="2482123" y="5406823"/>
                </a:cubicBezTo>
                <a:lnTo>
                  <a:pt x="0" y="5406823"/>
                </a:lnTo>
                <a:lnTo>
                  <a:pt x="0" y="0"/>
                </a:lnTo>
                <a:close/>
                <a:moveTo>
                  <a:pt x="1670731" y="1224464"/>
                </a:moveTo>
                <a:lnTo>
                  <a:pt x="1670731" y="4178670"/>
                </a:lnTo>
                <a:lnTo>
                  <a:pt x="2080115" y="4178670"/>
                </a:lnTo>
                <a:cubicBezTo>
                  <a:pt x="2429260" y="4178670"/>
                  <a:pt x="2677595" y="4139945"/>
                  <a:pt x="2825121" y="4062494"/>
                </a:cubicBezTo>
                <a:cubicBezTo>
                  <a:pt x="2972647" y="3985042"/>
                  <a:pt x="3088208" y="3849811"/>
                  <a:pt x="3171807" y="3656797"/>
                </a:cubicBezTo>
                <a:cubicBezTo>
                  <a:pt x="3255405" y="3463785"/>
                  <a:pt x="3297204" y="3150906"/>
                  <a:pt x="3297204" y="2718164"/>
                </a:cubicBezTo>
                <a:cubicBezTo>
                  <a:pt x="3297204" y="2145272"/>
                  <a:pt x="3203771" y="1753099"/>
                  <a:pt x="3016905" y="1541645"/>
                </a:cubicBezTo>
                <a:cubicBezTo>
                  <a:pt x="2830038" y="1330191"/>
                  <a:pt x="2520234" y="1224464"/>
                  <a:pt x="2087491" y="1224464"/>
                </a:cubicBezTo>
                <a:lnTo>
                  <a:pt x="1670731" y="122446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000" t="-15000" r="-2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79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86A259C-D281-A8D0-5DBC-06FCC7BBD93D}"/>
              </a:ext>
            </a:extLst>
          </p:cNvPr>
          <p:cNvSpPr/>
          <p:nvPr/>
        </p:nvSpPr>
        <p:spPr>
          <a:xfrm>
            <a:off x="2675047" y="1374697"/>
            <a:ext cx="4558550" cy="5406823"/>
          </a:xfrm>
          <a:custGeom>
            <a:avLst/>
            <a:gdLst/>
            <a:ahLst/>
            <a:cxnLst/>
            <a:rect l="l" t="t" r="r" b="b"/>
            <a:pathLst>
              <a:path w="4558550" h="5406823">
                <a:moveTo>
                  <a:pt x="0" y="0"/>
                </a:moveTo>
                <a:lnTo>
                  <a:pt x="4477411" y="0"/>
                </a:lnTo>
                <a:lnTo>
                  <a:pt x="4477411" y="1154390"/>
                </a:lnTo>
                <a:lnTo>
                  <a:pt x="1674419" y="1154390"/>
                </a:lnTo>
                <a:lnTo>
                  <a:pt x="1674419" y="2013728"/>
                </a:lnTo>
                <a:lnTo>
                  <a:pt x="4274563" y="2013728"/>
                </a:lnTo>
                <a:lnTo>
                  <a:pt x="4274563" y="3116484"/>
                </a:lnTo>
                <a:lnTo>
                  <a:pt x="1674419" y="3116484"/>
                </a:lnTo>
                <a:lnTo>
                  <a:pt x="1674419" y="4182358"/>
                </a:lnTo>
                <a:lnTo>
                  <a:pt x="4558550" y="4182358"/>
                </a:lnTo>
                <a:lnTo>
                  <a:pt x="455855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313EF47-DF38-109B-B9C4-3EE946EA0D16}"/>
              </a:ext>
            </a:extLst>
          </p:cNvPr>
          <p:cNvSpPr/>
          <p:nvPr/>
        </p:nvSpPr>
        <p:spPr>
          <a:xfrm>
            <a:off x="2771567" y="1374697"/>
            <a:ext cx="4558550" cy="5406823"/>
          </a:xfrm>
          <a:custGeom>
            <a:avLst/>
            <a:gdLst/>
            <a:ahLst/>
            <a:cxnLst/>
            <a:rect l="l" t="t" r="r" b="b"/>
            <a:pathLst>
              <a:path w="4558550" h="5406823">
                <a:moveTo>
                  <a:pt x="0" y="0"/>
                </a:moveTo>
                <a:lnTo>
                  <a:pt x="4477411" y="0"/>
                </a:lnTo>
                <a:lnTo>
                  <a:pt x="4477411" y="1154390"/>
                </a:lnTo>
                <a:lnTo>
                  <a:pt x="1674419" y="1154390"/>
                </a:lnTo>
                <a:lnTo>
                  <a:pt x="1674419" y="2013728"/>
                </a:lnTo>
                <a:lnTo>
                  <a:pt x="4274563" y="2013728"/>
                </a:lnTo>
                <a:lnTo>
                  <a:pt x="4274563" y="3116484"/>
                </a:lnTo>
                <a:lnTo>
                  <a:pt x="1674419" y="3116484"/>
                </a:lnTo>
                <a:lnTo>
                  <a:pt x="1674419" y="4182358"/>
                </a:lnTo>
                <a:lnTo>
                  <a:pt x="4558550" y="4182358"/>
                </a:lnTo>
                <a:lnTo>
                  <a:pt x="455855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000" t="-15000" r="-25000" b="-17000"/>
            </a:stretch>
          </a:blipFill>
          <a:ln w="76200">
            <a:solidFill>
              <a:srgbClr val="FD8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9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A103E3-FB63-6010-08D6-391E27A63389}"/>
              </a:ext>
            </a:extLst>
          </p:cNvPr>
          <p:cNvSpPr txBox="1"/>
          <p:nvPr/>
        </p:nvSpPr>
        <p:spPr>
          <a:xfrm>
            <a:off x="2885106" y="1374698"/>
            <a:ext cx="4130725" cy="5406823"/>
          </a:xfrm>
          <a:custGeom>
            <a:avLst/>
            <a:gdLst/>
            <a:ahLst/>
            <a:cxnLst/>
            <a:rect l="l" t="t" r="r" b="b"/>
            <a:pathLst>
              <a:path w="4130725" h="5406823">
                <a:moveTo>
                  <a:pt x="0" y="0"/>
                </a:moveTo>
                <a:lnTo>
                  <a:pt x="4130725" y="0"/>
                </a:lnTo>
                <a:lnTo>
                  <a:pt x="4130725" y="1161766"/>
                </a:lnTo>
                <a:lnTo>
                  <a:pt x="1678107" y="1161766"/>
                </a:lnTo>
                <a:lnTo>
                  <a:pt x="1678107" y="2105931"/>
                </a:lnTo>
                <a:lnTo>
                  <a:pt x="3772975" y="2105931"/>
                </a:lnTo>
                <a:lnTo>
                  <a:pt x="3772975" y="3197623"/>
                </a:lnTo>
                <a:lnTo>
                  <a:pt x="1678107" y="3197623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BFF95-6759-E156-5A09-410A8C9098BB}"/>
              </a:ext>
            </a:extLst>
          </p:cNvPr>
          <p:cNvSpPr txBox="1"/>
          <p:nvPr/>
        </p:nvSpPr>
        <p:spPr>
          <a:xfrm>
            <a:off x="2992149" y="1374698"/>
            <a:ext cx="4130725" cy="5406823"/>
          </a:xfrm>
          <a:custGeom>
            <a:avLst/>
            <a:gdLst/>
            <a:ahLst/>
            <a:cxnLst/>
            <a:rect l="l" t="t" r="r" b="b"/>
            <a:pathLst>
              <a:path w="4130725" h="5406823">
                <a:moveTo>
                  <a:pt x="0" y="0"/>
                </a:moveTo>
                <a:lnTo>
                  <a:pt x="4130725" y="0"/>
                </a:lnTo>
                <a:lnTo>
                  <a:pt x="4130725" y="1161766"/>
                </a:lnTo>
                <a:lnTo>
                  <a:pt x="1678107" y="1161766"/>
                </a:lnTo>
                <a:lnTo>
                  <a:pt x="1678107" y="2105931"/>
                </a:lnTo>
                <a:lnTo>
                  <a:pt x="3772975" y="2105931"/>
                </a:lnTo>
                <a:lnTo>
                  <a:pt x="3772975" y="3197623"/>
                </a:lnTo>
                <a:lnTo>
                  <a:pt x="1678107" y="3197623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000" t="-15000" r="-2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41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DE2D22-1DC3-D750-A416-9C0287F2C6D5}"/>
              </a:ext>
            </a:extLst>
          </p:cNvPr>
          <p:cNvSpPr txBox="1"/>
          <p:nvPr/>
        </p:nvSpPr>
        <p:spPr>
          <a:xfrm>
            <a:off x="2047986" y="1282494"/>
            <a:ext cx="5506403" cy="5591231"/>
          </a:xfrm>
          <a:custGeom>
            <a:avLst/>
            <a:gdLst/>
            <a:ahLst/>
            <a:cxnLst/>
            <a:rect l="l" t="t" r="r" b="b"/>
            <a:pathLst>
              <a:path w="5506403" h="5591231">
                <a:moveTo>
                  <a:pt x="2913636" y="0"/>
                </a:moveTo>
                <a:cubicBezTo>
                  <a:pt x="3511116" y="0"/>
                  <a:pt x="3957996" y="54093"/>
                  <a:pt x="4254277" y="162278"/>
                </a:cubicBezTo>
                <a:cubicBezTo>
                  <a:pt x="4550559" y="270464"/>
                  <a:pt x="4796435" y="438275"/>
                  <a:pt x="4991907" y="665711"/>
                </a:cubicBezTo>
                <a:cubicBezTo>
                  <a:pt x="5187379" y="893146"/>
                  <a:pt x="5334290" y="1181436"/>
                  <a:pt x="5432640" y="1530581"/>
                </a:cubicBezTo>
                <a:lnTo>
                  <a:pt x="3820920" y="1818256"/>
                </a:lnTo>
                <a:cubicBezTo>
                  <a:pt x="3754533" y="1614179"/>
                  <a:pt x="3642045" y="1458048"/>
                  <a:pt x="3483455" y="1349862"/>
                </a:cubicBezTo>
                <a:cubicBezTo>
                  <a:pt x="3324864" y="1241676"/>
                  <a:pt x="3122631" y="1187583"/>
                  <a:pt x="2876755" y="1187583"/>
                </a:cubicBezTo>
                <a:cubicBezTo>
                  <a:pt x="2510399" y="1187583"/>
                  <a:pt x="2218420" y="1314824"/>
                  <a:pt x="2000820" y="1569306"/>
                </a:cubicBezTo>
                <a:cubicBezTo>
                  <a:pt x="1783219" y="1823789"/>
                  <a:pt x="1674419" y="2226411"/>
                  <a:pt x="1674419" y="2777175"/>
                </a:cubicBezTo>
                <a:cubicBezTo>
                  <a:pt x="1674419" y="3362361"/>
                  <a:pt x="1784448" y="3780351"/>
                  <a:pt x="2004508" y="4031145"/>
                </a:cubicBezTo>
                <a:cubicBezTo>
                  <a:pt x="2224567" y="4281939"/>
                  <a:pt x="2531298" y="4407336"/>
                  <a:pt x="2924701" y="4407336"/>
                </a:cubicBezTo>
                <a:cubicBezTo>
                  <a:pt x="3111567" y="4407336"/>
                  <a:pt x="3289827" y="4380289"/>
                  <a:pt x="3459482" y="4326196"/>
                </a:cubicBezTo>
                <a:cubicBezTo>
                  <a:pt x="3629136" y="4272104"/>
                  <a:pt x="3823379" y="4179900"/>
                  <a:pt x="4042209" y="4049585"/>
                </a:cubicBezTo>
                <a:lnTo>
                  <a:pt x="4042209" y="3540621"/>
                </a:lnTo>
                <a:lnTo>
                  <a:pt x="2924701" y="3540621"/>
                </a:lnTo>
                <a:lnTo>
                  <a:pt x="2924701" y="2415736"/>
                </a:lnTo>
                <a:lnTo>
                  <a:pt x="5506403" y="2415736"/>
                </a:lnTo>
                <a:lnTo>
                  <a:pt x="5506403" y="4720828"/>
                </a:lnTo>
                <a:cubicBezTo>
                  <a:pt x="5012192" y="5057679"/>
                  <a:pt x="4575146" y="5286959"/>
                  <a:pt x="4195267" y="5408668"/>
                </a:cubicBezTo>
                <a:cubicBezTo>
                  <a:pt x="3815388" y="5530376"/>
                  <a:pt x="3364819" y="5591231"/>
                  <a:pt x="2843561" y="5591231"/>
                </a:cubicBezTo>
                <a:cubicBezTo>
                  <a:pt x="2201824" y="5591231"/>
                  <a:pt x="1678722" y="5481816"/>
                  <a:pt x="1274255" y="5262986"/>
                </a:cubicBezTo>
                <a:cubicBezTo>
                  <a:pt x="869788" y="5044156"/>
                  <a:pt x="556296" y="4718370"/>
                  <a:pt x="333777" y="4285627"/>
                </a:cubicBezTo>
                <a:cubicBezTo>
                  <a:pt x="111259" y="3852884"/>
                  <a:pt x="0" y="3356214"/>
                  <a:pt x="0" y="2795615"/>
                </a:cubicBezTo>
                <a:cubicBezTo>
                  <a:pt x="0" y="2205512"/>
                  <a:pt x="121709" y="1692245"/>
                  <a:pt x="365127" y="1255814"/>
                </a:cubicBezTo>
                <a:cubicBezTo>
                  <a:pt x="608544" y="819383"/>
                  <a:pt x="965065" y="488065"/>
                  <a:pt x="1434689" y="261858"/>
                </a:cubicBezTo>
                <a:cubicBezTo>
                  <a:pt x="1801045" y="87286"/>
                  <a:pt x="2294027" y="0"/>
                  <a:pt x="2913636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93077-7F0C-407D-E5DD-D11B74693885}"/>
              </a:ext>
            </a:extLst>
          </p:cNvPr>
          <p:cNvSpPr txBox="1"/>
          <p:nvPr/>
        </p:nvSpPr>
        <p:spPr>
          <a:xfrm>
            <a:off x="2149587" y="1282494"/>
            <a:ext cx="5506403" cy="5591231"/>
          </a:xfrm>
          <a:custGeom>
            <a:avLst/>
            <a:gdLst/>
            <a:ahLst/>
            <a:cxnLst/>
            <a:rect l="l" t="t" r="r" b="b"/>
            <a:pathLst>
              <a:path w="5506403" h="5591231">
                <a:moveTo>
                  <a:pt x="2913636" y="0"/>
                </a:moveTo>
                <a:cubicBezTo>
                  <a:pt x="3511116" y="0"/>
                  <a:pt x="3957996" y="54093"/>
                  <a:pt x="4254277" y="162278"/>
                </a:cubicBezTo>
                <a:cubicBezTo>
                  <a:pt x="4550559" y="270464"/>
                  <a:pt x="4796435" y="438275"/>
                  <a:pt x="4991907" y="665711"/>
                </a:cubicBezTo>
                <a:cubicBezTo>
                  <a:pt x="5187379" y="893146"/>
                  <a:pt x="5334290" y="1181436"/>
                  <a:pt x="5432640" y="1530581"/>
                </a:cubicBezTo>
                <a:lnTo>
                  <a:pt x="3820920" y="1818256"/>
                </a:lnTo>
                <a:cubicBezTo>
                  <a:pt x="3754533" y="1614179"/>
                  <a:pt x="3642045" y="1458048"/>
                  <a:pt x="3483455" y="1349862"/>
                </a:cubicBezTo>
                <a:cubicBezTo>
                  <a:pt x="3324864" y="1241676"/>
                  <a:pt x="3122631" y="1187583"/>
                  <a:pt x="2876755" y="1187583"/>
                </a:cubicBezTo>
                <a:cubicBezTo>
                  <a:pt x="2510399" y="1187583"/>
                  <a:pt x="2218420" y="1314824"/>
                  <a:pt x="2000820" y="1569306"/>
                </a:cubicBezTo>
                <a:cubicBezTo>
                  <a:pt x="1783219" y="1823789"/>
                  <a:pt x="1674419" y="2226411"/>
                  <a:pt x="1674419" y="2777175"/>
                </a:cubicBezTo>
                <a:cubicBezTo>
                  <a:pt x="1674419" y="3362361"/>
                  <a:pt x="1784448" y="3780351"/>
                  <a:pt x="2004508" y="4031145"/>
                </a:cubicBezTo>
                <a:cubicBezTo>
                  <a:pt x="2224567" y="4281939"/>
                  <a:pt x="2531298" y="4407336"/>
                  <a:pt x="2924701" y="4407336"/>
                </a:cubicBezTo>
                <a:cubicBezTo>
                  <a:pt x="3111567" y="4407336"/>
                  <a:pt x="3289827" y="4380289"/>
                  <a:pt x="3459482" y="4326196"/>
                </a:cubicBezTo>
                <a:cubicBezTo>
                  <a:pt x="3629136" y="4272104"/>
                  <a:pt x="3823379" y="4179900"/>
                  <a:pt x="4042209" y="4049585"/>
                </a:cubicBezTo>
                <a:lnTo>
                  <a:pt x="4042209" y="3540621"/>
                </a:lnTo>
                <a:lnTo>
                  <a:pt x="2924701" y="3540621"/>
                </a:lnTo>
                <a:lnTo>
                  <a:pt x="2924701" y="2415736"/>
                </a:lnTo>
                <a:lnTo>
                  <a:pt x="5506403" y="2415736"/>
                </a:lnTo>
                <a:lnTo>
                  <a:pt x="5506403" y="4720828"/>
                </a:lnTo>
                <a:cubicBezTo>
                  <a:pt x="5012192" y="5057679"/>
                  <a:pt x="4575146" y="5286959"/>
                  <a:pt x="4195267" y="5408668"/>
                </a:cubicBezTo>
                <a:cubicBezTo>
                  <a:pt x="3815388" y="5530376"/>
                  <a:pt x="3364819" y="5591231"/>
                  <a:pt x="2843561" y="5591231"/>
                </a:cubicBezTo>
                <a:cubicBezTo>
                  <a:pt x="2201824" y="5591231"/>
                  <a:pt x="1678722" y="5481816"/>
                  <a:pt x="1274255" y="5262986"/>
                </a:cubicBezTo>
                <a:cubicBezTo>
                  <a:pt x="869788" y="5044156"/>
                  <a:pt x="556296" y="4718370"/>
                  <a:pt x="333777" y="4285627"/>
                </a:cubicBezTo>
                <a:cubicBezTo>
                  <a:pt x="111259" y="3852884"/>
                  <a:pt x="0" y="3356214"/>
                  <a:pt x="0" y="2795615"/>
                </a:cubicBezTo>
                <a:cubicBezTo>
                  <a:pt x="0" y="2205512"/>
                  <a:pt x="121709" y="1692245"/>
                  <a:pt x="365127" y="1255814"/>
                </a:cubicBezTo>
                <a:cubicBezTo>
                  <a:pt x="608544" y="819383"/>
                  <a:pt x="965065" y="488065"/>
                  <a:pt x="1434689" y="261858"/>
                </a:cubicBezTo>
                <a:cubicBezTo>
                  <a:pt x="1801045" y="87286"/>
                  <a:pt x="2294027" y="0"/>
                  <a:pt x="2913636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000" t="-15000" r="-2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65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DD3ED0-E197-C2EA-596E-A2AB596D6D20}"/>
              </a:ext>
            </a:extLst>
          </p:cNvPr>
          <p:cNvSpPr txBox="1"/>
          <p:nvPr/>
        </p:nvSpPr>
        <p:spPr>
          <a:xfrm>
            <a:off x="2290475" y="1374698"/>
            <a:ext cx="5174470" cy="5406823"/>
          </a:xfrm>
          <a:custGeom>
            <a:avLst/>
            <a:gdLst/>
            <a:ahLst/>
            <a:cxnLst/>
            <a:rect l="l" t="t" r="r" b="b"/>
            <a:pathLst>
              <a:path w="5174470" h="5406823">
                <a:moveTo>
                  <a:pt x="0" y="0"/>
                </a:moveTo>
                <a:lnTo>
                  <a:pt x="1670730" y="0"/>
                </a:lnTo>
                <a:lnTo>
                  <a:pt x="1670730" y="1892019"/>
                </a:lnTo>
                <a:lnTo>
                  <a:pt x="3496363" y="1892019"/>
                </a:lnTo>
                <a:lnTo>
                  <a:pt x="3496363" y="0"/>
                </a:lnTo>
                <a:lnTo>
                  <a:pt x="5174470" y="0"/>
                </a:lnTo>
                <a:lnTo>
                  <a:pt x="5174470" y="5406823"/>
                </a:lnTo>
                <a:lnTo>
                  <a:pt x="3496363" y="5406823"/>
                </a:lnTo>
                <a:lnTo>
                  <a:pt x="3496363" y="3219752"/>
                </a:lnTo>
                <a:lnTo>
                  <a:pt x="1670730" y="3219752"/>
                </a:lnTo>
                <a:lnTo>
                  <a:pt x="167073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22C71-3E32-5669-0FB3-157B0F1BDA75}"/>
              </a:ext>
            </a:extLst>
          </p:cNvPr>
          <p:cNvSpPr txBox="1"/>
          <p:nvPr/>
        </p:nvSpPr>
        <p:spPr>
          <a:xfrm>
            <a:off x="2363500" y="1374698"/>
            <a:ext cx="5174470" cy="5406823"/>
          </a:xfrm>
          <a:custGeom>
            <a:avLst/>
            <a:gdLst/>
            <a:ahLst/>
            <a:cxnLst/>
            <a:rect l="l" t="t" r="r" b="b"/>
            <a:pathLst>
              <a:path w="5174470" h="5406823">
                <a:moveTo>
                  <a:pt x="0" y="0"/>
                </a:moveTo>
                <a:lnTo>
                  <a:pt x="1670730" y="0"/>
                </a:lnTo>
                <a:lnTo>
                  <a:pt x="1670730" y="1892019"/>
                </a:lnTo>
                <a:lnTo>
                  <a:pt x="3496363" y="1892019"/>
                </a:lnTo>
                <a:lnTo>
                  <a:pt x="3496363" y="0"/>
                </a:lnTo>
                <a:lnTo>
                  <a:pt x="5174470" y="0"/>
                </a:lnTo>
                <a:lnTo>
                  <a:pt x="5174470" y="5406823"/>
                </a:lnTo>
                <a:lnTo>
                  <a:pt x="3496363" y="5406823"/>
                </a:lnTo>
                <a:lnTo>
                  <a:pt x="3496363" y="3219752"/>
                </a:lnTo>
                <a:lnTo>
                  <a:pt x="1670730" y="3219752"/>
                </a:lnTo>
                <a:lnTo>
                  <a:pt x="167073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000" t="-15000" r="-2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441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000B2A-E3A3-1728-1447-BD880C41D956}"/>
              </a:ext>
            </a:extLst>
          </p:cNvPr>
          <p:cNvSpPr txBox="1"/>
          <p:nvPr/>
        </p:nvSpPr>
        <p:spPr>
          <a:xfrm>
            <a:off x="3997341" y="1374698"/>
            <a:ext cx="1674419" cy="5406823"/>
          </a:xfrm>
          <a:custGeom>
            <a:avLst/>
            <a:gdLst/>
            <a:ahLst/>
            <a:cxnLst/>
            <a:rect l="l" t="t" r="r" b="b"/>
            <a:pathLst>
              <a:path w="1674419" h="5406823">
                <a:moveTo>
                  <a:pt x="0" y="0"/>
                </a:moveTo>
                <a:lnTo>
                  <a:pt x="1674419" y="0"/>
                </a:lnTo>
                <a:lnTo>
                  <a:pt x="1674419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6A064-7BA5-F3BA-3D26-9B82E1EE9B12}"/>
              </a:ext>
            </a:extLst>
          </p:cNvPr>
          <p:cNvSpPr txBox="1"/>
          <p:nvPr/>
        </p:nvSpPr>
        <p:spPr>
          <a:xfrm>
            <a:off x="4098941" y="1374698"/>
            <a:ext cx="1674419" cy="5406823"/>
          </a:xfrm>
          <a:custGeom>
            <a:avLst/>
            <a:gdLst/>
            <a:ahLst/>
            <a:cxnLst/>
            <a:rect l="l" t="t" r="r" b="b"/>
            <a:pathLst>
              <a:path w="1674419" h="5406823">
                <a:moveTo>
                  <a:pt x="0" y="0"/>
                </a:moveTo>
                <a:lnTo>
                  <a:pt x="1674419" y="0"/>
                </a:lnTo>
                <a:lnTo>
                  <a:pt x="1674419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51000" t="-15000" r="-98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739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113854-3F48-E265-EE88-ED422A4A3A00}"/>
              </a:ext>
            </a:extLst>
          </p:cNvPr>
          <p:cNvSpPr txBox="1"/>
          <p:nvPr/>
        </p:nvSpPr>
        <p:spPr>
          <a:xfrm>
            <a:off x="2484435" y="1374698"/>
            <a:ext cx="4348325" cy="5499027"/>
          </a:xfrm>
          <a:custGeom>
            <a:avLst/>
            <a:gdLst/>
            <a:ahLst/>
            <a:cxnLst/>
            <a:rect l="l" t="t" r="r" b="b"/>
            <a:pathLst>
              <a:path w="4348325" h="5499027">
                <a:moveTo>
                  <a:pt x="2673907" y="0"/>
                </a:moveTo>
                <a:lnTo>
                  <a:pt x="4348325" y="0"/>
                </a:lnTo>
                <a:lnTo>
                  <a:pt x="4348325" y="2937494"/>
                </a:lnTo>
                <a:cubicBezTo>
                  <a:pt x="4348325" y="3554221"/>
                  <a:pt x="4293618" y="4023528"/>
                  <a:pt x="4184203" y="4345415"/>
                </a:cubicBezTo>
                <a:cubicBezTo>
                  <a:pt x="4074788" y="4667301"/>
                  <a:pt x="3854728" y="4940042"/>
                  <a:pt x="3524025" y="5163636"/>
                </a:cubicBezTo>
                <a:cubicBezTo>
                  <a:pt x="3193321" y="5387230"/>
                  <a:pt x="2769798" y="5499027"/>
                  <a:pt x="2253458" y="5499027"/>
                </a:cubicBezTo>
                <a:cubicBezTo>
                  <a:pt x="1707612" y="5499027"/>
                  <a:pt x="1284705" y="5425264"/>
                  <a:pt x="984736" y="5277738"/>
                </a:cubicBezTo>
                <a:cubicBezTo>
                  <a:pt x="684766" y="5130212"/>
                  <a:pt x="453028" y="4914456"/>
                  <a:pt x="289520" y="4630468"/>
                </a:cubicBezTo>
                <a:cubicBezTo>
                  <a:pt x="126012" y="4346481"/>
                  <a:pt x="29506" y="3995492"/>
                  <a:pt x="0" y="3577502"/>
                </a:cubicBezTo>
                <a:lnTo>
                  <a:pt x="1596968" y="3359902"/>
                </a:lnTo>
                <a:cubicBezTo>
                  <a:pt x="1599426" y="3598402"/>
                  <a:pt x="1620326" y="3775433"/>
                  <a:pt x="1659666" y="3890995"/>
                </a:cubicBezTo>
                <a:cubicBezTo>
                  <a:pt x="1699006" y="4006557"/>
                  <a:pt x="1765393" y="4099990"/>
                  <a:pt x="1858826" y="4171294"/>
                </a:cubicBezTo>
                <a:cubicBezTo>
                  <a:pt x="1922754" y="4218010"/>
                  <a:pt x="2013729" y="4241369"/>
                  <a:pt x="2131749" y="4241369"/>
                </a:cubicBezTo>
                <a:cubicBezTo>
                  <a:pt x="2318616" y="4241369"/>
                  <a:pt x="2455692" y="4171967"/>
                  <a:pt x="2542978" y="4033162"/>
                </a:cubicBezTo>
                <a:cubicBezTo>
                  <a:pt x="2630264" y="3894356"/>
                  <a:pt x="2673907" y="3660370"/>
                  <a:pt x="2673907" y="3331203"/>
                </a:cubicBezTo>
                <a:lnTo>
                  <a:pt x="2673907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C9B1F-E598-0BA2-FD69-B7C566F37C9F}"/>
              </a:ext>
            </a:extLst>
          </p:cNvPr>
          <p:cNvSpPr txBox="1"/>
          <p:nvPr/>
        </p:nvSpPr>
        <p:spPr>
          <a:xfrm>
            <a:off x="2560636" y="1374698"/>
            <a:ext cx="4348325" cy="5499027"/>
          </a:xfrm>
          <a:custGeom>
            <a:avLst/>
            <a:gdLst/>
            <a:ahLst/>
            <a:cxnLst/>
            <a:rect l="l" t="t" r="r" b="b"/>
            <a:pathLst>
              <a:path w="4348325" h="5499027">
                <a:moveTo>
                  <a:pt x="2673907" y="0"/>
                </a:moveTo>
                <a:lnTo>
                  <a:pt x="4348325" y="0"/>
                </a:lnTo>
                <a:lnTo>
                  <a:pt x="4348325" y="2937494"/>
                </a:lnTo>
                <a:cubicBezTo>
                  <a:pt x="4348325" y="3554221"/>
                  <a:pt x="4293618" y="4023528"/>
                  <a:pt x="4184203" y="4345415"/>
                </a:cubicBezTo>
                <a:cubicBezTo>
                  <a:pt x="4074788" y="4667301"/>
                  <a:pt x="3854728" y="4940042"/>
                  <a:pt x="3524025" y="5163636"/>
                </a:cubicBezTo>
                <a:cubicBezTo>
                  <a:pt x="3193321" y="5387230"/>
                  <a:pt x="2769798" y="5499027"/>
                  <a:pt x="2253458" y="5499027"/>
                </a:cubicBezTo>
                <a:cubicBezTo>
                  <a:pt x="1707612" y="5499027"/>
                  <a:pt x="1284705" y="5425264"/>
                  <a:pt x="984736" y="5277738"/>
                </a:cubicBezTo>
                <a:cubicBezTo>
                  <a:pt x="684766" y="5130212"/>
                  <a:pt x="453028" y="4914456"/>
                  <a:pt x="289520" y="4630468"/>
                </a:cubicBezTo>
                <a:cubicBezTo>
                  <a:pt x="126012" y="4346481"/>
                  <a:pt x="29506" y="3995492"/>
                  <a:pt x="0" y="3577502"/>
                </a:cubicBezTo>
                <a:lnTo>
                  <a:pt x="1596968" y="3359902"/>
                </a:lnTo>
                <a:cubicBezTo>
                  <a:pt x="1599426" y="3598402"/>
                  <a:pt x="1620326" y="3775433"/>
                  <a:pt x="1659666" y="3890995"/>
                </a:cubicBezTo>
                <a:cubicBezTo>
                  <a:pt x="1699006" y="4006557"/>
                  <a:pt x="1765393" y="4099990"/>
                  <a:pt x="1858826" y="4171294"/>
                </a:cubicBezTo>
                <a:cubicBezTo>
                  <a:pt x="1922754" y="4218010"/>
                  <a:pt x="2013729" y="4241369"/>
                  <a:pt x="2131749" y="4241369"/>
                </a:cubicBezTo>
                <a:cubicBezTo>
                  <a:pt x="2318616" y="4241369"/>
                  <a:pt x="2455692" y="4171967"/>
                  <a:pt x="2542978" y="4033162"/>
                </a:cubicBezTo>
                <a:cubicBezTo>
                  <a:pt x="2630264" y="3894356"/>
                  <a:pt x="2673907" y="3660370"/>
                  <a:pt x="2673907" y="3331203"/>
                </a:cubicBezTo>
                <a:lnTo>
                  <a:pt x="26739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000" t="-15000" r="-98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063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DF69B2-4C69-42D0-CCDA-4FFD944BA5D3}"/>
              </a:ext>
            </a:extLst>
          </p:cNvPr>
          <p:cNvSpPr txBox="1"/>
          <p:nvPr/>
        </p:nvSpPr>
        <p:spPr>
          <a:xfrm>
            <a:off x="2271460" y="1374698"/>
            <a:ext cx="5731380" cy="5406823"/>
          </a:xfrm>
          <a:custGeom>
            <a:avLst/>
            <a:gdLst/>
            <a:ahLst/>
            <a:cxnLst/>
            <a:rect l="l" t="t" r="r" b="b"/>
            <a:pathLst>
              <a:path w="5731380" h="5406823">
                <a:moveTo>
                  <a:pt x="0" y="0"/>
                </a:moveTo>
                <a:lnTo>
                  <a:pt x="1670730" y="0"/>
                </a:lnTo>
                <a:lnTo>
                  <a:pt x="1670730" y="2043233"/>
                </a:lnTo>
                <a:lnTo>
                  <a:pt x="3420813" y="0"/>
                </a:lnTo>
                <a:lnTo>
                  <a:pt x="5642864" y="0"/>
                </a:lnTo>
                <a:lnTo>
                  <a:pt x="3669821" y="2040813"/>
                </a:lnTo>
                <a:lnTo>
                  <a:pt x="5731380" y="5406823"/>
                </a:lnTo>
                <a:lnTo>
                  <a:pt x="3673912" y="5406823"/>
                </a:lnTo>
                <a:lnTo>
                  <a:pt x="2533930" y="3183274"/>
                </a:lnTo>
                <a:lnTo>
                  <a:pt x="1670730" y="4087446"/>
                </a:lnTo>
                <a:lnTo>
                  <a:pt x="167073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29BD2-8AB9-B727-2430-A4E48FFEB311}"/>
              </a:ext>
            </a:extLst>
          </p:cNvPr>
          <p:cNvSpPr txBox="1"/>
          <p:nvPr/>
        </p:nvSpPr>
        <p:spPr>
          <a:xfrm>
            <a:off x="2363500" y="1374698"/>
            <a:ext cx="5731380" cy="5406823"/>
          </a:xfrm>
          <a:custGeom>
            <a:avLst/>
            <a:gdLst/>
            <a:ahLst/>
            <a:cxnLst/>
            <a:rect l="l" t="t" r="r" b="b"/>
            <a:pathLst>
              <a:path w="5731380" h="5406823">
                <a:moveTo>
                  <a:pt x="0" y="0"/>
                </a:moveTo>
                <a:lnTo>
                  <a:pt x="1670730" y="0"/>
                </a:lnTo>
                <a:lnTo>
                  <a:pt x="1670730" y="2043233"/>
                </a:lnTo>
                <a:lnTo>
                  <a:pt x="3420813" y="0"/>
                </a:lnTo>
                <a:lnTo>
                  <a:pt x="5642864" y="0"/>
                </a:lnTo>
                <a:lnTo>
                  <a:pt x="3669821" y="2040813"/>
                </a:lnTo>
                <a:lnTo>
                  <a:pt x="5731380" y="5406823"/>
                </a:lnTo>
                <a:lnTo>
                  <a:pt x="3673912" y="5406823"/>
                </a:lnTo>
                <a:lnTo>
                  <a:pt x="2533930" y="3183274"/>
                </a:lnTo>
                <a:lnTo>
                  <a:pt x="1670730" y="4087446"/>
                </a:lnTo>
                <a:lnTo>
                  <a:pt x="167073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802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17DC35-DB88-422C-E9D9-9CF15AC64B56}"/>
              </a:ext>
            </a:extLst>
          </p:cNvPr>
          <p:cNvSpPr txBox="1"/>
          <p:nvPr/>
        </p:nvSpPr>
        <p:spPr>
          <a:xfrm>
            <a:off x="2890074" y="1374698"/>
            <a:ext cx="4278251" cy="5406823"/>
          </a:xfrm>
          <a:custGeom>
            <a:avLst/>
            <a:gdLst/>
            <a:ahLst/>
            <a:cxnLst/>
            <a:rect l="l" t="t" r="r" b="b"/>
            <a:pathLst>
              <a:path w="4278251" h="5406823">
                <a:moveTo>
                  <a:pt x="0" y="0"/>
                </a:moveTo>
                <a:lnTo>
                  <a:pt x="1670731" y="0"/>
                </a:lnTo>
                <a:lnTo>
                  <a:pt x="1670731" y="4075402"/>
                </a:lnTo>
                <a:lnTo>
                  <a:pt x="4278251" y="4075402"/>
                </a:lnTo>
                <a:lnTo>
                  <a:pt x="4278251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8D3E87-A689-F6EE-30DD-31C7AF7B2EA9}"/>
              </a:ext>
            </a:extLst>
          </p:cNvPr>
          <p:cNvSpPr txBox="1"/>
          <p:nvPr/>
        </p:nvSpPr>
        <p:spPr>
          <a:xfrm>
            <a:off x="2984773" y="1374698"/>
            <a:ext cx="4278251" cy="5406823"/>
          </a:xfrm>
          <a:custGeom>
            <a:avLst/>
            <a:gdLst/>
            <a:ahLst/>
            <a:cxnLst/>
            <a:rect l="l" t="t" r="r" b="b"/>
            <a:pathLst>
              <a:path w="4278251" h="5406823">
                <a:moveTo>
                  <a:pt x="0" y="0"/>
                </a:moveTo>
                <a:lnTo>
                  <a:pt x="1670731" y="0"/>
                </a:lnTo>
                <a:lnTo>
                  <a:pt x="1670731" y="4075402"/>
                </a:lnTo>
                <a:lnTo>
                  <a:pt x="4278251" y="4075402"/>
                </a:lnTo>
                <a:lnTo>
                  <a:pt x="4278251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000" t="-15000" r="-98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027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A3213-7BCA-3FF4-A6EF-1CF0DABDF647}"/>
              </a:ext>
            </a:extLst>
          </p:cNvPr>
          <p:cNvSpPr txBox="1"/>
          <p:nvPr/>
        </p:nvSpPr>
        <p:spPr>
          <a:xfrm>
            <a:off x="1848914" y="1374698"/>
            <a:ext cx="6081755" cy="5406823"/>
          </a:xfrm>
          <a:custGeom>
            <a:avLst/>
            <a:gdLst/>
            <a:ahLst/>
            <a:cxnLst/>
            <a:rect l="l" t="t" r="r" b="b"/>
            <a:pathLst>
              <a:path w="6081755" h="5406823">
                <a:moveTo>
                  <a:pt x="0" y="0"/>
                </a:moveTo>
                <a:lnTo>
                  <a:pt x="2197214" y="0"/>
                </a:lnTo>
                <a:lnTo>
                  <a:pt x="3044566" y="3289827"/>
                </a:lnTo>
                <a:lnTo>
                  <a:pt x="3885867" y="0"/>
                </a:lnTo>
                <a:lnTo>
                  <a:pt x="6081755" y="0"/>
                </a:lnTo>
                <a:lnTo>
                  <a:pt x="6081755" y="5406823"/>
                </a:lnTo>
                <a:lnTo>
                  <a:pt x="4713452" y="5406823"/>
                </a:lnTo>
                <a:lnTo>
                  <a:pt x="4713452" y="1283475"/>
                </a:lnTo>
                <a:lnTo>
                  <a:pt x="3659161" y="5406823"/>
                </a:lnTo>
                <a:lnTo>
                  <a:pt x="2420635" y="5406823"/>
                </a:lnTo>
                <a:lnTo>
                  <a:pt x="1368303" y="1283475"/>
                </a:lnTo>
                <a:lnTo>
                  <a:pt x="1368303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A794F-6CC5-D7E8-0F4D-5F4FADB4F26D}"/>
              </a:ext>
            </a:extLst>
          </p:cNvPr>
          <p:cNvSpPr txBox="1"/>
          <p:nvPr/>
        </p:nvSpPr>
        <p:spPr>
          <a:xfrm>
            <a:off x="1918582" y="1374698"/>
            <a:ext cx="6081755" cy="5406823"/>
          </a:xfrm>
          <a:custGeom>
            <a:avLst/>
            <a:gdLst/>
            <a:ahLst/>
            <a:cxnLst/>
            <a:rect l="l" t="t" r="r" b="b"/>
            <a:pathLst>
              <a:path w="6081755" h="5406823">
                <a:moveTo>
                  <a:pt x="0" y="0"/>
                </a:moveTo>
                <a:lnTo>
                  <a:pt x="2197214" y="0"/>
                </a:lnTo>
                <a:lnTo>
                  <a:pt x="3044566" y="3289827"/>
                </a:lnTo>
                <a:lnTo>
                  <a:pt x="3885867" y="0"/>
                </a:lnTo>
                <a:lnTo>
                  <a:pt x="6081755" y="0"/>
                </a:lnTo>
                <a:lnTo>
                  <a:pt x="6081755" y="5406823"/>
                </a:lnTo>
                <a:lnTo>
                  <a:pt x="4713452" y="5406823"/>
                </a:lnTo>
                <a:lnTo>
                  <a:pt x="4713452" y="1283475"/>
                </a:lnTo>
                <a:lnTo>
                  <a:pt x="3659161" y="5406823"/>
                </a:lnTo>
                <a:lnTo>
                  <a:pt x="2420635" y="5406823"/>
                </a:lnTo>
                <a:lnTo>
                  <a:pt x="1368303" y="1283475"/>
                </a:lnTo>
                <a:lnTo>
                  <a:pt x="1368303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42000" t="-15000" r="-52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290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FB81EA-DDD3-5365-CB92-7410D99BFD71}"/>
              </a:ext>
            </a:extLst>
          </p:cNvPr>
          <p:cNvSpPr txBox="1"/>
          <p:nvPr/>
        </p:nvSpPr>
        <p:spPr>
          <a:xfrm>
            <a:off x="2290988" y="1374698"/>
            <a:ext cx="5170782" cy="5406823"/>
          </a:xfrm>
          <a:custGeom>
            <a:avLst/>
            <a:gdLst/>
            <a:ahLst/>
            <a:cxnLst/>
            <a:rect l="l" t="t" r="r" b="b"/>
            <a:pathLst>
              <a:path w="5170782" h="5406823">
                <a:moveTo>
                  <a:pt x="0" y="0"/>
                </a:moveTo>
                <a:lnTo>
                  <a:pt x="1560086" y="0"/>
                </a:lnTo>
                <a:lnTo>
                  <a:pt x="3595943" y="2991317"/>
                </a:lnTo>
                <a:lnTo>
                  <a:pt x="3595943" y="0"/>
                </a:lnTo>
                <a:lnTo>
                  <a:pt x="5170782" y="0"/>
                </a:lnTo>
                <a:lnTo>
                  <a:pt x="5170782" y="5406823"/>
                </a:lnTo>
                <a:lnTo>
                  <a:pt x="3595943" y="5406823"/>
                </a:lnTo>
                <a:lnTo>
                  <a:pt x="1571150" y="2438095"/>
                </a:lnTo>
                <a:lnTo>
                  <a:pt x="157115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BE8B8-7FE6-971F-DF9D-4D1E027973BE}"/>
              </a:ext>
            </a:extLst>
          </p:cNvPr>
          <p:cNvSpPr txBox="1"/>
          <p:nvPr/>
        </p:nvSpPr>
        <p:spPr>
          <a:xfrm>
            <a:off x="2367188" y="1374698"/>
            <a:ext cx="5170782" cy="5406823"/>
          </a:xfrm>
          <a:custGeom>
            <a:avLst/>
            <a:gdLst/>
            <a:ahLst/>
            <a:cxnLst/>
            <a:rect l="l" t="t" r="r" b="b"/>
            <a:pathLst>
              <a:path w="5170782" h="5406823">
                <a:moveTo>
                  <a:pt x="0" y="0"/>
                </a:moveTo>
                <a:lnTo>
                  <a:pt x="1560086" y="0"/>
                </a:lnTo>
                <a:lnTo>
                  <a:pt x="3595943" y="2991317"/>
                </a:lnTo>
                <a:lnTo>
                  <a:pt x="3595943" y="0"/>
                </a:lnTo>
                <a:lnTo>
                  <a:pt x="5170782" y="0"/>
                </a:lnTo>
                <a:lnTo>
                  <a:pt x="5170782" y="5406823"/>
                </a:lnTo>
                <a:lnTo>
                  <a:pt x="3595943" y="5406823"/>
                </a:lnTo>
                <a:lnTo>
                  <a:pt x="1571150" y="2438095"/>
                </a:lnTo>
                <a:lnTo>
                  <a:pt x="1571150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627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62D125-FF84-CA17-7948-45B609105817}"/>
              </a:ext>
            </a:extLst>
          </p:cNvPr>
          <p:cNvSpPr txBox="1"/>
          <p:nvPr/>
        </p:nvSpPr>
        <p:spPr>
          <a:xfrm>
            <a:off x="2044299" y="1282494"/>
            <a:ext cx="5602295" cy="5591231"/>
          </a:xfrm>
          <a:custGeom>
            <a:avLst/>
            <a:gdLst/>
            <a:ahLst/>
            <a:cxnLst/>
            <a:rect l="l" t="t" r="r" b="b"/>
            <a:pathLst>
              <a:path w="5602295" h="5591231">
                <a:moveTo>
                  <a:pt x="2791927" y="0"/>
                </a:moveTo>
                <a:cubicBezTo>
                  <a:pt x="3691835" y="0"/>
                  <a:pt x="4385206" y="241574"/>
                  <a:pt x="4872042" y="724721"/>
                </a:cubicBezTo>
                <a:cubicBezTo>
                  <a:pt x="5358877" y="1207868"/>
                  <a:pt x="5602295" y="1884643"/>
                  <a:pt x="5602295" y="2755046"/>
                </a:cubicBezTo>
                <a:cubicBezTo>
                  <a:pt x="5602295" y="3386948"/>
                  <a:pt x="5495953" y="3905133"/>
                  <a:pt x="5283270" y="4309600"/>
                </a:cubicBezTo>
                <a:cubicBezTo>
                  <a:pt x="5070587" y="4714067"/>
                  <a:pt x="4763241" y="5028788"/>
                  <a:pt x="4361233" y="5253765"/>
                </a:cubicBezTo>
                <a:cubicBezTo>
                  <a:pt x="3959225" y="5478742"/>
                  <a:pt x="3458252" y="5591231"/>
                  <a:pt x="2858314" y="5591231"/>
                </a:cubicBezTo>
                <a:cubicBezTo>
                  <a:pt x="2248540" y="5591231"/>
                  <a:pt x="1743879" y="5494109"/>
                  <a:pt x="1344329" y="5299867"/>
                </a:cubicBezTo>
                <a:cubicBezTo>
                  <a:pt x="944780" y="5105625"/>
                  <a:pt x="620838" y="4798279"/>
                  <a:pt x="372503" y="4377830"/>
                </a:cubicBezTo>
                <a:cubicBezTo>
                  <a:pt x="124168" y="3957382"/>
                  <a:pt x="0" y="3431206"/>
                  <a:pt x="0" y="2799304"/>
                </a:cubicBezTo>
                <a:cubicBezTo>
                  <a:pt x="0" y="1916607"/>
                  <a:pt x="245876" y="1229382"/>
                  <a:pt x="737629" y="737629"/>
                </a:cubicBezTo>
                <a:cubicBezTo>
                  <a:pt x="1229382" y="245876"/>
                  <a:pt x="1914148" y="0"/>
                  <a:pt x="2791927" y="0"/>
                </a:cubicBezTo>
                <a:close/>
                <a:moveTo>
                  <a:pt x="2788239" y="1265034"/>
                </a:moveTo>
                <a:cubicBezTo>
                  <a:pt x="2451388" y="1265034"/>
                  <a:pt x="2180924" y="1384285"/>
                  <a:pt x="1976847" y="1622785"/>
                </a:cubicBezTo>
                <a:cubicBezTo>
                  <a:pt x="1772769" y="1861285"/>
                  <a:pt x="1670730" y="2255917"/>
                  <a:pt x="1670730" y="2806680"/>
                </a:cubicBezTo>
                <a:cubicBezTo>
                  <a:pt x="1670730" y="3352526"/>
                  <a:pt x="1772154" y="3744699"/>
                  <a:pt x="1975003" y="3983199"/>
                </a:cubicBezTo>
                <a:cubicBezTo>
                  <a:pt x="2177851" y="4221699"/>
                  <a:pt x="2453847" y="4340949"/>
                  <a:pt x="2802992" y="4340949"/>
                </a:cubicBezTo>
                <a:cubicBezTo>
                  <a:pt x="3161971" y="4340949"/>
                  <a:pt x="3439811" y="4224158"/>
                  <a:pt x="3636513" y="3990575"/>
                </a:cubicBezTo>
                <a:cubicBezTo>
                  <a:pt x="3833214" y="3756992"/>
                  <a:pt x="3931564" y="3337773"/>
                  <a:pt x="3931564" y="2732917"/>
                </a:cubicBezTo>
                <a:cubicBezTo>
                  <a:pt x="3931564" y="2223952"/>
                  <a:pt x="3828911" y="1852064"/>
                  <a:pt x="3623604" y="1617252"/>
                </a:cubicBezTo>
                <a:cubicBezTo>
                  <a:pt x="3418297" y="1382440"/>
                  <a:pt x="3139842" y="1265034"/>
                  <a:pt x="2788239" y="1265034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6F07F-A4F3-2844-0632-4144740CD6BD}"/>
              </a:ext>
            </a:extLst>
          </p:cNvPr>
          <p:cNvSpPr txBox="1"/>
          <p:nvPr/>
        </p:nvSpPr>
        <p:spPr>
          <a:xfrm>
            <a:off x="2145899" y="1282494"/>
            <a:ext cx="5602295" cy="5591231"/>
          </a:xfrm>
          <a:custGeom>
            <a:avLst/>
            <a:gdLst/>
            <a:ahLst/>
            <a:cxnLst/>
            <a:rect l="l" t="t" r="r" b="b"/>
            <a:pathLst>
              <a:path w="5602295" h="5591231">
                <a:moveTo>
                  <a:pt x="2791927" y="0"/>
                </a:moveTo>
                <a:cubicBezTo>
                  <a:pt x="3691835" y="0"/>
                  <a:pt x="4385206" y="241574"/>
                  <a:pt x="4872042" y="724721"/>
                </a:cubicBezTo>
                <a:cubicBezTo>
                  <a:pt x="5358877" y="1207868"/>
                  <a:pt x="5602295" y="1884643"/>
                  <a:pt x="5602295" y="2755046"/>
                </a:cubicBezTo>
                <a:cubicBezTo>
                  <a:pt x="5602295" y="3386948"/>
                  <a:pt x="5495953" y="3905133"/>
                  <a:pt x="5283270" y="4309600"/>
                </a:cubicBezTo>
                <a:cubicBezTo>
                  <a:pt x="5070587" y="4714067"/>
                  <a:pt x="4763241" y="5028788"/>
                  <a:pt x="4361233" y="5253765"/>
                </a:cubicBezTo>
                <a:cubicBezTo>
                  <a:pt x="3959225" y="5478742"/>
                  <a:pt x="3458252" y="5591231"/>
                  <a:pt x="2858314" y="5591231"/>
                </a:cubicBezTo>
                <a:cubicBezTo>
                  <a:pt x="2248540" y="5591231"/>
                  <a:pt x="1743879" y="5494109"/>
                  <a:pt x="1344329" y="5299867"/>
                </a:cubicBezTo>
                <a:cubicBezTo>
                  <a:pt x="944780" y="5105625"/>
                  <a:pt x="620838" y="4798279"/>
                  <a:pt x="372503" y="4377830"/>
                </a:cubicBezTo>
                <a:cubicBezTo>
                  <a:pt x="124168" y="3957382"/>
                  <a:pt x="0" y="3431206"/>
                  <a:pt x="0" y="2799304"/>
                </a:cubicBezTo>
                <a:cubicBezTo>
                  <a:pt x="0" y="1916607"/>
                  <a:pt x="245876" y="1229382"/>
                  <a:pt x="737629" y="737629"/>
                </a:cubicBezTo>
                <a:cubicBezTo>
                  <a:pt x="1229382" y="245876"/>
                  <a:pt x="1914148" y="0"/>
                  <a:pt x="2791927" y="0"/>
                </a:cubicBezTo>
                <a:close/>
                <a:moveTo>
                  <a:pt x="2788239" y="1265034"/>
                </a:moveTo>
                <a:cubicBezTo>
                  <a:pt x="2451388" y="1265034"/>
                  <a:pt x="2180924" y="1384285"/>
                  <a:pt x="1976847" y="1622785"/>
                </a:cubicBezTo>
                <a:cubicBezTo>
                  <a:pt x="1772769" y="1861285"/>
                  <a:pt x="1670730" y="2255917"/>
                  <a:pt x="1670730" y="2806680"/>
                </a:cubicBezTo>
                <a:cubicBezTo>
                  <a:pt x="1670730" y="3352526"/>
                  <a:pt x="1772154" y="3744699"/>
                  <a:pt x="1975003" y="3983199"/>
                </a:cubicBezTo>
                <a:cubicBezTo>
                  <a:pt x="2177851" y="4221699"/>
                  <a:pt x="2453847" y="4340949"/>
                  <a:pt x="2802992" y="4340949"/>
                </a:cubicBezTo>
                <a:cubicBezTo>
                  <a:pt x="3161971" y="4340949"/>
                  <a:pt x="3439811" y="4224158"/>
                  <a:pt x="3636513" y="3990575"/>
                </a:cubicBezTo>
                <a:cubicBezTo>
                  <a:pt x="3833214" y="3756992"/>
                  <a:pt x="3931564" y="3337773"/>
                  <a:pt x="3931564" y="2732917"/>
                </a:cubicBezTo>
                <a:cubicBezTo>
                  <a:pt x="3931564" y="2223952"/>
                  <a:pt x="3828911" y="1852064"/>
                  <a:pt x="3623604" y="1617252"/>
                </a:cubicBezTo>
                <a:cubicBezTo>
                  <a:pt x="3418297" y="1382440"/>
                  <a:pt x="3139842" y="1265034"/>
                  <a:pt x="2788239" y="1265034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271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A352F9-DFFC-7E48-54FD-9C2B79C7F44D}"/>
              </a:ext>
            </a:extLst>
          </p:cNvPr>
          <p:cNvSpPr txBox="1"/>
          <p:nvPr/>
        </p:nvSpPr>
        <p:spPr>
          <a:xfrm>
            <a:off x="2693266" y="1374698"/>
            <a:ext cx="4588055" cy="5406823"/>
          </a:xfrm>
          <a:custGeom>
            <a:avLst/>
            <a:gdLst/>
            <a:ahLst/>
            <a:cxnLst/>
            <a:rect l="l" t="t" r="r" b="b"/>
            <a:pathLst>
              <a:path w="4588055" h="5406823">
                <a:moveTo>
                  <a:pt x="0" y="0"/>
                </a:moveTo>
                <a:lnTo>
                  <a:pt x="2777175" y="0"/>
                </a:lnTo>
                <a:cubicBezTo>
                  <a:pt x="3382031" y="0"/>
                  <a:pt x="3835059" y="143837"/>
                  <a:pt x="4136257" y="431513"/>
                </a:cubicBezTo>
                <a:cubicBezTo>
                  <a:pt x="4437456" y="719188"/>
                  <a:pt x="4588055" y="1128573"/>
                  <a:pt x="4588055" y="1659666"/>
                </a:cubicBezTo>
                <a:cubicBezTo>
                  <a:pt x="4588055" y="2205511"/>
                  <a:pt x="4423933" y="2632107"/>
                  <a:pt x="4095687" y="2939453"/>
                </a:cubicBezTo>
                <a:cubicBezTo>
                  <a:pt x="3767442" y="3246799"/>
                  <a:pt x="3266469" y="3400471"/>
                  <a:pt x="2592768" y="3400471"/>
                </a:cubicBezTo>
                <a:lnTo>
                  <a:pt x="1678107" y="3400471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1678107" y="1099067"/>
                </a:moveTo>
                <a:lnTo>
                  <a:pt x="1678107" y="2305091"/>
                </a:lnTo>
                <a:lnTo>
                  <a:pt x="2087491" y="2305091"/>
                </a:lnTo>
                <a:cubicBezTo>
                  <a:pt x="2409589" y="2305091"/>
                  <a:pt x="2635796" y="2249154"/>
                  <a:pt x="2766111" y="2137281"/>
                </a:cubicBezTo>
                <a:cubicBezTo>
                  <a:pt x="2896425" y="2025407"/>
                  <a:pt x="2961582" y="1882184"/>
                  <a:pt x="2961582" y="1707612"/>
                </a:cubicBezTo>
                <a:cubicBezTo>
                  <a:pt x="2961582" y="1537957"/>
                  <a:pt x="2905031" y="1394119"/>
                  <a:pt x="2791928" y="1276098"/>
                </a:cubicBezTo>
                <a:cubicBezTo>
                  <a:pt x="2678824" y="1158078"/>
                  <a:pt x="2466141" y="1099067"/>
                  <a:pt x="2153878" y="1099067"/>
                </a:cubicBezTo>
                <a:lnTo>
                  <a:pt x="1678107" y="1099067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CFADC-C69C-593F-2D43-1C49B71A2CE5}"/>
              </a:ext>
            </a:extLst>
          </p:cNvPr>
          <p:cNvSpPr txBox="1"/>
          <p:nvPr/>
        </p:nvSpPr>
        <p:spPr>
          <a:xfrm>
            <a:off x="2767879" y="1374698"/>
            <a:ext cx="4588055" cy="5406823"/>
          </a:xfrm>
          <a:custGeom>
            <a:avLst/>
            <a:gdLst/>
            <a:ahLst/>
            <a:cxnLst/>
            <a:rect l="l" t="t" r="r" b="b"/>
            <a:pathLst>
              <a:path w="4588055" h="5406823">
                <a:moveTo>
                  <a:pt x="0" y="0"/>
                </a:moveTo>
                <a:lnTo>
                  <a:pt x="2777175" y="0"/>
                </a:lnTo>
                <a:cubicBezTo>
                  <a:pt x="3382031" y="0"/>
                  <a:pt x="3835059" y="143837"/>
                  <a:pt x="4136257" y="431513"/>
                </a:cubicBezTo>
                <a:cubicBezTo>
                  <a:pt x="4437456" y="719188"/>
                  <a:pt x="4588055" y="1128573"/>
                  <a:pt x="4588055" y="1659666"/>
                </a:cubicBezTo>
                <a:cubicBezTo>
                  <a:pt x="4588055" y="2205511"/>
                  <a:pt x="4423933" y="2632107"/>
                  <a:pt x="4095687" y="2939453"/>
                </a:cubicBezTo>
                <a:cubicBezTo>
                  <a:pt x="3767442" y="3246799"/>
                  <a:pt x="3266469" y="3400471"/>
                  <a:pt x="2592768" y="3400471"/>
                </a:cubicBezTo>
                <a:lnTo>
                  <a:pt x="1678107" y="3400471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1678107" y="1099067"/>
                </a:moveTo>
                <a:lnTo>
                  <a:pt x="1678107" y="2305091"/>
                </a:lnTo>
                <a:lnTo>
                  <a:pt x="2087491" y="2305091"/>
                </a:lnTo>
                <a:cubicBezTo>
                  <a:pt x="2409589" y="2305091"/>
                  <a:pt x="2635796" y="2249154"/>
                  <a:pt x="2766111" y="2137281"/>
                </a:cubicBezTo>
                <a:cubicBezTo>
                  <a:pt x="2896425" y="2025407"/>
                  <a:pt x="2961582" y="1882184"/>
                  <a:pt x="2961582" y="1707612"/>
                </a:cubicBezTo>
                <a:cubicBezTo>
                  <a:pt x="2961582" y="1537957"/>
                  <a:pt x="2905031" y="1394119"/>
                  <a:pt x="2791928" y="1276098"/>
                </a:cubicBezTo>
                <a:cubicBezTo>
                  <a:pt x="2678824" y="1158078"/>
                  <a:pt x="2466141" y="1099067"/>
                  <a:pt x="2153878" y="1099067"/>
                </a:cubicBezTo>
                <a:lnTo>
                  <a:pt x="1678107" y="10990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421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0650A6-A7E5-8B72-7DED-39646B45E828}"/>
              </a:ext>
            </a:extLst>
          </p:cNvPr>
          <p:cNvSpPr txBox="1"/>
          <p:nvPr/>
        </p:nvSpPr>
        <p:spPr>
          <a:xfrm>
            <a:off x="2052870" y="1282494"/>
            <a:ext cx="5808831" cy="6107571"/>
          </a:xfrm>
          <a:custGeom>
            <a:avLst/>
            <a:gdLst/>
            <a:ahLst/>
            <a:cxnLst/>
            <a:rect l="l" t="t" r="r" b="b"/>
            <a:pathLst>
              <a:path w="5808831" h="6107571">
                <a:moveTo>
                  <a:pt x="2791927" y="0"/>
                </a:moveTo>
                <a:cubicBezTo>
                  <a:pt x="3689376" y="0"/>
                  <a:pt x="4382133" y="240959"/>
                  <a:pt x="4870198" y="722877"/>
                </a:cubicBezTo>
                <a:cubicBezTo>
                  <a:pt x="5358263" y="1204794"/>
                  <a:pt x="5602295" y="1894478"/>
                  <a:pt x="5602295" y="2791927"/>
                </a:cubicBezTo>
                <a:cubicBezTo>
                  <a:pt x="5602295" y="3591026"/>
                  <a:pt x="5405594" y="4230305"/>
                  <a:pt x="5012191" y="4709764"/>
                </a:cubicBezTo>
                <a:cubicBezTo>
                  <a:pt x="5221186" y="4854831"/>
                  <a:pt x="5357648" y="4945805"/>
                  <a:pt x="5421576" y="4982687"/>
                </a:cubicBezTo>
                <a:cubicBezTo>
                  <a:pt x="5517468" y="5036780"/>
                  <a:pt x="5646553" y="5099478"/>
                  <a:pt x="5808831" y="5170782"/>
                </a:cubicBezTo>
                <a:lnTo>
                  <a:pt x="5344125" y="6107571"/>
                </a:lnTo>
                <a:cubicBezTo>
                  <a:pt x="5110542" y="5994468"/>
                  <a:pt x="4879418" y="5859851"/>
                  <a:pt x="4650753" y="5703719"/>
                </a:cubicBezTo>
                <a:cubicBezTo>
                  <a:pt x="4422088" y="5547588"/>
                  <a:pt x="4262268" y="5430182"/>
                  <a:pt x="4171294" y="5351501"/>
                </a:cubicBezTo>
                <a:cubicBezTo>
                  <a:pt x="3802479" y="5511321"/>
                  <a:pt x="3340232" y="5591231"/>
                  <a:pt x="2784551" y="5591231"/>
                </a:cubicBezTo>
                <a:cubicBezTo>
                  <a:pt x="1963323" y="5591231"/>
                  <a:pt x="1315439" y="5377318"/>
                  <a:pt x="840897" y="4949493"/>
                </a:cubicBezTo>
                <a:cubicBezTo>
                  <a:pt x="280299" y="4442988"/>
                  <a:pt x="0" y="3731175"/>
                  <a:pt x="0" y="2814056"/>
                </a:cubicBezTo>
                <a:cubicBezTo>
                  <a:pt x="0" y="1923983"/>
                  <a:pt x="245262" y="1232455"/>
                  <a:pt x="735785" y="739473"/>
                </a:cubicBezTo>
                <a:cubicBezTo>
                  <a:pt x="1226309" y="246491"/>
                  <a:pt x="1911689" y="0"/>
                  <a:pt x="2791927" y="0"/>
                </a:cubicBezTo>
                <a:close/>
                <a:moveTo>
                  <a:pt x="2788239" y="1265034"/>
                </a:moveTo>
                <a:cubicBezTo>
                  <a:pt x="2456306" y="1265034"/>
                  <a:pt x="2187071" y="1384285"/>
                  <a:pt x="1980535" y="1622785"/>
                </a:cubicBezTo>
                <a:cubicBezTo>
                  <a:pt x="1773999" y="1861285"/>
                  <a:pt x="1670730" y="2233788"/>
                  <a:pt x="1670730" y="2740293"/>
                </a:cubicBezTo>
                <a:cubicBezTo>
                  <a:pt x="1670730" y="3330397"/>
                  <a:pt x="1771540" y="3744699"/>
                  <a:pt x="1973158" y="3983199"/>
                </a:cubicBezTo>
                <a:cubicBezTo>
                  <a:pt x="2174777" y="4221699"/>
                  <a:pt x="2451388" y="4340949"/>
                  <a:pt x="2802992" y="4340949"/>
                </a:cubicBezTo>
                <a:cubicBezTo>
                  <a:pt x="2916095" y="4340949"/>
                  <a:pt x="3023051" y="4329885"/>
                  <a:pt x="3123860" y="4307756"/>
                </a:cubicBezTo>
                <a:cubicBezTo>
                  <a:pt x="2983711" y="4172524"/>
                  <a:pt x="2762422" y="4044668"/>
                  <a:pt x="2459994" y="3924188"/>
                </a:cubicBezTo>
                <a:lnTo>
                  <a:pt x="2721852" y="3323020"/>
                </a:lnTo>
                <a:cubicBezTo>
                  <a:pt x="2869378" y="3350067"/>
                  <a:pt x="2984326" y="3383260"/>
                  <a:pt x="3066694" y="3422600"/>
                </a:cubicBezTo>
                <a:cubicBezTo>
                  <a:pt x="3149063" y="3461941"/>
                  <a:pt x="3309497" y="3565209"/>
                  <a:pt x="3547997" y="3732405"/>
                </a:cubicBezTo>
                <a:cubicBezTo>
                  <a:pt x="3604549" y="3771745"/>
                  <a:pt x="3666018" y="3812314"/>
                  <a:pt x="3732404" y="3854114"/>
                </a:cubicBezTo>
                <a:cubicBezTo>
                  <a:pt x="3865178" y="3615614"/>
                  <a:pt x="3931564" y="3259093"/>
                  <a:pt x="3931564" y="2784551"/>
                </a:cubicBezTo>
                <a:cubicBezTo>
                  <a:pt x="3931564" y="2238705"/>
                  <a:pt x="3830140" y="1848991"/>
                  <a:pt x="3627292" y="1615408"/>
                </a:cubicBezTo>
                <a:cubicBezTo>
                  <a:pt x="3424444" y="1381825"/>
                  <a:pt x="3144760" y="1265034"/>
                  <a:pt x="2788239" y="1265034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8B631-B3D6-0ED6-1CA7-7C0196E6CC66}"/>
              </a:ext>
            </a:extLst>
          </p:cNvPr>
          <p:cNvSpPr txBox="1"/>
          <p:nvPr/>
        </p:nvSpPr>
        <p:spPr>
          <a:xfrm>
            <a:off x="2145899" y="1282494"/>
            <a:ext cx="5808831" cy="6107571"/>
          </a:xfrm>
          <a:custGeom>
            <a:avLst/>
            <a:gdLst/>
            <a:ahLst/>
            <a:cxnLst/>
            <a:rect l="l" t="t" r="r" b="b"/>
            <a:pathLst>
              <a:path w="5808831" h="6107571">
                <a:moveTo>
                  <a:pt x="2791927" y="0"/>
                </a:moveTo>
                <a:cubicBezTo>
                  <a:pt x="3689376" y="0"/>
                  <a:pt x="4382133" y="240959"/>
                  <a:pt x="4870198" y="722877"/>
                </a:cubicBezTo>
                <a:cubicBezTo>
                  <a:pt x="5358263" y="1204794"/>
                  <a:pt x="5602295" y="1894478"/>
                  <a:pt x="5602295" y="2791927"/>
                </a:cubicBezTo>
                <a:cubicBezTo>
                  <a:pt x="5602295" y="3591026"/>
                  <a:pt x="5405594" y="4230305"/>
                  <a:pt x="5012191" y="4709764"/>
                </a:cubicBezTo>
                <a:cubicBezTo>
                  <a:pt x="5221186" y="4854831"/>
                  <a:pt x="5357648" y="4945805"/>
                  <a:pt x="5421576" y="4982687"/>
                </a:cubicBezTo>
                <a:cubicBezTo>
                  <a:pt x="5517468" y="5036780"/>
                  <a:pt x="5646553" y="5099478"/>
                  <a:pt x="5808831" y="5170782"/>
                </a:cubicBezTo>
                <a:lnTo>
                  <a:pt x="5344125" y="6107571"/>
                </a:lnTo>
                <a:cubicBezTo>
                  <a:pt x="5110542" y="5994468"/>
                  <a:pt x="4879418" y="5859851"/>
                  <a:pt x="4650753" y="5703719"/>
                </a:cubicBezTo>
                <a:cubicBezTo>
                  <a:pt x="4422088" y="5547588"/>
                  <a:pt x="4262268" y="5430182"/>
                  <a:pt x="4171294" y="5351501"/>
                </a:cubicBezTo>
                <a:cubicBezTo>
                  <a:pt x="3802479" y="5511321"/>
                  <a:pt x="3340232" y="5591231"/>
                  <a:pt x="2784551" y="5591231"/>
                </a:cubicBezTo>
                <a:cubicBezTo>
                  <a:pt x="1963323" y="5591231"/>
                  <a:pt x="1315439" y="5377318"/>
                  <a:pt x="840897" y="4949493"/>
                </a:cubicBezTo>
                <a:cubicBezTo>
                  <a:pt x="280299" y="4442988"/>
                  <a:pt x="0" y="3731175"/>
                  <a:pt x="0" y="2814056"/>
                </a:cubicBezTo>
                <a:cubicBezTo>
                  <a:pt x="0" y="1923983"/>
                  <a:pt x="245262" y="1232455"/>
                  <a:pt x="735785" y="739473"/>
                </a:cubicBezTo>
                <a:cubicBezTo>
                  <a:pt x="1226309" y="246491"/>
                  <a:pt x="1911689" y="0"/>
                  <a:pt x="2791927" y="0"/>
                </a:cubicBezTo>
                <a:close/>
                <a:moveTo>
                  <a:pt x="2788239" y="1265034"/>
                </a:moveTo>
                <a:cubicBezTo>
                  <a:pt x="2456306" y="1265034"/>
                  <a:pt x="2187071" y="1384285"/>
                  <a:pt x="1980535" y="1622785"/>
                </a:cubicBezTo>
                <a:cubicBezTo>
                  <a:pt x="1773999" y="1861285"/>
                  <a:pt x="1670730" y="2233788"/>
                  <a:pt x="1670730" y="2740293"/>
                </a:cubicBezTo>
                <a:cubicBezTo>
                  <a:pt x="1670730" y="3330397"/>
                  <a:pt x="1771540" y="3744699"/>
                  <a:pt x="1973158" y="3983199"/>
                </a:cubicBezTo>
                <a:cubicBezTo>
                  <a:pt x="2174777" y="4221699"/>
                  <a:pt x="2451388" y="4340949"/>
                  <a:pt x="2802992" y="4340949"/>
                </a:cubicBezTo>
                <a:cubicBezTo>
                  <a:pt x="2916095" y="4340949"/>
                  <a:pt x="3023051" y="4329885"/>
                  <a:pt x="3123860" y="4307756"/>
                </a:cubicBezTo>
                <a:cubicBezTo>
                  <a:pt x="2983711" y="4172524"/>
                  <a:pt x="2762422" y="4044668"/>
                  <a:pt x="2459994" y="3924188"/>
                </a:cubicBezTo>
                <a:lnTo>
                  <a:pt x="2721852" y="3323020"/>
                </a:lnTo>
                <a:cubicBezTo>
                  <a:pt x="2869378" y="3350067"/>
                  <a:pt x="2984326" y="3383260"/>
                  <a:pt x="3066694" y="3422600"/>
                </a:cubicBezTo>
                <a:cubicBezTo>
                  <a:pt x="3149063" y="3461941"/>
                  <a:pt x="3309497" y="3565209"/>
                  <a:pt x="3547997" y="3732405"/>
                </a:cubicBezTo>
                <a:cubicBezTo>
                  <a:pt x="3604549" y="3771745"/>
                  <a:pt x="3666018" y="3812314"/>
                  <a:pt x="3732404" y="3854114"/>
                </a:cubicBezTo>
                <a:cubicBezTo>
                  <a:pt x="3865178" y="3615614"/>
                  <a:pt x="3931564" y="3259093"/>
                  <a:pt x="3931564" y="2784551"/>
                </a:cubicBezTo>
                <a:cubicBezTo>
                  <a:pt x="3931564" y="2238705"/>
                  <a:pt x="3830140" y="1848991"/>
                  <a:pt x="3627292" y="1615408"/>
                </a:cubicBezTo>
                <a:cubicBezTo>
                  <a:pt x="3424444" y="1381825"/>
                  <a:pt x="3144760" y="1265034"/>
                  <a:pt x="2788239" y="1265034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565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A7DB22-3F58-B95A-0D38-F272DBC1E0E7}"/>
              </a:ext>
            </a:extLst>
          </p:cNvPr>
          <p:cNvSpPr txBox="1"/>
          <p:nvPr/>
        </p:nvSpPr>
        <p:spPr>
          <a:xfrm>
            <a:off x="2500748" y="1374698"/>
            <a:ext cx="5318308" cy="5406823"/>
          </a:xfrm>
          <a:custGeom>
            <a:avLst/>
            <a:gdLst/>
            <a:ahLst/>
            <a:cxnLst/>
            <a:rect l="l" t="t" r="r" b="b"/>
            <a:pathLst>
              <a:path w="5318308" h="5406823">
                <a:moveTo>
                  <a:pt x="0" y="0"/>
                </a:moveTo>
                <a:lnTo>
                  <a:pt x="2784551" y="0"/>
                </a:lnTo>
                <a:cubicBezTo>
                  <a:pt x="3300892" y="0"/>
                  <a:pt x="3695524" y="44257"/>
                  <a:pt x="3968447" y="132773"/>
                </a:cubicBezTo>
                <a:cubicBezTo>
                  <a:pt x="4241369" y="221288"/>
                  <a:pt x="4461429" y="385411"/>
                  <a:pt x="4628625" y="625141"/>
                </a:cubicBezTo>
                <a:cubicBezTo>
                  <a:pt x="4795821" y="864870"/>
                  <a:pt x="4879419" y="1156848"/>
                  <a:pt x="4879419" y="1501075"/>
                </a:cubicBezTo>
                <a:cubicBezTo>
                  <a:pt x="4879419" y="1801045"/>
                  <a:pt x="4815452" y="2059830"/>
                  <a:pt x="4687520" y="2277430"/>
                </a:cubicBezTo>
                <a:cubicBezTo>
                  <a:pt x="4559587" y="2495031"/>
                  <a:pt x="4383689" y="2671447"/>
                  <a:pt x="4159827" y="2806680"/>
                </a:cubicBezTo>
                <a:cubicBezTo>
                  <a:pt x="4017141" y="2892736"/>
                  <a:pt x="3821554" y="2964041"/>
                  <a:pt x="3573066" y="3020592"/>
                </a:cubicBezTo>
                <a:cubicBezTo>
                  <a:pt x="3772072" y="3087055"/>
                  <a:pt x="3917043" y="3153500"/>
                  <a:pt x="4007979" y="3219925"/>
                </a:cubicBezTo>
                <a:cubicBezTo>
                  <a:pt x="4069410" y="3264221"/>
                  <a:pt x="4158482" y="3358970"/>
                  <a:pt x="4275196" y="3504172"/>
                </a:cubicBezTo>
                <a:cubicBezTo>
                  <a:pt x="4391911" y="3649373"/>
                  <a:pt x="4469919" y="3761353"/>
                  <a:pt x="4509221" y="3840110"/>
                </a:cubicBezTo>
                <a:lnTo>
                  <a:pt x="5318308" y="5406823"/>
                </a:lnTo>
                <a:lnTo>
                  <a:pt x="3430496" y="5406823"/>
                </a:lnTo>
                <a:lnTo>
                  <a:pt x="2537445" y="3754533"/>
                </a:lnTo>
                <a:cubicBezTo>
                  <a:pt x="2424342" y="3540621"/>
                  <a:pt x="2323533" y="3401701"/>
                  <a:pt x="2235017" y="3337773"/>
                </a:cubicBezTo>
                <a:cubicBezTo>
                  <a:pt x="2114538" y="3254175"/>
                  <a:pt x="1978076" y="3212376"/>
                  <a:pt x="1825633" y="3212376"/>
                </a:cubicBezTo>
                <a:lnTo>
                  <a:pt x="1678107" y="3212376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1678107" y="1091691"/>
                </a:moveTo>
                <a:lnTo>
                  <a:pt x="1678107" y="2190759"/>
                </a:lnTo>
                <a:lnTo>
                  <a:pt x="2382543" y="2190759"/>
                </a:lnTo>
                <a:cubicBezTo>
                  <a:pt x="2458765" y="2190759"/>
                  <a:pt x="2606291" y="2166171"/>
                  <a:pt x="2825121" y="2116996"/>
                </a:cubicBezTo>
                <a:cubicBezTo>
                  <a:pt x="2935765" y="2094867"/>
                  <a:pt x="3026125" y="2038316"/>
                  <a:pt x="3096200" y="1947341"/>
                </a:cubicBezTo>
                <a:cubicBezTo>
                  <a:pt x="3166275" y="1856367"/>
                  <a:pt x="3201312" y="1751869"/>
                  <a:pt x="3201312" y="1633849"/>
                </a:cubicBezTo>
                <a:cubicBezTo>
                  <a:pt x="3201312" y="1459276"/>
                  <a:pt x="3145990" y="1325274"/>
                  <a:pt x="3035345" y="1231841"/>
                </a:cubicBezTo>
                <a:cubicBezTo>
                  <a:pt x="2924701" y="1138407"/>
                  <a:pt x="2716935" y="1091691"/>
                  <a:pt x="2412048" y="1091691"/>
                </a:cubicBezTo>
                <a:lnTo>
                  <a:pt x="1678107" y="1091691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E33A6-EF85-B3B4-E21F-BB89F25250BC}"/>
              </a:ext>
            </a:extLst>
          </p:cNvPr>
          <p:cNvSpPr txBox="1"/>
          <p:nvPr/>
        </p:nvSpPr>
        <p:spPr>
          <a:xfrm>
            <a:off x="2587834" y="1374698"/>
            <a:ext cx="5318308" cy="5406823"/>
          </a:xfrm>
          <a:custGeom>
            <a:avLst/>
            <a:gdLst/>
            <a:ahLst/>
            <a:cxnLst/>
            <a:rect l="l" t="t" r="r" b="b"/>
            <a:pathLst>
              <a:path w="5318308" h="5406823">
                <a:moveTo>
                  <a:pt x="0" y="0"/>
                </a:moveTo>
                <a:lnTo>
                  <a:pt x="2784551" y="0"/>
                </a:lnTo>
                <a:cubicBezTo>
                  <a:pt x="3300892" y="0"/>
                  <a:pt x="3695524" y="44257"/>
                  <a:pt x="3968447" y="132773"/>
                </a:cubicBezTo>
                <a:cubicBezTo>
                  <a:pt x="4241369" y="221288"/>
                  <a:pt x="4461429" y="385411"/>
                  <a:pt x="4628625" y="625141"/>
                </a:cubicBezTo>
                <a:cubicBezTo>
                  <a:pt x="4795821" y="864870"/>
                  <a:pt x="4879419" y="1156848"/>
                  <a:pt x="4879419" y="1501075"/>
                </a:cubicBezTo>
                <a:cubicBezTo>
                  <a:pt x="4879419" y="1801045"/>
                  <a:pt x="4815452" y="2059830"/>
                  <a:pt x="4687520" y="2277430"/>
                </a:cubicBezTo>
                <a:cubicBezTo>
                  <a:pt x="4559587" y="2495031"/>
                  <a:pt x="4383689" y="2671447"/>
                  <a:pt x="4159827" y="2806680"/>
                </a:cubicBezTo>
                <a:cubicBezTo>
                  <a:pt x="4017141" y="2892736"/>
                  <a:pt x="3821554" y="2964041"/>
                  <a:pt x="3573066" y="3020592"/>
                </a:cubicBezTo>
                <a:cubicBezTo>
                  <a:pt x="3772072" y="3087055"/>
                  <a:pt x="3917043" y="3153500"/>
                  <a:pt x="4007979" y="3219925"/>
                </a:cubicBezTo>
                <a:cubicBezTo>
                  <a:pt x="4069410" y="3264221"/>
                  <a:pt x="4158482" y="3358970"/>
                  <a:pt x="4275196" y="3504172"/>
                </a:cubicBezTo>
                <a:cubicBezTo>
                  <a:pt x="4391911" y="3649373"/>
                  <a:pt x="4469919" y="3761353"/>
                  <a:pt x="4509221" y="3840110"/>
                </a:cubicBezTo>
                <a:lnTo>
                  <a:pt x="5318308" y="5406823"/>
                </a:lnTo>
                <a:lnTo>
                  <a:pt x="3430496" y="5406823"/>
                </a:lnTo>
                <a:lnTo>
                  <a:pt x="2537445" y="3754533"/>
                </a:lnTo>
                <a:cubicBezTo>
                  <a:pt x="2424342" y="3540621"/>
                  <a:pt x="2323533" y="3401701"/>
                  <a:pt x="2235017" y="3337773"/>
                </a:cubicBezTo>
                <a:cubicBezTo>
                  <a:pt x="2114538" y="3254175"/>
                  <a:pt x="1978076" y="3212376"/>
                  <a:pt x="1825633" y="3212376"/>
                </a:cubicBezTo>
                <a:lnTo>
                  <a:pt x="1678107" y="3212376"/>
                </a:lnTo>
                <a:lnTo>
                  <a:pt x="1678107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1678107" y="1091691"/>
                </a:moveTo>
                <a:lnTo>
                  <a:pt x="1678107" y="2190759"/>
                </a:lnTo>
                <a:lnTo>
                  <a:pt x="2382543" y="2190759"/>
                </a:lnTo>
                <a:cubicBezTo>
                  <a:pt x="2458765" y="2190759"/>
                  <a:pt x="2606291" y="2166171"/>
                  <a:pt x="2825121" y="2116996"/>
                </a:cubicBezTo>
                <a:cubicBezTo>
                  <a:pt x="2935765" y="2094867"/>
                  <a:pt x="3026125" y="2038316"/>
                  <a:pt x="3096200" y="1947341"/>
                </a:cubicBezTo>
                <a:cubicBezTo>
                  <a:pt x="3166275" y="1856367"/>
                  <a:pt x="3201312" y="1751869"/>
                  <a:pt x="3201312" y="1633849"/>
                </a:cubicBezTo>
                <a:cubicBezTo>
                  <a:pt x="3201312" y="1459276"/>
                  <a:pt x="3145990" y="1325274"/>
                  <a:pt x="3035345" y="1231841"/>
                </a:cubicBezTo>
                <a:cubicBezTo>
                  <a:pt x="2924701" y="1138407"/>
                  <a:pt x="2716935" y="1091691"/>
                  <a:pt x="2412048" y="1091691"/>
                </a:cubicBezTo>
                <a:lnTo>
                  <a:pt x="1678107" y="10916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374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B78469-F4E0-1979-9B73-625624F4E014}"/>
              </a:ext>
            </a:extLst>
          </p:cNvPr>
          <p:cNvSpPr txBox="1"/>
          <p:nvPr/>
        </p:nvSpPr>
        <p:spPr>
          <a:xfrm>
            <a:off x="2372494" y="1282494"/>
            <a:ext cx="4905235" cy="5591231"/>
          </a:xfrm>
          <a:custGeom>
            <a:avLst/>
            <a:gdLst/>
            <a:ahLst/>
            <a:cxnLst/>
            <a:rect l="l" t="t" r="r" b="b"/>
            <a:pathLst>
              <a:path w="4905235" h="5591231">
                <a:moveTo>
                  <a:pt x="2500563" y="0"/>
                </a:moveTo>
                <a:cubicBezTo>
                  <a:pt x="3191476" y="0"/>
                  <a:pt x="3718267" y="128471"/>
                  <a:pt x="4080935" y="385411"/>
                </a:cubicBezTo>
                <a:cubicBezTo>
                  <a:pt x="4443603" y="642352"/>
                  <a:pt x="4659359" y="1051122"/>
                  <a:pt x="4728204" y="1611720"/>
                </a:cubicBezTo>
                <a:lnTo>
                  <a:pt x="3153366" y="1703924"/>
                </a:lnTo>
                <a:cubicBezTo>
                  <a:pt x="3111566" y="1460506"/>
                  <a:pt x="3023665" y="1283475"/>
                  <a:pt x="2889663" y="1172831"/>
                </a:cubicBezTo>
                <a:cubicBezTo>
                  <a:pt x="2755660" y="1062186"/>
                  <a:pt x="2570638" y="1006864"/>
                  <a:pt x="2334597" y="1006864"/>
                </a:cubicBezTo>
                <a:cubicBezTo>
                  <a:pt x="2140354" y="1006864"/>
                  <a:pt x="1994058" y="1048048"/>
                  <a:pt x="1895707" y="1130417"/>
                </a:cubicBezTo>
                <a:cubicBezTo>
                  <a:pt x="1797356" y="1212786"/>
                  <a:pt x="1748182" y="1312980"/>
                  <a:pt x="1748182" y="1431001"/>
                </a:cubicBezTo>
                <a:cubicBezTo>
                  <a:pt x="1748182" y="1517058"/>
                  <a:pt x="1788751" y="1594509"/>
                  <a:pt x="1869890" y="1663354"/>
                </a:cubicBezTo>
                <a:cubicBezTo>
                  <a:pt x="1948571" y="1734658"/>
                  <a:pt x="2135437" y="1801045"/>
                  <a:pt x="2430489" y="1862514"/>
                </a:cubicBezTo>
                <a:cubicBezTo>
                  <a:pt x="3160742" y="2019875"/>
                  <a:pt x="3683844" y="2179080"/>
                  <a:pt x="3999795" y="2340129"/>
                </a:cubicBezTo>
                <a:cubicBezTo>
                  <a:pt x="4315746" y="2501178"/>
                  <a:pt x="4545641" y="2700953"/>
                  <a:pt x="4689479" y="2939453"/>
                </a:cubicBezTo>
                <a:cubicBezTo>
                  <a:pt x="4833317" y="3177953"/>
                  <a:pt x="4905235" y="3444729"/>
                  <a:pt x="4905235" y="3739781"/>
                </a:cubicBezTo>
                <a:cubicBezTo>
                  <a:pt x="4905235" y="4086467"/>
                  <a:pt x="4809344" y="4406106"/>
                  <a:pt x="4617560" y="4698699"/>
                </a:cubicBezTo>
                <a:cubicBezTo>
                  <a:pt x="4425776" y="4991292"/>
                  <a:pt x="4157771" y="5213196"/>
                  <a:pt x="3813544" y="5364410"/>
                </a:cubicBezTo>
                <a:cubicBezTo>
                  <a:pt x="3469317" y="5515624"/>
                  <a:pt x="3035345" y="5591231"/>
                  <a:pt x="2511628" y="5591231"/>
                </a:cubicBezTo>
                <a:cubicBezTo>
                  <a:pt x="1592050" y="5591231"/>
                  <a:pt x="955230" y="5414200"/>
                  <a:pt x="601168" y="5060138"/>
                </a:cubicBezTo>
                <a:cubicBezTo>
                  <a:pt x="247105" y="4706076"/>
                  <a:pt x="46716" y="4256122"/>
                  <a:pt x="0" y="3710276"/>
                </a:cubicBezTo>
                <a:lnTo>
                  <a:pt x="1589591" y="3610696"/>
                </a:lnTo>
                <a:cubicBezTo>
                  <a:pt x="1624014" y="3868866"/>
                  <a:pt x="1694089" y="4065568"/>
                  <a:pt x="1799816" y="4200799"/>
                </a:cubicBezTo>
                <a:cubicBezTo>
                  <a:pt x="1971929" y="4419630"/>
                  <a:pt x="2217805" y="4529044"/>
                  <a:pt x="2537445" y="4529044"/>
                </a:cubicBezTo>
                <a:cubicBezTo>
                  <a:pt x="2775945" y="4529044"/>
                  <a:pt x="2959738" y="4473108"/>
                  <a:pt x="3088823" y="4361234"/>
                </a:cubicBezTo>
                <a:cubicBezTo>
                  <a:pt x="3217908" y="4249360"/>
                  <a:pt x="3282451" y="4119660"/>
                  <a:pt x="3282451" y="3972134"/>
                </a:cubicBezTo>
                <a:cubicBezTo>
                  <a:pt x="3282451" y="3831985"/>
                  <a:pt x="3220981" y="3706588"/>
                  <a:pt x="3098043" y="3595943"/>
                </a:cubicBezTo>
                <a:cubicBezTo>
                  <a:pt x="2975105" y="3485299"/>
                  <a:pt x="2689888" y="3380802"/>
                  <a:pt x="2242393" y="3282451"/>
                </a:cubicBezTo>
                <a:cubicBezTo>
                  <a:pt x="1509681" y="3117713"/>
                  <a:pt x="987194" y="2898884"/>
                  <a:pt x="674930" y="2625961"/>
                </a:cubicBezTo>
                <a:cubicBezTo>
                  <a:pt x="360209" y="2353038"/>
                  <a:pt x="202848" y="2005123"/>
                  <a:pt x="202848" y="1582215"/>
                </a:cubicBezTo>
                <a:cubicBezTo>
                  <a:pt x="202848" y="1304374"/>
                  <a:pt x="283372" y="1041901"/>
                  <a:pt x="444421" y="794796"/>
                </a:cubicBezTo>
                <a:cubicBezTo>
                  <a:pt x="605470" y="547690"/>
                  <a:pt x="847659" y="353448"/>
                  <a:pt x="1170986" y="212068"/>
                </a:cubicBezTo>
                <a:cubicBezTo>
                  <a:pt x="1494314" y="70689"/>
                  <a:pt x="1937506" y="0"/>
                  <a:pt x="2500563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42866-5610-B07F-D267-D40D7C8B4617}"/>
              </a:ext>
            </a:extLst>
          </p:cNvPr>
          <p:cNvSpPr txBox="1"/>
          <p:nvPr/>
        </p:nvSpPr>
        <p:spPr>
          <a:xfrm>
            <a:off x="2483892" y="1282494"/>
            <a:ext cx="4905235" cy="5591231"/>
          </a:xfrm>
          <a:custGeom>
            <a:avLst/>
            <a:gdLst/>
            <a:ahLst/>
            <a:cxnLst/>
            <a:rect l="l" t="t" r="r" b="b"/>
            <a:pathLst>
              <a:path w="4905235" h="5591231">
                <a:moveTo>
                  <a:pt x="2500563" y="0"/>
                </a:moveTo>
                <a:cubicBezTo>
                  <a:pt x="3191476" y="0"/>
                  <a:pt x="3718267" y="128471"/>
                  <a:pt x="4080935" y="385411"/>
                </a:cubicBezTo>
                <a:cubicBezTo>
                  <a:pt x="4443603" y="642352"/>
                  <a:pt x="4659359" y="1051122"/>
                  <a:pt x="4728204" y="1611720"/>
                </a:cubicBezTo>
                <a:lnTo>
                  <a:pt x="3153366" y="1703924"/>
                </a:lnTo>
                <a:cubicBezTo>
                  <a:pt x="3111566" y="1460506"/>
                  <a:pt x="3023665" y="1283475"/>
                  <a:pt x="2889663" y="1172831"/>
                </a:cubicBezTo>
                <a:cubicBezTo>
                  <a:pt x="2755660" y="1062186"/>
                  <a:pt x="2570638" y="1006864"/>
                  <a:pt x="2334597" y="1006864"/>
                </a:cubicBezTo>
                <a:cubicBezTo>
                  <a:pt x="2140354" y="1006864"/>
                  <a:pt x="1994058" y="1048048"/>
                  <a:pt x="1895707" y="1130417"/>
                </a:cubicBezTo>
                <a:cubicBezTo>
                  <a:pt x="1797356" y="1212786"/>
                  <a:pt x="1748182" y="1312980"/>
                  <a:pt x="1748182" y="1431001"/>
                </a:cubicBezTo>
                <a:cubicBezTo>
                  <a:pt x="1748182" y="1517058"/>
                  <a:pt x="1788751" y="1594509"/>
                  <a:pt x="1869890" y="1663354"/>
                </a:cubicBezTo>
                <a:cubicBezTo>
                  <a:pt x="1948571" y="1734658"/>
                  <a:pt x="2135437" y="1801045"/>
                  <a:pt x="2430489" y="1862514"/>
                </a:cubicBezTo>
                <a:cubicBezTo>
                  <a:pt x="3160742" y="2019875"/>
                  <a:pt x="3683844" y="2179080"/>
                  <a:pt x="3999795" y="2340129"/>
                </a:cubicBezTo>
                <a:cubicBezTo>
                  <a:pt x="4315746" y="2501178"/>
                  <a:pt x="4545641" y="2700953"/>
                  <a:pt x="4689479" y="2939453"/>
                </a:cubicBezTo>
                <a:cubicBezTo>
                  <a:pt x="4833317" y="3177953"/>
                  <a:pt x="4905235" y="3444729"/>
                  <a:pt x="4905235" y="3739781"/>
                </a:cubicBezTo>
                <a:cubicBezTo>
                  <a:pt x="4905235" y="4086467"/>
                  <a:pt x="4809344" y="4406106"/>
                  <a:pt x="4617560" y="4698699"/>
                </a:cubicBezTo>
                <a:cubicBezTo>
                  <a:pt x="4425776" y="4991292"/>
                  <a:pt x="4157771" y="5213196"/>
                  <a:pt x="3813544" y="5364410"/>
                </a:cubicBezTo>
                <a:cubicBezTo>
                  <a:pt x="3469317" y="5515624"/>
                  <a:pt x="3035345" y="5591231"/>
                  <a:pt x="2511628" y="5591231"/>
                </a:cubicBezTo>
                <a:cubicBezTo>
                  <a:pt x="1592050" y="5591231"/>
                  <a:pt x="955230" y="5414200"/>
                  <a:pt x="601168" y="5060138"/>
                </a:cubicBezTo>
                <a:cubicBezTo>
                  <a:pt x="247105" y="4706076"/>
                  <a:pt x="46716" y="4256122"/>
                  <a:pt x="0" y="3710276"/>
                </a:cubicBezTo>
                <a:lnTo>
                  <a:pt x="1589591" y="3610696"/>
                </a:lnTo>
                <a:cubicBezTo>
                  <a:pt x="1624014" y="3868866"/>
                  <a:pt x="1694089" y="4065568"/>
                  <a:pt x="1799816" y="4200799"/>
                </a:cubicBezTo>
                <a:cubicBezTo>
                  <a:pt x="1971929" y="4419630"/>
                  <a:pt x="2217805" y="4529044"/>
                  <a:pt x="2537445" y="4529044"/>
                </a:cubicBezTo>
                <a:cubicBezTo>
                  <a:pt x="2775945" y="4529044"/>
                  <a:pt x="2959738" y="4473108"/>
                  <a:pt x="3088823" y="4361234"/>
                </a:cubicBezTo>
                <a:cubicBezTo>
                  <a:pt x="3217908" y="4249360"/>
                  <a:pt x="3282451" y="4119660"/>
                  <a:pt x="3282451" y="3972134"/>
                </a:cubicBezTo>
                <a:cubicBezTo>
                  <a:pt x="3282451" y="3831985"/>
                  <a:pt x="3220981" y="3706588"/>
                  <a:pt x="3098043" y="3595943"/>
                </a:cubicBezTo>
                <a:cubicBezTo>
                  <a:pt x="2975105" y="3485299"/>
                  <a:pt x="2689888" y="3380802"/>
                  <a:pt x="2242393" y="3282451"/>
                </a:cubicBezTo>
                <a:cubicBezTo>
                  <a:pt x="1509681" y="3117713"/>
                  <a:pt x="987194" y="2898884"/>
                  <a:pt x="674930" y="2625961"/>
                </a:cubicBezTo>
                <a:cubicBezTo>
                  <a:pt x="360209" y="2353038"/>
                  <a:pt x="202848" y="2005123"/>
                  <a:pt x="202848" y="1582215"/>
                </a:cubicBezTo>
                <a:cubicBezTo>
                  <a:pt x="202848" y="1304374"/>
                  <a:pt x="283372" y="1041901"/>
                  <a:pt x="444421" y="794796"/>
                </a:cubicBezTo>
                <a:cubicBezTo>
                  <a:pt x="605470" y="547690"/>
                  <a:pt x="847659" y="353448"/>
                  <a:pt x="1170986" y="212068"/>
                </a:cubicBezTo>
                <a:cubicBezTo>
                  <a:pt x="1494314" y="70689"/>
                  <a:pt x="1937506" y="0"/>
                  <a:pt x="2500563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393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AEA6E3-7B1D-F57C-A841-3C26150752B8}"/>
              </a:ext>
            </a:extLst>
          </p:cNvPr>
          <p:cNvSpPr txBox="1"/>
          <p:nvPr/>
        </p:nvSpPr>
        <p:spPr>
          <a:xfrm>
            <a:off x="2324256" y="1374698"/>
            <a:ext cx="5078579" cy="5406823"/>
          </a:xfrm>
          <a:custGeom>
            <a:avLst/>
            <a:gdLst/>
            <a:ahLst/>
            <a:cxnLst/>
            <a:rect l="l" t="t" r="r" b="b"/>
            <a:pathLst>
              <a:path w="5078579" h="5406823">
                <a:moveTo>
                  <a:pt x="0" y="0"/>
                </a:moveTo>
                <a:lnTo>
                  <a:pt x="5078579" y="0"/>
                </a:lnTo>
                <a:lnTo>
                  <a:pt x="5078579" y="1335109"/>
                </a:lnTo>
                <a:lnTo>
                  <a:pt x="3374655" y="1335109"/>
                </a:lnTo>
                <a:lnTo>
                  <a:pt x="3374655" y="5406823"/>
                </a:lnTo>
                <a:lnTo>
                  <a:pt x="1703924" y="5406823"/>
                </a:lnTo>
                <a:lnTo>
                  <a:pt x="1703924" y="1335109"/>
                </a:lnTo>
                <a:lnTo>
                  <a:pt x="0" y="133510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A1BBB-38E4-515F-B1E6-D34CBD016D42}"/>
              </a:ext>
            </a:extLst>
          </p:cNvPr>
          <p:cNvSpPr txBox="1"/>
          <p:nvPr/>
        </p:nvSpPr>
        <p:spPr>
          <a:xfrm>
            <a:off x="2395376" y="1374698"/>
            <a:ext cx="5078579" cy="5406823"/>
          </a:xfrm>
          <a:custGeom>
            <a:avLst/>
            <a:gdLst/>
            <a:ahLst/>
            <a:cxnLst/>
            <a:rect l="l" t="t" r="r" b="b"/>
            <a:pathLst>
              <a:path w="5078579" h="5406823">
                <a:moveTo>
                  <a:pt x="0" y="0"/>
                </a:moveTo>
                <a:lnTo>
                  <a:pt x="5078579" y="0"/>
                </a:lnTo>
                <a:lnTo>
                  <a:pt x="5078579" y="1335109"/>
                </a:lnTo>
                <a:lnTo>
                  <a:pt x="3374655" y="1335109"/>
                </a:lnTo>
                <a:lnTo>
                  <a:pt x="3374655" y="5406823"/>
                </a:lnTo>
                <a:lnTo>
                  <a:pt x="1703924" y="5406823"/>
                </a:lnTo>
                <a:lnTo>
                  <a:pt x="1703924" y="1335109"/>
                </a:lnTo>
                <a:lnTo>
                  <a:pt x="0" y="1335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83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217291-D64E-A00E-BF8A-A015A36FAEF1}"/>
              </a:ext>
            </a:extLst>
          </p:cNvPr>
          <p:cNvSpPr txBox="1"/>
          <p:nvPr/>
        </p:nvSpPr>
        <p:spPr>
          <a:xfrm>
            <a:off x="2270912" y="1374698"/>
            <a:ext cx="5181846" cy="5499027"/>
          </a:xfrm>
          <a:custGeom>
            <a:avLst/>
            <a:gdLst/>
            <a:ahLst/>
            <a:cxnLst/>
            <a:rect l="l" t="t" r="r" b="b"/>
            <a:pathLst>
              <a:path w="5181846" h="5499027">
                <a:moveTo>
                  <a:pt x="0" y="0"/>
                </a:moveTo>
                <a:lnTo>
                  <a:pt x="1667042" y="0"/>
                </a:lnTo>
                <a:lnTo>
                  <a:pt x="1667042" y="3298010"/>
                </a:lnTo>
                <a:cubicBezTo>
                  <a:pt x="1667042" y="3592831"/>
                  <a:pt x="1748796" y="3823148"/>
                  <a:pt x="1912304" y="3988961"/>
                </a:cubicBezTo>
                <a:cubicBezTo>
                  <a:pt x="2075811" y="4154774"/>
                  <a:pt x="2302632" y="4237681"/>
                  <a:pt x="2592767" y="4237681"/>
                </a:cubicBezTo>
                <a:cubicBezTo>
                  <a:pt x="2880442" y="4237681"/>
                  <a:pt x="3106034" y="4155994"/>
                  <a:pt x="3269541" y="3992621"/>
                </a:cubicBezTo>
                <a:cubicBezTo>
                  <a:pt x="3433050" y="3829247"/>
                  <a:pt x="3514803" y="3597710"/>
                  <a:pt x="3514803" y="3298010"/>
                </a:cubicBezTo>
                <a:lnTo>
                  <a:pt x="3514803" y="0"/>
                </a:lnTo>
                <a:lnTo>
                  <a:pt x="5181846" y="0"/>
                </a:lnTo>
                <a:lnTo>
                  <a:pt x="5181846" y="3221308"/>
                </a:lnTo>
                <a:cubicBezTo>
                  <a:pt x="5181846" y="3540717"/>
                  <a:pt x="5132056" y="3842319"/>
                  <a:pt x="5032476" y="4126114"/>
                </a:cubicBezTo>
                <a:cubicBezTo>
                  <a:pt x="4932896" y="4409910"/>
                  <a:pt x="4776764" y="4658082"/>
                  <a:pt x="4564081" y="4870630"/>
                </a:cubicBezTo>
                <a:cubicBezTo>
                  <a:pt x="4351398" y="5083179"/>
                  <a:pt x="4128265" y="5232443"/>
                  <a:pt x="3894682" y="5318423"/>
                </a:cubicBezTo>
                <a:cubicBezTo>
                  <a:pt x="3570125" y="5438826"/>
                  <a:pt x="3180411" y="5499027"/>
                  <a:pt x="2725540" y="5499027"/>
                </a:cubicBezTo>
                <a:cubicBezTo>
                  <a:pt x="2462452" y="5499027"/>
                  <a:pt x="2175391" y="5480596"/>
                  <a:pt x="1864358" y="5443734"/>
                </a:cubicBezTo>
                <a:cubicBezTo>
                  <a:pt x="1553324" y="5406871"/>
                  <a:pt x="1293310" y="5333771"/>
                  <a:pt x="1084315" y="5224433"/>
                </a:cubicBezTo>
                <a:cubicBezTo>
                  <a:pt x="875320" y="5115094"/>
                  <a:pt x="684151" y="4959684"/>
                  <a:pt x="510808" y="4758199"/>
                </a:cubicBezTo>
                <a:cubicBezTo>
                  <a:pt x="337465" y="4556715"/>
                  <a:pt x="218829" y="4349094"/>
                  <a:pt x="154902" y="4135334"/>
                </a:cubicBezTo>
                <a:cubicBezTo>
                  <a:pt x="51633" y="3791338"/>
                  <a:pt x="0" y="3486662"/>
                  <a:pt x="0" y="322130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D3C2F-CC57-7D69-71D1-8B8E2ED1158C}"/>
              </a:ext>
            </a:extLst>
          </p:cNvPr>
          <p:cNvSpPr txBox="1"/>
          <p:nvPr/>
        </p:nvSpPr>
        <p:spPr>
          <a:xfrm>
            <a:off x="2359812" y="1374698"/>
            <a:ext cx="5181846" cy="5499027"/>
          </a:xfrm>
          <a:custGeom>
            <a:avLst/>
            <a:gdLst/>
            <a:ahLst/>
            <a:cxnLst/>
            <a:rect l="l" t="t" r="r" b="b"/>
            <a:pathLst>
              <a:path w="5181846" h="5499027">
                <a:moveTo>
                  <a:pt x="0" y="0"/>
                </a:moveTo>
                <a:lnTo>
                  <a:pt x="1667042" y="0"/>
                </a:lnTo>
                <a:lnTo>
                  <a:pt x="1667042" y="3298010"/>
                </a:lnTo>
                <a:cubicBezTo>
                  <a:pt x="1667042" y="3592831"/>
                  <a:pt x="1748796" y="3823148"/>
                  <a:pt x="1912304" y="3988961"/>
                </a:cubicBezTo>
                <a:cubicBezTo>
                  <a:pt x="2075811" y="4154774"/>
                  <a:pt x="2302632" y="4237681"/>
                  <a:pt x="2592767" y="4237681"/>
                </a:cubicBezTo>
                <a:cubicBezTo>
                  <a:pt x="2880442" y="4237681"/>
                  <a:pt x="3106034" y="4155994"/>
                  <a:pt x="3269541" y="3992621"/>
                </a:cubicBezTo>
                <a:cubicBezTo>
                  <a:pt x="3433050" y="3829247"/>
                  <a:pt x="3514803" y="3597710"/>
                  <a:pt x="3514803" y="3298010"/>
                </a:cubicBezTo>
                <a:lnTo>
                  <a:pt x="3514803" y="0"/>
                </a:lnTo>
                <a:lnTo>
                  <a:pt x="5181846" y="0"/>
                </a:lnTo>
                <a:lnTo>
                  <a:pt x="5181846" y="3221308"/>
                </a:lnTo>
                <a:cubicBezTo>
                  <a:pt x="5181846" y="3540717"/>
                  <a:pt x="5132056" y="3842319"/>
                  <a:pt x="5032476" y="4126114"/>
                </a:cubicBezTo>
                <a:cubicBezTo>
                  <a:pt x="4932896" y="4409910"/>
                  <a:pt x="4776764" y="4658082"/>
                  <a:pt x="4564081" y="4870630"/>
                </a:cubicBezTo>
                <a:cubicBezTo>
                  <a:pt x="4351398" y="5083179"/>
                  <a:pt x="4128265" y="5232443"/>
                  <a:pt x="3894682" y="5318423"/>
                </a:cubicBezTo>
                <a:cubicBezTo>
                  <a:pt x="3570125" y="5438826"/>
                  <a:pt x="3180411" y="5499027"/>
                  <a:pt x="2725540" y="5499027"/>
                </a:cubicBezTo>
                <a:cubicBezTo>
                  <a:pt x="2462452" y="5499027"/>
                  <a:pt x="2175391" y="5480596"/>
                  <a:pt x="1864358" y="5443734"/>
                </a:cubicBezTo>
                <a:cubicBezTo>
                  <a:pt x="1553324" y="5406871"/>
                  <a:pt x="1293310" y="5333771"/>
                  <a:pt x="1084315" y="5224433"/>
                </a:cubicBezTo>
                <a:cubicBezTo>
                  <a:pt x="875320" y="5115094"/>
                  <a:pt x="684151" y="4959684"/>
                  <a:pt x="510808" y="4758199"/>
                </a:cubicBezTo>
                <a:cubicBezTo>
                  <a:pt x="337465" y="4556715"/>
                  <a:pt x="218829" y="4349094"/>
                  <a:pt x="154902" y="4135334"/>
                </a:cubicBezTo>
                <a:cubicBezTo>
                  <a:pt x="51633" y="3791338"/>
                  <a:pt x="0" y="3486662"/>
                  <a:pt x="0" y="3221308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21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EEE797-01A2-92B4-999A-86CEB77DEE1F}"/>
              </a:ext>
            </a:extLst>
          </p:cNvPr>
          <p:cNvSpPr txBox="1"/>
          <p:nvPr/>
        </p:nvSpPr>
        <p:spPr>
          <a:xfrm>
            <a:off x="1966298" y="1374697"/>
            <a:ext cx="5860466" cy="5406823"/>
          </a:xfrm>
          <a:custGeom>
            <a:avLst/>
            <a:gdLst/>
            <a:ahLst/>
            <a:cxnLst/>
            <a:rect l="l" t="t" r="r" b="b"/>
            <a:pathLst>
              <a:path w="5860466" h="5406823">
                <a:moveTo>
                  <a:pt x="0" y="0"/>
                </a:moveTo>
                <a:lnTo>
                  <a:pt x="1746511" y="0"/>
                </a:lnTo>
                <a:lnTo>
                  <a:pt x="2963426" y="3890995"/>
                </a:lnTo>
                <a:lnTo>
                  <a:pt x="4164783" y="0"/>
                </a:lnTo>
                <a:lnTo>
                  <a:pt x="5860466" y="0"/>
                </a:lnTo>
                <a:lnTo>
                  <a:pt x="3852846" y="5406823"/>
                </a:lnTo>
                <a:lnTo>
                  <a:pt x="2041966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A0243A-B12B-0C0B-92B3-A5A8E7FE2091}"/>
              </a:ext>
            </a:extLst>
          </p:cNvPr>
          <p:cNvSpPr txBox="1"/>
          <p:nvPr/>
        </p:nvSpPr>
        <p:spPr>
          <a:xfrm>
            <a:off x="2034612" y="1374698"/>
            <a:ext cx="5860466" cy="5406823"/>
          </a:xfrm>
          <a:custGeom>
            <a:avLst/>
            <a:gdLst/>
            <a:ahLst/>
            <a:cxnLst/>
            <a:rect l="l" t="t" r="r" b="b"/>
            <a:pathLst>
              <a:path w="5860466" h="5406823">
                <a:moveTo>
                  <a:pt x="0" y="0"/>
                </a:moveTo>
                <a:lnTo>
                  <a:pt x="1746511" y="0"/>
                </a:lnTo>
                <a:lnTo>
                  <a:pt x="2963426" y="3890995"/>
                </a:lnTo>
                <a:lnTo>
                  <a:pt x="4164783" y="0"/>
                </a:lnTo>
                <a:lnTo>
                  <a:pt x="5860466" y="0"/>
                </a:lnTo>
                <a:lnTo>
                  <a:pt x="3852846" y="5406823"/>
                </a:lnTo>
                <a:lnTo>
                  <a:pt x="2041966" y="540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74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7EA214-A545-6BA6-120C-B5EDBAFFC55A}"/>
              </a:ext>
            </a:extLst>
          </p:cNvPr>
          <p:cNvSpPr txBox="1"/>
          <p:nvPr/>
        </p:nvSpPr>
        <p:spPr>
          <a:xfrm>
            <a:off x="1097570" y="1374698"/>
            <a:ext cx="7564389" cy="5406823"/>
          </a:xfrm>
          <a:custGeom>
            <a:avLst/>
            <a:gdLst/>
            <a:ahLst/>
            <a:cxnLst/>
            <a:rect l="l" t="t" r="r" b="b"/>
            <a:pathLst>
              <a:path w="7564389" h="5406823">
                <a:moveTo>
                  <a:pt x="0" y="0"/>
                </a:moveTo>
                <a:lnTo>
                  <a:pt x="1586882" y="0"/>
                </a:lnTo>
                <a:lnTo>
                  <a:pt x="2158199" y="3026873"/>
                </a:lnTo>
                <a:lnTo>
                  <a:pt x="2994372" y="0"/>
                </a:lnTo>
                <a:lnTo>
                  <a:pt x="4575550" y="0"/>
                </a:lnTo>
                <a:lnTo>
                  <a:pt x="5413796" y="3022840"/>
                </a:lnTo>
                <a:lnTo>
                  <a:pt x="5985747" y="0"/>
                </a:lnTo>
                <a:lnTo>
                  <a:pt x="7564389" y="0"/>
                </a:lnTo>
                <a:lnTo>
                  <a:pt x="6372542" y="5406823"/>
                </a:lnTo>
                <a:lnTo>
                  <a:pt x="4734197" y="5406823"/>
                </a:lnTo>
                <a:lnTo>
                  <a:pt x="3785882" y="2002663"/>
                </a:lnTo>
                <a:lnTo>
                  <a:pt x="2841256" y="5406823"/>
                </a:lnTo>
                <a:lnTo>
                  <a:pt x="1202912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C9104-B68E-A81E-8607-0B1E11B9EA31}"/>
              </a:ext>
            </a:extLst>
          </p:cNvPr>
          <p:cNvSpPr txBox="1"/>
          <p:nvPr/>
        </p:nvSpPr>
        <p:spPr>
          <a:xfrm>
            <a:off x="1170595" y="1374698"/>
            <a:ext cx="7564389" cy="5406823"/>
          </a:xfrm>
          <a:custGeom>
            <a:avLst/>
            <a:gdLst/>
            <a:ahLst/>
            <a:cxnLst/>
            <a:rect l="l" t="t" r="r" b="b"/>
            <a:pathLst>
              <a:path w="7564389" h="5406823">
                <a:moveTo>
                  <a:pt x="0" y="0"/>
                </a:moveTo>
                <a:lnTo>
                  <a:pt x="1586882" y="0"/>
                </a:lnTo>
                <a:lnTo>
                  <a:pt x="2158199" y="3026873"/>
                </a:lnTo>
                <a:lnTo>
                  <a:pt x="2994372" y="0"/>
                </a:lnTo>
                <a:lnTo>
                  <a:pt x="4575550" y="0"/>
                </a:lnTo>
                <a:lnTo>
                  <a:pt x="5413796" y="3022840"/>
                </a:lnTo>
                <a:lnTo>
                  <a:pt x="5985747" y="0"/>
                </a:lnTo>
                <a:lnTo>
                  <a:pt x="7564389" y="0"/>
                </a:lnTo>
                <a:lnTo>
                  <a:pt x="6372542" y="5406823"/>
                </a:lnTo>
                <a:lnTo>
                  <a:pt x="4734197" y="5406823"/>
                </a:lnTo>
                <a:lnTo>
                  <a:pt x="3785882" y="2002663"/>
                </a:lnTo>
                <a:lnTo>
                  <a:pt x="2841256" y="5406823"/>
                </a:lnTo>
                <a:lnTo>
                  <a:pt x="1202912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6000" t="-15000" r="-23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02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D80920-C027-876E-8E1B-30CA70B423B5}"/>
              </a:ext>
            </a:extLst>
          </p:cNvPr>
          <p:cNvSpPr txBox="1"/>
          <p:nvPr/>
        </p:nvSpPr>
        <p:spPr>
          <a:xfrm>
            <a:off x="1938336" y="1374698"/>
            <a:ext cx="5878906" cy="5406823"/>
          </a:xfrm>
          <a:custGeom>
            <a:avLst/>
            <a:gdLst/>
            <a:ahLst/>
            <a:cxnLst/>
            <a:rect l="l" t="t" r="r" b="b"/>
            <a:pathLst>
              <a:path w="5878906" h="5406823">
                <a:moveTo>
                  <a:pt x="169655" y="0"/>
                </a:moveTo>
                <a:lnTo>
                  <a:pt x="2010040" y="0"/>
                </a:lnTo>
                <a:lnTo>
                  <a:pt x="2967114" y="1663354"/>
                </a:lnTo>
                <a:lnTo>
                  <a:pt x="3898371" y="0"/>
                </a:lnTo>
                <a:lnTo>
                  <a:pt x="5720316" y="0"/>
                </a:lnTo>
                <a:lnTo>
                  <a:pt x="4037426" y="2618584"/>
                </a:lnTo>
                <a:lnTo>
                  <a:pt x="5878906" y="5406823"/>
                </a:lnTo>
                <a:lnTo>
                  <a:pt x="4001640" y="5406823"/>
                </a:lnTo>
                <a:lnTo>
                  <a:pt x="2933921" y="3669706"/>
                </a:lnTo>
                <a:lnTo>
                  <a:pt x="1866202" y="5406823"/>
                </a:lnTo>
                <a:lnTo>
                  <a:pt x="0" y="5406823"/>
                </a:lnTo>
                <a:lnTo>
                  <a:pt x="1865050" y="2589079"/>
                </a:lnTo>
                <a:lnTo>
                  <a:pt x="169655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65565-24F9-3626-FAE1-5F9869F85602}"/>
              </a:ext>
            </a:extLst>
          </p:cNvPr>
          <p:cNvSpPr txBox="1"/>
          <p:nvPr/>
        </p:nvSpPr>
        <p:spPr>
          <a:xfrm>
            <a:off x="2027236" y="1374698"/>
            <a:ext cx="5878906" cy="5406823"/>
          </a:xfrm>
          <a:custGeom>
            <a:avLst/>
            <a:gdLst/>
            <a:ahLst/>
            <a:cxnLst/>
            <a:rect l="l" t="t" r="r" b="b"/>
            <a:pathLst>
              <a:path w="5878906" h="5406823">
                <a:moveTo>
                  <a:pt x="169655" y="0"/>
                </a:moveTo>
                <a:lnTo>
                  <a:pt x="2010040" y="0"/>
                </a:lnTo>
                <a:lnTo>
                  <a:pt x="2967114" y="1663354"/>
                </a:lnTo>
                <a:lnTo>
                  <a:pt x="3898371" y="0"/>
                </a:lnTo>
                <a:lnTo>
                  <a:pt x="5720316" y="0"/>
                </a:lnTo>
                <a:lnTo>
                  <a:pt x="4037426" y="2618584"/>
                </a:lnTo>
                <a:lnTo>
                  <a:pt x="5878906" y="5406823"/>
                </a:lnTo>
                <a:lnTo>
                  <a:pt x="4001640" y="5406823"/>
                </a:lnTo>
                <a:lnTo>
                  <a:pt x="2933921" y="3669706"/>
                </a:lnTo>
                <a:lnTo>
                  <a:pt x="1866202" y="5406823"/>
                </a:lnTo>
                <a:lnTo>
                  <a:pt x="0" y="5406823"/>
                </a:lnTo>
                <a:lnTo>
                  <a:pt x="1865050" y="2589079"/>
                </a:lnTo>
                <a:lnTo>
                  <a:pt x="169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918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5CE2D6-5710-1655-BC3B-24A2F8E5C795}"/>
              </a:ext>
            </a:extLst>
          </p:cNvPr>
          <p:cNvSpPr txBox="1"/>
          <p:nvPr/>
        </p:nvSpPr>
        <p:spPr>
          <a:xfrm>
            <a:off x="1924608" y="1374698"/>
            <a:ext cx="5882595" cy="5406823"/>
          </a:xfrm>
          <a:custGeom>
            <a:avLst/>
            <a:gdLst/>
            <a:ahLst/>
            <a:cxnLst/>
            <a:rect l="l" t="t" r="r" b="b"/>
            <a:pathLst>
              <a:path w="5882595" h="5406823">
                <a:moveTo>
                  <a:pt x="0" y="0"/>
                </a:moveTo>
                <a:lnTo>
                  <a:pt x="1855830" y="0"/>
                </a:lnTo>
                <a:lnTo>
                  <a:pt x="2945159" y="1824019"/>
                </a:lnTo>
                <a:lnTo>
                  <a:pt x="4036735" y="0"/>
                </a:lnTo>
                <a:lnTo>
                  <a:pt x="5882595" y="0"/>
                </a:lnTo>
                <a:lnTo>
                  <a:pt x="3780351" y="3142301"/>
                </a:lnTo>
                <a:lnTo>
                  <a:pt x="3780351" y="5406823"/>
                </a:lnTo>
                <a:lnTo>
                  <a:pt x="2105933" y="5406823"/>
                </a:lnTo>
                <a:lnTo>
                  <a:pt x="2105933" y="314230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B2DBA-27A9-66A2-F8EB-BEB13C2B7619}"/>
              </a:ext>
            </a:extLst>
          </p:cNvPr>
          <p:cNvSpPr txBox="1"/>
          <p:nvPr/>
        </p:nvSpPr>
        <p:spPr>
          <a:xfrm>
            <a:off x="2019859" y="1374698"/>
            <a:ext cx="5882595" cy="5406823"/>
          </a:xfrm>
          <a:custGeom>
            <a:avLst/>
            <a:gdLst/>
            <a:ahLst/>
            <a:cxnLst/>
            <a:rect l="l" t="t" r="r" b="b"/>
            <a:pathLst>
              <a:path w="5882595" h="5406823">
                <a:moveTo>
                  <a:pt x="0" y="0"/>
                </a:moveTo>
                <a:lnTo>
                  <a:pt x="1855830" y="0"/>
                </a:lnTo>
                <a:lnTo>
                  <a:pt x="2945159" y="1824019"/>
                </a:lnTo>
                <a:lnTo>
                  <a:pt x="4036735" y="0"/>
                </a:lnTo>
                <a:lnTo>
                  <a:pt x="5882595" y="0"/>
                </a:lnTo>
                <a:lnTo>
                  <a:pt x="3780351" y="3142301"/>
                </a:lnTo>
                <a:lnTo>
                  <a:pt x="3780351" y="5406823"/>
                </a:lnTo>
                <a:lnTo>
                  <a:pt x="2105933" y="5406823"/>
                </a:lnTo>
                <a:lnTo>
                  <a:pt x="2105933" y="3142301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93F46-788E-0125-81BF-7E282BD361CE}"/>
              </a:ext>
            </a:extLst>
          </p:cNvPr>
          <p:cNvSpPr txBox="1"/>
          <p:nvPr/>
        </p:nvSpPr>
        <p:spPr>
          <a:xfrm>
            <a:off x="2019858" y="1374698"/>
            <a:ext cx="5882595" cy="5406823"/>
          </a:xfrm>
          <a:custGeom>
            <a:avLst/>
            <a:gdLst/>
            <a:ahLst/>
            <a:cxnLst/>
            <a:rect l="l" t="t" r="r" b="b"/>
            <a:pathLst>
              <a:path w="5882595" h="5406823">
                <a:moveTo>
                  <a:pt x="0" y="0"/>
                </a:moveTo>
                <a:lnTo>
                  <a:pt x="1855830" y="0"/>
                </a:lnTo>
                <a:lnTo>
                  <a:pt x="2945159" y="1824019"/>
                </a:lnTo>
                <a:lnTo>
                  <a:pt x="4036735" y="0"/>
                </a:lnTo>
                <a:lnTo>
                  <a:pt x="5882595" y="0"/>
                </a:lnTo>
                <a:lnTo>
                  <a:pt x="3780351" y="3142301"/>
                </a:lnTo>
                <a:lnTo>
                  <a:pt x="3780351" y="5406823"/>
                </a:lnTo>
                <a:lnTo>
                  <a:pt x="2105933" y="5406823"/>
                </a:lnTo>
                <a:lnTo>
                  <a:pt x="2105933" y="3142301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882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557A42-DA68-EE12-6DBC-54437EDE8196}"/>
              </a:ext>
            </a:extLst>
          </p:cNvPr>
          <p:cNvSpPr txBox="1"/>
          <p:nvPr/>
        </p:nvSpPr>
        <p:spPr>
          <a:xfrm>
            <a:off x="2245830" y="1374698"/>
            <a:ext cx="5130213" cy="5406823"/>
          </a:xfrm>
          <a:custGeom>
            <a:avLst/>
            <a:gdLst/>
            <a:ahLst/>
            <a:cxnLst/>
            <a:rect l="l" t="t" r="r" b="b"/>
            <a:pathLst>
              <a:path w="5130213" h="5406823">
                <a:moveTo>
                  <a:pt x="291364" y="0"/>
                </a:moveTo>
                <a:lnTo>
                  <a:pt x="5019569" y="0"/>
                </a:lnTo>
                <a:lnTo>
                  <a:pt x="5019569" y="1080627"/>
                </a:lnTo>
                <a:lnTo>
                  <a:pt x="1984454" y="4245057"/>
                </a:lnTo>
                <a:lnTo>
                  <a:pt x="5130213" y="4245057"/>
                </a:lnTo>
                <a:lnTo>
                  <a:pt x="5130213" y="5406823"/>
                </a:lnTo>
                <a:lnTo>
                  <a:pt x="0" y="5406823"/>
                </a:lnTo>
                <a:lnTo>
                  <a:pt x="0" y="4285626"/>
                </a:lnTo>
                <a:lnTo>
                  <a:pt x="3003362" y="1154390"/>
                </a:lnTo>
                <a:lnTo>
                  <a:pt x="291364" y="1154390"/>
                </a:lnTo>
                <a:lnTo>
                  <a:pt x="291364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BBEE1-2862-7608-4F9A-7CF186EE1F7A}"/>
              </a:ext>
            </a:extLst>
          </p:cNvPr>
          <p:cNvSpPr txBox="1"/>
          <p:nvPr/>
        </p:nvSpPr>
        <p:spPr>
          <a:xfrm>
            <a:off x="2347430" y="1374698"/>
            <a:ext cx="5130213" cy="5406823"/>
          </a:xfrm>
          <a:custGeom>
            <a:avLst/>
            <a:gdLst/>
            <a:ahLst/>
            <a:cxnLst/>
            <a:rect l="l" t="t" r="r" b="b"/>
            <a:pathLst>
              <a:path w="5130213" h="5406823">
                <a:moveTo>
                  <a:pt x="291364" y="0"/>
                </a:moveTo>
                <a:lnTo>
                  <a:pt x="5019569" y="0"/>
                </a:lnTo>
                <a:lnTo>
                  <a:pt x="5019569" y="1080627"/>
                </a:lnTo>
                <a:lnTo>
                  <a:pt x="1984454" y="4245057"/>
                </a:lnTo>
                <a:lnTo>
                  <a:pt x="5130213" y="4245057"/>
                </a:lnTo>
                <a:lnTo>
                  <a:pt x="5130213" y="5406823"/>
                </a:lnTo>
                <a:lnTo>
                  <a:pt x="0" y="5406823"/>
                </a:lnTo>
                <a:lnTo>
                  <a:pt x="0" y="4285626"/>
                </a:lnTo>
                <a:lnTo>
                  <a:pt x="3003362" y="1154390"/>
                </a:lnTo>
                <a:lnTo>
                  <a:pt x="291364" y="1154390"/>
                </a:lnTo>
                <a:lnTo>
                  <a:pt x="2913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18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75F6EB-055C-202F-D7B9-64E464D434DB}"/>
              </a:ext>
            </a:extLst>
          </p:cNvPr>
          <p:cNvSpPr txBox="1"/>
          <p:nvPr/>
        </p:nvSpPr>
        <p:spPr>
          <a:xfrm>
            <a:off x="2599185" y="2776192"/>
            <a:ext cx="4510603" cy="4093844"/>
          </a:xfrm>
          <a:custGeom>
            <a:avLst/>
            <a:gdLst/>
            <a:ahLst/>
            <a:cxnLst/>
            <a:rect l="l" t="t" r="r" b="b"/>
            <a:pathLst>
              <a:path w="4510603" h="4093844">
                <a:moveTo>
                  <a:pt x="2142813" y="0"/>
                </a:moveTo>
                <a:cubicBezTo>
                  <a:pt x="2592767" y="0"/>
                  <a:pt x="2954205" y="25203"/>
                  <a:pt x="3227128" y="75607"/>
                </a:cubicBezTo>
                <a:cubicBezTo>
                  <a:pt x="3500051" y="126012"/>
                  <a:pt x="3727487" y="231124"/>
                  <a:pt x="3909435" y="390944"/>
                </a:cubicBezTo>
                <a:cubicBezTo>
                  <a:pt x="4037291" y="501588"/>
                  <a:pt x="4138101" y="658335"/>
                  <a:pt x="4211864" y="861183"/>
                </a:cubicBezTo>
                <a:cubicBezTo>
                  <a:pt x="4285626" y="1064031"/>
                  <a:pt x="4322508" y="1257659"/>
                  <a:pt x="4322508" y="1442066"/>
                </a:cubicBezTo>
                <a:lnTo>
                  <a:pt x="4322508" y="3171807"/>
                </a:lnTo>
                <a:cubicBezTo>
                  <a:pt x="4322508" y="3356214"/>
                  <a:pt x="4334187" y="3500667"/>
                  <a:pt x="4357545" y="3605164"/>
                </a:cubicBezTo>
                <a:cubicBezTo>
                  <a:pt x="4380904" y="3709662"/>
                  <a:pt x="4431923" y="3843050"/>
                  <a:pt x="4510603" y="4005328"/>
                </a:cubicBezTo>
                <a:lnTo>
                  <a:pt x="3101731" y="4005328"/>
                </a:lnTo>
                <a:cubicBezTo>
                  <a:pt x="3045180" y="3904519"/>
                  <a:pt x="3008299" y="3827683"/>
                  <a:pt x="2991087" y="3774819"/>
                </a:cubicBezTo>
                <a:cubicBezTo>
                  <a:pt x="2973876" y="3721956"/>
                  <a:pt x="2956665" y="3638973"/>
                  <a:pt x="2939453" y="3525869"/>
                </a:cubicBezTo>
                <a:cubicBezTo>
                  <a:pt x="2742752" y="3715194"/>
                  <a:pt x="2547280" y="3850426"/>
                  <a:pt x="2353038" y="3931565"/>
                </a:cubicBezTo>
                <a:cubicBezTo>
                  <a:pt x="2087491" y="4039751"/>
                  <a:pt x="1778916" y="4093844"/>
                  <a:pt x="1427313" y="4093844"/>
                </a:cubicBezTo>
                <a:cubicBezTo>
                  <a:pt x="960148" y="4093844"/>
                  <a:pt x="605471" y="3985658"/>
                  <a:pt x="363282" y="3769287"/>
                </a:cubicBezTo>
                <a:cubicBezTo>
                  <a:pt x="121094" y="3552916"/>
                  <a:pt x="0" y="3286139"/>
                  <a:pt x="0" y="2968959"/>
                </a:cubicBezTo>
                <a:cubicBezTo>
                  <a:pt x="0" y="2671449"/>
                  <a:pt x="87286" y="2426801"/>
                  <a:pt x="261858" y="2235018"/>
                </a:cubicBezTo>
                <a:cubicBezTo>
                  <a:pt x="436430" y="2043234"/>
                  <a:pt x="758529" y="1900626"/>
                  <a:pt x="1228153" y="1807193"/>
                </a:cubicBezTo>
                <a:cubicBezTo>
                  <a:pt x="1791210" y="1694089"/>
                  <a:pt x="2156337" y="1614794"/>
                  <a:pt x="2323533" y="1569307"/>
                </a:cubicBezTo>
                <a:cubicBezTo>
                  <a:pt x="2490728" y="1523820"/>
                  <a:pt x="2667760" y="1464195"/>
                  <a:pt x="2854625" y="1390432"/>
                </a:cubicBezTo>
                <a:cubicBezTo>
                  <a:pt x="2854625" y="1206025"/>
                  <a:pt x="2816515" y="1076939"/>
                  <a:pt x="2740293" y="1003176"/>
                </a:cubicBezTo>
                <a:cubicBezTo>
                  <a:pt x="2664071" y="929413"/>
                  <a:pt x="2530069" y="892532"/>
                  <a:pt x="2338285" y="892532"/>
                </a:cubicBezTo>
                <a:cubicBezTo>
                  <a:pt x="2092409" y="892532"/>
                  <a:pt x="1908001" y="931872"/>
                  <a:pt x="1785063" y="1010553"/>
                </a:cubicBezTo>
                <a:cubicBezTo>
                  <a:pt x="1689171" y="1072022"/>
                  <a:pt x="1611720" y="1187584"/>
                  <a:pt x="1552710" y="1357239"/>
                </a:cubicBezTo>
                <a:lnTo>
                  <a:pt x="118021" y="1206025"/>
                </a:lnTo>
                <a:cubicBezTo>
                  <a:pt x="172113" y="955230"/>
                  <a:pt x="250179" y="757915"/>
                  <a:pt x="352218" y="614077"/>
                </a:cubicBezTo>
                <a:cubicBezTo>
                  <a:pt x="454257" y="470239"/>
                  <a:pt x="601168" y="345457"/>
                  <a:pt x="792951" y="239730"/>
                </a:cubicBezTo>
                <a:cubicBezTo>
                  <a:pt x="930642" y="163508"/>
                  <a:pt x="1119967" y="104498"/>
                  <a:pt x="1360926" y="62699"/>
                </a:cubicBezTo>
                <a:cubicBezTo>
                  <a:pt x="1601885" y="20900"/>
                  <a:pt x="1862514" y="0"/>
                  <a:pt x="2142813" y="0"/>
                </a:cubicBezTo>
                <a:close/>
                <a:moveTo>
                  <a:pt x="2854625" y="2146502"/>
                </a:moveTo>
                <a:cubicBezTo>
                  <a:pt x="2648089" y="2220265"/>
                  <a:pt x="2432948" y="2285422"/>
                  <a:pt x="2209200" y="2341974"/>
                </a:cubicBezTo>
                <a:cubicBezTo>
                  <a:pt x="1904313" y="2423113"/>
                  <a:pt x="1711300" y="2503023"/>
                  <a:pt x="1630161" y="2581703"/>
                </a:cubicBezTo>
                <a:cubicBezTo>
                  <a:pt x="1546563" y="2662843"/>
                  <a:pt x="1504764" y="2755046"/>
                  <a:pt x="1504764" y="2858314"/>
                </a:cubicBezTo>
                <a:cubicBezTo>
                  <a:pt x="1504764" y="2976335"/>
                  <a:pt x="1545948" y="3072842"/>
                  <a:pt x="1628317" y="3147834"/>
                </a:cubicBezTo>
                <a:cubicBezTo>
                  <a:pt x="1710685" y="3222826"/>
                  <a:pt x="1831780" y="3260322"/>
                  <a:pt x="1991599" y="3260322"/>
                </a:cubicBezTo>
                <a:cubicBezTo>
                  <a:pt x="2158795" y="3260322"/>
                  <a:pt x="2314312" y="3219753"/>
                  <a:pt x="2458150" y="3138614"/>
                </a:cubicBezTo>
                <a:cubicBezTo>
                  <a:pt x="2601987" y="3057474"/>
                  <a:pt x="2704027" y="2958509"/>
                  <a:pt x="2764266" y="2841718"/>
                </a:cubicBezTo>
                <a:cubicBezTo>
                  <a:pt x="2824506" y="2724927"/>
                  <a:pt x="2854625" y="2573098"/>
                  <a:pt x="2854625" y="2386232"/>
                </a:cubicBezTo>
                <a:lnTo>
                  <a:pt x="2854625" y="2146502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516E6-8A4C-89D6-DD18-212C9FD9B8EC}"/>
              </a:ext>
            </a:extLst>
          </p:cNvPr>
          <p:cNvSpPr txBox="1"/>
          <p:nvPr/>
        </p:nvSpPr>
        <p:spPr>
          <a:xfrm>
            <a:off x="2700786" y="2776192"/>
            <a:ext cx="4510603" cy="4093844"/>
          </a:xfrm>
          <a:custGeom>
            <a:avLst/>
            <a:gdLst/>
            <a:ahLst/>
            <a:cxnLst/>
            <a:rect l="l" t="t" r="r" b="b"/>
            <a:pathLst>
              <a:path w="4510603" h="4093844">
                <a:moveTo>
                  <a:pt x="2142813" y="0"/>
                </a:moveTo>
                <a:cubicBezTo>
                  <a:pt x="2592767" y="0"/>
                  <a:pt x="2954205" y="25203"/>
                  <a:pt x="3227128" y="75607"/>
                </a:cubicBezTo>
                <a:cubicBezTo>
                  <a:pt x="3500051" y="126012"/>
                  <a:pt x="3727487" y="231124"/>
                  <a:pt x="3909435" y="390944"/>
                </a:cubicBezTo>
                <a:cubicBezTo>
                  <a:pt x="4037291" y="501588"/>
                  <a:pt x="4138101" y="658335"/>
                  <a:pt x="4211864" y="861183"/>
                </a:cubicBezTo>
                <a:cubicBezTo>
                  <a:pt x="4285626" y="1064031"/>
                  <a:pt x="4322508" y="1257659"/>
                  <a:pt x="4322508" y="1442066"/>
                </a:cubicBezTo>
                <a:lnTo>
                  <a:pt x="4322508" y="3171807"/>
                </a:lnTo>
                <a:cubicBezTo>
                  <a:pt x="4322508" y="3356214"/>
                  <a:pt x="4334187" y="3500667"/>
                  <a:pt x="4357545" y="3605164"/>
                </a:cubicBezTo>
                <a:cubicBezTo>
                  <a:pt x="4380904" y="3709662"/>
                  <a:pt x="4431923" y="3843050"/>
                  <a:pt x="4510603" y="4005328"/>
                </a:cubicBezTo>
                <a:lnTo>
                  <a:pt x="3101731" y="4005328"/>
                </a:lnTo>
                <a:cubicBezTo>
                  <a:pt x="3045180" y="3904519"/>
                  <a:pt x="3008299" y="3827683"/>
                  <a:pt x="2991087" y="3774819"/>
                </a:cubicBezTo>
                <a:cubicBezTo>
                  <a:pt x="2973876" y="3721956"/>
                  <a:pt x="2956665" y="3638973"/>
                  <a:pt x="2939453" y="3525869"/>
                </a:cubicBezTo>
                <a:cubicBezTo>
                  <a:pt x="2742752" y="3715194"/>
                  <a:pt x="2547280" y="3850426"/>
                  <a:pt x="2353038" y="3931565"/>
                </a:cubicBezTo>
                <a:cubicBezTo>
                  <a:pt x="2087491" y="4039751"/>
                  <a:pt x="1778916" y="4093844"/>
                  <a:pt x="1427313" y="4093844"/>
                </a:cubicBezTo>
                <a:cubicBezTo>
                  <a:pt x="960148" y="4093844"/>
                  <a:pt x="605471" y="3985658"/>
                  <a:pt x="363282" y="3769287"/>
                </a:cubicBezTo>
                <a:cubicBezTo>
                  <a:pt x="121094" y="3552916"/>
                  <a:pt x="0" y="3286139"/>
                  <a:pt x="0" y="2968959"/>
                </a:cubicBezTo>
                <a:cubicBezTo>
                  <a:pt x="0" y="2671449"/>
                  <a:pt x="87286" y="2426801"/>
                  <a:pt x="261858" y="2235018"/>
                </a:cubicBezTo>
                <a:cubicBezTo>
                  <a:pt x="436430" y="2043234"/>
                  <a:pt x="758529" y="1900626"/>
                  <a:pt x="1228153" y="1807193"/>
                </a:cubicBezTo>
                <a:cubicBezTo>
                  <a:pt x="1791210" y="1694089"/>
                  <a:pt x="2156337" y="1614794"/>
                  <a:pt x="2323533" y="1569307"/>
                </a:cubicBezTo>
                <a:cubicBezTo>
                  <a:pt x="2490728" y="1523820"/>
                  <a:pt x="2667760" y="1464195"/>
                  <a:pt x="2854625" y="1390432"/>
                </a:cubicBezTo>
                <a:cubicBezTo>
                  <a:pt x="2854625" y="1206025"/>
                  <a:pt x="2816515" y="1076939"/>
                  <a:pt x="2740293" y="1003176"/>
                </a:cubicBezTo>
                <a:cubicBezTo>
                  <a:pt x="2664071" y="929413"/>
                  <a:pt x="2530069" y="892532"/>
                  <a:pt x="2338285" y="892532"/>
                </a:cubicBezTo>
                <a:cubicBezTo>
                  <a:pt x="2092409" y="892532"/>
                  <a:pt x="1908001" y="931872"/>
                  <a:pt x="1785063" y="1010553"/>
                </a:cubicBezTo>
                <a:cubicBezTo>
                  <a:pt x="1689171" y="1072022"/>
                  <a:pt x="1611720" y="1187584"/>
                  <a:pt x="1552710" y="1357239"/>
                </a:cubicBezTo>
                <a:lnTo>
                  <a:pt x="118021" y="1206025"/>
                </a:lnTo>
                <a:cubicBezTo>
                  <a:pt x="172113" y="955230"/>
                  <a:pt x="250179" y="757915"/>
                  <a:pt x="352218" y="614077"/>
                </a:cubicBezTo>
                <a:cubicBezTo>
                  <a:pt x="454257" y="470239"/>
                  <a:pt x="601168" y="345457"/>
                  <a:pt x="792951" y="239730"/>
                </a:cubicBezTo>
                <a:cubicBezTo>
                  <a:pt x="930642" y="163508"/>
                  <a:pt x="1119967" y="104498"/>
                  <a:pt x="1360926" y="62699"/>
                </a:cubicBezTo>
                <a:cubicBezTo>
                  <a:pt x="1601885" y="20900"/>
                  <a:pt x="1862514" y="0"/>
                  <a:pt x="2142813" y="0"/>
                </a:cubicBezTo>
                <a:close/>
                <a:moveTo>
                  <a:pt x="2854625" y="2146502"/>
                </a:moveTo>
                <a:cubicBezTo>
                  <a:pt x="2648089" y="2220265"/>
                  <a:pt x="2432948" y="2285422"/>
                  <a:pt x="2209200" y="2341974"/>
                </a:cubicBezTo>
                <a:cubicBezTo>
                  <a:pt x="1904313" y="2423113"/>
                  <a:pt x="1711300" y="2503023"/>
                  <a:pt x="1630161" y="2581703"/>
                </a:cubicBezTo>
                <a:cubicBezTo>
                  <a:pt x="1546563" y="2662843"/>
                  <a:pt x="1504764" y="2755046"/>
                  <a:pt x="1504764" y="2858314"/>
                </a:cubicBezTo>
                <a:cubicBezTo>
                  <a:pt x="1504764" y="2976335"/>
                  <a:pt x="1545948" y="3072842"/>
                  <a:pt x="1628317" y="3147834"/>
                </a:cubicBezTo>
                <a:cubicBezTo>
                  <a:pt x="1710685" y="3222826"/>
                  <a:pt x="1831780" y="3260322"/>
                  <a:pt x="1991599" y="3260322"/>
                </a:cubicBezTo>
                <a:cubicBezTo>
                  <a:pt x="2158795" y="3260322"/>
                  <a:pt x="2314312" y="3219753"/>
                  <a:pt x="2458150" y="3138614"/>
                </a:cubicBezTo>
                <a:cubicBezTo>
                  <a:pt x="2601987" y="3057474"/>
                  <a:pt x="2704027" y="2958509"/>
                  <a:pt x="2764266" y="2841718"/>
                </a:cubicBezTo>
                <a:cubicBezTo>
                  <a:pt x="2824506" y="2724927"/>
                  <a:pt x="2854625" y="2573098"/>
                  <a:pt x="2854625" y="2386232"/>
                </a:cubicBezTo>
                <a:lnTo>
                  <a:pt x="2854625" y="21465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561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8F5A78-D441-1A81-8E87-4C3994C5A4AF}"/>
              </a:ext>
            </a:extLst>
          </p:cNvPr>
          <p:cNvSpPr txBox="1"/>
          <p:nvPr/>
        </p:nvSpPr>
        <p:spPr>
          <a:xfrm>
            <a:off x="2797320" y="1374698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0" y="0"/>
                </a:moveTo>
                <a:lnTo>
                  <a:pt x="1515828" y="0"/>
                </a:lnTo>
                <a:lnTo>
                  <a:pt x="1515828" y="1873578"/>
                </a:lnTo>
                <a:cubicBezTo>
                  <a:pt x="1665813" y="1716217"/>
                  <a:pt x="1836082" y="1598197"/>
                  <a:pt x="2026636" y="1519516"/>
                </a:cubicBezTo>
                <a:cubicBezTo>
                  <a:pt x="2217191" y="1440835"/>
                  <a:pt x="2428030" y="1401495"/>
                  <a:pt x="2659153" y="1401495"/>
                </a:cubicBezTo>
                <a:cubicBezTo>
                  <a:pt x="3136154" y="1401495"/>
                  <a:pt x="3530786" y="1572994"/>
                  <a:pt x="3843048" y="1915992"/>
                </a:cubicBezTo>
                <a:cubicBezTo>
                  <a:pt x="4155311" y="2258990"/>
                  <a:pt x="4311443" y="2751357"/>
                  <a:pt x="4311443" y="3393095"/>
                </a:cubicBezTo>
                <a:cubicBezTo>
                  <a:pt x="4311443" y="3820920"/>
                  <a:pt x="4240139" y="4197725"/>
                  <a:pt x="4097531" y="4523512"/>
                </a:cubicBezTo>
                <a:cubicBezTo>
                  <a:pt x="3954922" y="4849298"/>
                  <a:pt x="3757607" y="5092716"/>
                  <a:pt x="3505583" y="5253765"/>
                </a:cubicBezTo>
                <a:cubicBezTo>
                  <a:pt x="3253560" y="5414815"/>
                  <a:pt x="2973875" y="5495339"/>
                  <a:pt x="2666530" y="5495339"/>
                </a:cubicBezTo>
                <a:cubicBezTo>
                  <a:pt x="2403442" y="5495339"/>
                  <a:pt x="2162483" y="5438787"/>
                  <a:pt x="1943653" y="5325684"/>
                </a:cubicBezTo>
                <a:cubicBezTo>
                  <a:pt x="1778916" y="5237168"/>
                  <a:pt x="1599426" y="5071202"/>
                  <a:pt x="1405184" y="4827784"/>
                </a:cubicBezTo>
                <a:lnTo>
                  <a:pt x="1405184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2198135" y="2522692"/>
                </a:moveTo>
                <a:cubicBezTo>
                  <a:pt x="1994058" y="2522692"/>
                  <a:pt x="1827476" y="2598299"/>
                  <a:pt x="1698391" y="2749513"/>
                </a:cubicBezTo>
                <a:cubicBezTo>
                  <a:pt x="1569306" y="2900727"/>
                  <a:pt x="1504763" y="3130007"/>
                  <a:pt x="1504763" y="3437353"/>
                </a:cubicBezTo>
                <a:cubicBezTo>
                  <a:pt x="1504763" y="3774204"/>
                  <a:pt x="1568077" y="4018236"/>
                  <a:pt x="1694703" y="4169450"/>
                </a:cubicBezTo>
                <a:cubicBezTo>
                  <a:pt x="1821329" y="4320664"/>
                  <a:pt x="1981764" y="4396271"/>
                  <a:pt x="2176006" y="4396271"/>
                </a:cubicBezTo>
                <a:cubicBezTo>
                  <a:pt x="2355496" y="4396271"/>
                  <a:pt x="2506095" y="4321893"/>
                  <a:pt x="2627804" y="4173138"/>
                </a:cubicBezTo>
                <a:cubicBezTo>
                  <a:pt x="2749513" y="4024383"/>
                  <a:pt x="2810367" y="3774204"/>
                  <a:pt x="2810367" y="3422600"/>
                </a:cubicBezTo>
                <a:cubicBezTo>
                  <a:pt x="2810367" y="3112796"/>
                  <a:pt x="2750742" y="2885360"/>
                  <a:pt x="2631492" y="2740293"/>
                </a:cubicBezTo>
                <a:cubicBezTo>
                  <a:pt x="2512243" y="2595226"/>
                  <a:pt x="2367790" y="2522692"/>
                  <a:pt x="2198135" y="2522692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73A15A-5C98-D61D-EA87-CFC90D1A38E4}"/>
              </a:ext>
            </a:extLst>
          </p:cNvPr>
          <p:cNvSpPr txBox="1"/>
          <p:nvPr/>
        </p:nvSpPr>
        <p:spPr>
          <a:xfrm>
            <a:off x="2892570" y="1374698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0" y="0"/>
                </a:moveTo>
                <a:lnTo>
                  <a:pt x="1515828" y="0"/>
                </a:lnTo>
                <a:lnTo>
                  <a:pt x="1515828" y="1873578"/>
                </a:lnTo>
                <a:cubicBezTo>
                  <a:pt x="1665813" y="1716217"/>
                  <a:pt x="1836082" y="1598197"/>
                  <a:pt x="2026636" y="1519516"/>
                </a:cubicBezTo>
                <a:cubicBezTo>
                  <a:pt x="2217191" y="1440835"/>
                  <a:pt x="2428030" y="1401495"/>
                  <a:pt x="2659153" y="1401495"/>
                </a:cubicBezTo>
                <a:cubicBezTo>
                  <a:pt x="3136154" y="1401495"/>
                  <a:pt x="3530786" y="1572994"/>
                  <a:pt x="3843048" y="1915992"/>
                </a:cubicBezTo>
                <a:cubicBezTo>
                  <a:pt x="4155311" y="2258990"/>
                  <a:pt x="4311443" y="2751357"/>
                  <a:pt x="4311443" y="3393095"/>
                </a:cubicBezTo>
                <a:cubicBezTo>
                  <a:pt x="4311443" y="3820920"/>
                  <a:pt x="4240139" y="4197725"/>
                  <a:pt x="4097531" y="4523512"/>
                </a:cubicBezTo>
                <a:cubicBezTo>
                  <a:pt x="3954922" y="4849298"/>
                  <a:pt x="3757607" y="5092716"/>
                  <a:pt x="3505583" y="5253765"/>
                </a:cubicBezTo>
                <a:cubicBezTo>
                  <a:pt x="3253560" y="5414815"/>
                  <a:pt x="2973875" y="5495339"/>
                  <a:pt x="2666530" y="5495339"/>
                </a:cubicBezTo>
                <a:cubicBezTo>
                  <a:pt x="2403442" y="5495339"/>
                  <a:pt x="2162483" y="5438787"/>
                  <a:pt x="1943653" y="5325684"/>
                </a:cubicBezTo>
                <a:cubicBezTo>
                  <a:pt x="1778916" y="5237168"/>
                  <a:pt x="1599426" y="5071202"/>
                  <a:pt x="1405184" y="4827784"/>
                </a:cubicBezTo>
                <a:lnTo>
                  <a:pt x="1405184" y="5406823"/>
                </a:lnTo>
                <a:lnTo>
                  <a:pt x="0" y="5406823"/>
                </a:lnTo>
                <a:lnTo>
                  <a:pt x="0" y="0"/>
                </a:lnTo>
                <a:close/>
                <a:moveTo>
                  <a:pt x="2198135" y="2522692"/>
                </a:moveTo>
                <a:cubicBezTo>
                  <a:pt x="1994058" y="2522692"/>
                  <a:pt x="1827476" y="2598299"/>
                  <a:pt x="1698391" y="2749513"/>
                </a:cubicBezTo>
                <a:cubicBezTo>
                  <a:pt x="1569306" y="2900727"/>
                  <a:pt x="1504763" y="3130007"/>
                  <a:pt x="1504763" y="3437353"/>
                </a:cubicBezTo>
                <a:cubicBezTo>
                  <a:pt x="1504763" y="3774204"/>
                  <a:pt x="1568077" y="4018236"/>
                  <a:pt x="1694703" y="4169450"/>
                </a:cubicBezTo>
                <a:cubicBezTo>
                  <a:pt x="1821329" y="4320664"/>
                  <a:pt x="1981764" y="4396271"/>
                  <a:pt x="2176006" y="4396271"/>
                </a:cubicBezTo>
                <a:cubicBezTo>
                  <a:pt x="2355496" y="4396271"/>
                  <a:pt x="2506095" y="4321893"/>
                  <a:pt x="2627804" y="4173138"/>
                </a:cubicBezTo>
                <a:cubicBezTo>
                  <a:pt x="2749513" y="4024383"/>
                  <a:pt x="2810367" y="3774204"/>
                  <a:pt x="2810367" y="3422600"/>
                </a:cubicBezTo>
                <a:cubicBezTo>
                  <a:pt x="2810367" y="3112796"/>
                  <a:pt x="2750742" y="2885360"/>
                  <a:pt x="2631492" y="2740293"/>
                </a:cubicBezTo>
                <a:cubicBezTo>
                  <a:pt x="2512243" y="2595226"/>
                  <a:pt x="2367790" y="2522692"/>
                  <a:pt x="2198135" y="252269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122DC6-14B7-6A11-098D-902C679CD7B1}"/>
              </a:ext>
            </a:extLst>
          </p:cNvPr>
          <p:cNvSpPr txBox="1"/>
          <p:nvPr/>
        </p:nvSpPr>
        <p:spPr>
          <a:xfrm>
            <a:off x="2602874" y="2776192"/>
            <a:ext cx="4529044" cy="4093844"/>
          </a:xfrm>
          <a:custGeom>
            <a:avLst/>
            <a:gdLst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039033 w 4529044"/>
              <a:gd name="connsiteY3" fmla="*/ 153427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305092 w 4529044"/>
              <a:gd name="connsiteY9" fmla="*/ 3086980 h 4093844"/>
              <a:gd name="connsiteX10" fmla="*/ 2801147 w 4529044"/>
              <a:gd name="connsiteY10" fmla="*/ 2935766 h 4093844"/>
              <a:gd name="connsiteX11" fmla="*/ 3101731 w 4529044"/>
              <a:gd name="connsiteY11" fmla="*/ 2471059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229533 w 4529044"/>
              <a:gd name="connsiteY3" fmla="*/ 147712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305092 w 4529044"/>
              <a:gd name="connsiteY9" fmla="*/ 3086980 h 4093844"/>
              <a:gd name="connsiteX10" fmla="*/ 2801147 w 4529044"/>
              <a:gd name="connsiteY10" fmla="*/ 2935766 h 4093844"/>
              <a:gd name="connsiteX11" fmla="*/ 3101731 w 4529044"/>
              <a:gd name="connsiteY11" fmla="*/ 2471059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229533 w 4529044"/>
              <a:gd name="connsiteY3" fmla="*/ 147712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305092 w 4529044"/>
              <a:gd name="connsiteY9" fmla="*/ 3086980 h 4093844"/>
              <a:gd name="connsiteX10" fmla="*/ 2801147 w 4529044"/>
              <a:gd name="connsiteY10" fmla="*/ 2935766 h 4093844"/>
              <a:gd name="connsiteX11" fmla="*/ 3330331 w 4529044"/>
              <a:gd name="connsiteY11" fmla="*/ 2613934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229533 w 4529044"/>
              <a:gd name="connsiteY3" fmla="*/ 147712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305092 w 4529044"/>
              <a:gd name="connsiteY9" fmla="*/ 3086980 h 4093844"/>
              <a:gd name="connsiteX10" fmla="*/ 2839247 w 4529044"/>
              <a:gd name="connsiteY10" fmla="*/ 3040541 h 4093844"/>
              <a:gd name="connsiteX11" fmla="*/ 3330331 w 4529044"/>
              <a:gd name="connsiteY11" fmla="*/ 2613934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  <a:gd name="connsiteX0" fmla="*/ 2282963 w 4529044"/>
              <a:gd name="connsiteY0" fmla="*/ 0 h 4093844"/>
              <a:gd name="connsiteX1" fmla="*/ 3745313 w 4529044"/>
              <a:gd name="connsiteY1" fmla="*/ 342998 h 4093844"/>
              <a:gd name="connsiteX2" fmla="*/ 4451593 w 4529044"/>
              <a:gd name="connsiteY2" fmla="*/ 1346174 h 4093844"/>
              <a:gd name="connsiteX3" fmla="*/ 3229533 w 4529044"/>
              <a:gd name="connsiteY3" fmla="*/ 1477120 h 4093844"/>
              <a:gd name="connsiteX4" fmla="*/ 2883184 w 4529044"/>
              <a:gd name="connsiteY4" fmla="*/ 1051460 h 4093844"/>
              <a:gd name="connsiteX5" fmla="*/ 2327221 w 4529044"/>
              <a:gd name="connsiteY5" fmla="*/ 1028993 h 4093844"/>
              <a:gd name="connsiteX6" fmla="*/ 1724209 w 4529044"/>
              <a:gd name="connsiteY6" fmla="*/ 1295894 h 4093844"/>
              <a:gd name="connsiteX7" fmla="*/ 1493700 w 4529044"/>
              <a:gd name="connsiteY7" fmla="*/ 2104031 h 4093844"/>
              <a:gd name="connsiteX8" fmla="*/ 1722365 w 4529044"/>
              <a:gd name="connsiteY8" fmla="*/ 2836647 h 4093844"/>
              <a:gd name="connsiteX9" fmla="*/ 2286042 w 4529044"/>
              <a:gd name="connsiteY9" fmla="*/ 3153655 h 4093844"/>
              <a:gd name="connsiteX10" fmla="*/ 2839247 w 4529044"/>
              <a:gd name="connsiteY10" fmla="*/ 3040541 h 4093844"/>
              <a:gd name="connsiteX11" fmla="*/ 3330331 w 4529044"/>
              <a:gd name="connsiteY11" fmla="*/ 2613934 h 4093844"/>
              <a:gd name="connsiteX12" fmla="*/ 4529044 w 4529044"/>
              <a:gd name="connsiteY12" fmla="*/ 2633337 h 4093844"/>
              <a:gd name="connsiteX13" fmla="*/ 4141789 w 4529044"/>
              <a:gd name="connsiteY13" fmla="*/ 3406004 h 4093844"/>
              <a:gd name="connsiteX14" fmla="*/ 3453949 w 4529044"/>
              <a:gd name="connsiteY14" fmla="*/ 3913124 h 4093844"/>
              <a:gd name="connsiteX15" fmla="*/ 2389919 w 4529044"/>
              <a:gd name="connsiteY15" fmla="*/ 4093844 h 4093844"/>
              <a:gd name="connsiteX16" fmla="*/ 1351706 w 4529044"/>
              <a:gd name="connsiteY16" fmla="*/ 3977782 h 4093844"/>
              <a:gd name="connsiteX17" fmla="*/ 638049 w 4529044"/>
              <a:gd name="connsiteY17" fmla="*/ 3601937 h 4093844"/>
              <a:gd name="connsiteX18" fmla="*/ 169655 w 4529044"/>
              <a:gd name="connsiteY18" fmla="*/ 2992096 h 4093844"/>
              <a:gd name="connsiteX19" fmla="*/ 0 w 4529044"/>
              <a:gd name="connsiteY19" fmla="*/ 2063519 h 4093844"/>
              <a:gd name="connsiteX20" fmla="*/ 206536 w 4529044"/>
              <a:gd name="connsiteY20" fmla="*/ 1057519 h 4093844"/>
              <a:gd name="connsiteX21" fmla="*/ 619609 w 4529044"/>
              <a:gd name="connsiteY21" fmla="*/ 528760 h 4093844"/>
              <a:gd name="connsiteX22" fmla="*/ 1158078 w 4529044"/>
              <a:gd name="connsiteY22" fmla="*/ 180547 h 4093844"/>
              <a:gd name="connsiteX23" fmla="*/ 2282963 w 4529044"/>
              <a:gd name="connsiteY23" fmla="*/ 0 h 4093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529044" h="4093844">
                <a:moveTo>
                  <a:pt x="2282963" y="0"/>
                </a:moveTo>
                <a:cubicBezTo>
                  <a:pt x="2922242" y="0"/>
                  <a:pt x="3409692" y="114333"/>
                  <a:pt x="3745313" y="342998"/>
                </a:cubicBezTo>
                <a:cubicBezTo>
                  <a:pt x="4080934" y="571663"/>
                  <a:pt x="4316361" y="906055"/>
                  <a:pt x="4451593" y="1346174"/>
                </a:cubicBezTo>
                <a:lnTo>
                  <a:pt x="3229533" y="1477120"/>
                </a:lnTo>
                <a:cubicBezTo>
                  <a:pt x="3185275" y="1309924"/>
                  <a:pt x="3033569" y="1126148"/>
                  <a:pt x="2883184" y="1051460"/>
                </a:cubicBezTo>
                <a:cubicBezTo>
                  <a:pt x="2732799" y="976772"/>
                  <a:pt x="2520383" y="988254"/>
                  <a:pt x="2327221" y="1028993"/>
                </a:cubicBezTo>
                <a:cubicBezTo>
                  <a:pt x="2134059" y="1069732"/>
                  <a:pt x="1877882" y="1117960"/>
                  <a:pt x="1724209" y="1295894"/>
                </a:cubicBezTo>
                <a:cubicBezTo>
                  <a:pt x="1570536" y="1473828"/>
                  <a:pt x="1493700" y="1743207"/>
                  <a:pt x="1493700" y="2104031"/>
                </a:cubicBezTo>
                <a:cubicBezTo>
                  <a:pt x="1493700" y="2425552"/>
                  <a:pt x="1590308" y="2661710"/>
                  <a:pt x="1722365" y="2836647"/>
                </a:cubicBezTo>
                <a:cubicBezTo>
                  <a:pt x="1854422" y="3011584"/>
                  <a:pt x="2099895" y="3119673"/>
                  <a:pt x="2286042" y="3153655"/>
                </a:cubicBezTo>
                <a:cubicBezTo>
                  <a:pt x="2472189" y="3187637"/>
                  <a:pt x="2665199" y="3130494"/>
                  <a:pt x="2839247" y="3040541"/>
                </a:cubicBezTo>
                <a:cubicBezTo>
                  <a:pt x="3013295" y="2950588"/>
                  <a:pt x="3263945" y="2822929"/>
                  <a:pt x="3330331" y="2613934"/>
                </a:cubicBezTo>
                <a:lnTo>
                  <a:pt x="4529044" y="2633337"/>
                </a:lnTo>
                <a:cubicBezTo>
                  <a:pt x="4450364" y="2930848"/>
                  <a:pt x="4321279" y="3188404"/>
                  <a:pt x="4141789" y="3406004"/>
                </a:cubicBezTo>
                <a:cubicBezTo>
                  <a:pt x="3962299" y="3623605"/>
                  <a:pt x="3733019" y="3792645"/>
                  <a:pt x="3453949" y="3913124"/>
                </a:cubicBezTo>
                <a:cubicBezTo>
                  <a:pt x="3174880" y="4033604"/>
                  <a:pt x="2820203" y="4093844"/>
                  <a:pt x="2389919" y="4093844"/>
                </a:cubicBezTo>
                <a:cubicBezTo>
                  <a:pt x="1974388" y="4093844"/>
                  <a:pt x="1628317" y="4055156"/>
                  <a:pt x="1351706" y="3977782"/>
                </a:cubicBezTo>
                <a:cubicBezTo>
                  <a:pt x="1075095" y="3900408"/>
                  <a:pt x="837209" y="3775126"/>
                  <a:pt x="638049" y="3601937"/>
                </a:cubicBezTo>
                <a:cubicBezTo>
                  <a:pt x="438890" y="3428748"/>
                  <a:pt x="282758" y="3225468"/>
                  <a:pt x="169655" y="2992096"/>
                </a:cubicBezTo>
                <a:cubicBezTo>
                  <a:pt x="56552" y="2758725"/>
                  <a:pt x="0" y="2449199"/>
                  <a:pt x="0" y="2063519"/>
                </a:cubicBezTo>
                <a:cubicBezTo>
                  <a:pt x="0" y="1660627"/>
                  <a:pt x="68845" y="1325294"/>
                  <a:pt x="206536" y="1057519"/>
                </a:cubicBezTo>
                <a:cubicBezTo>
                  <a:pt x="307346" y="861010"/>
                  <a:pt x="445037" y="684757"/>
                  <a:pt x="619609" y="528760"/>
                </a:cubicBezTo>
                <a:cubicBezTo>
                  <a:pt x="794181" y="372763"/>
                  <a:pt x="973671" y="256691"/>
                  <a:pt x="1158078" y="180547"/>
                </a:cubicBezTo>
                <a:cubicBezTo>
                  <a:pt x="1450671" y="60183"/>
                  <a:pt x="1825633" y="0"/>
                  <a:pt x="2282963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DBA66-E165-B7D9-5B61-0C9CC5CC69CC}"/>
              </a:ext>
            </a:extLst>
          </p:cNvPr>
          <p:cNvSpPr txBox="1"/>
          <p:nvPr/>
        </p:nvSpPr>
        <p:spPr>
          <a:xfrm>
            <a:off x="2704474" y="2776192"/>
            <a:ext cx="4529044" cy="4093844"/>
          </a:xfrm>
          <a:custGeom>
            <a:avLst/>
            <a:gdLst/>
            <a:ahLst/>
            <a:cxnLst/>
            <a:rect l="l" t="t" r="r" b="b"/>
            <a:pathLst>
              <a:path w="4529044" h="4093844">
                <a:moveTo>
                  <a:pt x="2282963" y="0"/>
                </a:moveTo>
                <a:cubicBezTo>
                  <a:pt x="2922242" y="0"/>
                  <a:pt x="3409692" y="114333"/>
                  <a:pt x="3745313" y="342998"/>
                </a:cubicBezTo>
                <a:cubicBezTo>
                  <a:pt x="4080934" y="571663"/>
                  <a:pt x="4316361" y="906055"/>
                  <a:pt x="4451593" y="1346174"/>
                </a:cubicBezTo>
                <a:lnTo>
                  <a:pt x="3039033" y="1534270"/>
                </a:lnTo>
                <a:cubicBezTo>
                  <a:pt x="2994775" y="1367074"/>
                  <a:pt x="2914251" y="1241062"/>
                  <a:pt x="2797459" y="1156235"/>
                </a:cubicBezTo>
                <a:cubicBezTo>
                  <a:pt x="2680668" y="1071407"/>
                  <a:pt x="2523922" y="1028993"/>
                  <a:pt x="2327221" y="1028993"/>
                </a:cubicBezTo>
                <a:cubicBezTo>
                  <a:pt x="2078886" y="1028993"/>
                  <a:pt x="1877882" y="1117960"/>
                  <a:pt x="1724209" y="1295894"/>
                </a:cubicBezTo>
                <a:cubicBezTo>
                  <a:pt x="1570536" y="1473828"/>
                  <a:pt x="1493700" y="1743207"/>
                  <a:pt x="1493700" y="2104031"/>
                </a:cubicBezTo>
                <a:cubicBezTo>
                  <a:pt x="1493700" y="2425552"/>
                  <a:pt x="1569921" y="2669758"/>
                  <a:pt x="1722365" y="2836647"/>
                </a:cubicBezTo>
                <a:cubicBezTo>
                  <a:pt x="1874808" y="3003535"/>
                  <a:pt x="2069051" y="3086980"/>
                  <a:pt x="2305092" y="3086980"/>
                </a:cubicBezTo>
                <a:cubicBezTo>
                  <a:pt x="2501793" y="3086980"/>
                  <a:pt x="2667145" y="3036575"/>
                  <a:pt x="2801147" y="2935766"/>
                </a:cubicBezTo>
                <a:cubicBezTo>
                  <a:pt x="2935150" y="2834956"/>
                  <a:pt x="3035345" y="2680054"/>
                  <a:pt x="3101731" y="2471059"/>
                </a:cubicBezTo>
                <a:lnTo>
                  <a:pt x="4529044" y="2633337"/>
                </a:lnTo>
                <a:cubicBezTo>
                  <a:pt x="4450364" y="2930848"/>
                  <a:pt x="4321279" y="3188404"/>
                  <a:pt x="4141789" y="3406004"/>
                </a:cubicBezTo>
                <a:cubicBezTo>
                  <a:pt x="3962299" y="3623605"/>
                  <a:pt x="3733019" y="3792645"/>
                  <a:pt x="3453949" y="3913124"/>
                </a:cubicBezTo>
                <a:cubicBezTo>
                  <a:pt x="3174880" y="4033604"/>
                  <a:pt x="2820203" y="4093844"/>
                  <a:pt x="2389919" y="4093844"/>
                </a:cubicBezTo>
                <a:cubicBezTo>
                  <a:pt x="1974388" y="4093844"/>
                  <a:pt x="1628317" y="4055156"/>
                  <a:pt x="1351706" y="3977782"/>
                </a:cubicBezTo>
                <a:cubicBezTo>
                  <a:pt x="1075095" y="3900408"/>
                  <a:pt x="837209" y="3775126"/>
                  <a:pt x="638049" y="3601937"/>
                </a:cubicBezTo>
                <a:cubicBezTo>
                  <a:pt x="438890" y="3428748"/>
                  <a:pt x="282758" y="3225468"/>
                  <a:pt x="169655" y="2992096"/>
                </a:cubicBezTo>
                <a:cubicBezTo>
                  <a:pt x="56552" y="2758725"/>
                  <a:pt x="0" y="2449199"/>
                  <a:pt x="0" y="2063519"/>
                </a:cubicBezTo>
                <a:cubicBezTo>
                  <a:pt x="0" y="1660627"/>
                  <a:pt x="68845" y="1325294"/>
                  <a:pt x="206536" y="1057519"/>
                </a:cubicBezTo>
                <a:cubicBezTo>
                  <a:pt x="307346" y="861010"/>
                  <a:pt x="445037" y="684757"/>
                  <a:pt x="619609" y="528760"/>
                </a:cubicBezTo>
                <a:cubicBezTo>
                  <a:pt x="794181" y="372763"/>
                  <a:pt x="973671" y="256691"/>
                  <a:pt x="1158078" y="180547"/>
                </a:cubicBezTo>
                <a:cubicBezTo>
                  <a:pt x="1450671" y="60183"/>
                  <a:pt x="1825633" y="0"/>
                  <a:pt x="2282963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8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6DCFD2-636B-ACD0-8B7D-AC263AB05A6C}"/>
              </a:ext>
            </a:extLst>
          </p:cNvPr>
          <p:cNvSpPr txBox="1"/>
          <p:nvPr/>
        </p:nvSpPr>
        <p:spPr>
          <a:xfrm>
            <a:off x="2613278" y="1374698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2795615" y="0"/>
                </a:moveTo>
                <a:lnTo>
                  <a:pt x="4311443" y="0"/>
                </a:lnTo>
                <a:lnTo>
                  <a:pt x="4311443" y="5406823"/>
                </a:lnTo>
                <a:lnTo>
                  <a:pt x="2906259" y="5406823"/>
                </a:lnTo>
                <a:lnTo>
                  <a:pt x="2906259" y="4827784"/>
                </a:lnTo>
                <a:cubicBezTo>
                  <a:pt x="2709559" y="5073661"/>
                  <a:pt x="2530068" y="5239628"/>
                  <a:pt x="2367790" y="5325684"/>
                </a:cubicBezTo>
                <a:cubicBezTo>
                  <a:pt x="2151419" y="5438787"/>
                  <a:pt x="1910460" y="5495339"/>
                  <a:pt x="1644913" y="5495339"/>
                </a:cubicBezTo>
                <a:cubicBezTo>
                  <a:pt x="1111361" y="5495339"/>
                  <a:pt x="703821" y="5292491"/>
                  <a:pt x="422293" y="4886794"/>
                </a:cubicBezTo>
                <a:cubicBezTo>
                  <a:pt x="140764" y="4481098"/>
                  <a:pt x="0" y="3988116"/>
                  <a:pt x="0" y="3407847"/>
                </a:cubicBezTo>
                <a:cubicBezTo>
                  <a:pt x="0" y="2758734"/>
                  <a:pt x="155517" y="2262063"/>
                  <a:pt x="466550" y="1917836"/>
                </a:cubicBezTo>
                <a:cubicBezTo>
                  <a:pt x="777584" y="1573609"/>
                  <a:pt x="1172830" y="1401495"/>
                  <a:pt x="1652290" y="1401495"/>
                </a:cubicBezTo>
                <a:cubicBezTo>
                  <a:pt x="1885872" y="1401495"/>
                  <a:pt x="2097941" y="1440835"/>
                  <a:pt x="2288495" y="1519516"/>
                </a:cubicBezTo>
                <a:cubicBezTo>
                  <a:pt x="2479049" y="1598197"/>
                  <a:pt x="2648089" y="1716217"/>
                  <a:pt x="2795615" y="1873578"/>
                </a:cubicBezTo>
                <a:lnTo>
                  <a:pt x="2795615" y="0"/>
                </a:lnTo>
                <a:close/>
                <a:moveTo>
                  <a:pt x="2116996" y="2522692"/>
                </a:moveTo>
                <a:cubicBezTo>
                  <a:pt x="1942424" y="2522692"/>
                  <a:pt x="1796127" y="2595226"/>
                  <a:pt x="1678107" y="2740293"/>
                </a:cubicBezTo>
                <a:cubicBezTo>
                  <a:pt x="1560086" y="2885360"/>
                  <a:pt x="1501076" y="3128778"/>
                  <a:pt x="1501076" y="3470546"/>
                </a:cubicBezTo>
                <a:cubicBezTo>
                  <a:pt x="1501076" y="3790185"/>
                  <a:pt x="1561930" y="4024383"/>
                  <a:pt x="1683639" y="4173138"/>
                </a:cubicBezTo>
                <a:cubicBezTo>
                  <a:pt x="1805348" y="4321893"/>
                  <a:pt x="1955947" y="4396271"/>
                  <a:pt x="2135437" y="4396271"/>
                </a:cubicBezTo>
                <a:cubicBezTo>
                  <a:pt x="2327221" y="4396271"/>
                  <a:pt x="2487040" y="4321278"/>
                  <a:pt x="2614896" y="4171294"/>
                </a:cubicBezTo>
                <a:cubicBezTo>
                  <a:pt x="2742752" y="4021309"/>
                  <a:pt x="2806679" y="3776662"/>
                  <a:pt x="2806679" y="3437353"/>
                </a:cubicBezTo>
                <a:cubicBezTo>
                  <a:pt x="2806679" y="3130007"/>
                  <a:pt x="2741522" y="2900727"/>
                  <a:pt x="2611208" y="2749513"/>
                </a:cubicBezTo>
                <a:cubicBezTo>
                  <a:pt x="2480893" y="2598299"/>
                  <a:pt x="2316156" y="2522692"/>
                  <a:pt x="2116996" y="2522692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2F1647-A226-A680-41A7-6B044C02E725}"/>
              </a:ext>
            </a:extLst>
          </p:cNvPr>
          <p:cNvSpPr txBox="1"/>
          <p:nvPr/>
        </p:nvSpPr>
        <p:spPr>
          <a:xfrm>
            <a:off x="2697098" y="1374698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2795615" y="0"/>
                </a:moveTo>
                <a:lnTo>
                  <a:pt x="4311443" y="0"/>
                </a:lnTo>
                <a:lnTo>
                  <a:pt x="4311443" y="5406823"/>
                </a:lnTo>
                <a:lnTo>
                  <a:pt x="2906259" y="5406823"/>
                </a:lnTo>
                <a:lnTo>
                  <a:pt x="2906259" y="4827784"/>
                </a:lnTo>
                <a:cubicBezTo>
                  <a:pt x="2709559" y="5073661"/>
                  <a:pt x="2530068" y="5239628"/>
                  <a:pt x="2367790" y="5325684"/>
                </a:cubicBezTo>
                <a:cubicBezTo>
                  <a:pt x="2151419" y="5438787"/>
                  <a:pt x="1910460" y="5495339"/>
                  <a:pt x="1644913" y="5495339"/>
                </a:cubicBezTo>
                <a:cubicBezTo>
                  <a:pt x="1111361" y="5495339"/>
                  <a:pt x="703821" y="5292491"/>
                  <a:pt x="422293" y="4886794"/>
                </a:cubicBezTo>
                <a:cubicBezTo>
                  <a:pt x="140764" y="4481098"/>
                  <a:pt x="0" y="3988116"/>
                  <a:pt x="0" y="3407847"/>
                </a:cubicBezTo>
                <a:cubicBezTo>
                  <a:pt x="0" y="2758734"/>
                  <a:pt x="155517" y="2262063"/>
                  <a:pt x="466550" y="1917836"/>
                </a:cubicBezTo>
                <a:cubicBezTo>
                  <a:pt x="777584" y="1573609"/>
                  <a:pt x="1172830" y="1401495"/>
                  <a:pt x="1652290" y="1401495"/>
                </a:cubicBezTo>
                <a:cubicBezTo>
                  <a:pt x="1885872" y="1401495"/>
                  <a:pt x="2097941" y="1440835"/>
                  <a:pt x="2288495" y="1519516"/>
                </a:cubicBezTo>
                <a:cubicBezTo>
                  <a:pt x="2479049" y="1598197"/>
                  <a:pt x="2648089" y="1716217"/>
                  <a:pt x="2795615" y="1873578"/>
                </a:cubicBezTo>
                <a:lnTo>
                  <a:pt x="2795615" y="0"/>
                </a:lnTo>
                <a:close/>
                <a:moveTo>
                  <a:pt x="2116996" y="2522692"/>
                </a:moveTo>
                <a:cubicBezTo>
                  <a:pt x="1942424" y="2522692"/>
                  <a:pt x="1796127" y="2595226"/>
                  <a:pt x="1678107" y="2740293"/>
                </a:cubicBezTo>
                <a:cubicBezTo>
                  <a:pt x="1560086" y="2885360"/>
                  <a:pt x="1501076" y="3128778"/>
                  <a:pt x="1501076" y="3470546"/>
                </a:cubicBezTo>
                <a:cubicBezTo>
                  <a:pt x="1501076" y="3790185"/>
                  <a:pt x="1561930" y="4024383"/>
                  <a:pt x="1683639" y="4173138"/>
                </a:cubicBezTo>
                <a:cubicBezTo>
                  <a:pt x="1805348" y="4321893"/>
                  <a:pt x="1955947" y="4396271"/>
                  <a:pt x="2135437" y="4396271"/>
                </a:cubicBezTo>
                <a:cubicBezTo>
                  <a:pt x="2327221" y="4396271"/>
                  <a:pt x="2487040" y="4321278"/>
                  <a:pt x="2614896" y="4171294"/>
                </a:cubicBezTo>
                <a:cubicBezTo>
                  <a:pt x="2742752" y="4021309"/>
                  <a:pt x="2806679" y="3776662"/>
                  <a:pt x="2806679" y="3437353"/>
                </a:cubicBezTo>
                <a:cubicBezTo>
                  <a:pt x="2806679" y="3130007"/>
                  <a:pt x="2741522" y="2900727"/>
                  <a:pt x="2611208" y="2749513"/>
                </a:cubicBezTo>
                <a:cubicBezTo>
                  <a:pt x="2480893" y="2598299"/>
                  <a:pt x="2316156" y="2522692"/>
                  <a:pt x="2116996" y="252269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488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E97EBF-7EA0-C5CC-2DC7-5E14A14DB791}"/>
              </a:ext>
            </a:extLst>
          </p:cNvPr>
          <p:cNvSpPr txBox="1"/>
          <p:nvPr/>
        </p:nvSpPr>
        <p:spPr>
          <a:xfrm>
            <a:off x="2608198" y="2776192"/>
            <a:ext cx="4536420" cy="4093844"/>
          </a:xfrm>
          <a:custGeom>
            <a:avLst/>
            <a:gdLst/>
            <a:ahLst/>
            <a:cxnLst/>
            <a:rect l="l" t="t" r="r" b="b"/>
            <a:pathLst>
              <a:path w="4536420" h="4093844">
                <a:moveTo>
                  <a:pt x="2212888" y="0"/>
                </a:moveTo>
                <a:cubicBezTo>
                  <a:pt x="2773486" y="0"/>
                  <a:pt x="3216064" y="84828"/>
                  <a:pt x="3540621" y="254483"/>
                </a:cubicBezTo>
                <a:cubicBezTo>
                  <a:pt x="3865178" y="424137"/>
                  <a:pt x="4112283" y="670014"/>
                  <a:pt x="4281938" y="992112"/>
                </a:cubicBezTo>
                <a:cubicBezTo>
                  <a:pt x="4451593" y="1314210"/>
                  <a:pt x="4536420" y="1733430"/>
                  <a:pt x="4536420" y="2249770"/>
                </a:cubicBezTo>
                <a:lnTo>
                  <a:pt x="4536420" y="2419425"/>
                </a:lnTo>
                <a:lnTo>
                  <a:pt x="1526893" y="2419425"/>
                </a:lnTo>
                <a:cubicBezTo>
                  <a:pt x="1553939" y="2660384"/>
                  <a:pt x="1619096" y="2839874"/>
                  <a:pt x="1722364" y="2957894"/>
                </a:cubicBezTo>
                <a:cubicBezTo>
                  <a:pt x="1867432" y="3127549"/>
                  <a:pt x="2056757" y="3212377"/>
                  <a:pt x="2290339" y="3212377"/>
                </a:cubicBezTo>
                <a:cubicBezTo>
                  <a:pt x="2437865" y="3212377"/>
                  <a:pt x="2578014" y="3175495"/>
                  <a:pt x="2710788" y="3101732"/>
                </a:cubicBezTo>
                <a:cubicBezTo>
                  <a:pt x="2791927" y="3055016"/>
                  <a:pt x="2879213" y="2972647"/>
                  <a:pt x="2972646" y="2854626"/>
                </a:cubicBezTo>
                <a:lnTo>
                  <a:pt x="4451593" y="2991088"/>
                </a:lnTo>
                <a:cubicBezTo>
                  <a:pt x="4225386" y="3384490"/>
                  <a:pt x="3952464" y="3666634"/>
                  <a:pt x="3632824" y="3837517"/>
                </a:cubicBezTo>
                <a:cubicBezTo>
                  <a:pt x="3313185" y="4008402"/>
                  <a:pt x="2854625" y="4093844"/>
                  <a:pt x="2257146" y="4093844"/>
                </a:cubicBezTo>
                <a:cubicBezTo>
                  <a:pt x="1738346" y="4093844"/>
                  <a:pt x="1330191" y="4020696"/>
                  <a:pt x="1032681" y="3874399"/>
                </a:cubicBezTo>
                <a:cubicBezTo>
                  <a:pt x="735171" y="3728103"/>
                  <a:pt x="488679" y="3495749"/>
                  <a:pt x="293207" y="3177339"/>
                </a:cubicBezTo>
                <a:cubicBezTo>
                  <a:pt x="97736" y="2858929"/>
                  <a:pt x="0" y="2484582"/>
                  <a:pt x="0" y="2054298"/>
                </a:cubicBezTo>
                <a:cubicBezTo>
                  <a:pt x="0" y="1442066"/>
                  <a:pt x="196086" y="946625"/>
                  <a:pt x="588259" y="567975"/>
                </a:cubicBezTo>
                <a:cubicBezTo>
                  <a:pt x="980432" y="189325"/>
                  <a:pt x="1521975" y="0"/>
                  <a:pt x="2212888" y="0"/>
                </a:cubicBezTo>
                <a:close/>
                <a:moveTo>
                  <a:pt x="2275587" y="888844"/>
                </a:moveTo>
                <a:cubicBezTo>
                  <a:pt x="2037086" y="888844"/>
                  <a:pt x="1846532" y="983506"/>
                  <a:pt x="1703924" y="1172831"/>
                </a:cubicBezTo>
                <a:cubicBezTo>
                  <a:pt x="1612950" y="1290852"/>
                  <a:pt x="1555168" y="1466654"/>
                  <a:pt x="1530581" y="1700236"/>
                </a:cubicBezTo>
                <a:lnTo>
                  <a:pt x="3009527" y="1700236"/>
                </a:lnTo>
                <a:cubicBezTo>
                  <a:pt x="2980022" y="1410102"/>
                  <a:pt x="2901957" y="1202336"/>
                  <a:pt x="2775330" y="1076939"/>
                </a:cubicBezTo>
                <a:cubicBezTo>
                  <a:pt x="2648704" y="951542"/>
                  <a:pt x="2482123" y="888844"/>
                  <a:pt x="2275587" y="888844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C5C61-1F6E-E7AF-B418-77FF95BBD747}"/>
              </a:ext>
            </a:extLst>
          </p:cNvPr>
          <p:cNvSpPr txBox="1"/>
          <p:nvPr/>
        </p:nvSpPr>
        <p:spPr>
          <a:xfrm>
            <a:off x="2697098" y="2776192"/>
            <a:ext cx="4536420" cy="4093844"/>
          </a:xfrm>
          <a:custGeom>
            <a:avLst/>
            <a:gdLst/>
            <a:ahLst/>
            <a:cxnLst/>
            <a:rect l="l" t="t" r="r" b="b"/>
            <a:pathLst>
              <a:path w="4536420" h="4093844">
                <a:moveTo>
                  <a:pt x="2212888" y="0"/>
                </a:moveTo>
                <a:cubicBezTo>
                  <a:pt x="2773486" y="0"/>
                  <a:pt x="3216064" y="84828"/>
                  <a:pt x="3540621" y="254483"/>
                </a:cubicBezTo>
                <a:cubicBezTo>
                  <a:pt x="3865178" y="424137"/>
                  <a:pt x="4112283" y="670014"/>
                  <a:pt x="4281938" y="992112"/>
                </a:cubicBezTo>
                <a:cubicBezTo>
                  <a:pt x="4451593" y="1314210"/>
                  <a:pt x="4536420" y="1733430"/>
                  <a:pt x="4536420" y="2249770"/>
                </a:cubicBezTo>
                <a:lnTo>
                  <a:pt x="4536420" y="2419425"/>
                </a:lnTo>
                <a:lnTo>
                  <a:pt x="1526893" y="2419425"/>
                </a:lnTo>
                <a:cubicBezTo>
                  <a:pt x="1553939" y="2660384"/>
                  <a:pt x="1619096" y="2839874"/>
                  <a:pt x="1722364" y="2957894"/>
                </a:cubicBezTo>
                <a:cubicBezTo>
                  <a:pt x="1867432" y="3127549"/>
                  <a:pt x="2056757" y="3212377"/>
                  <a:pt x="2290339" y="3212377"/>
                </a:cubicBezTo>
                <a:cubicBezTo>
                  <a:pt x="2437865" y="3212377"/>
                  <a:pt x="2578014" y="3175495"/>
                  <a:pt x="2710788" y="3101732"/>
                </a:cubicBezTo>
                <a:cubicBezTo>
                  <a:pt x="2791927" y="3055016"/>
                  <a:pt x="2879213" y="2972647"/>
                  <a:pt x="2972646" y="2854626"/>
                </a:cubicBezTo>
                <a:lnTo>
                  <a:pt x="4451593" y="2991088"/>
                </a:lnTo>
                <a:cubicBezTo>
                  <a:pt x="4225386" y="3384490"/>
                  <a:pt x="3952464" y="3666634"/>
                  <a:pt x="3632824" y="3837517"/>
                </a:cubicBezTo>
                <a:cubicBezTo>
                  <a:pt x="3313185" y="4008402"/>
                  <a:pt x="2854625" y="4093844"/>
                  <a:pt x="2257146" y="4093844"/>
                </a:cubicBezTo>
                <a:cubicBezTo>
                  <a:pt x="1738346" y="4093844"/>
                  <a:pt x="1330191" y="4020696"/>
                  <a:pt x="1032681" y="3874399"/>
                </a:cubicBezTo>
                <a:cubicBezTo>
                  <a:pt x="735171" y="3728103"/>
                  <a:pt x="488679" y="3495749"/>
                  <a:pt x="293207" y="3177339"/>
                </a:cubicBezTo>
                <a:cubicBezTo>
                  <a:pt x="97736" y="2858929"/>
                  <a:pt x="0" y="2484582"/>
                  <a:pt x="0" y="2054298"/>
                </a:cubicBezTo>
                <a:cubicBezTo>
                  <a:pt x="0" y="1442066"/>
                  <a:pt x="196086" y="946625"/>
                  <a:pt x="588259" y="567975"/>
                </a:cubicBezTo>
                <a:cubicBezTo>
                  <a:pt x="980432" y="189325"/>
                  <a:pt x="1521975" y="0"/>
                  <a:pt x="2212888" y="0"/>
                </a:cubicBezTo>
                <a:close/>
                <a:moveTo>
                  <a:pt x="2275587" y="888844"/>
                </a:moveTo>
                <a:cubicBezTo>
                  <a:pt x="2037086" y="888844"/>
                  <a:pt x="1846532" y="983506"/>
                  <a:pt x="1703924" y="1172831"/>
                </a:cubicBezTo>
                <a:cubicBezTo>
                  <a:pt x="1612950" y="1290852"/>
                  <a:pt x="1555168" y="1466654"/>
                  <a:pt x="1530581" y="1700236"/>
                </a:cubicBezTo>
                <a:lnTo>
                  <a:pt x="3009527" y="1700236"/>
                </a:lnTo>
                <a:cubicBezTo>
                  <a:pt x="2980022" y="1410102"/>
                  <a:pt x="2901957" y="1202336"/>
                  <a:pt x="2775330" y="1076939"/>
                </a:cubicBezTo>
                <a:cubicBezTo>
                  <a:pt x="2648704" y="951542"/>
                  <a:pt x="2482123" y="888844"/>
                  <a:pt x="2275587" y="888844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10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0D7FC-DF69-06C4-C028-0ACEB1AE5004}"/>
              </a:ext>
            </a:extLst>
          </p:cNvPr>
          <p:cNvSpPr txBox="1"/>
          <p:nvPr/>
        </p:nvSpPr>
        <p:spPr>
          <a:xfrm>
            <a:off x="3444996" y="1282494"/>
            <a:ext cx="3101732" cy="5499027"/>
          </a:xfrm>
          <a:custGeom>
            <a:avLst/>
            <a:gdLst/>
            <a:ahLst/>
            <a:cxnLst/>
            <a:rect l="l" t="t" r="r" b="b"/>
            <a:pathLst>
              <a:path w="3101732" h="5499027">
                <a:moveTo>
                  <a:pt x="1954718" y="0"/>
                </a:moveTo>
                <a:cubicBezTo>
                  <a:pt x="2217806" y="0"/>
                  <a:pt x="2600144" y="30735"/>
                  <a:pt x="3101732" y="92204"/>
                </a:cubicBezTo>
                <a:lnTo>
                  <a:pt x="2935765" y="999488"/>
                </a:lnTo>
                <a:cubicBezTo>
                  <a:pt x="2756275" y="969983"/>
                  <a:pt x="2611208" y="955230"/>
                  <a:pt x="2500564" y="955230"/>
                </a:cubicBezTo>
                <a:cubicBezTo>
                  <a:pt x="2365332" y="955230"/>
                  <a:pt x="2268211" y="977973"/>
                  <a:pt x="2209200" y="1023461"/>
                </a:cubicBezTo>
                <a:cubicBezTo>
                  <a:pt x="2150190" y="1068948"/>
                  <a:pt x="2108391" y="1140867"/>
                  <a:pt x="2083803" y="1239217"/>
                </a:cubicBezTo>
                <a:cubicBezTo>
                  <a:pt x="2071509" y="1293310"/>
                  <a:pt x="2065363" y="1407642"/>
                  <a:pt x="2065363" y="1582215"/>
                </a:cubicBezTo>
                <a:lnTo>
                  <a:pt x="2780863" y="1582215"/>
                </a:lnTo>
                <a:lnTo>
                  <a:pt x="2780863" y="2681283"/>
                </a:lnTo>
                <a:lnTo>
                  <a:pt x="2065363" y="2681283"/>
                </a:lnTo>
                <a:lnTo>
                  <a:pt x="2065363" y="5499027"/>
                </a:lnTo>
                <a:lnTo>
                  <a:pt x="560598" y="5499027"/>
                </a:lnTo>
                <a:lnTo>
                  <a:pt x="560598" y="2681283"/>
                </a:lnTo>
                <a:lnTo>
                  <a:pt x="0" y="2681283"/>
                </a:lnTo>
                <a:lnTo>
                  <a:pt x="0" y="1582215"/>
                </a:lnTo>
                <a:lnTo>
                  <a:pt x="560598" y="1582215"/>
                </a:lnTo>
                <a:lnTo>
                  <a:pt x="560598" y="1405184"/>
                </a:lnTo>
                <a:cubicBezTo>
                  <a:pt x="560598" y="1245364"/>
                  <a:pt x="577810" y="1069562"/>
                  <a:pt x="612233" y="877779"/>
                </a:cubicBezTo>
                <a:cubicBezTo>
                  <a:pt x="646655" y="685995"/>
                  <a:pt x="711198" y="529249"/>
                  <a:pt x="805860" y="407540"/>
                </a:cubicBezTo>
                <a:cubicBezTo>
                  <a:pt x="900523" y="285831"/>
                  <a:pt x="1033296" y="187481"/>
                  <a:pt x="1204180" y="112488"/>
                </a:cubicBezTo>
                <a:cubicBezTo>
                  <a:pt x="1375064" y="37496"/>
                  <a:pt x="1625244" y="0"/>
                  <a:pt x="1954718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F807C-D4DA-C08B-ECCB-595C62661F49}"/>
              </a:ext>
            </a:extLst>
          </p:cNvPr>
          <p:cNvSpPr txBox="1"/>
          <p:nvPr/>
        </p:nvSpPr>
        <p:spPr>
          <a:xfrm>
            <a:off x="3538343" y="1282494"/>
            <a:ext cx="3101732" cy="5499027"/>
          </a:xfrm>
          <a:custGeom>
            <a:avLst/>
            <a:gdLst/>
            <a:ahLst/>
            <a:cxnLst/>
            <a:rect l="l" t="t" r="r" b="b"/>
            <a:pathLst>
              <a:path w="3101732" h="5499027">
                <a:moveTo>
                  <a:pt x="1954718" y="0"/>
                </a:moveTo>
                <a:cubicBezTo>
                  <a:pt x="2217806" y="0"/>
                  <a:pt x="2600144" y="30735"/>
                  <a:pt x="3101732" y="92204"/>
                </a:cubicBezTo>
                <a:lnTo>
                  <a:pt x="2935765" y="999488"/>
                </a:lnTo>
                <a:cubicBezTo>
                  <a:pt x="2756275" y="969983"/>
                  <a:pt x="2611208" y="955230"/>
                  <a:pt x="2500564" y="955230"/>
                </a:cubicBezTo>
                <a:cubicBezTo>
                  <a:pt x="2365332" y="955230"/>
                  <a:pt x="2268211" y="977973"/>
                  <a:pt x="2209200" y="1023461"/>
                </a:cubicBezTo>
                <a:cubicBezTo>
                  <a:pt x="2150190" y="1068948"/>
                  <a:pt x="2108391" y="1140867"/>
                  <a:pt x="2083803" y="1239217"/>
                </a:cubicBezTo>
                <a:cubicBezTo>
                  <a:pt x="2071509" y="1293310"/>
                  <a:pt x="2065363" y="1407642"/>
                  <a:pt x="2065363" y="1582215"/>
                </a:cubicBezTo>
                <a:lnTo>
                  <a:pt x="2780863" y="1582215"/>
                </a:lnTo>
                <a:lnTo>
                  <a:pt x="2780863" y="2681283"/>
                </a:lnTo>
                <a:lnTo>
                  <a:pt x="2065363" y="2681283"/>
                </a:lnTo>
                <a:lnTo>
                  <a:pt x="2065363" y="5499027"/>
                </a:lnTo>
                <a:lnTo>
                  <a:pt x="560598" y="5499027"/>
                </a:lnTo>
                <a:lnTo>
                  <a:pt x="560598" y="2681283"/>
                </a:lnTo>
                <a:lnTo>
                  <a:pt x="0" y="2681283"/>
                </a:lnTo>
                <a:lnTo>
                  <a:pt x="0" y="1582215"/>
                </a:lnTo>
                <a:lnTo>
                  <a:pt x="560598" y="1582215"/>
                </a:lnTo>
                <a:lnTo>
                  <a:pt x="560598" y="1405184"/>
                </a:lnTo>
                <a:cubicBezTo>
                  <a:pt x="560598" y="1245364"/>
                  <a:pt x="577810" y="1069562"/>
                  <a:pt x="612233" y="877779"/>
                </a:cubicBezTo>
                <a:cubicBezTo>
                  <a:pt x="646655" y="685995"/>
                  <a:pt x="711198" y="529249"/>
                  <a:pt x="805860" y="407540"/>
                </a:cubicBezTo>
                <a:cubicBezTo>
                  <a:pt x="900523" y="285831"/>
                  <a:pt x="1033296" y="187481"/>
                  <a:pt x="1204180" y="112488"/>
                </a:cubicBezTo>
                <a:cubicBezTo>
                  <a:pt x="1375064" y="37496"/>
                  <a:pt x="1625244" y="0"/>
                  <a:pt x="1954718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33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2183F0-65DD-CF72-6EEE-223D562E4572}"/>
              </a:ext>
            </a:extLst>
          </p:cNvPr>
          <p:cNvSpPr txBox="1"/>
          <p:nvPr/>
        </p:nvSpPr>
        <p:spPr>
          <a:xfrm>
            <a:off x="2599186" y="1501697"/>
            <a:ext cx="4318820" cy="5594919"/>
          </a:xfrm>
          <a:custGeom>
            <a:avLst/>
            <a:gdLst/>
            <a:ahLst/>
            <a:cxnLst/>
            <a:rect l="l" t="t" r="r" b="b"/>
            <a:pathLst>
              <a:path w="4318820" h="5594919">
                <a:moveTo>
                  <a:pt x="1600656" y="0"/>
                </a:moveTo>
                <a:cubicBezTo>
                  <a:pt x="1905543" y="0"/>
                  <a:pt x="2156951" y="51634"/>
                  <a:pt x="2354882" y="154903"/>
                </a:cubicBezTo>
                <a:cubicBezTo>
                  <a:pt x="2552812" y="258171"/>
                  <a:pt x="2737834" y="429055"/>
                  <a:pt x="2909948" y="667555"/>
                </a:cubicBezTo>
                <a:lnTo>
                  <a:pt x="2909948" y="88516"/>
                </a:lnTo>
                <a:lnTo>
                  <a:pt x="4315132" y="88516"/>
                </a:lnTo>
                <a:lnTo>
                  <a:pt x="4315132" y="3787727"/>
                </a:lnTo>
                <a:lnTo>
                  <a:pt x="4318820" y="3961070"/>
                </a:lnTo>
                <a:cubicBezTo>
                  <a:pt x="4318820" y="4206947"/>
                  <a:pt x="4266571" y="4441145"/>
                  <a:pt x="4162074" y="4663662"/>
                </a:cubicBezTo>
                <a:cubicBezTo>
                  <a:pt x="4057576" y="4886181"/>
                  <a:pt x="3918656" y="5066285"/>
                  <a:pt x="3745313" y="5203976"/>
                </a:cubicBezTo>
                <a:cubicBezTo>
                  <a:pt x="3571970" y="5341667"/>
                  <a:pt x="3351911" y="5441247"/>
                  <a:pt x="3085135" y="5502716"/>
                </a:cubicBezTo>
                <a:cubicBezTo>
                  <a:pt x="2818359" y="5564184"/>
                  <a:pt x="2512857" y="5594919"/>
                  <a:pt x="2168630" y="5594919"/>
                </a:cubicBezTo>
                <a:cubicBezTo>
                  <a:pt x="1381826" y="5594919"/>
                  <a:pt x="841512" y="5476899"/>
                  <a:pt x="547690" y="5240857"/>
                </a:cubicBezTo>
                <a:cubicBezTo>
                  <a:pt x="253867" y="5004816"/>
                  <a:pt x="106956" y="4688865"/>
                  <a:pt x="106956" y="4293004"/>
                </a:cubicBezTo>
                <a:cubicBezTo>
                  <a:pt x="106956" y="4243829"/>
                  <a:pt x="109415" y="4177441"/>
                  <a:pt x="114332" y="4093844"/>
                </a:cubicBezTo>
                <a:lnTo>
                  <a:pt x="1571150" y="4259810"/>
                </a:lnTo>
                <a:cubicBezTo>
                  <a:pt x="1608032" y="4395043"/>
                  <a:pt x="1664583" y="4488475"/>
                  <a:pt x="1740805" y="4540109"/>
                </a:cubicBezTo>
                <a:cubicBezTo>
                  <a:pt x="1851450" y="4616332"/>
                  <a:pt x="1990370" y="4654442"/>
                  <a:pt x="2157566" y="4654442"/>
                </a:cubicBezTo>
                <a:cubicBezTo>
                  <a:pt x="2373937" y="4654442"/>
                  <a:pt x="2535601" y="4596661"/>
                  <a:pt x="2642557" y="4481099"/>
                </a:cubicBezTo>
                <a:cubicBezTo>
                  <a:pt x="2749513" y="4365538"/>
                  <a:pt x="2802991" y="4163918"/>
                  <a:pt x="2802991" y="3876243"/>
                </a:cubicBezTo>
                <a:lnTo>
                  <a:pt x="2802991" y="3282451"/>
                </a:lnTo>
                <a:cubicBezTo>
                  <a:pt x="2655466" y="3457024"/>
                  <a:pt x="2507940" y="3583650"/>
                  <a:pt x="2360414" y="3662330"/>
                </a:cubicBezTo>
                <a:cubicBezTo>
                  <a:pt x="2129290" y="3785269"/>
                  <a:pt x="1879726" y="3846738"/>
                  <a:pt x="1611720" y="3846738"/>
                </a:cubicBezTo>
                <a:cubicBezTo>
                  <a:pt x="1088003" y="3846738"/>
                  <a:pt x="665096" y="3618073"/>
                  <a:pt x="342998" y="3160742"/>
                </a:cubicBezTo>
                <a:cubicBezTo>
                  <a:pt x="114332" y="2836186"/>
                  <a:pt x="0" y="2407131"/>
                  <a:pt x="0" y="1873579"/>
                </a:cubicBezTo>
                <a:cubicBezTo>
                  <a:pt x="0" y="1263806"/>
                  <a:pt x="147526" y="799099"/>
                  <a:pt x="442578" y="479460"/>
                </a:cubicBezTo>
                <a:cubicBezTo>
                  <a:pt x="737629" y="159820"/>
                  <a:pt x="1123655" y="0"/>
                  <a:pt x="1600656" y="0"/>
                </a:cubicBezTo>
                <a:close/>
                <a:moveTo>
                  <a:pt x="2128061" y="1088004"/>
                </a:moveTo>
                <a:cubicBezTo>
                  <a:pt x="1936277" y="1088004"/>
                  <a:pt x="1783219" y="1157464"/>
                  <a:pt x="1668886" y="1296384"/>
                </a:cubicBezTo>
                <a:cubicBezTo>
                  <a:pt x="1554554" y="1435304"/>
                  <a:pt x="1497388" y="1665814"/>
                  <a:pt x="1497388" y="1987912"/>
                </a:cubicBezTo>
                <a:cubicBezTo>
                  <a:pt x="1497388" y="2270670"/>
                  <a:pt x="1557627" y="2480279"/>
                  <a:pt x="1678107" y="2616741"/>
                </a:cubicBezTo>
                <a:cubicBezTo>
                  <a:pt x="1798586" y="2753202"/>
                  <a:pt x="1957177" y="2821433"/>
                  <a:pt x="2153878" y="2821433"/>
                </a:cubicBezTo>
                <a:cubicBezTo>
                  <a:pt x="2340744" y="2821433"/>
                  <a:pt x="2497490" y="2750744"/>
                  <a:pt x="2624116" y="2609365"/>
                </a:cubicBezTo>
                <a:cubicBezTo>
                  <a:pt x="2750743" y="2467985"/>
                  <a:pt x="2814056" y="2254688"/>
                  <a:pt x="2814056" y="1969471"/>
                </a:cubicBezTo>
                <a:cubicBezTo>
                  <a:pt x="2814056" y="1684255"/>
                  <a:pt x="2747669" y="1466039"/>
                  <a:pt x="2614896" y="1314825"/>
                </a:cubicBezTo>
                <a:cubicBezTo>
                  <a:pt x="2482123" y="1163611"/>
                  <a:pt x="2319844" y="1088004"/>
                  <a:pt x="2128061" y="1088004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A0C21-3670-AA61-28DC-4CD916AC37F8}"/>
              </a:ext>
            </a:extLst>
          </p:cNvPr>
          <p:cNvSpPr txBox="1"/>
          <p:nvPr/>
        </p:nvSpPr>
        <p:spPr>
          <a:xfrm>
            <a:off x="2700786" y="1501697"/>
            <a:ext cx="4318820" cy="5594919"/>
          </a:xfrm>
          <a:custGeom>
            <a:avLst/>
            <a:gdLst/>
            <a:ahLst/>
            <a:cxnLst/>
            <a:rect l="l" t="t" r="r" b="b"/>
            <a:pathLst>
              <a:path w="4318820" h="5594919">
                <a:moveTo>
                  <a:pt x="1600656" y="0"/>
                </a:moveTo>
                <a:cubicBezTo>
                  <a:pt x="1905543" y="0"/>
                  <a:pt x="2156951" y="51634"/>
                  <a:pt x="2354882" y="154903"/>
                </a:cubicBezTo>
                <a:cubicBezTo>
                  <a:pt x="2552812" y="258171"/>
                  <a:pt x="2737834" y="429055"/>
                  <a:pt x="2909948" y="667555"/>
                </a:cubicBezTo>
                <a:lnTo>
                  <a:pt x="2909948" y="88516"/>
                </a:lnTo>
                <a:lnTo>
                  <a:pt x="4315132" y="88516"/>
                </a:lnTo>
                <a:lnTo>
                  <a:pt x="4315132" y="3787727"/>
                </a:lnTo>
                <a:lnTo>
                  <a:pt x="4318820" y="3961070"/>
                </a:lnTo>
                <a:cubicBezTo>
                  <a:pt x="4318820" y="4206947"/>
                  <a:pt x="4266571" y="4441145"/>
                  <a:pt x="4162074" y="4663662"/>
                </a:cubicBezTo>
                <a:cubicBezTo>
                  <a:pt x="4057576" y="4886181"/>
                  <a:pt x="3918656" y="5066285"/>
                  <a:pt x="3745313" y="5203976"/>
                </a:cubicBezTo>
                <a:cubicBezTo>
                  <a:pt x="3571970" y="5341667"/>
                  <a:pt x="3351911" y="5441247"/>
                  <a:pt x="3085135" y="5502716"/>
                </a:cubicBezTo>
                <a:cubicBezTo>
                  <a:pt x="2818359" y="5564184"/>
                  <a:pt x="2512857" y="5594919"/>
                  <a:pt x="2168630" y="5594919"/>
                </a:cubicBezTo>
                <a:cubicBezTo>
                  <a:pt x="1381826" y="5594919"/>
                  <a:pt x="841512" y="5476899"/>
                  <a:pt x="547690" y="5240857"/>
                </a:cubicBezTo>
                <a:cubicBezTo>
                  <a:pt x="253867" y="5004816"/>
                  <a:pt x="106956" y="4688865"/>
                  <a:pt x="106956" y="4293004"/>
                </a:cubicBezTo>
                <a:cubicBezTo>
                  <a:pt x="106956" y="4243829"/>
                  <a:pt x="109415" y="4177441"/>
                  <a:pt x="114332" y="4093844"/>
                </a:cubicBezTo>
                <a:lnTo>
                  <a:pt x="1571150" y="4259810"/>
                </a:lnTo>
                <a:cubicBezTo>
                  <a:pt x="1608032" y="4395043"/>
                  <a:pt x="1664583" y="4488475"/>
                  <a:pt x="1740805" y="4540109"/>
                </a:cubicBezTo>
                <a:cubicBezTo>
                  <a:pt x="1851450" y="4616332"/>
                  <a:pt x="1990370" y="4654442"/>
                  <a:pt x="2157566" y="4654442"/>
                </a:cubicBezTo>
                <a:cubicBezTo>
                  <a:pt x="2373937" y="4654442"/>
                  <a:pt x="2535601" y="4596661"/>
                  <a:pt x="2642557" y="4481099"/>
                </a:cubicBezTo>
                <a:cubicBezTo>
                  <a:pt x="2749513" y="4365538"/>
                  <a:pt x="2802991" y="4163918"/>
                  <a:pt x="2802991" y="3876243"/>
                </a:cubicBezTo>
                <a:lnTo>
                  <a:pt x="2802991" y="3282451"/>
                </a:lnTo>
                <a:cubicBezTo>
                  <a:pt x="2655466" y="3457024"/>
                  <a:pt x="2507940" y="3583650"/>
                  <a:pt x="2360414" y="3662330"/>
                </a:cubicBezTo>
                <a:cubicBezTo>
                  <a:pt x="2129290" y="3785269"/>
                  <a:pt x="1879726" y="3846738"/>
                  <a:pt x="1611720" y="3846738"/>
                </a:cubicBezTo>
                <a:cubicBezTo>
                  <a:pt x="1088003" y="3846738"/>
                  <a:pt x="665096" y="3618073"/>
                  <a:pt x="342998" y="3160742"/>
                </a:cubicBezTo>
                <a:cubicBezTo>
                  <a:pt x="114332" y="2836186"/>
                  <a:pt x="0" y="2407131"/>
                  <a:pt x="0" y="1873579"/>
                </a:cubicBezTo>
                <a:cubicBezTo>
                  <a:pt x="0" y="1263806"/>
                  <a:pt x="147526" y="799099"/>
                  <a:pt x="442578" y="479460"/>
                </a:cubicBezTo>
                <a:cubicBezTo>
                  <a:pt x="737629" y="159820"/>
                  <a:pt x="1123655" y="0"/>
                  <a:pt x="1600656" y="0"/>
                </a:cubicBezTo>
                <a:close/>
                <a:moveTo>
                  <a:pt x="2128061" y="1088004"/>
                </a:moveTo>
                <a:cubicBezTo>
                  <a:pt x="1936277" y="1088004"/>
                  <a:pt x="1783219" y="1157464"/>
                  <a:pt x="1668886" y="1296384"/>
                </a:cubicBezTo>
                <a:cubicBezTo>
                  <a:pt x="1554554" y="1435304"/>
                  <a:pt x="1497388" y="1665814"/>
                  <a:pt x="1497388" y="1987912"/>
                </a:cubicBezTo>
                <a:cubicBezTo>
                  <a:pt x="1497388" y="2270670"/>
                  <a:pt x="1557627" y="2480279"/>
                  <a:pt x="1678107" y="2616741"/>
                </a:cubicBezTo>
                <a:cubicBezTo>
                  <a:pt x="1798586" y="2753202"/>
                  <a:pt x="1957177" y="2821433"/>
                  <a:pt x="2153878" y="2821433"/>
                </a:cubicBezTo>
                <a:cubicBezTo>
                  <a:pt x="2340744" y="2821433"/>
                  <a:pt x="2497490" y="2750744"/>
                  <a:pt x="2624116" y="2609365"/>
                </a:cubicBezTo>
                <a:cubicBezTo>
                  <a:pt x="2750743" y="2467985"/>
                  <a:pt x="2814056" y="2254688"/>
                  <a:pt x="2814056" y="1969471"/>
                </a:cubicBezTo>
                <a:cubicBezTo>
                  <a:pt x="2814056" y="1684255"/>
                  <a:pt x="2747669" y="1466039"/>
                  <a:pt x="2614896" y="1314825"/>
                </a:cubicBezTo>
                <a:cubicBezTo>
                  <a:pt x="2482123" y="1163611"/>
                  <a:pt x="2319844" y="1088004"/>
                  <a:pt x="2128061" y="1088004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050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40EBDD-275A-1F73-B3AB-84C7F6812699}"/>
              </a:ext>
            </a:extLst>
          </p:cNvPr>
          <p:cNvSpPr txBox="1"/>
          <p:nvPr/>
        </p:nvSpPr>
        <p:spPr>
          <a:xfrm>
            <a:off x="2782323" y="1374698"/>
            <a:ext cx="4141789" cy="5406823"/>
          </a:xfrm>
          <a:custGeom>
            <a:avLst/>
            <a:gdLst/>
            <a:ahLst/>
            <a:cxnLst/>
            <a:rect l="l" t="t" r="r" b="b"/>
            <a:pathLst>
              <a:path w="4141789" h="5406823">
                <a:moveTo>
                  <a:pt x="0" y="0"/>
                </a:moveTo>
                <a:lnTo>
                  <a:pt x="1501076" y="0"/>
                </a:lnTo>
                <a:lnTo>
                  <a:pt x="1501076" y="1991599"/>
                </a:lnTo>
                <a:cubicBezTo>
                  <a:pt x="1705154" y="1780145"/>
                  <a:pt x="1908002" y="1628931"/>
                  <a:pt x="2109620" y="1537957"/>
                </a:cubicBezTo>
                <a:cubicBezTo>
                  <a:pt x="2311239" y="1446983"/>
                  <a:pt x="2549739" y="1401495"/>
                  <a:pt x="2825121" y="1401495"/>
                </a:cubicBezTo>
                <a:cubicBezTo>
                  <a:pt x="3233276" y="1401495"/>
                  <a:pt x="3554759" y="1525663"/>
                  <a:pt x="3789571" y="1773998"/>
                </a:cubicBezTo>
                <a:cubicBezTo>
                  <a:pt x="4024383" y="2022333"/>
                  <a:pt x="4141789" y="2403442"/>
                  <a:pt x="4141789" y="2917324"/>
                </a:cubicBezTo>
                <a:lnTo>
                  <a:pt x="4141789" y="5406823"/>
                </a:lnTo>
                <a:lnTo>
                  <a:pt x="2633337" y="5406823"/>
                </a:lnTo>
                <a:lnTo>
                  <a:pt x="2633337" y="3252945"/>
                </a:lnTo>
                <a:cubicBezTo>
                  <a:pt x="2633337" y="3007069"/>
                  <a:pt x="2587850" y="2833111"/>
                  <a:pt x="2496876" y="2731073"/>
                </a:cubicBezTo>
                <a:cubicBezTo>
                  <a:pt x="2405901" y="2629034"/>
                  <a:pt x="2278046" y="2578014"/>
                  <a:pt x="2113309" y="2578014"/>
                </a:cubicBezTo>
                <a:cubicBezTo>
                  <a:pt x="1931360" y="2578014"/>
                  <a:pt x="1783834" y="2646860"/>
                  <a:pt x="1670731" y="2784551"/>
                </a:cubicBezTo>
                <a:cubicBezTo>
                  <a:pt x="1557628" y="2922241"/>
                  <a:pt x="1501076" y="3169347"/>
                  <a:pt x="1501076" y="3525868"/>
                </a:cubicBezTo>
                <a:lnTo>
                  <a:pt x="1501076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B6015-59DF-CFAD-8A74-7A93445C2FF2}"/>
              </a:ext>
            </a:extLst>
          </p:cNvPr>
          <p:cNvSpPr txBox="1"/>
          <p:nvPr/>
        </p:nvSpPr>
        <p:spPr>
          <a:xfrm>
            <a:off x="2885193" y="1374698"/>
            <a:ext cx="4141789" cy="5406823"/>
          </a:xfrm>
          <a:custGeom>
            <a:avLst/>
            <a:gdLst/>
            <a:ahLst/>
            <a:cxnLst/>
            <a:rect l="l" t="t" r="r" b="b"/>
            <a:pathLst>
              <a:path w="4141789" h="5406823">
                <a:moveTo>
                  <a:pt x="0" y="0"/>
                </a:moveTo>
                <a:lnTo>
                  <a:pt x="1501076" y="0"/>
                </a:lnTo>
                <a:lnTo>
                  <a:pt x="1501076" y="1991599"/>
                </a:lnTo>
                <a:cubicBezTo>
                  <a:pt x="1705154" y="1780145"/>
                  <a:pt x="1908002" y="1628931"/>
                  <a:pt x="2109620" y="1537957"/>
                </a:cubicBezTo>
                <a:cubicBezTo>
                  <a:pt x="2311239" y="1446983"/>
                  <a:pt x="2549739" y="1401495"/>
                  <a:pt x="2825121" y="1401495"/>
                </a:cubicBezTo>
                <a:cubicBezTo>
                  <a:pt x="3233276" y="1401495"/>
                  <a:pt x="3554759" y="1525663"/>
                  <a:pt x="3789571" y="1773998"/>
                </a:cubicBezTo>
                <a:cubicBezTo>
                  <a:pt x="4024383" y="2022333"/>
                  <a:pt x="4141789" y="2403442"/>
                  <a:pt x="4141789" y="2917324"/>
                </a:cubicBezTo>
                <a:lnTo>
                  <a:pt x="4141789" y="5406823"/>
                </a:lnTo>
                <a:lnTo>
                  <a:pt x="2633337" y="5406823"/>
                </a:lnTo>
                <a:lnTo>
                  <a:pt x="2633337" y="3252945"/>
                </a:lnTo>
                <a:cubicBezTo>
                  <a:pt x="2633337" y="3007069"/>
                  <a:pt x="2587850" y="2833111"/>
                  <a:pt x="2496876" y="2731073"/>
                </a:cubicBezTo>
                <a:cubicBezTo>
                  <a:pt x="2405901" y="2629034"/>
                  <a:pt x="2278046" y="2578014"/>
                  <a:pt x="2113309" y="2578014"/>
                </a:cubicBezTo>
                <a:cubicBezTo>
                  <a:pt x="1931360" y="2578014"/>
                  <a:pt x="1783834" y="2646860"/>
                  <a:pt x="1670731" y="2784551"/>
                </a:cubicBezTo>
                <a:cubicBezTo>
                  <a:pt x="1557628" y="2922241"/>
                  <a:pt x="1501076" y="3169347"/>
                  <a:pt x="1501076" y="3525868"/>
                </a:cubicBezTo>
                <a:lnTo>
                  <a:pt x="1501076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000" t="-15000" r="-45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758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14351A5-6C65-3B98-ADD2-E57EC3BECB95}"/>
              </a:ext>
            </a:extLst>
          </p:cNvPr>
          <p:cNvGrpSpPr/>
          <p:nvPr/>
        </p:nvGrpSpPr>
        <p:grpSpPr>
          <a:xfrm>
            <a:off x="4121615" y="1374697"/>
            <a:ext cx="1501076" cy="5406823"/>
            <a:chOff x="4197815" y="1374697"/>
            <a:chExt cx="1501076" cy="5406823"/>
          </a:xfrm>
          <a:solidFill>
            <a:schemeClr val="tx1"/>
          </a:solidFill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998FE7-281A-1115-F957-DF973B99CC63}"/>
                </a:ext>
              </a:extLst>
            </p:cNvPr>
            <p:cNvSpPr txBox="1"/>
            <p:nvPr/>
          </p:nvSpPr>
          <p:spPr>
            <a:xfrm>
              <a:off x="4197815" y="1374697"/>
              <a:ext cx="1501076" cy="1021616"/>
            </a:xfrm>
            <a:custGeom>
              <a:avLst/>
              <a:gdLst/>
              <a:ahLst/>
              <a:cxnLst/>
              <a:rect l="l" t="t" r="r" b="b"/>
              <a:pathLst>
                <a:path w="1501076" h="1021616">
                  <a:moveTo>
                    <a:pt x="0" y="0"/>
                  </a:moveTo>
                  <a:lnTo>
                    <a:pt x="1501076" y="0"/>
                  </a:lnTo>
                  <a:lnTo>
                    <a:pt x="1501076" y="1021616"/>
                  </a:lnTo>
                  <a:lnTo>
                    <a:pt x="0" y="10216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B726C8-248F-E12F-2B92-10B14915F2E3}"/>
                </a:ext>
              </a:extLst>
            </p:cNvPr>
            <p:cNvSpPr txBox="1"/>
            <p:nvPr/>
          </p:nvSpPr>
          <p:spPr>
            <a:xfrm>
              <a:off x="4197815" y="2864708"/>
              <a:ext cx="1501076" cy="3916812"/>
            </a:xfrm>
            <a:custGeom>
              <a:avLst/>
              <a:gdLst/>
              <a:ahLst/>
              <a:cxnLst/>
              <a:rect l="l" t="t" r="r" b="b"/>
              <a:pathLst>
                <a:path w="1501076" h="3916812">
                  <a:moveTo>
                    <a:pt x="0" y="0"/>
                  </a:moveTo>
                  <a:lnTo>
                    <a:pt x="1501076" y="0"/>
                  </a:lnTo>
                  <a:lnTo>
                    <a:pt x="1501076" y="3916812"/>
                  </a:lnTo>
                  <a:lnTo>
                    <a:pt x="0" y="39168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B6FF1B5-B76E-5A9E-5FD7-3929044414CD}"/>
              </a:ext>
            </a:extLst>
          </p:cNvPr>
          <p:cNvGrpSpPr/>
          <p:nvPr/>
        </p:nvGrpSpPr>
        <p:grpSpPr>
          <a:xfrm>
            <a:off x="4197815" y="1374697"/>
            <a:ext cx="1501076" cy="5406823"/>
            <a:chOff x="4197815" y="1374697"/>
            <a:chExt cx="1501076" cy="54068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93000" t="-15000" r="-93000" b="-17000"/>
            </a:stretch>
          </a:blipFill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D3055C-41C1-81F3-37FC-9C7E6835D69A}"/>
                </a:ext>
              </a:extLst>
            </p:cNvPr>
            <p:cNvSpPr txBox="1"/>
            <p:nvPr/>
          </p:nvSpPr>
          <p:spPr>
            <a:xfrm>
              <a:off x="4197815" y="1374697"/>
              <a:ext cx="1501076" cy="1021616"/>
            </a:xfrm>
            <a:custGeom>
              <a:avLst/>
              <a:gdLst/>
              <a:ahLst/>
              <a:cxnLst/>
              <a:rect l="l" t="t" r="r" b="b"/>
              <a:pathLst>
                <a:path w="1501076" h="1021616">
                  <a:moveTo>
                    <a:pt x="0" y="0"/>
                  </a:moveTo>
                  <a:lnTo>
                    <a:pt x="1501076" y="0"/>
                  </a:lnTo>
                  <a:lnTo>
                    <a:pt x="1501076" y="1021616"/>
                  </a:lnTo>
                  <a:lnTo>
                    <a:pt x="0" y="10216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rgbClr val="FD8FAA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8094D5E-23CA-BB75-8DF5-5773F140A3C7}"/>
                </a:ext>
              </a:extLst>
            </p:cNvPr>
            <p:cNvSpPr txBox="1"/>
            <p:nvPr/>
          </p:nvSpPr>
          <p:spPr>
            <a:xfrm>
              <a:off x="4197815" y="2864708"/>
              <a:ext cx="1501076" cy="3916812"/>
            </a:xfrm>
            <a:custGeom>
              <a:avLst/>
              <a:gdLst/>
              <a:ahLst/>
              <a:cxnLst/>
              <a:rect l="l" t="t" r="r" b="b"/>
              <a:pathLst>
                <a:path w="1501076" h="3916812">
                  <a:moveTo>
                    <a:pt x="0" y="0"/>
                  </a:moveTo>
                  <a:lnTo>
                    <a:pt x="1501076" y="0"/>
                  </a:lnTo>
                  <a:lnTo>
                    <a:pt x="1501076" y="3916812"/>
                  </a:lnTo>
                  <a:lnTo>
                    <a:pt x="0" y="39168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rgbClr val="FD8FAA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17667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445809-9333-77E7-A62D-C96B9D93B503}"/>
              </a:ext>
            </a:extLst>
          </p:cNvPr>
          <p:cNvGrpSpPr/>
          <p:nvPr/>
        </p:nvGrpSpPr>
        <p:grpSpPr>
          <a:xfrm>
            <a:off x="3247464" y="239687"/>
            <a:ext cx="2386231" cy="6996414"/>
            <a:chOff x="3320036" y="239687"/>
            <a:chExt cx="2386231" cy="6996414"/>
          </a:xfrm>
          <a:solidFill>
            <a:schemeClr val="tx1"/>
          </a:solidFill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85551A-5E6F-E74C-1B13-1270425D3914}"/>
                </a:ext>
              </a:extLst>
            </p:cNvPr>
            <p:cNvSpPr txBox="1"/>
            <p:nvPr/>
          </p:nvSpPr>
          <p:spPr>
            <a:xfrm>
              <a:off x="4201504" y="239687"/>
              <a:ext cx="1504763" cy="1032681"/>
            </a:xfrm>
            <a:custGeom>
              <a:avLst/>
              <a:gdLst/>
              <a:ahLst/>
              <a:cxnLst/>
              <a:rect l="l" t="t" r="r" b="b"/>
              <a:pathLst>
                <a:path w="1504763" h="1032681">
                  <a:moveTo>
                    <a:pt x="0" y="0"/>
                  </a:moveTo>
                  <a:lnTo>
                    <a:pt x="1504763" y="0"/>
                  </a:lnTo>
                  <a:lnTo>
                    <a:pt x="1504763" y="1032681"/>
                  </a:lnTo>
                  <a:lnTo>
                    <a:pt x="0" y="10326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0B1566-96D8-7B02-6A51-44282BF37E2F}"/>
                </a:ext>
              </a:extLst>
            </p:cNvPr>
            <p:cNvSpPr txBox="1"/>
            <p:nvPr/>
          </p:nvSpPr>
          <p:spPr>
            <a:xfrm>
              <a:off x="3320036" y="1729698"/>
              <a:ext cx="2386231" cy="5506403"/>
            </a:xfrm>
            <a:custGeom>
              <a:avLst/>
              <a:gdLst/>
              <a:ahLst/>
              <a:cxnLst/>
              <a:rect l="l" t="t" r="r" b="b"/>
              <a:pathLst>
                <a:path w="2386231" h="5506403">
                  <a:moveTo>
                    <a:pt x="881468" y="0"/>
                  </a:moveTo>
                  <a:lnTo>
                    <a:pt x="2386231" y="0"/>
                  </a:lnTo>
                  <a:lnTo>
                    <a:pt x="2386231" y="3798791"/>
                  </a:lnTo>
                  <a:cubicBezTo>
                    <a:pt x="2386231" y="4283168"/>
                    <a:pt x="2351194" y="4626166"/>
                    <a:pt x="2281119" y="4827784"/>
                  </a:cubicBezTo>
                  <a:cubicBezTo>
                    <a:pt x="2211044" y="5029403"/>
                    <a:pt x="2081345" y="5192911"/>
                    <a:pt x="1892020" y="5318308"/>
                  </a:cubicBezTo>
                  <a:cubicBezTo>
                    <a:pt x="1702695" y="5443705"/>
                    <a:pt x="1432231" y="5506403"/>
                    <a:pt x="1080628" y="5506403"/>
                  </a:cubicBezTo>
                  <a:cubicBezTo>
                    <a:pt x="790493" y="5506403"/>
                    <a:pt x="430284" y="5463375"/>
                    <a:pt x="0" y="5377318"/>
                  </a:cubicBezTo>
                  <a:lnTo>
                    <a:pt x="224977" y="4285627"/>
                  </a:lnTo>
                  <a:cubicBezTo>
                    <a:pt x="345457" y="4310215"/>
                    <a:pt x="433973" y="4322508"/>
                    <a:pt x="490524" y="4322508"/>
                  </a:cubicBezTo>
                  <a:cubicBezTo>
                    <a:pt x="618380" y="4322508"/>
                    <a:pt x="715501" y="4278866"/>
                    <a:pt x="781888" y="4191579"/>
                  </a:cubicBezTo>
                  <a:cubicBezTo>
                    <a:pt x="848274" y="4104293"/>
                    <a:pt x="881468" y="3930336"/>
                    <a:pt x="881468" y="3669706"/>
                  </a:cubicBezTo>
                  <a:lnTo>
                    <a:pt x="881468" y="0"/>
                  </a:ln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2091366-2E26-ED24-E2D7-200156DC6722}"/>
              </a:ext>
            </a:extLst>
          </p:cNvPr>
          <p:cNvGrpSpPr/>
          <p:nvPr/>
        </p:nvGrpSpPr>
        <p:grpSpPr>
          <a:xfrm>
            <a:off x="3320036" y="239687"/>
            <a:ext cx="2386231" cy="6996414"/>
            <a:chOff x="3320036" y="239687"/>
            <a:chExt cx="2386231" cy="6996414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102000" t="-15000" r="-93000" b="-17000"/>
            </a:stretch>
          </a:blipFill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4B4F1A2-8C94-9A2B-2CC9-5A3C3DC89AE3}"/>
                </a:ext>
              </a:extLst>
            </p:cNvPr>
            <p:cNvSpPr txBox="1"/>
            <p:nvPr/>
          </p:nvSpPr>
          <p:spPr>
            <a:xfrm>
              <a:off x="4201504" y="239687"/>
              <a:ext cx="1504763" cy="1032681"/>
            </a:xfrm>
            <a:custGeom>
              <a:avLst/>
              <a:gdLst/>
              <a:ahLst/>
              <a:cxnLst/>
              <a:rect l="l" t="t" r="r" b="b"/>
              <a:pathLst>
                <a:path w="1504763" h="1032681">
                  <a:moveTo>
                    <a:pt x="0" y="0"/>
                  </a:moveTo>
                  <a:lnTo>
                    <a:pt x="1504763" y="0"/>
                  </a:lnTo>
                  <a:lnTo>
                    <a:pt x="1504763" y="1032681"/>
                  </a:lnTo>
                  <a:lnTo>
                    <a:pt x="0" y="10326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>
              <a:solidFill>
                <a:srgbClr val="FD8FAA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73F8542-AC2C-3571-4A28-461190E89659}"/>
                </a:ext>
              </a:extLst>
            </p:cNvPr>
            <p:cNvSpPr txBox="1"/>
            <p:nvPr/>
          </p:nvSpPr>
          <p:spPr>
            <a:xfrm>
              <a:off x="3320036" y="1729698"/>
              <a:ext cx="2386231" cy="5506403"/>
            </a:xfrm>
            <a:custGeom>
              <a:avLst/>
              <a:gdLst/>
              <a:ahLst/>
              <a:cxnLst/>
              <a:rect l="l" t="t" r="r" b="b"/>
              <a:pathLst>
                <a:path w="2386231" h="5506403">
                  <a:moveTo>
                    <a:pt x="881468" y="0"/>
                  </a:moveTo>
                  <a:lnTo>
                    <a:pt x="2386231" y="0"/>
                  </a:lnTo>
                  <a:lnTo>
                    <a:pt x="2386231" y="3798791"/>
                  </a:lnTo>
                  <a:cubicBezTo>
                    <a:pt x="2386231" y="4283168"/>
                    <a:pt x="2351194" y="4626166"/>
                    <a:pt x="2281119" y="4827784"/>
                  </a:cubicBezTo>
                  <a:cubicBezTo>
                    <a:pt x="2211044" y="5029403"/>
                    <a:pt x="2081345" y="5192911"/>
                    <a:pt x="1892020" y="5318308"/>
                  </a:cubicBezTo>
                  <a:cubicBezTo>
                    <a:pt x="1702695" y="5443705"/>
                    <a:pt x="1432231" y="5506403"/>
                    <a:pt x="1080628" y="5506403"/>
                  </a:cubicBezTo>
                  <a:cubicBezTo>
                    <a:pt x="790493" y="5506403"/>
                    <a:pt x="430284" y="5463375"/>
                    <a:pt x="0" y="5377318"/>
                  </a:cubicBezTo>
                  <a:lnTo>
                    <a:pt x="224977" y="4285627"/>
                  </a:lnTo>
                  <a:cubicBezTo>
                    <a:pt x="345457" y="4310215"/>
                    <a:pt x="433973" y="4322508"/>
                    <a:pt x="490524" y="4322508"/>
                  </a:cubicBezTo>
                  <a:cubicBezTo>
                    <a:pt x="618380" y="4322508"/>
                    <a:pt x="715501" y="4278866"/>
                    <a:pt x="781888" y="4191579"/>
                  </a:cubicBezTo>
                  <a:cubicBezTo>
                    <a:pt x="848274" y="4104293"/>
                    <a:pt x="881468" y="3930336"/>
                    <a:pt x="881468" y="3669706"/>
                  </a:cubicBezTo>
                  <a:lnTo>
                    <a:pt x="881468" y="0"/>
                  </a:lnTo>
                  <a:close/>
                </a:path>
              </a:pathLst>
            </a:custGeom>
            <a:grpFill/>
            <a:ln w="76200">
              <a:solidFill>
                <a:srgbClr val="FD8FAA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59500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72633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2FA7DC-AB67-4DF6-0562-359E2707C144}"/>
              </a:ext>
            </a:extLst>
          </p:cNvPr>
          <p:cNvSpPr txBox="1"/>
          <p:nvPr/>
        </p:nvSpPr>
        <p:spPr>
          <a:xfrm>
            <a:off x="2805596" y="1374698"/>
            <a:ext cx="4584367" cy="5406823"/>
          </a:xfrm>
          <a:custGeom>
            <a:avLst/>
            <a:gdLst/>
            <a:ahLst/>
            <a:cxnLst/>
            <a:rect l="l" t="t" r="r" b="b"/>
            <a:pathLst>
              <a:path w="4584367" h="5406823">
                <a:moveTo>
                  <a:pt x="0" y="0"/>
                </a:moveTo>
                <a:lnTo>
                  <a:pt x="1534269" y="0"/>
                </a:lnTo>
                <a:lnTo>
                  <a:pt x="1534269" y="2790890"/>
                </a:lnTo>
                <a:lnTo>
                  <a:pt x="2655466" y="1490011"/>
                </a:lnTo>
                <a:lnTo>
                  <a:pt x="4503228" y="1490011"/>
                </a:lnTo>
                <a:lnTo>
                  <a:pt x="3098101" y="2862059"/>
                </a:lnTo>
                <a:lnTo>
                  <a:pt x="4584367" y="5406823"/>
                </a:lnTo>
                <a:lnTo>
                  <a:pt x="2893064" y="5406823"/>
                </a:lnTo>
                <a:lnTo>
                  <a:pt x="2099766" y="3836710"/>
                </a:lnTo>
                <a:lnTo>
                  <a:pt x="1534269" y="4388895"/>
                </a:lnTo>
                <a:lnTo>
                  <a:pt x="1534269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80767-37F3-5F86-A8C2-00041BC7E839}"/>
              </a:ext>
            </a:extLst>
          </p:cNvPr>
          <p:cNvSpPr txBox="1"/>
          <p:nvPr/>
        </p:nvSpPr>
        <p:spPr>
          <a:xfrm>
            <a:off x="2885193" y="1374698"/>
            <a:ext cx="4584367" cy="5406823"/>
          </a:xfrm>
          <a:custGeom>
            <a:avLst/>
            <a:gdLst/>
            <a:ahLst/>
            <a:cxnLst/>
            <a:rect l="l" t="t" r="r" b="b"/>
            <a:pathLst>
              <a:path w="4584367" h="5406823">
                <a:moveTo>
                  <a:pt x="0" y="0"/>
                </a:moveTo>
                <a:lnTo>
                  <a:pt x="1534269" y="0"/>
                </a:lnTo>
                <a:lnTo>
                  <a:pt x="1534269" y="2790890"/>
                </a:lnTo>
                <a:lnTo>
                  <a:pt x="2655466" y="1490011"/>
                </a:lnTo>
                <a:lnTo>
                  <a:pt x="4503228" y="1490011"/>
                </a:lnTo>
                <a:lnTo>
                  <a:pt x="3098101" y="2862059"/>
                </a:lnTo>
                <a:lnTo>
                  <a:pt x="4584367" y="5406823"/>
                </a:lnTo>
                <a:lnTo>
                  <a:pt x="2893064" y="5406823"/>
                </a:lnTo>
                <a:lnTo>
                  <a:pt x="2099766" y="3836710"/>
                </a:lnTo>
                <a:lnTo>
                  <a:pt x="1534269" y="4388895"/>
                </a:lnTo>
                <a:lnTo>
                  <a:pt x="1534269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7000" t="-15000" r="-7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554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B35C9A-D55B-41DB-2DEA-0876F0FBDC33}"/>
              </a:ext>
            </a:extLst>
          </p:cNvPr>
          <p:cNvSpPr txBox="1"/>
          <p:nvPr/>
        </p:nvSpPr>
        <p:spPr>
          <a:xfrm>
            <a:off x="4111577" y="1374698"/>
            <a:ext cx="1504764" cy="5406823"/>
          </a:xfrm>
          <a:custGeom>
            <a:avLst/>
            <a:gdLst/>
            <a:ahLst/>
            <a:cxnLst/>
            <a:rect l="l" t="t" r="r" b="b"/>
            <a:pathLst>
              <a:path w="1504764" h="5406823">
                <a:moveTo>
                  <a:pt x="0" y="0"/>
                </a:moveTo>
                <a:lnTo>
                  <a:pt x="1504764" y="0"/>
                </a:lnTo>
                <a:lnTo>
                  <a:pt x="1504764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A1ED6-A51A-26BE-D248-849FB2CA44D1}"/>
              </a:ext>
            </a:extLst>
          </p:cNvPr>
          <p:cNvSpPr txBox="1"/>
          <p:nvPr/>
        </p:nvSpPr>
        <p:spPr>
          <a:xfrm>
            <a:off x="4194127" y="1374698"/>
            <a:ext cx="1504764" cy="5406823"/>
          </a:xfrm>
          <a:custGeom>
            <a:avLst/>
            <a:gdLst/>
            <a:ahLst/>
            <a:cxnLst/>
            <a:rect l="l" t="t" r="r" b="b"/>
            <a:pathLst>
              <a:path w="1504764" h="5406823">
                <a:moveTo>
                  <a:pt x="0" y="0"/>
                </a:moveTo>
                <a:lnTo>
                  <a:pt x="1504764" y="0"/>
                </a:lnTo>
                <a:lnTo>
                  <a:pt x="1504764" y="5406823"/>
                </a:lnTo>
                <a:lnTo>
                  <a:pt x="0" y="540682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130000" t="-15000" r="-140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875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1BC1CA-4C67-29E5-4525-9395C3B418C2}"/>
              </a:ext>
            </a:extLst>
          </p:cNvPr>
          <p:cNvSpPr txBox="1"/>
          <p:nvPr/>
        </p:nvSpPr>
        <p:spPr>
          <a:xfrm>
            <a:off x="1553264" y="2776192"/>
            <a:ext cx="6646041" cy="4005328"/>
          </a:xfrm>
          <a:custGeom>
            <a:avLst/>
            <a:gdLst/>
            <a:ahLst/>
            <a:cxnLst/>
            <a:rect l="l" t="t" r="r" b="b"/>
            <a:pathLst>
              <a:path w="6646041" h="4005328">
                <a:moveTo>
                  <a:pt x="2757005" y="0"/>
                </a:moveTo>
                <a:cubicBezTo>
                  <a:pt x="3069729" y="0"/>
                  <a:pt x="3317200" y="55323"/>
                  <a:pt x="3499418" y="165967"/>
                </a:cubicBezTo>
                <a:cubicBezTo>
                  <a:pt x="3681636" y="276611"/>
                  <a:pt x="3830602" y="441349"/>
                  <a:pt x="3946318" y="660179"/>
                </a:cubicBezTo>
                <a:cubicBezTo>
                  <a:pt x="4182052" y="404467"/>
                  <a:pt x="4396905" y="230510"/>
                  <a:pt x="4590879" y="138306"/>
                </a:cubicBezTo>
                <a:cubicBezTo>
                  <a:pt x="4784853" y="46102"/>
                  <a:pt x="5024255" y="0"/>
                  <a:pt x="5309088" y="0"/>
                </a:cubicBezTo>
                <a:cubicBezTo>
                  <a:pt x="5728961" y="0"/>
                  <a:pt x="6056754" y="124783"/>
                  <a:pt x="6292469" y="374347"/>
                </a:cubicBezTo>
                <a:cubicBezTo>
                  <a:pt x="6528184" y="623912"/>
                  <a:pt x="6646041" y="1014241"/>
                  <a:pt x="6646041" y="1545334"/>
                </a:cubicBezTo>
                <a:lnTo>
                  <a:pt x="6646041" y="4005328"/>
                </a:lnTo>
                <a:lnTo>
                  <a:pt x="5141277" y="4005328"/>
                </a:lnTo>
                <a:lnTo>
                  <a:pt x="5141277" y="1773999"/>
                </a:lnTo>
                <a:cubicBezTo>
                  <a:pt x="5141277" y="1596968"/>
                  <a:pt x="5106970" y="1465424"/>
                  <a:pt x="5038355" y="1379367"/>
                </a:cubicBezTo>
                <a:cubicBezTo>
                  <a:pt x="4937892" y="1244135"/>
                  <a:pt x="4812936" y="1176519"/>
                  <a:pt x="4663490" y="1176519"/>
                </a:cubicBezTo>
                <a:cubicBezTo>
                  <a:pt x="4487073" y="1176519"/>
                  <a:pt x="4344954" y="1240447"/>
                  <a:pt x="4237134" y="1368303"/>
                </a:cubicBezTo>
                <a:cubicBezTo>
                  <a:pt x="4129313" y="1496159"/>
                  <a:pt x="4075403" y="1701466"/>
                  <a:pt x="4075403" y="1984224"/>
                </a:cubicBezTo>
                <a:lnTo>
                  <a:pt x="4075403" y="4005328"/>
                </a:lnTo>
                <a:lnTo>
                  <a:pt x="2570638" y="4005328"/>
                </a:lnTo>
                <a:lnTo>
                  <a:pt x="2570638" y="1847762"/>
                </a:lnTo>
                <a:cubicBezTo>
                  <a:pt x="2570638" y="1675649"/>
                  <a:pt x="2560765" y="1558857"/>
                  <a:pt x="2541018" y="1497388"/>
                </a:cubicBezTo>
                <a:cubicBezTo>
                  <a:pt x="2508939" y="1399038"/>
                  <a:pt x="2453425" y="1319742"/>
                  <a:pt x="2374475" y="1259503"/>
                </a:cubicBezTo>
                <a:cubicBezTo>
                  <a:pt x="2295526" y="1199263"/>
                  <a:pt x="2203015" y="1169143"/>
                  <a:pt x="2096942" y="1169143"/>
                </a:cubicBezTo>
                <a:cubicBezTo>
                  <a:pt x="1924214" y="1169143"/>
                  <a:pt x="1782336" y="1234300"/>
                  <a:pt x="1671307" y="1364615"/>
                </a:cubicBezTo>
                <a:cubicBezTo>
                  <a:pt x="1560278" y="1494929"/>
                  <a:pt x="1504764" y="1708842"/>
                  <a:pt x="1504764" y="2006352"/>
                </a:cubicBezTo>
                <a:lnTo>
                  <a:pt x="1504764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401496" y="88516"/>
                </a:lnTo>
                <a:lnTo>
                  <a:pt x="1401496" y="660179"/>
                </a:lnTo>
                <a:cubicBezTo>
                  <a:pt x="1603422" y="421678"/>
                  <a:pt x="1807182" y="252024"/>
                  <a:pt x="2012777" y="151214"/>
                </a:cubicBezTo>
                <a:cubicBezTo>
                  <a:pt x="2218372" y="50405"/>
                  <a:pt x="2466448" y="0"/>
                  <a:pt x="2757005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0EAE8-9D87-61DD-E040-73076A2EE7C8}"/>
              </a:ext>
            </a:extLst>
          </p:cNvPr>
          <p:cNvSpPr txBox="1"/>
          <p:nvPr/>
        </p:nvSpPr>
        <p:spPr>
          <a:xfrm>
            <a:off x="1638989" y="2776192"/>
            <a:ext cx="6646041" cy="4005328"/>
          </a:xfrm>
          <a:custGeom>
            <a:avLst/>
            <a:gdLst/>
            <a:ahLst/>
            <a:cxnLst/>
            <a:rect l="l" t="t" r="r" b="b"/>
            <a:pathLst>
              <a:path w="6646041" h="4005328">
                <a:moveTo>
                  <a:pt x="2757005" y="0"/>
                </a:moveTo>
                <a:cubicBezTo>
                  <a:pt x="3069729" y="0"/>
                  <a:pt x="3317200" y="55323"/>
                  <a:pt x="3499418" y="165967"/>
                </a:cubicBezTo>
                <a:cubicBezTo>
                  <a:pt x="3681636" y="276611"/>
                  <a:pt x="3830602" y="441349"/>
                  <a:pt x="3946318" y="660179"/>
                </a:cubicBezTo>
                <a:cubicBezTo>
                  <a:pt x="4182052" y="404467"/>
                  <a:pt x="4396905" y="230510"/>
                  <a:pt x="4590879" y="138306"/>
                </a:cubicBezTo>
                <a:cubicBezTo>
                  <a:pt x="4784853" y="46102"/>
                  <a:pt x="5024255" y="0"/>
                  <a:pt x="5309088" y="0"/>
                </a:cubicBezTo>
                <a:cubicBezTo>
                  <a:pt x="5728961" y="0"/>
                  <a:pt x="6056754" y="124783"/>
                  <a:pt x="6292469" y="374347"/>
                </a:cubicBezTo>
                <a:cubicBezTo>
                  <a:pt x="6528184" y="623912"/>
                  <a:pt x="6646041" y="1014241"/>
                  <a:pt x="6646041" y="1545334"/>
                </a:cubicBezTo>
                <a:lnTo>
                  <a:pt x="6646041" y="4005328"/>
                </a:lnTo>
                <a:lnTo>
                  <a:pt x="5141277" y="4005328"/>
                </a:lnTo>
                <a:lnTo>
                  <a:pt x="5141277" y="1773999"/>
                </a:lnTo>
                <a:cubicBezTo>
                  <a:pt x="5141277" y="1596968"/>
                  <a:pt x="5106970" y="1465424"/>
                  <a:pt x="5038355" y="1379367"/>
                </a:cubicBezTo>
                <a:cubicBezTo>
                  <a:pt x="4937892" y="1244135"/>
                  <a:pt x="4812936" y="1176519"/>
                  <a:pt x="4663490" y="1176519"/>
                </a:cubicBezTo>
                <a:cubicBezTo>
                  <a:pt x="4487073" y="1176519"/>
                  <a:pt x="4344954" y="1240447"/>
                  <a:pt x="4237134" y="1368303"/>
                </a:cubicBezTo>
                <a:cubicBezTo>
                  <a:pt x="4129313" y="1496159"/>
                  <a:pt x="4075403" y="1701466"/>
                  <a:pt x="4075403" y="1984224"/>
                </a:cubicBezTo>
                <a:lnTo>
                  <a:pt x="4075403" y="4005328"/>
                </a:lnTo>
                <a:lnTo>
                  <a:pt x="2570638" y="4005328"/>
                </a:lnTo>
                <a:lnTo>
                  <a:pt x="2570638" y="1847762"/>
                </a:lnTo>
                <a:cubicBezTo>
                  <a:pt x="2570638" y="1675649"/>
                  <a:pt x="2560765" y="1558857"/>
                  <a:pt x="2541018" y="1497388"/>
                </a:cubicBezTo>
                <a:cubicBezTo>
                  <a:pt x="2508939" y="1399038"/>
                  <a:pt x="2453425" y="1319742"/>
                  <a:pt x="2374475" y="1259503"/>
                </a:cubicBezTo>
                <a:cubicBezTo>
                  <a:pt x="2295526" y="1199263"/>
                  <a:pt x="2203015" y="1169143"/>
                  <a:pt x="2096942" y="1169143"/>
                </a:cubicBezTo>
                <a:cubicBezTo>
                  <a:pt x="1924214" y="1169143"/>
                  <a:pt x="1782336" y="1234300"/>
                  <a:pt x="1671307" y="1364615"/>
                </a:cubicBezTo>
                <a:cubicBezTo>
                  <a:pt x="1560278" y="1494929"/>
                  <a:pt x="1504764" y="1708842"/>
                  <a:pt x="1504764" y="2006352"/>
                </a:cubicBezTo>
                <a:lnTo>
                  <a:pt x="1504764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401496" y="88516"/>
                </a:lnTo>
                <a:lnTo>
                  <a:pt x="1401496" y="660179"/>
                </a:lnTo>
                <a:cubicBezTo>
                  <a:pt x="1603422" y="421678"/>
                  <a:pt x="1807182" y="252024"/>
                  <a:pt x="2012777" y="151214"/>
                </a:cubicBezTo>
                <a:cubicBezTo>
                  <a:pt x="2218372" y="50405"/>
                  <a:pt x="2466448" y="0"/>
                  <a:pt x="2757005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15000" t="-15000" r="-19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3704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F44C9C-5859-EA3E-0F08-59F0C8ACA450}"/>
              </a:ext>
            </a:extLst>
          </p:cNvPr>
          <p:cNvSpPr txBox="1"/>
          <p:nvPr/>
        </p:nvSpPr>
        <p:spPr>
          <a:xfrm>
            <a:off x="2821693" y="2776192"/>
            <a:ext cx="4141789" cy="4005328"/>
          </a:xfrm>
          <a:custGeom>
            <a:avLst/>
            <a:gdLst/>
            <a:ahLst/>
            <a:cxnLst/>
            <a:rect l="l" t="t" r="r" b="b"/>
            <a:pathLst>
              <a:path w="4141789" h="4005328">
                <a:moveTo>
                  <a:pt x="2814056" y="0"/>
                </a:moveTo>
                <a:cubicBezTo>
                  <a:pt x="3229588" y="0"/>
                  <a:pt x="3554759" y="123553"/>
                  <a:pt x="3789571" y="370659"/>
                </a:cubicBezTo>
                <a:cubicBezTo>
                  <a:pt x="4024383" y="617765"/>
                  <a:pt x="4141789" y="999488"/>
                  <a:pt x="4141789" y="1515829"/>
                </a:cubicBezTo>
                <a:lnTo>
                  <a:pt x="4141789" y="4005328"/>
                </a:lnTo>
                <a:lnTo>
                  <a:pt x="2633337" y="4005328"/>
                </a:lnTo>
                <a:lnTo>
                  <a:pt x="2633337" y="1851450"/>
                </a:lnTo>
                <a:cubicBezTo>
                  <a:pt x="2633337" y="1605574"/>
                  <a:pt x="2587850" y="1431616"/>
                  <a:pt x="2496876" y="1329578"/>
                </a:cubicBezTo>
                <a:cubicBezTo>
                  <a:pt x="2405901" y="1227539"/>
                  <a:pt x="2278046" y="1176519"/>
                  <a:pt x="2113309" y="1176519"/>
                </a:cubicBezTo>
                <a:cubicBezTo>
                  <a:pt x="1931360" y="1176519"/>
                  <a:pt x="1783834" y="1245365"/>
                  <a:pt x="1670731" y="1383056"/>
                </a:cubicBezTo>
                <a:cubicBezTo>
                  <a:pt x="1557628" y="1520746"/>
                  <a:pt x="1501076" y="1767852"/>
                  <a:pt x="1501076" y="2124373"/>
                </a:cubicBezTo>
                <a:lnTo>
                  <a:pt x="1501076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397808" y="88516"/>
                </a:lnTo>
                <a:lnTo>
                  <a:pt x="1397808" y="726565"/>
                </a:lnTo>
                <a:cubicBezTo>
                  <a:pt x="1606803" y="465936"/>
                  <a:pt x="1818257" y="279685"/>
                  <a:pt x="2032169" y="167811"/>
                </a:cubicBezTo>
                <a:cubicBezTo>
                  <a:pt x="2246082" y="55937"/>
                  <a:pt x="2506711" y="0"/>
                  <a:pt x="2814056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DEDC8-13F0-D6C9-C0A8-984F48CA7E49}"/>
              </a:ext>
            </a:extLst>
          </p:cNvPr>
          <p:cNvSpPr txBox="1"/>
          <p:nvPr/>
        </p:nvSpPr>
        <p:spPr>
          <a:xfrm>
            <a:off x="2885193" y="2776192"/>
            <a:ext cx="4141789" cy="4005328"/>
          </a:xfrm>
          <a:custGeom>
            <a:avLst/>
            <a:gdLst/>
            <a:ahLst/>
            <a:cxnLst/>
            <a:rect l="l" t="t" r="r" b="b"/>
            <a:pathLst>
              <a:path w="4141789" h="4005328">
                <a:moveTo>
                  <a:pt x="2814056" y="0"/>
                </a:moveTo>
                <a:cubicBezTo>
                  <a:pt x="3229588" y="0"/>
                  <a:pt x="3554759" y="123553"/>
                  <a:pt x="3789571" y="370659"/>
                </a:cubicBezTo>
                <a:cubicBezTo>
                  <a:pt x="4024383" y="617765"/>
                  <a:pt x="4141789" y="999488"/>
                  <a:pt x="4141789" y="1515829"/>
                </a:cubicBezTo>
                <a:lnTo>
                  <a:pt x="4141789" y="4005328"/>
                </a:lnTo>
                <a:lnTo>
                  <a:pt x="2633337" y="4005328"/>
                </a:lnTo>
                <a:lnTo>
                  <a:pt x="2633337" y="1851450"/>
                </a:lnTo>
                <a:cubicBezTo>
                  <a:pt x="2633337" y="1605574"/>
                  <a:pt x="2587850" y="1431616"/>
                  <a:pt x="2496876" y="1329578"/>
                </a:cubicBezTo>
                <a:cubicBezTo>
                  <a:pt x="2405901" y="1227539"/>
                  <a:pt x="2278046" y="1176519"/>
                  <a:pt x="2113309" y="1176519"/>
                </a:cubicBezTo>
                <a:cubicBezTo>
                  <a:pt x="1931360" y="1176519"/>
                  <a:pt x="1783834" y="1245365"/>
                  <a:pt x="1670731" y="1383056"/>
                </a:cubicBezTo>
                <a:cubicBezTo>
                  <a:pt x="1557628" y="1520746"/>
                  <a:pt x="1501076" y="1767852"/>
                  <a:pt x="1501076" y="2124373"/>
                </a:cubicBezTo>
                <a:lnTo>
                  <a:pt x="1501076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397808" y="88516"/>
                </a:lnTo>
                <a:lnTo>
                  <a:pt x="1397808" y="726565"/>
                </a:lnTo>
                <a:cubicBezTo>
                  <a:pt x="1606803" y="465936"/>
                  <a:pt x="1818257" y="279685"/>
                  <a:pt x="2032169" y="167811"/>
                </a:cubicBezTo>
                <a:cubicBezTo>
                  <a:pt x="2246082" y="55937"/>
                  <a:pt x="2506711" y="0"/>
                  <a:pt x="2814056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3000" t="-15000" r="-54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9788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39F3CD-67A4-1491-1476-F8D4F42ADBF6}"/>
              </a:ext>
            </a:extLst>
          </p:cNvPr>
          <p:cNvSpPr txBox="1"/>
          <p:nvPr/>
        </p:nvSpPr>
        <p:spPr>
          <a:xfrm>
            <a:off x="2599186" y="2776192"/>
            <a:ext cx="4499539" cy="4093844"/>
          </a:xfrm>
          <a:custGeom>
            <a:avLst/>
            <a:gdLst/>
            <a:ahLst/>
            <a:cxnLst/>
            <a:rect l="l" t="t" r="r" b="b"/>
            <a:pathLst>
              <a:path w="4499539" h="4093844">
                <a:moveTo>
                  <a:pt x="2238705" y="0"/>
                </a:moveTo>
                <a:cubicBezTo>
                  <a:pt x="3023051" y="0"/>
                  <a:pt x="3615613" y="227436"/>
                  <a:pt x="4016392" y="682308"/>
                </a:cubicBezTo>
                <a:cubicBezTo>
                  <a:pt x="4338490" y="1048663"/>
                  <a:pt x="4499539" y="1499847"/>
                  <a:pt x="4499539" y="2035858"/>
                </a:cubicBezTo>
                <a:cubicBezTo>
                  <a:pt x="4499539" y="2638255"/>
                  <a:pt x="4299765" y="3131852"/>
                  <a:pt x="3900215" y="3516649"/>
                </a:cubicBezTo>
                <a:cubicBezTo>
                  <a:pt x="3500666" y="3901446"/>
                  <a:pt x="2948059" y="4093844"/>
                  <a:pt x="2242393" y="4093844"/>
                </a:cubicBezTo>
                <a:cubicBezTo>
                  <a:pt x="1612949" y="4093844"/>
                  <a:pt x="1103985" y="3934024"/>
                  <a:pt x="715500" y="3614385"/>
                </a:cubicBezTo>
                <a:cubicBezTo>
                  <a:pt x="238500" y="3218524"/>
                  <a:pt x="0" y="2699724"/>
                  <a:pt x="0" y="2057987"/>
                </a:cubicBezTo>
                <a:cubicBezTo>
                  <a:pt x="0" y="1460507"/>
                  <a:pt x="201619" y="968139"/>
                  <a:pt x="604856" y="580884"/>
                </a:cubicBezTo>
                <a:cubicBezTo>
                  <a:pt x="1008093" y="193628"/>
                  <a:pt x="1552710" y="0"/>
                  <a:pt x="2238705" y="0"/>
                </a:cubicBezTo>
                <a:close/>
                <a:moveTo>
                  <a:pt x="2260834" y="1032682"/>
                </a:moveTo>
                <a:cubicBezTo>
                  <a:pt x="2042004" y="1032682"/>
                  <a:pt x="1861285" y="1116894"/>
                  <a:pt x="1718676" y="1285320"/>
                </a:cubicBezTo>
                <a:cubicBezTo>
                  <a:pt x="1576068" y="1453745"/>
                  <a:pt x="1504764" y="1710072"/>
                  <a:pt x="1504764" y="2054298"/>
                </a:cubicBezTo>
                <a:cubicBezTo>
                  <a:pt x="1504764" y="2403443"/>
                  <a:pt x="1575453" y="2661613"/>
                  <a:pt x="1716832" y="2828809"/>
                </a:cubicBezTo>
                <a:cubicBezTo>
                  <a:pt x="1858211" y="2996005"/>
                  <a:pt x="2035857" y="3079603"/>
                  <a:pt x="2249770" y="3079603"/>
                </a:cubicBezTo>
                <a:cubicBezTo>
                  <a:pt x="2466141" y="3079603"/>
                  <a:pt x="2643787" y="2997234"/>
                  <a:pt x="2782707" y="2832497"/>
                </a:cubicBezTo>
                <a:cubicBezTo>
                  <a:pt x="2921627" y="2667760"/>
                  <a:pt x="2991087" y="2403443"/>
                  <a:pt x="2991087" y="2039546"/>
                </a:cubicBezTo>
                <a:cubicBezTo>
                  <a:pt x="2991087" y="1700236"/>
                  <a:pt x="2921012" y="1447598"/>
                  <a:pt x="2780863" y="1281632"/>
                </a:cubicBezTo>
                <a:cubicBezTo>
                  <a:pt x="2640713" y="1115665"/>
                  <a:pt x="2467370" y="1032682"/>
                  <a:pt x="2260834" y="1032682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63D18-2E28-CA35-FB58-085E4CEE6707}"/>
              </a:ext>
            </a:extLst>
          </p:cNvPr>
          <p:cNvSpPr txBox="1"/>
          <p:nvPr/>
        </p:nvSpPr>
        <p:spPr>
          <a:xfrm>
            <a:off x="2700786" y="2776192"/>
            <a:ext cx="4499539" cy="4093844"/>
          </a:xfrm>
          <a:custGeom>
            <a:avLst/>
            <a:gdLst/>
            <a:ahLst/>
            <a:cxnLst/>
            <a:rect l="l" t="t" r="r" b="b"/>
            <a:pathLst>
              <a:path w="4499539" h="4093844">
                <a:moveTo>
                  <a:pt x="2238705" y="0"/>
                </a:moveTo>
                <a:cubicBezTo>
                  <a:pt x="3023051" y="0"/>
                  <a:pt x="3615613" y="227436"/>
                  <a:pt x="4016392" y="682308"/>
                </a:cubicBezTo>
                <a:cubicBezTo>
                  <a:pt x="4338490" y="1048663"/>
                  <a:pt x="4499539" y="1499847"/>
                  <a:pt x="4499539" y="2035858"/>
                </a:cubicBezTo>
                <a:cubicBezTo>
                  <a:pt x="4499539" y="2638255"/>
                  <a:pt x="4299765" y="3131852"/>
                  <a:pt x="3900215" y="3516649"/>
                </a:cubicBezTo>
                <a:cubicBezTo>
                  <a:pt x="3500666" y="3901446"/>
                  <a:pt x="2948059" y="4093844"/>
                  <a:pt x="2242393" y="4093844"/>
                </a:cubicBezTo>
                <a:cubicBezTo>
                  <a:pt x="1612949" y="4093844"/>
                  <a:pt x="1103985" y="3934024"/>
                  <a:pt x="715500" y="3614385"/>
                </a:cubicBezTo>
                <a:cubicBezTo>
                  <a:pt x="238500" y="3218524"/>
                  <a:pt x="0" y="2699724"/>
                  <a:pt x="0" y="2057987"/>
                </a:cubicBezTo>
                <a:cubicBezTo>
                  <a:pt x="0" y="1460507"/>
                  <a:pt x="201619" y="968139"/>
                  <a:pt x="604856" y="580884"/>
                </a:cubicBezTo>
                <a:cubicBezTo>
                  <a:pt x="1008093" y="193628"/>
                  <a:pt x="1552710" y="0"/>
                  <a:pt x="2238705" y="0"/>
                </a:cubicBezTo>
                <a:close/>
                <a:moveTo>
                  <a:pt x="2260834" y="1032682"/>
                </a:moveTo>
                <a:cubicBezTo>
                  <a:pt x="2042004" y="1032682"/>
                  <a:pt x="1861285" y="1116894"/>
                  <a:pt x="1718676" y="1285320"/>
                </a:cubicBezTo>
                <a:cubicBezTo>
                  <a:pt x="1576068" y="1453745"/>
                  <a:pt x="1504764" y="1710072"/>
                  <a:pt x="1504764" y="2054298"/>
                </a:cubicBezTo>
                <a:cubicBezTo>
                  <a:pt x="1504764" y="2403443"/>
                  <a:pt x="1575453" y="2661613"/>
                  <a:pt x="1716832" y="2828809"/>
                </a:cubicBezTo>
                <a:cubicBezTo>
                  <a:pt x="1858211" y="2996005"/>
                  <a:pt x="2035857" y="3079603"/>
                  <a:pt x="2249770" y="3079603"/>
                </a:cubicBezTo>
                <a:cubicBezTo>
                  <a:pt x="2466141" y="3079603"/>
                  <a:pt x="2643787" y="2997234"/>
                  <a:pt x="2782707" y="2832497"/>
                </a:cubicBezTo>
                <a:cubicBezTo>
                  <a:pt x="2921627" y="2667760"/>
                  <a:pt x="2991087" y="2403443"/>
                  <a:pt x="2991087" y="2039546"/>
                </a:cubicBezTo>
                <a:cubicBezTo>
                  <a:pt x="2991087" y="1700236"/>
                  <a:pt x="2921012" y="1447598"/>
                  <a:pt x="2780863" y="1281632"/>
                </a:cubicBezTo>
                <a:cubicBezTo>
                  <a:pt x="2640713" y="1115665"/>
                  <a:pt x="2467370" y="1032682"/>
                  <a:pt x="2260834" y="103268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000" t="-15000" r="-54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452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F7D98-F0C5-74D1-05B2-F8AECA22748F}"/>
              </a:ext>
            </a:extLst>
          </p:cNvPr>
          <p:cNvSpPr txBox="1"/>
          <p:nvPr/>
        </p:nvSpPr>
        <p:spPr>
          <a:xfrm>
            <a:off x="3093188" y="1080742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2666530" y="0"/>
                </a:moveTo>
                <a:cubicBezTo>
                  <a:pt x="3190246" y="0"/>
                  <a:pt x="3595328" y="200390"/>
                  <a:pt x="3881774" y="601168"/>
                </a:cubicBezTo>
                <a:cubicBezTo>
                  <a:pt x="4168220" y="1001947"/>
                  <a:pt x="4311443" y="1497388"/>
                  <a:pt x="4311443" y="2087492"/>
                </a:cubicBezTo>
                <a:cubicBezTo>
                  <a:pt x="4311443" y="2739065"/>
                  <a:pt x="4155311" y="3236349"/>
                  <a:pt x="3843048" y="3579347"/>
                </a:cubicBezTo>
                <a:cubicBezTo>
                  <a:pt x="3530786" y="3922345"/>
                  <a:pt x="3136154" y="4093844"/>
                  <a:pt x="2659153" y="4093844"/>
                </a:cubicBezTo>
                <a:cubicBezTo>
                  <a:pt x="2428030" y="4093844"/>
                  <a:pt x="2217191" y="4054504"/>
                  <a:pt x="2026636" y="3975823"/>
                </a:cubicBezTo>
                <a:cubicBezTo>
                  <a:pt x="1836082" y="3897143"/>
                  <a:pt x="1665813" y="3780351"/>
                  <a:pt x="1515828" y="3625449"/>
                </a:cubicBezTo>
                <a:lnTo>
                  <a:pt x="1515828" y="5495339"/>
                </a:lnTo>
                <a:lnTo>
                  <a:pt x="0" y="5495339"/>
                </a:lnTo>
                <a:lnTo>
                  <a:pt x="0" y="88516"/>
                </a:lnTo>
                <a:lnTo>
                  <a:pt x="1405184" y="88516"/>
                </a:lnTo>
                <a:lnTo>
                  <a:pt x="1405184" y="667555"/>
                </a:lnTo>
                <a:cubicBezTo>
                  <a:pt x="1599426" y="424137"/>
                  <a:pt x="1777686" y="259400"/>
                  <a:pt x="1939965" y="173343"/>
                </a:cubicBezTo>
                <a:cubicBezTo>
                  <a:pt x="2158795" y="57781"/>
                  <a:pt x="2400983" y="0"/>
                  <a:pt x="2666530" y="0"/>
                </a:cubicBezTo>
                <a:close/>
                <a:moveTo>
                  <a:pt x="2176006" y="1102756"/>
                </a:moveTo>
                <a:cubicBezTo>
                  <a:pt x="1984223" y="1102756"/>
                  <a:pt x="1824403" y="1177749"/>
                  <a:pt x="1696547" y="1327733"/>
                </a:cubicBezTo>
                <a:cubicBezTo>
                  <a:pt x="1568691" y="1477718"/>
                  <a:pt x="1504763" y="1721136"/>
                  <a:pt x="1504763" y="2057987"/>
                </a:cubicBezTo>
                <a:cubicBezTo>
                  <a:pt x="1504763" y="2367791"/>
                  <a:pt x="1569921" y="2597686"/>
                  <a:pt x="1700235" y="2747670"/>
                </a:cubicBezTo>
                <a:cubicBezTo>
                  <a:pt x="1830550" y="2897654"/>
                  <a:pt x="1995287" y="2972647"/>
                  <a:pt x="2194447" y="2972647"/>
                </a:cubicBezTo>
                <a:cubicBezTo>
                  <a:pt x="2369019" y="2972647"/>
                  <a:pt x="2515316" y="2900728"/>
                  <a:pt x="2633336" y="2756890"/>
                </a:cubicBezTo>
                <a:cubicBezTo>
                  <a:pt x="2751357" y="2613053"/>
                  <a:pt x="2810367" y="2369020"/>
                  <a:pt x="2810367" y="2024793"/>
                </a:cubicBezTo>
                <a:cubicBezTo>
                  <a:pt x="2810367" y="1707613"/>
                  <a:pt x="2748898" y="1474645"/>
                  <a:pt x="2625960" y="1325889"/>
                </a:cubicBezTo>
                <a:cubicBezTo>
                  <a:pt x="2503022" y="1177134"/>
                  <a:pt x="2353037" y="1102756"/>
                  <a:pt x="2176006" y="1102756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1E284-3D27-D5C5-884F-496A73F36D83}"/>
              </a:ext>
            </a:extLst>
          </p:cNvPr>
          <p:cNvSpPr txBox="1"/>
          <p:nvPr/>
        </p:nvSpPr>
        <p:spPr>
          <a:xfrm>
            <a:off x="3194788" y="1080743"/>
            <a:ext cx="4311443" cy="5495339"/>
          </a:xfrm>
          <a:custGeom>
            <a:avLst/>
            <a:gdLst/>
            <a:ahLst/>
            <a:cxnLst/>
            <a:rect l="l" t="t" r="r" b="b"/>
            <a:pathLst>
              <a:path w="4311443" h="5495339">
                <a:moveTo>
                  <a:pt x="2666530" y="0"/>
                </a:moveTo>
                <a:cubicBezTo>
                  <a:pt x="3190246" y="0"/>
                  <a:pt x="3595328" y="200390"/>
                  <a:pt x="3881774" y="601168"/>
                </a:cubicBezTo>
                <a:cubicBezTo>
                  <a:pt x="4168220" y="1001947"/>
                  <a:pt x="4311443" y="1497388"/>
                  <a:pt x="4311443" y="2087492"/>
                </a:cubicBezTo>
                <a:cubicBezTo>
                  <a:pt x="4311443" y="2739065"/>
                  <a:pt x="4155311" y="3236349"/>
                  <a:pt x="3843048" y="3579347"/>
                </a:cubicBezTo>
                <a:cubicBezTo>
                  <a:pt x="3530786" y="3922345"/>
                  <a:pt x="3136154" y="4093844"/>
                  <a:pt x="2659153" y="4093844"/>
                </a:cubicBezTo>
                <a:cubicBezTo>
                  <a:pt x="2428030" y="4093844"/>
                  <a:pt x="2217191" y="4054504"/>
                  <a:pt x="2026636" y="3975823"/>
                </a:cubicBezTo>
                <a:cubicBezTo>
                  <a:pt x="1836082" y="3897143"/>
                  <a:pt x="1665813" y="3780351"/>
                  <a:pt x="1515828" y="3625449"/>
                </a:cubicBezTo>
                <a:lnTo>
                  <a:pt x="1515828" y="5495339"/>
                </a:lnTo>
                <a:lnTo>
                  <a:pt x="0" y="5495339"/>
                </a:lnTo>
                <a:lnTo>
                  <a:pt x="0" y="88516"/>
                </a:lnTo>
                <a:lnTo>
                  <a:pt x="1405184" y="88516"/>
                </a:lnTo>
                <a:lnTo>
                  <a:pt x="1405184" y="667555"/>
                </a:lnTo>
                <a:cubicBezTo>
                  <a:pt x="1599426" y="424137"/>
                  <a:pt x="1777686" y="259400"/>
                  <a:pt x="1939965" y="173343"/>
                </a:cubicBezTo>
                <a:cubicBezTo>
                  <a:pt x="2158795" y="57781"/>
                  <a:pt x="2400983" y="0"/>
                  <a:pt x="2666530" y="0"/>
                </a:cubicBezTo>
                <a:close/>
                <a:moveTo>
                  <a:pt x="2176006" y="1102756"/>
                </a:moveTo>
                <a:cubicBezTo>
                  <a:pt x="1984223" y="1102756"/>
                  <a:pt x="1824403" y="1177749"/>
                  <a:pt x="1696547" y="1327733"/>
                </a:cubicBezTo>
                <a:cubicBezTo>
                  <a:pt x="1568691" y="1477718"/>
                  <a:pt x="1504763" y="1721136"/>
                  <a:pt x="1504763" y="2057987"/>
                </a:cubicBezTo>
                <a:cubicBezTo>
                  <a:pt x="1504763" y="2367791"/>
                  <a:pt x="1569921" y="2597686"/>
                  <a:pt x="1700235" y="2747670"/>
                </a:cubicBezTo>
                <a:cubicBezTo>
                  <a:pt x="1830550" y="2897654"/>
                  <a:pt x="1995287" y="2972647"/>
                  <a:pt x="2194447" y="2972647"/>
                </a:cubicBezTo>
                <a:cubicBezTo>
                  <a:pt x="2369019" y="2972647"/>
                  <a:pt x="2515316" y="2900728"/>
                  <a:pt x="2633336" y="2756890"/>
                </a:cubicBezTo>
                <a:cubicBezTo>
                  <a:pt x="2751357" y="2613053"/>
                  <a:pt x="2810367" y="2369020"/>
                  <a:pt x="2810367" y="2024793"/>
                </a:cubicBezTo>
                <a:cubicBezTo>
                  <a:pt x="2810367" y="1707613"/>
                  <a:pt x="2748898" y="1474645"/>
                  <a:pt x="2625960" y="1325889"/>
                </a:cubicBezTo>
                <a:cubicBezTo>
                  <a:pt x="2503022" y="1177134"/>
                  <a:pt x="2353037" y="1102756"/>
                  <a:pt x="2176006" y="1102756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000" t="-15000" r="-54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297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B5E839-89B4-77F6-18C8-27E7B1EA6407}"/>
              </a:ext>
            </a:extLst>
          </p:cNvPr>
          <p:cNvSpPr/>
          <p:nvPr/>
        </p:nvSpPr>
        <p:spPr>
          <a:xfrm>
            <a:off x="2040029" y="1317696"/>
            <a:ext cx="4311444" cy="5495339"/>
          </a:xfrm>
          <a:custGeom>
            <a:avLst/>
            <a:gdLst/>
            <a:ahLst/>
            <a:cxnLst/>
            <a:rect l="l" t="t" r="r" b="b"/>
            <a:pathLst>
              <a:path w="4311444" h="5495339">
                <a:moveTo>
                  <a:pt x="1644913" y="0"/>
                </a:moveTo>
                <a:cubicBezTo>
                  <a:pt x="1908001" y="0"/>
                  <a:pt x="2150189" y="57781"/>
                  <a:pt x="2371478" y="173343"/>
                </a:cubicBezTo>
                <a:cubicBezTo>
                  <a:pt x="2533757" y="259400"/>
                  <a:pt x="2712017" y="424137"/>
                  <a:pt x="2906260" y="667555"/>
                </a:cubicBezTo>
                <a:lnTo>
                  <a:pt x="2906260" y="88516"/>
                </a:lnTo>
                <a:lnTo>
                  <a:pt x="4311444" y="88516"/>
                </a:lnTo>
                <a:lnTo>
                  <a:pt x="4311444" y="5495339"/>
                </a:lnTo>
                <a:lnTo>
                  <a:pt x="2795615" y="5495339"/>
                </a:lnTo>
                <a:lnTo>
                  <a:pt x="2795615" y="3625449"/>
                </a:lnTo>
                <a:cubicBezTo>
                  <a:pt x="2648089" y="3780351"/>
                  <a:pt x="2479049" y="3897143"/>
                  <a:pt x="2288495" y="3975823"/>
                </a:cubicBezTo>
                <a:cubicBezTo>
                  <a:pt x="2097941" y="4054504"/>
                  <a:pt x="1885872" y="4093844"/>
                  <a:pt x="1652290" y="4093844"/>
                </a:cubicBezTo>
                <a:cubicBezTo>
                  <a:pt x="1175289" y="4093844"/>
                  <a:pt x="780658" y="3922345"/>
                  <a:pt x="468394" y="3579347"/>
                </a:cubicBezTo>
                <a:cubicBezTo>
                  <a:pt x="156131" y="3236349"/>
                  <a:pt x="0" y="2745211"/>
                  <a:pt x="0" y="2105932"/>
                </a:cubicBezTo>
                <a:cubicBezTo>
                  <a:pt x="0" y="1678108"/>
                  <a:pt x="71304" y="1300687"/>
                  <a:pt x="213912" y="973671"/>
                </a:cubicBezTo>
                <a:cubicBezTo>
                  <a:pt x="356521" y="646655"/>
                  <a:pt x="554451" y="402623"/>
                  <a:pt x="807704" y="241574"/>
                </a:cubicBezTo>
                <a:cubicBezTo>
                  <a:pt x="1060957" y="80525"/>
                  <a:pt x="1340027" y="0"/>
                  <a:pt x="1644913" y="0"/>
                </a:cubicBezTo>
                <a:close/>
                <a:moveTo>
                  <a:pt x="2135437" y="1102756"/>
                </a:moveTo>
                <a:cubicBezTo>
                  <a:pt x="1955947" y="1102756"/>
                  <a:pt x="1805348" y="1177134"/>
                  <a:pt x="1683639" y="1325889"/>
                </a:cubicBezTo>
                <a:cubicBezTo>
                  <a:pt x="1561930" y="1474645"/>
                  <a:pt x="1501076" y="1723595"/>
                  <a:pt x="1501076" y="2072739"/>
                </a:cubicBezTo>
                <a:cubicBezTo>
                  <a:pt x="1501076" y="2385003"/>
                  <a:pt x="1560701" y="2613053"/>
                  <a:pt x="1679951" y="2756890"/>
                </a:cubicBezTo>
                <a:cubicBezTo>
                  <a:pt x="1799201" y="2900728"/>
                  <a:pt x="1944883" y="2972647"/>
                  <a:pt x="2116996" y="2972647"/>
                </a:cubicBezTo>
                <a:cubicBezTo>
                  <a:pt x="2318615" y="2972647"/>
                  <a:pt x="2483967" y="2897654"/>
                  <a:pt x="2613052" y="2747670"/>
                </a:cubicBezTo>
                <a:cubicBezTo>
                  <a:pt x="2742137" y="2597686"/>
                  <a:pt x="2806680" y="2367791"/>
                  <a:pt x="2806680" y="2057987"/>
                </a:cubicBezTo>
                <a:cubicBezTo>
                  <a:pt x="2806680" y="1721136"/>
                  <a:pt x="2743366" y="1477718"/>
                  <a:pt x="2616740" y="1327733"/>
                </a:cubicBezTo>
                <a:cubicBezTo>
                  <a:pt x="2490114" y="1177749"/>
                  <a:pt x="2329679" y="1102756"/>
                  <a:pt x="2135437" y="1102756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8F343F-60CC-1148-60AB-531226DD3757}"/>
              </a:ext>
            </a:extLst>
          </p:cNvPr>
          <p:cNvSpPr/>
          <p:nvPr/>
        </p:nvSpPr>
        <p:spPr>
          <a:xfrm>
            <a:off x="2113215" y="1317697"/>
            <a:ext cx="4311444" cy="5495339"/>
          </a:xfrm>
          <a:custGeom>
            <a:avLst/>
            <a:gdLst/>
            <a:ahLst/>
            <a:cxnLst/>
            <a:rect l="l" t="t" r="r" b="b"/>
            <a:pathLst>
              <a:path w="4311444" h="5495339">
                <a:moveTo>
                  <a:pt x="1644913" y="0"/>
                </a:moveTo>
                <a:cubicBezTo>
                  <a:pt x="1908001" y="0"/>
                  <a:pt x="2150189" y="57781"/>
                  <a:pt x="2371478" y="173343"/>
                </a:cubicBezTo>
                <a:cubicBezTo>
                  <a:pt x="2533757" y="259400"/>
                  <a:pt x="2712017" y="424137"/>
                  <a:pt x="2906260" y="667555"/>
                </a:cubicBezTo>
                <a:lnTo>
                  <a:pt x="2906260" y="88516"/>
                </a:lnTo>
                <a:lnTo>
                  <a:pt x="4311444" y="88516"/>
                </a:lnTo>
                <a:lnTo>
                  <a:pt x="4311444" y="5495339"/>
                </a:lnTo>
                <a:lnTo>
                  <a:pt x="2795615" y="5495339"/>
                </a:lnTo>
                <a:lnTo>
                  <a:pt x="2795615" y="3625449"/>
                </a:lnTo>
                <a:cubicBezTo>
                  <a:pt x="2648089" y="3780351"/>
                  <a:pt x="2479049" y="3897143"/>
                  <a:pt x="2288495" y="3975823"/>
                </a:cubicBezTo>
                <a:cubicBezTo>
                  <a:pt x="2097941" y="4054504"/>
                  <a:pt x="1885872" y="4093844"/>
                  <a:pt x="1652290" y="4093844"/>
                </a:cubicBezTo>
                <a:cubicBezTo>
                  <a:pt x="1175289" y="4093844"/>
                  <a:pt x="780658" y="3922345"/>
                  <a:pt x="468394" y="3579347"/>
                </a:cubicBezTo>
                <a:cubicBezTo>
                  <a:pt x="156131" y="3236349"/>
                  <a:pt x="0" y="2745211"/>
                  <a:pt x="0" y="2105932"/>
                </a:cubicBezTo>
                <a:cubicBezTo>
                  <a:pt x="0" y="1678108"/>
                  <a:pt x="71304" y="1300687"/>
                  <a:pt x="213912" y="973671"/>
                </a:cubicBezTo>
                <a:cubicBezTo>
                  <a:pt x="356521" y="646655"/>
                  <a:pt x="554451" y="402623"/>
                  <a:pt x="807704" y="241574"/>
                </a:cubicBezTo>
                <a:cubicBezTo>
                  <a:pt x="1060957" y="80525"/>
                  <a:pt x="1340027" y="0"/>
                  <a:pt x="1644913" y="0"/>
                </a:cubicBezTo>
                <a:close/>
                <a:moveTo>
                  <a:pt x="2135437" y="1102756"/>
                </a:moveTo>
                <a:cubicBezTo>
                  <a:pt x="1955947" y="1102756"/>
                  <a:pt x="1805348" y="1177134"/>
                  <a:pt x="1683639" y="1325889"/>
                </a:cubicBezTo>
                <a:cubicBezTo>
                  <a:pt x="1561930" y="1474645"/>
                  <a:pt x="1501076" y="1723595"/>
                  <a:pt x="1501076" y="2072739"/>
                </a:cubicBezTo>
                <a:cubicBezTo>
                  <a:pt x="1501076" y="2385003"/>
                  <a:pt x="1560701" y="2613053"/>
                  <a:pt x="1679951" y="2756890"/>
                </a:cubicBezTo>
                <a:cubicBezTo>
                  <a:pt x="1799201" y="2900728"/>
                  <a:pt x="1944883" y="2972647"/>
                  <a:pt x="2116996" y="2972647"/>
                </a:cubicBezTo>
                <a:cubicBezTo>
                  <a:pt x="2318615" y="2972647"/>
                  <a:pt x="2483967" y="2897654"/>
                  <a:pt x="2613052" y="2747670"/>
                </a:cubicBezTo>
                <a:cubicBezTo>
                  <a:pt x="2742137" y="2597686"/>
                  <a:pt x="2806680" y="2367791"/>
                  <a:pt x="2806680" y="2057987"/>
                </a:cubicBezTo>
                <a:cubicBezTo>
                  <a:pt x="2806680" y="1721136"/>
                  <a:pt x="2743366" y="1477718"/>
                  <a:pt x="2616740" y="1327733"/>
                </a:cubicBezTo>
                <a:cubicBezTo>
                  <a:pt x="2490114" y="1177749"/>
                  <a:pt x="2329679" y="1102756"/>
                  <a:pt x="2135437" y="1102756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000" t="-15000" r="-50000" b="-17000"/>
            </a:stretch>
          </a:blipFill>
          <a:ln w="76200">
            <a:solidFill>
              <a:srgbClr val="FD8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255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292675-97B6-79EA-7C0B-3A5B028435CC}"/>
              </a:ext>
            </a:extLst>
          </p:cNvPr>
          <p:cNvSpPr txBox="1"/>
          <p:nvPr/>
        </p:nvSpPr>
        <p:spPr>
          <a:xfrm>
            <a:off x="3601854" y="2776192"/>
            <a:ext cx="3083291" cy="4005328"/>
          </a:xfrm>
          <a:custGeom>
            <a:avLst/>
            <a:gdLst>
              <a:gd name="connsiteX0" fmla="*/ 2356726 w 3083291"/>
              <a:gd name="connsiteY0" fmla="*/ 0 h 4005328"/>
              <a:gd name="connsiteX1" fmla="*/ 3083291 w 3083291"/>
              <a:gd name="connsiteY1" fmla="*/ 206537 h 4005328"/>
              <a:gd name="connsiteX2" fmla="*/ 2656684 w 3083291"/>
              <a:gd name="connsiteY2" fmla="*/ 1190374 h 4005328"/>
              <a:gd name="connsiteX3" fmla="*/ 2198135 w 3083291"/>
              <a:gd name="connsiteY3" fmla="*/ 1165455 h 4005328"/>
              <a:gd name="connsiteX4" fmla="*/ 1740805 w 3083291"/>
              <a:gd name="connsiteY4" fmla="*/ 1408873 h 4005328"/>
              <a:gd name="connsiteX5" fmla="*/ 1508452 w 3083291"/>
              <a:gd name="connsiteY5" fmla="*/ 2692348 h 4005328"/>
              <a:gd name="connsiteX6" fmla="*/ 1508452 w 3083291"/>
              <a:gd name="connsiteY6" fmla="*/ 4005328 h 4005328"/>
              <a:gd name="connsiteX7" fmla="*/ 0 w 3083291"/>
              <a:gd name="connsiteY7" fmla="*/ 4005328 h 4005328"/>
              <a:gd name="connsiteX8" fmla="*/ 0 w 3083291"/>
              <a:gd name="connsiteY8" fmla="*/ 88516 h 4005328"/>
              <a:gd name="connsiteX9" fmla="*/ 1405184 w 3083291"/>
              <a:gd name="connsiteY9" fmla="*/ 88516 h 4005328"/>
              <a:gd name="connsiteX10" fmla="*/ 1405184 w 3083291"/>
              <a:gd name="connsiteY10" fmla="*/ 730253 h 4005328"/>
              <a:gd name="connsiteX11" fmla="*/ 1823788 w 3083291"/>
              <a:gd name="connsiteY11" fmla="*/ 156747 h 4005328"/>
              <a:gd name="connsiteX12" fmla="*/ 2356726 w 3083291"/>
              <a:gd name="connsiteY12" fmla="*/ 0 h 4005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083291" h="4005328">
                <a:moveTo>
                  <a:pt x="2356726" y="0"/>
                </a:moveTo>
                <a:cubicBezTo>
                  <a:pt x="2578014" y="0"/>
                  <a:pt x="2820203" y="68846"/>
                  <a:pt x="3083291" y="206537"/>
                </a:cubicBezTo>
                <a:lnTo>
                  <a:pt x="2656684" y="1190374"/>
                </a:lnTo>
                <a:cubicBezTo>
                  <a:pt x="2479653" y="1116611"/>
                  <a:pt x="2350782" y="1129039"/>
                  <a:pt x="2198135" y="1165455"/>
                </a:cubicBezTo>
                <a:cubicBezTo>
                  <a:pt x="2045489" y="1201872"/>
                  <a:pt x="1848991" y="1246594"/>
                  <a:pt x="1740805" y="1408873"/>
                </a:cubicBezTo>
                <a:cubicBezTo>
                  <a:pt x="1585903" y="1637538"/>
                  <a:pt x="1508452" y="2065363"/>
                  <a:pt x="1508452" y="2692348"/>
                </a:cubicBezTo>
                <a:lnTo>
                  <a:pt x="1508452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405184" y="88516"/>
                </a:lnTo>
                <a:lnTo>
                  <a:pt x="1405184" y="730253"/>
                </a:lnTo>
                <a:cubicBezTo>
                  <a:pt x="1540416" y="452413"/>
                  <a:pt x="1679951" y="261244"/>
                  <a:pt x="1823788" y="156747"/>
                </a:cubicBezTo>
                <a:cubicBezTo>
                  <a:pt x="1967626" y="52249"/>
                  <a:pt x="2145272" y="0"/>
                  <a:pt x="2356726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F21BB-C3CF-21E4-7E9C-14EAB6485172}"/>
              </a:ext>
            </a:extLst>
          </p:cNvPr>
          <p:cNvSpPr txBox="1"/>
          <p:nvPr/>
        </p:nvSpPr>
        <p:spPr>
          <a:xfrm>
            <a:off x="3738146" y="2776192"/>
            <a:ext cx="3083291" cy="4005328"/>
          </a:xfrm>
          <a:custGeom>
            <a:avLst/>
            <a:gdLst/>
            <a:ahLst/>
            <a:cxnLst/>
            <a:rect l="l" t="t" r="r" b="b"/>
            <a:pathLst>
              <a:path w="3083291" h="4005328">
                <a:moveTo>
                  <a:pt x="2356726" y="0"/>
                </a:moveTo>
                <a:cubicBezTo>
                  <a:pt x="2578014" y="0"/>
                  <a:pt x="2820203" y="68846"/>
                  <a:pt x="3083291" y="206537"/>
                </a:cubicBezTo>
                <a:lnTo>
                  <a:pt x="2618584" y="1276099"/>
                </a:lnTo>
                <a:cubicBezTo>
                  <a:pt x="2441553" y="1202336"/>
                  <a:pt x="2301403" y="1165455"/>
                  <a:pt x="2198135" y="1165455"/>
                </a:cubicBezTo>
                <a:cubicBezTo>
                  <a:pt x="2001434" y="1165455"/>
                  <a:pt x="1848991" y="1246594"/>
                  <a:pt x="1740805" y="1408873"/>
                </a:cubicBezTo>
                <a:cubicBezTo>
                  <a:pt x="1585903" y="1637538"/>
                  <a:pt x="1508452" y="2065363"/>
                  <a:pt x="1508452" y="2692348"/>
                </a:cubicBezTo>
                <a:lnTo>
                  <a:pt x="1508452" y="4005328"/>
                </a:lnTo>
                <a:lnTo>
                  <a:pt x="0" y="4005328"/>
                </a:lnTo>
                <a:lnTo>
                  <a:pt x="0" y="88516"/>
                </a:lnTo>
                <a:lnTo>
                  <a:pt x="1405184" y="88516"/>
                </a:lnTo>
                <a:lnTo>
                  <a:pt x="1405184" y="730253"/>
                </a:lnTo>
                <a:cubicBezTo>
                  <a:pt x="1540416" y="452413"/>
                  <a:pt x="1679951" y="261244"/>
                  <a:pt x="1823788" y="156747"/>
                </a:cubicBezTo>
                <a:cubicBezTo>
                  <a:pt x="1967626" y="52249"/>
                  <a:pt x="2145272" y="0"/>
                  <a:pt x="2356726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000" t="-15000" r="-54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856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25C884-79C5-F602-A437-49C368EC33DD}"/>
              </a:ext>
            </a:extLst>
          </p:cNvPr>
          <p:cNvSpPr txBox="1"/>
          <p:nvPr/>
        </p:nvSpPr>
        <p:spPr>
          <a:xfrm>
            <a:off x="2695878" y="2776192"/>
            <a:ext cx="4163918" cy="4093844"/>
          </a:xfrm>
          <a:custGeom>
            <a:avLst/>
            <a:gdLst/>
            <a:ahLst/>
            <a:cxnLst/>
            <a:rect l="l" t="t" r="r" b="b"/>
            <a:pathLst>
              <a:path w="4163918" h="4093844">
                <a:moveTo>
                  <a:pt x="2069051" y="0"/>
                </a:moveTo>
                <a:cubicBezTo>
                  <a:pt x="2536216" y="0"/>
                  <a:pt x="2881058" y="35652"/>
                  <a:pt x="3103576" y="106957"/>
                </a:cubicBezTo>
                <a:cubicBezTo>
                  <a:pt x="3326094" y="178261"/>
                  <a:pt x="3511731" y="288905"/>
                  <a:pt x="3660486" y="438890"/>
                </a:cubicBezTo>
                <a:cubicBezTo>
                  <a:pt x="3809242" y="588875"/>
                  <a:pt x="3932795" y="791723"/>
                  <a:pt x="4031145" y="1047434"/>
                </a:cubicBezTo>
                <a:lnTo>
                  <a:pt x="2607520" y="1187584"/>
                </a:lnTo>
                <a:cubicBezTo>
                  <a:pt x="2570639" y="1062187"/>
                  <a:pt x="2509169" y="969983"/>
                  <a:pt x="2423113" y="910973"/>
                </a:cubicBezTo>
                <a:cubicBezTo>
                  <a:pt x="2305092" y="832292"/>
                  <a:pt x="2162484" y="792952"/>
                  <a:pt x="1995288" y="792952"/>
                </a:cubicBezTo>
                <a:cubicBezTo>
                  <a:pt x="1825633" y="792952"/>
                  <a:pt x="1702080" y="823024"/>
                  <a:pt x="1624629" y="883167"/>
                </a:cubicBezTo>
                <a:cubicBezTo>
                  <a:pt x="1547178" y="943311"/>
                  <a:pt x="1508452" y="1016354"/>
                  <a:pt x="1508452" y="1102295"/>
                </a:cubicBezTo>
                <a:cubicBezTo>
                  <a:pt x="1508452" y="1198033"/>
                  <a:pt x="1557628" y="1270452"/>
                  <a:pt x="1655978" y="1319550"/>
                </a:cubicBezTo>
                <a:cubicBezTo>
                  <a:pt x="1754329" y="1368649"/>
                  <a:pt x="1968241" y="1412849"/>
                  <a:pt x="2297716" y="1452151"/>
                </a:cubicBezTo>
                <a:cubicBezTo>
                  <a:pt x="2796845" y="1508626"/>
                  <a:pt x="3168119" y="1587220"/>
                  <a:pt x="3411536" y="1687933"/>
                </a:cubicBezTo>
                <a:cubicBezTo>
                  <a:pt x="3654954" y="1788647"/>
                  <a:pt x="3841206" y="1932340"/>
                  <a:pt x="3970291" y="2119014"/>
                </a:cubicBezTo>
                <a:cubicBezTo>
                  <a:pt x="4099376" y="2305688"/>
                  <a:pt x="4163918" y="2510783"/>
                  <a:pt x="4163918" y="2734300"/>
                </a:cubicBezTo>
                <a:cubicBezTo>
                  <a:pt x="4163918" y="2960276"/>
                  <a:pt x="4095688" y="3180115"/>
                  <a:pt x="3959226" y="3393816"/>
                </a:cubicBezTo>
                <a:cubicBezTo>
                  <a:pt x="3822765" y="3607518"/>
                  <a:pt x="3607623" y="3777614"/>
                  <a:pt x="3313801" y="3904106"/>
                </a:cubicBezTo>
                <a:cubicBezTo>
                  <a:pt x="3019978" y="4030598"/>
                  <a:pt x="2619814" y="4093844"/>
                  <a:pt x="2113308" y="4093844"/>
                </a:cubicBezTo>
                <a:cubicBezTo>
                  <a:pt x="1397808" y="4093844"/>
                  <a:pt x="888229" y="3991805"/>
                  <a:pt x="584572" y="3787727"/>
                </a:cubicBezTo>
                <a:cubicBezTo>
                  <a:pt x="280914" y="3583650"/>
                  <a:pt x="86057" y="3293516"/>
                  <a:pt x="0" y="2917325"/>
                </a:cubicBezTo>
                <a:lnTo>
                  <a:pt x="1490011" y="2777175"/>
                </a:lnTo>
                <a:cubicBezTo>
                  <a:pt x="1551481" y="2954206"/>
                  <a:pt x="1637537" y="3080833"/>
                  <a:pt x="1748182" y="3157054"/>
                </a:cubicBezTo>
                <a:cubicBezTo>
                  <a:pt x="1858827" y="3233276"/>
                  <a:pt x="2006352" y="3271387"/>
                  <a:pt x="2190759" y="3271387"/>
                </a:cubicBezTo>
                <a:cubicBezTo>
                  <a:pt x="2392378" y="3271387"/>
                  <a:pt x="2548510" y="3228416"/>
                  <a:pt x="2659154" y="3142475"/>
                </a:cubicBezTo>
                <a:cubicBezTo>
                  <a:pt x="2745211" y="3078662"/>
                  <a:pt x="2788240" y="2998887"/>
                  <a:pt x="2788240" y="2903148"/>
                </a:cubicBezTo>
                <a:cubicBezTo>
                  <a:pt x="2788240" y="2795117"/>
                  <a:pt x="2731688" y="2711634"/>
                  <a:pt x="2618585" y="2652700"/>
                </a:cubicBezTo>
                <a:cubicBezTo>
                  <a:pt x="2537446" y="2610978"/>
                  <a:pt x="2322303" y="2559421"/>
                  <a:pt x="1973159" y="2498029"/>
                </a:cubicBezTo>
                <a:cubicBezTo>
                  <a:pt x="1451901" y="2407170"/>
                  <a:pt x="1089848" y="2323053"/>
                  <a:pt x="887000" y="2245679"/>
                </a:cubicBezTo>
                <a:cubicBezTo>
                  <a:pt x="684152" y="2168304"/>
                  <a:pt x="513267" y="2037510"/>
                  <a:pt x="374347" y="1853294"/>
                </a:cubicBezTo>
                <a:cubicBezTo>
                  <a:pt x="235427" y="1669079"/>
                  <a:pt x="165967" y="1459066"/>
                  <a:pt x="165967" y="1223255"/>
                </a:cubicBezTo>
                <a:cubicBezTo>
                  <a:pt x="165967" y="965315"/>
                  <a:pt x="240959" y="743008"/>
                  <a:pt x="390944" y="556334"/>
                </a:cubicBezTo>
                <a:cubicBezTo>
                  <a:pt x="540928" y="369660"/>
                  <a:pt x="747465" y="230269"/>
                  <a:pt x="1010553" y="138162"/>
                </a:cubicBezTo>
                <a:cubicBezTo>
                  <a:pt x="1273640" y="46054"/>
                  <a:pt x="1626473" y="0"/>
                  <a:pt x="2069051" y="0"/>
                </a:cubicBez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B5B81-9271-BEC2-5011-68658E48E486}"/>
              </a:ext>
            </a:extLst>
          </p:cNvPr>
          <p:cNvSpPr txBox="1"/>
          <p:nvPr/>
        </p:nvSpPr>
        <p:spPr>
          <a:xfrm>
            <a:off x="2829228" y="2776192"/>
            <a:ext cx="4163918" cy="4093844"/>
          </a:xfrm>
          <a:custGeom>
            <a:avLst/>
            <a:gdLst/>
            <a:ahLst/>
            <a:cxnLst/>
            <a:rect l="l" t="t" r="r" b="b"/>
            <a:pathLst>
              <a:path w="4163918" h="4093844">
                <a:moveTo>
                  <a:pt x="2069051" y="0"/>
                </a:moveTo>
                <a:cubicBezTo>
                  <a:pt x="2536216" y="0"/>
                  <a:pt x="2881058" y="35652"/>
                  <a:pt x="3103576" y="106957"/>
                </a:cubicBezTo>
                <a:cubicBezTo>
                  <a:pt x="3326094" y="178261"/>
                  <a:pt x="3511731" y="288905"/>
                  <a:pt x="3660486" y="438890"/>
                </a:cubicBezTo>
                <a:cubicBezTo>
                  <a:pt x="3809242" y="588875"/>
                  <a:pt x="3932795" y="791723"/>
                  <a:pt x="4031145" y="1047434"/>
                </a:cubicBezTo>
                <a:lnTo>
                  <a:pt x="2607520" y="1187584"/>
                </a:lnTo>
                <a:cubicBezTo>
                  <a:pt x="2570639" y="1062187"/>
                  <a:pt x="2509169" y="969983"/>
                  <a:pt x="2423113" y="910973"/>
                </a:cubicBezTo>
                <a:cubicBezTo>
                  <a:pt x="2305092" y="832292"/>
                  <a:pt x="2162484" y="792952"/>
                  <a:pt x="1995288" y="792952"/>
                </a:cubicBezTo>
                <a:cubicBezTo>
                  <a:pt x="1825633" y="792952"/>
                  <a:pt x="1702080" y="823024"/>
                  <a:pt x="1624629" y="883167"/>
                </a:cubicBezTo>
                <a:cubicBezTo>
                  <a:pt x="1547178" y="943311"/>
                  <a:pt x="1508452" y="1016354"/>
                  <a:pt x="1508452" y="1102295"/>
                </a:cubicBezTo>
                <a:cubicBezTo>
                  <a:pt x="1508452" y="1198033"/>
                  <a:pt x="1557628" y="1270452"/>
                  <a:pt x="1655978" y="1319550"/>
                </a:cubicBezTo>
                <a:cubicBezTo>
                  <a:pt x="1754329" y="1368649"/>
                  <a:pt x="1968241" y="1412849"/>
                  <a:pt x="2297716" y="1452151"/>
                </a:cubicBezTo>
                <a:cubicBezTo>
                  <a:pt x="2796845" y="1508626"/>
                  <a:pt x="3168119" y="1587220"/>
                  <a:pt x="3411536" y="1687933"/>
                </a:cubicBezTo>
                <a:cubicBezTo>
                  <a:pt x="3654954" y="1788647"/>
                  <a:pt x="3841206" y="1932340"/>
                  <a:pt x="3970291" y="2119014"/>
                </a:cubicBezTo>
                <a:cubicBezTo>
                  <a:pt x="4099376" y="2305688"/>
                  <a:pt x="4163918" y="2510783"/>
                  <a:pt x="4163918" y="2734300"/>
                </a:cubicBezTo>
                <a:cubicBezTo>
                  <a:pt x="4163918" y="2960276"/>
                  <a:pt x="4095688" y="3180115"/>
                  <a:pt x="3959226" y="3393816"/>
                </a:cubicBezTo>
                <a:cubicBezTo>
                  <a:pt x="3822765" y="3607518"/>
                  <a:pt x="3607623" y="3777614"/>
                  <a:pt x="3313801" y="3904106"/>
                </a:cubicBezTo>
                <a:cubicBezTo>
                  <a:pt x="3019978" y="4030598"/>
                  <a:pt x="2619814" y="4093844"/>
                  <a:pt x="2113308" y="4093844"/>
                </a:cubicBezTo>
                <a:cubicBezTo>
                  <a:pt x="1397808" y="4093844"/>
                  <a:pt x="888229" y="3991805"/>
                  <a:pt x="584572" y="3787727"/>
                </a:cubicBezTo>
                <a:cubicBezTo>
                  <a:pt x="280914" y="3583650"/>
                  <a:pt x="86057" y="3293516"/>
                  <a:pt x="0" y="2917325"/>
                </a:cubicBezTo>
                <a:lnTo>
                  <a:pt x="1490011" y="2777175"/>
                </a:lnTo>
                <a:cubicBezTo>
                  <a:pt x="1551481" y="2954206"/>
                  <a:pt x="1637537" y="3080833"/>
                  <a:pt x="1748182" y="3157054"/>
                </a:cubicBezTo>
                <a:cubicBezTo>
                  <a:pt x="1858827" y="3233276"/>
                  <a:pt x="2006352" y="3271387"/>
                  <a:pt x="2190759" y="3271387"/>
                </a:cubicBezTo>
                <a:cubicBezTo>
                  <a:pt x="2392378" y="3271387"/>
                  <a:pt x="2548510" y="3228416"/>
                  <a:pt x="2659154" y="3142475"/>
                </a:cubicBezTo>
                <a:cubicBezTo>
                  <a:pt x="2745211" y="3078662"/>
                  <a:pt x="2788240" y="2998887"/>
                  <a:pt x="2788240" y="2903148"/>
                </a:cubicBezTo>
                <a:cubicBezTo>
                  <a:pt x="2788240" y="2795117"/>
                  <a:pt x="2731688" y="2711634"/>
                  <a:pt x="2618585" y="2652700"/>
                </a:cubicBezTo>
                <a:cubicBezTo>
                  <a:pt x="2537446" y="2610978"/>
                  <a:pt x="2322303" y="2559421"/>
                  <a:pt x="1973159" y="2498029"/>
                </a:cubicBezTo>
                <a:cubicBezTo>
                  <a:pt x="1451901" y="2407170"/>
                  <a:pt x="1089848" y="2323053"/>
                  <a:pt x="887000" y="2245679"/>
                </a:cubicBezTo>
                <a:cubicBezTo>
                  <a:pt x="684152" y="2168304"/>
                  <a:pt x="513267" y="2037510"/>
                  <a:pt x="374347" y="1853294"/>
                </a:cubicBezTo>
                <a:cubicBezTo>
                  <a:pt x="235427" y="1669079"/>
                  <a:pt x="165967" y="1459066"/>
                  <a:pt x="165967" y="1223255"/>
                </a:cubicBezTo>
                <a:cubicBezTo>
                  <a:pt x="165967" y="965315"/>
                  <a:pt x="240959" y="743008"/>
                  <a:pt x="390944" y="556334"/>
                </a:cubicBezTo>
                <a:cubicBezTo>
                  <a:pt x="540928" y="369660"/>
                  <a:pt x="747465" y="230269"/>
                  <a:pt x="1010553" y="138162"/>
                </a:cubicBezTo>
                <a:cubicBezTo>
                  <a:pt x="1273640" y="46054"/>
                  <a:pt x="1626473" y="0"/>
                  <a:pt x="2069051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000" t="-15000" r="-54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588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D07F34-2AEC-EF5D-0C41-EFEAE3D8516C}"/>
              </a:ext>
            </a:extLst>
          </p:cNvPr>
          <p:cNvSpPr txBox="1"/>
          <p:nvPr/>
        </p:nvSpPr>
        <p:spPr>
          <a:xfrm>
            <a:off x="3323887" y="1374698"/>
            <a:ext cx="2939453" cy="5495339"/>
          </a:xfrm>
          <a:custGeom>
            <a:avLst/>
            <a:gdLst/>
            <a:ahLst/>
            <a:cxnLst/>
            <a:rect l="l" t="t" r="r" b="b"/>
            <a:pathLst>
              <a:path w="2939453" h="5495339">
                <a:moveTo>
                  <a:pt x="2057986" y="0"/>
                </a:moveTo>
                <a:lnTo>
                  <a:pt x="2057986" y="1490011"/>
                </a:lnTo>
                <a:lnTo>
                  <a:pt x="2884131" y="1490011"/>
                </a:lnTo>
                <a:lnTo>
                  <a:pt x="2884131" y="2589079"/>
                </a:lnTo>
                <a:lnTo>
                  <a:pt x="2057986" y="2589079"/>
                </a:lnTo>
                <a:lnTo>
                  <a:pt x="2057986" y="3976744"/>
                </a:lnTo>
                <a:cubicBezTo>
                  <a:pt x="2057986" y="4143594"/>
                  <a:pt x="2073968" y="4254009"/>
                  <a:pt x="2105932" y="4307986"/>
                </a:cubicBezTo>
                <a:cubicBezTo>
                  <a:pt x="2155108" y="4391430"/>
                  <a:pt x="2241165" y="4433152"/>
                  <a:pt x="2364102" y="4433152"/>
                </a:cubicBezTo>
                <a:cubicBezTo>
                  <a:pt x="2474747" y="4433152"/>
                  <a:pt x="2629649" y="4401246"/>
                  <a:pt x="2828809" y="4337433"/>
                </a:cubicBezTo>
                <a:lnTo>
                  <a:pt x="2939453" y="5373630"/>
                </a:lnTo>
                <a:cubicBezTo>
                  <a:pt x="2568180" y="5454769"/>
                  <a:pt x="2221494" y="5495339"/>
                  <a:pt x="1899396" y="5495339"/>
                </a:cubicBezTo>
                <a:cubicBezTo>
                  <a:pt x="1525664" y="5495339"/>
                  <a:pt x="1250282" y="5447450"/>
                  <a:pt x="1073251" y="5351674"/>
                </a:cubicBezTo>
                <a:cubicBezTo>
                  <a:pt x="896220" y="5255897"/>
                  <a:pt x="765291" y="5110398"/>
                  <a:pt x="680463" y="4915176"/>
                </a:cubicBezTo>
                <a:cubicBezTo>
                  <a:pt x="595636" y="4719954"/>
                  <a:pt x="553222" y="4403801"/>
                  <a:pt x="553222" y="3966717"/>
                </a:cubicBezTo>
                <a:lnTo>
                  <a:pt x="553222" y="2589079"/>
                </a:lnTo>
                <a:lnTo>
                  <a:pt x="0" y="2589079"/>
                </a:lnTo>
                <a:lnTo>
                  <a:pt x="0" y="1490011"/>
                </a:lnTo>
                <a:lnTo>
                  <a:pt x="553222" y="1490011"/>
                </a:lnTo>
                <a:lnTo>
                  <a:pt x="553222" y="770822"/>
                </a:lnTo>
                <a:lnTo>
                  <a:pt x="2057986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DAA97-E51E-062F-7E19-6BA64092462B}"/>
              </a:ext>
            </a:extLst>
          </p:cNvPr>
          <p:cNvSpPr txBox="1"/>
          <p:nvPr/>
        </p:nvSpPr>
        <p:spPr>
          <a:xfrm>
            <a:off x="3476287" y="1374698"/>
            <a:ext cx="2939453" cy="5495339"/>
          </a:xfrm>
          <a:custGeom>
            <a:avLst/>
            <a:gdLst/>
            <a:ahLst/>
            <a:cxnLst/>
            <a:rect l="l" t="t" r="r" b="b"/>
            <a:pathLst>
              <a:path w="2939453" h="5495339">
                <a:moveTo>
                  <a:pt x="2057986" y="0"/>
                </a:moveTo>
                <a:lnTo>
                  <a:pt x="2057986" y="1490011"/>
                </a:lnTo>
                <a:lnTo>
                  <a:pt x="2884131" y="1490011"/>
                </a:lnTo>
                <a:lnTo>
                  <a:pt x="2884131" y="2589079"/>
                </a:lnTo>
                <a:lnTo>
                  <a:pt x="2057986" y="2589079"/>
                </a:lnTo>
                <a:lnTo>
                  <a:pt x="2057986" y="3976744"/>
                </a:lnTo>
                <a:cubicBezTo>
                  <a:pt x="2057986" y="4143594"/>
                  <a:pt x="2073968" y="4254009"/>
                  <a:pt x="2105932" y="4307986"/>
                </a:cubicBezTo>
                <a:cubicBezTo>
                  <a:pt x="2155108" y="4391430"/>
                  <a:pt x="2241165" y="4433152"/>
                  <a:pt x="2364102" y="4433152"/>
                </a:cubicBezTo>
                <a:cubicBezTo>
                  <a:pt x="2474747" y="4433152"/>
                  <a:pt x="2629649" y="4401246"/>
                  <a:pt x="2828809" y="4337433"/>
                </a:cubicBezTo>
                <a:lnTo>
                  <a:pt x="2939453" y="5373630"/>
                </a:lnTo>
                <a:cubicBezTo>
                  <a:pt x="2568180" y="5454769"/>
                  <a:pt x="2221494" y="5495339"/>
                  <a:pt x="1899396" y="5495339"/>
                </a:cubicBezTo>
                <a:cubicBezTo>
                  <a:pt x="1525664" y="5495339"/>
                  <a:pt x="1250282" y="5447450"/>
                  <a:pt x="1073251" y="5351674"/>
                </a:cubicBezTo>
                <a:cubicBezTo>
                  <a:pt x="896220" y="5255897"/>
                  <a:pt x="765291" y="5110398"/>
                  <a:pt x="680463" y="4915176"/>
                </a:cubicBezTo>
                <a:cubicBezTo>
                  <a:pt x="595636" y="4719954"/>
                  <a:pt x="553222" y="4403801"/>
                  <a:pt x="553222" y="3966717"/>
                </a:cubicBezTo>
                <a:lnTo>
                  <a:pt x="553222" y="2589079"/>
                </a:lnTo>
                <a:lnTo>
                  <a:pt x="0" y="2589079"/>
                </a:lnTo>
                <a:lnTo>
                  <a:pt x="0" y="1490011"/>
                </a:lnTo>
                <a:lnTo>
                  <a:pt x="553222" y="1490011"/>
                </a:lnTo>
                <a:lnTo>
                  <a:pt x="553222" y="770822"/>
                </a:lnTo>
                <a:lnTo>
                  <a:pt x="20579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000" t="-15000" r="-54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408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DCC346-7185-5B09-51FC-34C9997DA961}"/>
              </a:ext>
            </a:extLst>
          </p:cNvPr>
          <p:cNvSpPr txBox="1"/>
          <p:nvPr/>
        </p:nvSpPr>
        <p:spPr>
          <a:xfrm>
            <a:off x="2718041" y="2864708"/>
            <a:ext cx="4141789" cy="4005328"/>
          </a:xfrm>
          <a:custGeom>
            <a:avLst/>
            <a:gdLst/>
            <a:ahLst/>
            <a:cxnLst/>
            <a:rect l="l" t="t" r="r" b="b"/>
            <a:pathLst>
              <a:path w="4141789" h="4005328">
                <a:moveTo>
                  <a:pt x="0" y="0"/>
                </a:moveTo>
                <a:lnTo>
                  <a:pt x="1508452" y="0"/>
                </a:lnTo>
                <a:lnTo>
                  <a:pt x="1508452" y="2153878"/>
                </a:lnTo>
                <a:cubicBezTo>
                  <a:pt x="1508452" y="2399754"/>
                  <a:pt x="1553939" y="2574327"/>
                  <a:pt x="1644913" y="2677595"/>
                </a:cubicBezTo>
                <a:cubicBezTo>
                  <a:pt x="1735888" y="2780863"/>
                  <a:pt x="1863743" y="2832497"/>
                  <a:pt x="2028481" y="2832497"/>
                </a:cubicBezTo>
                <a:cubicBezTo>
                  <a:pt x="2207971" y="2832497"/>
                  <a:pt x="2354882" y="2763652"/>
                  <a:pt x="2469214" y="2625961"/>
                </a:cubicBezTo>
                <a:cubicBezTo>
                  <a:pt x="2583546" y="2488270"/>
                  <a:pt x="2640713" y="2241164"/>
                  <a:pt x="2640713" y="1884643"/>
                </a:cubicBezTo>
                <a:lnTo>
                  <a:pt x="2640713" y="0"/>
                </a:lnTo>
                <a:lnTo>
                  <a:pt x="4141789" y="0"/>
                </a:lnTo>
                <a:lnTo>
                  <a:pt x="4141789" y="3916812"/>
                </a:lnTo>
                <a:lnTo>
                  <a:pt x="2740293" y="3916812"/>
                </a:lnTo>
                <a:lnTo>
                  <a:pt x="2740293" y="3282451"/>
                </a:lnTo>
                <a:cubicBezTo>
                  <a:pt x="2531298" y="3543080"/>
                  <a:pt x="2320459" y="3728717"/>
                  <a:pt x="2107776" y="3839361"/>
                </a:cubicBezTo>
                <a:cubicBezTo>
                  <a:pt x="1895093" y="3950005"/>
                  <a:pt x="1633849" y="4005328"/>
                  <a:pt x="1324044" y="4005328"/>
                </a:cubicBezTo>
                <a:cubicBezTo>
                  <a:pt x="910972" y="4005328"/>
                  <a:pt x="587030" y="3881775"/>
                  <a:pt x="352218" y="3634669"/>
                </a:cubicBezTo>
                <a:cubicBezTo>
                  <a:pt x="117406" y="3387563"/>
                  <a:pt x="0" y="3007069"/>
                  <a:pt x="0" y="249318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0C888-07ED-3CAB-BEDF-81A94205FA8A}"/>
              </a:ext>
            </a:extLst>
          </p:cNvPr>
          <p:cNvSpPr txBox="1"/>
          <p:nvPr/>
        </p:nvSpPr>
        <p:spPr>
          <a:xfrm>
            <a:off x="2870441" y="2864708"/>
            <a:ext cx="4141789" cy="4005328"/>
          </a:xfrm>
          <a:custGeom>
            <a:avLst/>
            <a:gdLst/>
            <a:ahLst/>
            <a:cxnLst/>
            <a:rect l="l" t="t" r="r" b="b"/>
            <a:pathLst>
              <a:path w="4141789" h="4005328">
                <a:moveTo>
                  <a:pt x="0" y="0"/>
                </a:moveTo>
                <a:lnTo>
                  <a:pt x="1508452" y="0"/>
                </a:lnTo>
                <a:lnTo>
                  <a:pt x="1508452" y="2153878"/>
                </a:lnTo>
                <a:cubicBezTo>
                  <a:pt x="1508452" y="2399754"/>
                  <a:pt x="1553939" y="2574327"/>
                  <a:pt x="1644913" y="2677595"/>
                </a:cubicBezTo>
                <a:cubicBezTo>
                  <a:pt x="1735888" y="2780863"/>
                  <a:pt x="1863743" y="2832497"/>
                  <a:pt x="2028481" y="2832497"/>
                </a:cubicBezTo>
                <a:cubicBezTo>
                  <a:pt x="2207971" y="2832497"/>
                  <a:pt x="2354882" y="2763652"/>
                  <a:pt x="2469214" y="2625961"/>
                </a:cubicBezTo>
                <a:cubicBezTo>
                  <a:pt x="2583546" y="2488270"/>
                  <a:pt x="2640713" y="2241164"/>
                  <a:pt x="2640713" y="1884643"/>
                </a:cubicBezTo>
                <a:lnTo>
                  <a:pt x="2640713" y="0"/>
                </a:lnTo>
                <a:lnTo>
                  <a:pt x="4141789" y="0"/>
                </a:lnTo>
                <a:lnTo>
                  <a:pt x="4141789" y="3916812"/>
                </a:lnTo>
                <a:lnTo>
                  <a:pt x="2740293" y="3916812"/>
                </a:lnTo>
                <a:lnTo>
                  <a:pt x="2740293" y="3282451"/>
                </a:lnTo>
                <a:cubicBezTo>
                  <a:pt x="2531298" y="3543080"/>
                  <a:pt x="2320459" y="3728717"/>
                  <a:pt x="2107776" y="3839361"/>
                </a:cubicBezTo>
                <a:cubicBezTo>
                  <a:pt x="1895093" y="3950005"/>
                  <a:pt x="1633849" y="4005328"/>
                  <a:pt x="1324044" y="4005328"/>
                </a:cubicBezTo>
                <a:cubicBezTo>
                  <a:pt x="910972" y="4005328"/>
                  <a:pt x="587030" y="3881775"/>
                  <a:pt x="352218" y="3634669"/>
                </a:cubicBezTo>
                <a:cubicBezTo>
                  <a:pt x="117406" y="3387563"/>
                  <a:pt x="0" y="3007069"/>
                  <a:pt x="0" y="2493187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000" t="-15000" r="-54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9530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45152E-CD6E-A019-E092-F46C030AFE23}"/>
              </a:ext>
            </a:extLst>
          </p:cNvPr>
          <p:cNvSpPr txBox="1"/>
          <p:nvPr/>
        </p:nvSpPr>
        <p:spPr>
          <a:xfrm>
            <a:off x="2461697" y="2864708"/>
            <a:ext cx="4624937" cy="3916812"/>
          </a:xfrm>
          <a:custGeom>
            <a:avLst/>
            <a:gdLst/>
            <a:ahLst/>
            <a:cxnLst/>
            <a:rect l="l" t="t" r="r" b="b"/>
            <a:pathLst>
              <a:path w="4624937" h="3916812">
                <a:moveTo>
                  <a:pt x="0" y="0"/>
                </a:moveTo>
                <a:lnTo>
                  <a:pt x="1561815" y="0"/>
                </a:lnTo>
                <a:lnTo>
                  <a:pt x="2321689" y="2482123"/>
                </a:lnTo>
                <a:lnTo>
                  <a:pt x="3110145" y="0"/>
                </a:lnTo>
                <a:lnTo>
                  <a:pt x="4624937" y="0"/>
                </a:lnTo>
                <a:lnTo>
                  <a:pt x="2960257" y="3916812"/>
                </a:lnTo>
                <a:lnTo>
                  <a:pt x="1628893" y="391681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15939-9C3B-04B1-9BB6-DD83B2A5664D}"/>
              </a:ext>
            </a:extLst>
          </p:cNvPr>
          <p:cNvSpPr txBox="1"/>
          <p:nvPr/>
        </p:nvSpPr>
        <p:spPr>
          <a:xfrm>
            <a:off x="2652197" y="2864708"/>
            <a:ext cx="4624937" cy="3916812"/>
          </a:xfrm>
          <a:custGeom>
            <a:avLst/>
            <a:gdLst/>
            <a:ahLst/>
            <a:cxnLst/>
            <a:rect l="l" t="t" r="r" b="b"/>
            <a:pathLst>
              <a:path w="4624937" h="3916812">
                <a:moveTo>
                  <a:pt x="0" y="0"/>
                </a:moveTo>
                <a:lnTo>
                  <a:pt x="1561815" y="0"/>
                </a:lnTo>
                <a:lnTo>
                  <a:pt x="2321689" y="2482123"/>
                </a:lnTo>
                <a:lnTo>
                  <a:pt x="3110145" y="0"/>
                </a:lnTo>
                <a:lnTo>
                  <a:pt x="4624937" y="0"/>
                </a:lnTo>
                <a:lnTo>
                  <a:pt x="2960257" y="3916812"/>
                </a:lnTo>
                <a:lnTo>
                  <a:pt x="1628893" y="391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000" t="-15000" r="-54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1952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29FD51-9F33-56FF-403D-AA6D1951B9FE}"/>
              </a:ext>
            </a:extLst>
          </p:cNvPr>
          <p:cNvSpPr txBox="1"/>
          <p:nvPr/>
        </p:nvSpPr>
        <p:spPr>
          <a:xfrm>
            <a:off x="1227104" y="2864708"/>
            <a:ext cx="7132876" cy="3916812"/>
          </a:xfrm>
          <a:custGeom>
            <a:avLst/>
            <a:gdLst/>
            <a:ahLst/>
            <a:cxnLst/>
            <a:rect l="l" t="t" r="r" b="b"/>
            <a:pathLst>
              <a:path w="7132876" h="3916812">
                <a:moveTo>
                  <a:pt x="0" y="0"/>
                </a:moveTo>
                <a:lnTo>
                  <a:pt x="1451459" y="0"/>
                </a:lnTo>
                <a:lnTo>
                  <a:pt x="2079366" y="2466045"/>
                </a:lnTo>
                <a:lnTo>
                  <a:pt x="2873988" y="0"/>
                </a:lnTo>
                <a:lnTo>
                  <a:pt x="4230477" y="0"/>
                </a:lnTo>
                <a:lnTo>
                  <a:pt x="5058812" y="2472269"/>
                </a:lnTo>
                <a:lnTo>
                  <a:pt x="5690407" y="0"/>
                </a:lnTo>
                <a:lnTo>
                  <a:pt x="7132876" y="0"/>
                </a:lnTo>
                <a:lnTo>
                  <a:pt x="5690061" y="3916812"/>
                </a:lnTo>
                <a:lnTo>
                  <a:pt x="4354261" y="3916812"/>
                </a:lnTo>
                <a:lnTo>
                  <a:pt x="3560906" y="1560086"/>
                </a:lnTo>
                <a:lnTo>
                  <a:pt x="2794175" y="3916812"/>
                </a:lnTo>
                <a:lnTo>
                  <a:pt x="1452381" y="391681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2BBCA-FFA4-F467-8F1F-31AE6F5985F6}"/>
              </a:ext>
            </a:extLst>
          </p:cNvPr>
          <p:cNvSpPr txBox="1"/>
          <p:nvPr/>
        </p:nvSpPr>
        <p:spPr>
          <a:xfrm>
            <a:off x="1398554" y="2864708"/>
            <a:ext cx="7132876" cy="3916812"/>
          </a:xfrm>
          <a:custGeom>
            <a:avLst/>
            <a:gdLst/>
            <a:ahLst/>
            <a:cxnLst/>
            <a:rect l="l" t="t" r="r" b="b"/>
            <a:pathLst>
              <a:path w="7132876" h="3916812">
                <a:moveTo>
                  <a:pt x="0" y="0"/>
                </a:moveTo>
                <a:lnTo>
                  <a:pt x="1451459" y="0"/>
                </a:lnTo>
                <a:lnTo>
                  <a:pt x="2079366" y="2466045"/>
                </a:lnTo>
                <a:lnTo>
                  <a:pt x="2873988" y="0"/>
                </a:lnTo>
                <a:lnTo>
                  <a:pt x="4230477" y="0"/>
                </a:lnTo>
                <a:lnTo>
                  <a:pt x="5058812" y="2472269"/>
                </a:lnTo>
                <a:lnTo>
                  <a:pt x="5690407" y="0"/>
                </a:lnTo>
                <a:lnTo>
                  <a:pt x="7132876" y="0"/>
                </a:lnTo>
                <a:lnTo>
                  <a:pt x="5690061" y="3916812"/>
                </a:lnTo>
                <a:lnTo>
                  <a:pt x="4354261" y="3916812"/>
                </a:lnTo>
                <a:lnTo>
                  <a:pt x="3560906" y="1560086"/>
                </a:lnTo>
                <a:lnTo>
                  <a:pt x="2794175" y="3916812"/>
                </a:lnTo>
                <a:lnTo>
                  <a:pt x="1452381" y="39168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12000" t="-25000" r="-23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502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9CC1B4-81D4-335D-C5C0-F67209A086BB}"/>
              </a:ext>
            </a:extLst>
          </p:cNvPr>
          <p:cNvSpPr txBox="1"/>
          <p:nvPr/>
        </p:nvSpPr>
        <p:spPr>
          <a:xfrm>
            <a:off x="2266259" y="2864708"/>
            <a:ext cx="4953181" cy="3916812"/>
          </a:xfrm>
          <a:custGeom>
            <a:avLst/>
            <a:gdLst/>
            <a:ahLst/>
            <a:cxnLst/>
            <a:rect l="l" t="t" r="r" b="b"/>
            <a:pathLst>
              <a:path w="4953181" h="3916812">
                <a:moveTo>
                  <a:pt x="73763" y="0"/>
                </a:moveTo>
                <a:lnTo>
                  <a:pt x="1855138" y="0"/>
                </a:lnTo>
                <a:lnTo>
                  <a:pt x="2476591" y="1091692"/>
                </a:lnTo>
                <a:lnTo>
                  <a:pt x="3201311" y="0"/>
                </a:lnTo>
                <a:lnTo>
                  <a:pt x="4857289" y="0"/>
                </a:lnTo>
                <a:lnTo>
                  <a:pt x="3521143" y="1866202"/>
                </a:lnTo>
                <a:lnTo>
                  <a:pt x="4953181" y="3916812"/>
                </a:lnTo>
                <a:lnTo>
                  <a:pt x="3201311" y="3916812"/>
                </a:lnTo>
                <a:lnTo>
                  <a:pt x="2476591" y="2655466"/>
                </a:lnTo>
                <a:lnTo>
                  <a:pt x="1626473" y="3916812"/>
                </a:lnTo>
                <a:lnTo>
                  <a:pt x="0" y="3916812"/>
                </a:lnTo>
                <a:lnTo>
                  <a:pt x="1422587" y="1866202"/>
                </a:lnTo>
                <a:lnTo>
                  <a:pt x="73763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64BAD-113B-F0EF-1339-F8477B936C43}"/>
              </a:ext>
            </a:extLst>
          </p:cNvPr>
          <p:cNvSpPr txBox="1"/>
          <p:nvPr/>
        </p:nvSpPr>
        <p:spPr>
          <a:xfrm>
            <a:off x="2475809" y="2864708"/>
            <a:ext cx="4953181" cy="3916812"/>
          </a:xfrm>
          <a:custGeom>
            <a:avLst/>
            <a:gdLst/>
            <a:ahLst/>
            <a:cxnLst/>
            <a:rect l="l" t="t" r="r" b="b"/>
            <a:pathLst>
              <a:path w="4953181" h="3916812">
                <a:moveTo>
                  <a:pt x="73763" y="0"/>
                </a:moveTo>
                <a:lnTo>
                  <a:pt x="1855138" y="0"/>
                </a:lnTo>
                <a:lnTo>
                  <a:pt x="2476591" y="1091692"/>
                </a:lnTo>
                <a:lnTo>
                  <a:pt x="3201311" y="0"/>
                </a:lnTo>
                <a:lnTo>
                  <a:pt x="4857289" y="0"/>
                </a:lnTo>
                <a:lnTo>
                  <a:pt x="3521143" y="1866202"/>
                </a:lnTo>
                <a:lnTo>
                  <a:pt x="4953181" y="3916812"/>
                </a:lnTo>
                <a:lnTo>
                  <a:pt x="3201311" y="3916812"/>
                </a:lnTo>
                <a:lnTo>
                  <a:pt x="2476591" y="2655466"/>
                </a:lnTo>
                <a:lnTo>
                  <a:pt x="1626473" y="3916812"/>
                </a:lnTo>
                <a:lnTo>
                  <a:pt x="0" y="3916812"/>
                </a:lnTo>
                <a:lnTo>
                  <a:pt x="1422587" y="1866202"/>
                </a:lnTo>
                <a:lnTo>
                  <a:pt x="737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000" t="-25000" r="-23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2699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13399F-0FE5-8D9B-118F-0BA345CD3ED6}"/>
              </a:ext>
            </a:extLst>
          </p:cNvPr>
          <p:cNvSpPr txBox="1"/>
          <p:nvPr/>
        </p:nvSpPr>
        <p:spPr>
          <a:xfrm>
            <a:off x="2550254" y="1150209"/>
            <a:ext cx="4621248" cy="5506403"/>
          </a:xfrm>
          <a:custGeom>
            <a:avLst/>
            <a:gdLst/>
            <a:ahLst/>
            <a:cxnLst/>
            <a:rect l="l" t="t" r="r" b="b"/>
            <a:pathLst>
              <a:path w="4621248" h="5506403">
                <a:moveTo>
                  <a:pt x="0" y="0"/>
                </a:moveTo>
                <a:lnTo>
                  <a:pt x="1583886" y="0"/>
                </a:lnTo>
                <a:lnTo>
                  <a:pt x="2391763" y="2607520"/>
                </a:lnTo>
                <a:lnTo>
                  <a:pt x="3142070" y="0"/>
                </a:lnTo>
                <a:lnTo>
                  <a:pt x="4621248" y="0"/>
                </a:lnTo>
                <a:lnTo>
                  <a:pt x="3067270" y="4185067"/>
                </a:lnTo>
                <a:cubicBezTo>
                  <a:pt x="2890316" y="4662413"/>
                  <a:pt x="2709673" y="4984742"/>
                  <a:pt x="2525343" y="5152054"/>
                </a:cubicBezTo>
                <a:cubicBezTo>
                  <a:pt x="2264829" y="5388287"/>
                  <a:pt x="1867912" y="5506403"/>
                  <a:pt x="1334590" y="5506403"/>
                </a:cubicBezTo>
                <a:cubicBezTo>
                  <a:pt x="1118296" y="5506403"/>
                  <a:pt x="784038" y="5476898"/>
                  <a:pt x="331818" y="5417888"/>
                </a:cubicBezTo>
                <a:lnTo>
                  <a:pt x="213912" y="4370454"/>
                </a:lnTo>
                <a:cubicBezTo>
                  <a:pt x="430091" y="4439300"/>
                  <a:pt x="670839" y="4473722"/>
                  <a:pt x="936155" y="4473722"/>
                </a:cubicBezTo>
                <a:cubicBezTo>
                  <a:pt x="1113032" y="4473722"/>
                  <a:pt x="1256131" y="4433105"/>
                  <a:pt x="1365450" y="4351869"/>
                </a:cubicBezTo>
                <a:cubicBezTo>
                  <a:pt x="1474769" y="4270634"/>
                  <a:pt x="1567501" y="4125385"/>
                  <a:pt x="1643645" y="391612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F96EB-DFA3-2EAF-A6E9-77D94E734BB5}"/>
              </a:ext>
            </a:extLst>
          </p:cNvPr>
          <p:cNvSpPr txBox="1"/>
          <p:nvPr/>
        </p:nvSpPr>
        <p:spPr>
          <a:xfrm>
            <a:off x="2740754" y="1150209"/>
            <a:ext cx="4621248" cy="5506403"/>
          </a:xfrm>
          <a:custGeom>
            <a:avLst/>
            <a:gdLst/>
            <a:ahLst/>
            <a:cxnLst/>
            <a:rect l="l" t="t" r="r" b="b"/>
            <a:pathLst>
              <a:path w="4621248" h="5506403">
                <a:moveTo>
                  <a:pt x="0" y="0"/>
                </a:moveTo>
                <a:lnTo>
                  <a:pt x="1583886" y="0"/>
                </a:lnTo>
                <a:lnTo>
                  <a:pt x="2391763" y="2607520"/>
                </a:lnTo>
                <a:lnTo>
                  <a:pt x="3142070" y="0"/>
                </a:lnTo>
                <a:lnTo>
                  <a:pt x="4621248" y="0"/>
                </a:lnTo>
                <a:lnTo>
                  <a:pt x="3067270" y="4185067"/>
                </a:lnTo>
                <a:cubicBezTo>
                  <a:pt x="2890316" y="4662413"/>
                  <a:pt x="2709673" y="4984742"/>
                  <a:pt x="2525343" y="5152054"/>
                </a:cubicBezTo>
                <a:cubicBezTo>
                  <a:pt x="2264829" y="5388287"/>
                  <a:pt x="1867912" y="5506403"/>
                  <a:pt x="1334590" y="5506403"/>
                </a:cubicBezTo>
                <a:cubicBezTo>
                  <a:pt x="1118296" y="5506403"/>
                  <a:pt x="784038" y="5476898"/>
                  <a:pt x="331818" y="5417888"/>
                </a:cubicBezTo>
                <a:lnTo>
                  <a:pt x="213912" y="4370454"/>
                </a:lnTo>
                <a:cubicBezTo>
                  <a:pt x="430091" y="4439300"/>
                  <a:pt x="670839" y="4473722"/>
                  <a:pt x="936155" y="4473722"/>
                </a:cubicBezTo>
                <a:cubicBezTo>
                  <a:pt x="1113032" y="4473722"/>
                  <a:pt x="1256131" y="4433105"/>
                  <a:pt x="1365450" y="4351869"/>
                </a:cubicBezTo>
                <a:cubicBezTo>
                  <a:pt x="1474769" y="4270634"/>
                  <a:pt x="1567501" y="4125385"/>
                  <a:pt x="1643645" y="3916121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000" t="-25000" r="-23000" b="-17000"/>
            </a:stretch>
          </a:blipFill>
          <a:ln w="76200">
            <a:solidFill>
              <a:srgbClr val="FD8FAA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9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2349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6FAE505-7BAA-773B-C1AA-A6A5A27F49CC}"/>
              </a:ext>
            </a:extLst>
          </p:cNvPr>
          <p:cNvSpPr/>
          <p:nvPr/>
        </p:nvSpPr>
        <p:spPr>
          <a:xfrm>
            <a:off x="2815663" y="2864708"/>
            <a:ext cx="3902059" cy="3916812"/>
          </a:xfrm>
          <a:custGeom>
            <a:avLst/>
            <a:gdLst/>
            <a:ahLst/>
            <a:cxnLst/>
            <a:rect l="l" t="t" r="r" b="b"/>
            <a:pathLst>
              <a:path w="3902059" h="3916812">
                <a:moveTo>
                  <a:pt x="147525" y="0"/>
                </a:moveTo>
                <a:lnTo>
                  <a:pt x="3780350" y="0"/>
                </a:lnTo>
                <a:lnTo>
                  <a:pt x="3780350" y="877779"/>
                </a:lnTo>
                <a:lnTo>
                  <a:pt x="1803446" y="2891507"/>
                </a:lnTo>
                <a:lnTo>
                  <a:pt x="3902059" y="2891507"/>
                </a:lnTo>
                <a:lnTo>
                  <a:pt x="3902059" y="3916812"/>
                </a:lnTo>
                <a:lnTo>
                  <a:pt x="0" y="3916812"/>
                </a:lnTo>
                <a:lnTo>
                  <a:pt x="0" y="2943141"/>
                </a:lnTo>
                <a:lnTo>
                  <a:pt x="1877612" y="1025305"/>
                </a:lnTo>
                <a:lnTo>
                  <a:pt x="147525" y="1025305"/>
                </a:lnTo>
                <a:lnTo>
                  <a:pt x="147525" y="0"/>
                </a:lnTo>
                <a:close/>
              </a:path>
            </a:pathLst>
          </a:cu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DBD8105-BDC2-A991-EFDF-03AC675DE163}"/>
              </a:ext>
            </a:extLst>
          </p:cNvPr>
          <p:cNvSpPr/>
          <p:nvPr/>
        </p:nvSpPr>
        <p:spPr>
          <a:xfrm>
            <a:off x="2987113" y="2864708"/>
            <a:ext cx="3902059" cy="3916812"/>
          </a:xfrm>
          <a:custGeom>
            <a:avLst/>
            <a:gdLst/>
            <a:ahLst/>
            <a:cxnLst/>
            <a:rect l="l" t="t" r="r" b="b"/>
            <a:pathLst>
              <a:path w="3902059" h="3916812">
                <a:moveTo>
                  <a:pt x="147525" y="0"/>
                </a:moveTo>
                <a:lnTo>
                  <a:pt x="3780350" y="0"/>
                </a:lnTo>
                <a:lnTo>
                  <a:pt x="3780350" y="877779"/>
                </a:lnTo>
                <a:lnTo>
                  <a:pt x="1803446" y="2891507"/>
                </a:lnTo>
                <a:lnTo>
                  <a:pt x="3902059" y="2891507"/>
                </a:lnTo>
                <a:lnTo>
                  <a:pt x="3902059" y="3916812"/>
                </a:lnTo>
                <a:lnTo>
                  <a:pt x="0" y="3916812"/>
                </a:lnTo>
                <a:lnTo>
                  <a:pt x="0" y="2943141"/>
                </a:lnTo>
                <a:lnTo>
                  <a:pt x="1877612" y="1025305"/>
                </a:lnTo>
                <a:lnTo>
                  <a:pt x="147525" y="1025305"/>
                </a:lnTo>
                <a:lnTo>
                  <a:pt x="14752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000" t="-25000" r="-23000" b="-17000"/>
            </a:stretch>
          </a:blipFill>
          <a:ln w="76200">
            <a:solidFill>
              <a:srgbClr val="FD8F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396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2420</TotalTime>
  <Words>2</Words>
  <Application>Microsoft Office PowerPoint</Application>
  <PresentationFormat>Custom</PresentationFormat>
  <Paragraphs>2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272</cp:revision>
  <dcterms:created xsi:type="dcterms:W3CDTF">2025-02-22T17:47:33Z</dcterms:created>
  <dcterms:modified xsi:type="dcterms:W3CDTF">2025-05-21T19:26:09Z</dcterms:modified>
</cp:coreProperties>
</file>