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2" r:id="rId2"/>
    <p:sldId id="283" r:id="rId3"/>
    <p:sldId id="284" r:id="rId4"/>
    <p:sldId id="286" r:id="rId5"/>
    <p:sldId id="285" r:id="rId6"/>
    <p:sldId id="257" r:id="rId7"/>
    <p:sldId id="258" r:id="rId8"/>
    <p:sldId id="259" r:id="rId9"/>
    <p:sldId id="270" r:id="rId10"/>
    <p:sldId id="264" r:id="rId11"/>
    <p:sldId id="260" r:id="rId12"/>
    <p:sldId id="262" r:id="rId13"/>
    <p:sldId id="278" r:id="rId14"/>
    <p:sldId id="267" r:id="rId15"/>
    <p:sldId id="277" r:id="rId16"/>
    <p:sldId id="269" r:id="rId17"/>
    <p:sldId id="276" r:id="rId18"/>
    <p:sldId id="266" r:id="rId19"/>
    <p:sldId id="281" r:id="rId20"/>
    <p:sldId id="273" r:id="rId21"/>
    <p:sldId id="274" r:id="rId22"/>
    <p:sldId id="280" r:id="rId23"/>
    <p:sldId id="279" r:id="rId24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A7A1"/>
    <a:srgbClr val="218781"/>
    <a:srgbClr val="7AA03F"/>
    <a:srgbClr val="FFFF53"/>
    <a:srgbClr val="EA5B6B"/>
    <a:srgbClr val="B0CF71"/>
    <a:srgbClr val="FF3B3B"/>
    <a:srgbClr val="92D050"/>
    <a:srgbClr val="F3B42E"/>
    <a:srgbClr val="B2AF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D6259191-9C2E-EFBD-AA07-656E47947BF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9BBE0F-7014-B5E5-C5EF-9F459397E1B2}"/>
              </a:ext>
            </a:extLst>
          </p:cNvPr>
          <p:cNvGrpSpPr/>
          <p:nvPr/>
        </p:nvGrpSpPr>
        <p:grpSpPr>
          <a:xfrm>
            <a:off x="828706" y="1731781"/>
            <a:ext cx="4177521" cy="4903770"/>
            <a:chOff x="2347715" y="1530721"/>
            <a:chExt cx="4177521" cy="49037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4710618-70D8-B6D7-FC29-D5BFB8F24104}"/>
                </a:ext>
              </a:extLst>
            </p:cNvPr>
            <p:cNvGrpSpPr/>
            <p:nvPr/>
          </p:nvGrpSpPr>
          <p:grpSpPr>
            <a:xfrm>
              <a:off x="5969022" y="4222378"/>
              <a:ext cx="556214" cy="2026593"/>
              <a:chOff x="6021049" y="4152900"/>
              <a:chExt cx="556214" cy="2026593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240D3813-A846-9949-7D51-462D25477BAC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208E25F-DBFA-55C4-C8A2-608C652DE44C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solidFill>
                <a:srgbClr val="3EC2B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DE1C725-A133-D30F-629B-08A95810A984}"/>
                </a:ext>
              </a:extLst>
            </p:cNvPr>
            <p:cNvGrpSpPr/>
            <p:nvPr/>
          </p:nvGrpSpPr>
          <p:grpSpPr>
            <a:xfrm>
              <a:off x="2347715" y="4208370"/>
              <a:ext cx="556214" cy="2026593"/>
              <a:chOff x="6021049" y="4152900"/>
              <a:chExt cx="556214" cy="2026593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986CF7B-49E8-13B1-F8AF-02FB9941EEE0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A4E336EB-AECF-4CAA-685C-082A8B0EEA42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solidFill>
                <a:srgbClr val="3EC2B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Block Arc 6">
              <a:extLst>
                <a:ext uri="{FF2B5EF4-FFF2-40B4-BE49-F238E27FC236}">
                  <a16:creationId xmlns:a16="http://schemas.microsoft.com/office/drawing/2014/main" id="{4FC4C020-A5B3-B7B2-2D63-78B153A0D5CA}"/>
                </a:ext>
              </a:extLst>
            </p:cNvPr>
            <p:cNvSpPr/>
            <p:nvPr/>
          </p:nvSpPr>
          <p:spPr>
            <a:xfrm>
              <a:off x="3603033" y="1530721"/>
              <a:ext cx="1676400" cy="1738938"/>
            </a:xfrm>
            <a:prstGeom prst="blockArc">
              <a:avLst/>
            </a:prstGeom>
            <a:solidFill>
              <a:srgbClr val="FF616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3C72680-B4A1-5DA0-D75D-CE8E7DC55045}"/>
                </a:ext>
              </a:extLst>
            </p:cNvPr>
            <p:cNvSpPr/>
            <p:nvPr/>
          </p:nvSpPr>
          <p:spPr>
            <a:xfrm>
              <a:off x="2654300" y="3886200"/>
              <a:ext cx="3605536" cy="2548291"/>
            </a:xfrm>
            <a:prstGeom prst="roundRect">
              <a:avLst>
                <a:gd name="adj" fmla="val 2264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E0B045E-BFA4-08D0-1393-38D03E2FCBE0}"/>
                </a:ext>
              </a:extLst>
            </p:cNvPr>
            <p:cNvSpPr/>
            <p:nvPr/>
          </p:nvSpPr>
          <p:spPr>
            <a:xfrm>
              <a:off x="2862609" y="4135796"/>
              <a:ext cx="3204816" cy="2113175"/>
            </a:xfrm>
            <a:prstGeom prst="roundRect">
              <a:avLst>
                <a:gd name="adj" fmla="val 22647"/>
              </a:avLst>
            </a:prstGeom>
            <a:solidFill>
              <a:srgbClr val="3EC2BC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5193A7DB-F7E3-78B8-24F0-74513948BF7E}"/>
                </a:ext>
              </a:extLst>
            </p:cNvPr>
            <p:cNvSpPr/>
            <p:nvPr/>
          </p:nvSpPr>
          <p:spPr>
            <a:xfrm>
              <a:off x="2532917" y="2165458"/>
              <a:ext cx="3848849" cy="2978569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9568B993-6958-A66E-577B-DA9F466F12B8}"/>
                </a:ext>
              </a:extLst>
            </p:cNvPr>
            <p:cNvSpPr/>
            <p:nvPr/>
          </p:nvSpPr>
          <p:spPr>
            <a:xfrm>
              <a:off x="2772761" y="2165458"/>
              <a:ext cx="3425832" cy="2797144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solidFill>
              <a:srgbClr val="3EC2BC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D99747E-63E3-9E1C-B43A-5D6301E6AC7F}"/>
                </a:ext>
              </a:extLst>
            </p:cNvPr>
            <p:cNvGrpSpPr/>
            <p:nvPr/>
          </p:nvGrpSpPr>
          <p:grpSpPr>
            <a:xfrm>
              <a:off x="5061460" y="4713128"/>
              <a:ext cx="632706" cy="1114917"/>
              <a:chOff x="5061460" y="4713128"/>
              <a:chExt cx="632706" cy="1114917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7F82BB6-F291-BE2E-8919-F4DCEC51590B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87236081-0911-73A5-F7BB-150A09DA8EA5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solidFill>
                <a:srgbClr val="2CB4A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580751A-AF3D-D8E0-C79C-8D54EE3C3A8E}"/>
                </a:ext>
              </a:extLst>
            </p:cNvPr>
            <p:cNvGrpSpPr/>
            <p:nvPr/>
          </p:nvGrpSpPr>
          <p:grpSpPr>
            <a:xfrm>
              <a:off x="3286680" y="4713128"/>
              <a:ext cx="632706" cy="1114917"/>
              <a:chOff x="5061460" y="4713128"/>
              <a:chExt cx="632706" cy="1114917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DFD1537-E79E-BD4A-311B-40D4C78E1608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03EC7F84-12CA-A84B-6947-0DF93657F170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solidFill>
                <a:srgbClr val="2CB4A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6971D1-FE45-6331-E95E-5F34D4EAECBB}"/>
              </a:ext>
            </a:extLst>
          </p:cNvPr>
          <p:cNvGrpSpPr/>
          <p:nvPr/>
        </p:nvGrpSpPr>
        <p:grpSpPr>
          <a:xfrm>
            <a:off x="6609748" y="252740"/>
            <a:ext cx="2862013" cy="3359565"/>
            <a:chOff x="2347715" y="1530721"/>
            <a:chExt cx="4177521" cy="4903770"/>
          </a:xfrm>
          <a:solidFill>
            <a:schemeClr val="bg1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0E8084F-5C52-C0DA-2A92-9B9AC8BE52E2}"/>
                </a:ext>
              </a:extLst>
            </p:cNvPr>
            <p:cNvGrpSpPr/>
            <p:nvPr/>
          </p:nvGrpSpPr>
          <p:grpSpPr>
            <a:xfrm>
              <a:off x="5969022" y="4222378"/>
              <a:ext cx="556214" cy="2026593"/>
              <a:chOff x="6021049" y="4152900"/>
              <a:chExt cx="556214" cy="2026593"/>
            </a:xfrm>
            <a:grpFill/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9627E894-218C-1978-1A7A-9942445A6DAE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3DEEE3F-D701-61FA-11B8-309AF68C82DC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534198A-B797-F8FC-E6F6-12BFB4CA70D0}"/>
                </a:ext>
              </a:extLst>
            </p:cNvPr>
            <p:cNvGrpSpPr/>
            <p:nvPr/>
          </p:nvGrpSpPr>
          <p:grpSpPr>
            <a:xfrm>
              <a:off x="2347715" y="4208370"/>
              <a:ext cx="556214" cy="2026593"/>
              <a:chOff x="6021049" y="4152900"/>
              <a:chExt cx="556214" cy="2026593"/>
            </a:xfrm>
            <a:grpFill/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79FE9079-7477-24EB-92F0-DA2C48C30624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45976C0-43C6-AB20-2C1E-932BB278C4EF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Block Arc 24">
              <a:extLst>
                <a:ext uri="{FF2B5EF4-FFF2-40B4-BE49-F238E27FC236}">
                  <a16:creationId xmlns:a16="http://schemas.microsoft.com/office/drawing/2014/main" id="{F8E03045-F8E4-8B4B-9B65-47976C7B8DEC}"/>
                </a:ext>
              </a:extLst>
            </p:cNvPr>
            <p:cNvSpPr/>
            <p:nvPr/>
          </p:nvSpPr>
          <p:spPr>
            <a:xfrm>
              <a:off x="3603033" y="1530721"/>
              <a:ext cx="1676400" cy="1738938"/>
            </a:xfrm>
            <a:prstGeom prst="blockArc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63B779D-5804-D73D-E069-F0D281D8CEA1}"/>
                </a:ext>
              </a:extLst>
            </p:cNvPr>
            <p:cNvSpPr/>
            <p:nvPr/>
          </p:nvSpPr>
          <p:spPr>
            <a:xfrm>
              <a:off x="2654300" y="3886200"/>
              <a:ext cx="3605536" cy="2548291"/>
            </a:xfrm>
            <a:prstGeom prst="roundRect">
              <a:avLst>
                <a:gd name="adj" fmla="val 22647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DA523E6-B381-4E09-B326-5046D400BAE2}"/>
                </a:ext>
              </a:extLst>
            </p:cNvPr>
            <p:cNvSpPr/>
            <p:nvPr/>
          </p:nvSpPr>
          <p:spPr>
            <a:xfrm>
              <a:off x="2862609" y="4135796"/>
              <a:ext cx="3204816" cy="2113175"/>
            </a:xfrm>
            <a:prstGeom prst="roundRect">
              <a:avLst>
                <a:gd name="adj" fmla="val 22647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">
              <a:extLst>
                <a:ext uri="{FF2B5EF4-FFF2-40B4-BE49-F238E27FC236}">
                  <a16:creationId xmlns:a16="http://schemas.microsoft.com/office/drawing/2014/main" id="{6EB455F2-EFE8-1EA1-8989-C853984CF223}"/>
                </a:ext>
              </a:extLst>
            </p:cNvPr>
            <p:cNvSpPr/>
            <p:nvPr/>
          </p:nvSpPr>
          <p:spPr>
            <a:xfrm>
              <a:off x="2532917" y="2165458"/>
              <a:ext cx="3848849" cy="2978569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">
              <a:extLst>
                <a:ext uri="{FF2B5EF4-FFF2-40B4-BE49-F238E27FC236}">
                  <a16:creationId xmlns:a16="http://schemas.microsoft.com/office/drawing/2014/main" id="{4996C9A3-6012-29B7-BEDA-C4FDB11C4E61}"/>
                </a:ext>
              </a:extLst>
            </p:cNvPr>
            <p:cNvSpPr/>
            <p:nvPr/>
          </p:nvSpPr>
          <p:spPr>
            <a:xfrm>
              <a:off x="2772761" y="2165458"/>
              <a:ext cx="3425832" cy="2797144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F2FF92D-E35B-0836-B4A2-757B2BCD98E7}"/>
                </a:ext>
              </a:extLst>
            </p:cNvPr>
            <p:cNvGrpSpPr/>
            <p:nvPr/>
          </p:nvGrpSpPr>
          <p:grpSpPr>
            <a:xfrm>
              <a:off x="5061460" y="4713128"/>
              <a:ext cx="632706" cy="1114917"/>
              <a:chOff x="5061460" y="4713128"/>
              <a:chExt cx="632706" cy="1114917"/>
            </a:xfrm>
            <a:grpFill/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0CBBF82F-EB21-FD67-D250-B04A19B69AE2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F0B0DB3E-0A55-F5D8-229B-501E6BE94B34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7EDF00B-1155-F22C-7EB9-63CA04BDE5B2}"/>
                </a:ext>
              </a:extLst>
            </p:cNvPr>
            <p:cNvGrpSpPr/>
            <p:nvPr/>
          </p:nvGrpSpPr>
          <p:grpSpPr>
            <a:xfrm>
              <a:off x="3286680" y="4713128"/>
              <a:ext cx="632706" cy="1114917"/>
              <a:chOff x="5061460" y="4713128"/>
              <a:chExt cx="632706" cy="1114917"/>
            </a:xfrm>
            <a:grpFill/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6CA82F76-3E43-9DC5-A7CC-BE699006B116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77A4C48-6256-8024-BA04-048041D7CB18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F65F728-195D-DD29-2332-60607D86627F}"/>
              </a:ext>
            </a:extLst>
          </p:cNvPr>
          <p:cNvGrpSpPr/>
          <p:nvPr/>
        </p:nvGrpSpPr>
        <p:grpSpPr>
          <a:xfrm>
            <a:off x="6490520" y="3777829"/>
            <a:ext cx="3147867" cy="3695114"/>
            <a:chOff x="2347715" y="1530721"/>
            <a:chExt cx="4177521" cy="490377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F677A58-0231-A030-1909-E0A7BBD45B3A}"/>
                </a:ext>
              </a:extLst>
            </p:cNvPr>
            <p:cNvGrpSpPr/>
            <p:nvPr/>
          </p:nvGrpSpPr>
          <p:grpSpPr>
            <a:xfrm>
              <a:off x="5969022" y="4222378"/>
              <a:ext cx="556214" cy="2026593"/>
              <a:chOff x="6021049" y="4152900"/>
              <a:chExt cx="556214" cy="2026593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DE9801D6-3717-4B9A-358C-268C687CE5CF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A3FEE6B9-CBD9-C0E4-248E-2E5EFF8F2E13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solidFill>
                <a:srgbClr val="3EC2BC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93F9A1C-0003-2A3A-5F55-962B6C325C92}"/>
                </a:ext>
              </a:extLst>
            </p:cNvPr>
            <p:cNvGrpSpPr/>
            <p:nvPr/>
          </p:nvGrpSpPr>
          <p:grpSpPr>
            <a:xfrm>
              <a:off x="2347715" y="4208370"/>
              <a:ext cx="556214" cy="2026593"/>
              <a:chOff x="6021049" y="4152900"/>
              <a:chExt cx="556214" cy="2026593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492A5AF7-95B7-D2EE-5DFC-A63BCA2FCEAE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26D52AB-41EC-36E2-85A3-72F540729D30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solidFill>
                <a:srgbClr val="3EC2BC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Block Arc 42">
              <a:extLst>
                <a:ext uri="{FF2B5EF4-FFF2-40B4-BE49-F238E27FC236}">
                  <a16:creationId xmlns:a16="http://schemas.microsoft.com/office/drawing/2014/main" id="{D9382756-774E-1C7E-3482-0466685D059E}"/>
                </a:ext>
              </a:extLst>
            </p:cNvPr>
            <p:cNvSpPr/>
            <p:nvPr/>
          </p:nvSpPr>
          <p:spPr>
            <a:xfrm>
              <a:off x="3603033" y="1530721"/>
              <a:ext cx="1676400" cy="1738938"/>
            </a:xfrm>
            <a:prstGeom prst="blockArc">
              <a:avLst/>
            </a:prstGeom>
            <a:solidFill>
              <a:srgbClr val="FF616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D802DCB5-2268-8991-93E3-29B5C43ACEC1}"/>
                </a:ext>
              </a:extLst>
            </p:cNvPr>
            <p:cNvSpPr/>
            <p:nvPr/>
          </p:nvSpPr>
          <p:spPr>
            <a:xfrm>
              <a:off x="2654300" y="3886200"/>
              <a:ext cx="3605536" cy="2548291"/>
            </a:xfrm>
            <a:prstGeom prst="roundRect">
              <a:avLst>
                <a:gd name="adj" fmla="val 2264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D14FE8A-F228-2C8F-9415-1B0C037F5C72}"/>
                </a:ext>
              </a:extLst>
            </p:cNvPr>
            <p:cNvSpPr/>
            <p:nvPr/>
          </p:nvSpPr>
          <p:spPr>
            <a:xfrm>
              <a:off x="2862609" y="4135796"/>
              <a:ext cx="3204816" cy="2113175"/>
            </a:xfrm>
            <a:prstGeom prst="roundRect">
              <a:avLst>
                <a:gd name="adj" fmla="val 22647"/>
              </a:avLst>
            </a:prstGeom>
            <a:solidFill>
              <a:srgbClr val="3EC2BC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2">
              <a:extLst>
                <a:ext uri="{FF2B5EF4-FFF2-40B4-BE49-F238E27FC236}">
                  <a16:creationId xmlns:a16="http://schemas.microsoft.com/office/drawing/2014/main" id="{02DA1DD8-8D4B-F6AF-8E4A-FDE3FC2998DE}"/>
                </a:ext>
              </a:extLst>
            </p:cNvPr>
            <p:cNvSpPr/>
            <p:nvPr/>
          </p:nvSpPr>
          <p:spPr>
            <a:xfrm>
              <a:off x="2532917" y="2165458"/>
              <a:ext cx="3848849" cy="2978569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2">
              <a:extLst>
                <a:ext uri="{FF2B5EF4-FFF2-40B4-BE49-F238E27FC236}">
                  <a16:creationId xmlns:a16="http://schemas.microsoft.com/office/drawing/2014/main" id="{2B2A79A1-4BA3-3AA7-B2A8-1FB8D14EC2DB}"/>
                </a:ext>
              </a:extLst>
            </p:cNvPr>
            <p:cNvSpPr/>
            <p:nvPr/>
          </p:nvSpPr>
          <p:spPr>
            <a:xfrm>
              <a:off x="2772761" y="2165458"/>
              <a:ext cx="3425832" cy="2797144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solidFill>
              <a:srgbClr val="3EC2BC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AA6AF6F-D37A-3CD1-5B2B-C152DC55AC41}"/>
                </a:ext>
              </a:extLst>
            </p:cNvPr>
            <p:cNvGrpSpPr/>
            <p:nvPr/>
          </p:nvGrpSpPr>
          <p:grpSpPr>
            <a:xfrm>
              <a:off x="5061460" y="4713128"/>
              <a:ext cx="632706" cy="1114917"/>
              <a:chOff x="5061460" y="4713128"/>
              <a:chExt cx="632706" cy="1114917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291A792F-375C-504D-8988-7388BE7DE2F8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49789D91-2A36-0677-45D6-83E4EE22953B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solidFill>
                <a:srgbClr val="2CB4AC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498617D-862A-F255-894F-F13591E12046}"/>
                </a:ext>
              </a:extLst>
            </p:cNvPr>
            <p:cNvGrpSpPr/>
            <p:nvPr/>
          </p:nvGrpSpPr>
          <p:grpSpPr>
            <a:xfrm>
              <a:off x="3286680" y="4713128"/>
              <a:ext cx="632706" cy="1114917"/>
              <a:chOff x="5061460" y="4713128"/>
              <a:chExt cx="632706" cy="1114917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A7D9F997-C1E7-068E-F26A-C93948D4F8B0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781CE0B-6D57-AFF7-E5E7-F3C14FDA603C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solidFill>
                <a:srgbClr val="2CB4AC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5AE7C12B-68FF-FDD4-22A2-7D4AA32DCCFC}"/>
              </a:ext>
            </a:extLst>
          </p:cNvPr>
          <p:cNvSpPr txBox="1"/>
          <p:nvPr/>
        </p:nvSpPr>
        <p:spPr>
          <a:xfrm>
            <a:off x="282603" y="252740"/>
            <a:ext cx="54067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C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F3B42E"/>
                </a:solidFill>
                <a:latin typeface="Arial Black" panose="020B0A04020102020204" pitchFamily="34" charset="0"/>
              </a:rPr>
              <a:t>l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 Black" panose="020B0A04020102020204" pitchFamily="34" charset="0"/>
              </a:rPr>
              <a:t>i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p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chemeClr val="accent1"/>
                </a:solidFill>
                <a:latin typeface="Arial Black" panose="020B0A04020102020204" pitchFamily="34" charset="0"/>
              </a:rPr>
              <a:t>a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FF3B3B"/>
                </a:solidFill>
                <a:latin typeface="Arial Black" panose="020B0A04020102020204" pitchFamily="34" charset="0"/>
              </a:rPr>
              <a:t>r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t</a:t>
            </a:r>
            <a:r>
              <a:rPr lang="en-US" sz="4000" dirty="0">
                <a:ln>
                  <a:solidFill>
                    <a:sysClr val="windowText" lastClr="000000"/>
                  </a:solidFill>
                </a:ln>
                <a:latin typeface="Arial Black" panose="020B0A04020102020204" pitchFamily="34" charset="0"/>
              </a:rPr>
              <a:t>  </a:t>
            </a:r>
          </a:p>
          <a:p>
            <a:pPr algn="ctr"/>
            <a:r>
              <a:rPr lang="en-US" sz="4000" dirty="0">
                <a:latin typeface="Cooper Black" panose="0208090404030B020404" pitchFamily="18" charset="0"/>
              </a:rPr>
              <a:t>School Supplies</a:t>
            </a:r>
          </a:p>
        </p:txBody>
      </p:sp>
    </p:spTree>
    <p:extLst>
      <p:ext uri="{BB962C8B-B14F-4D97-AF65-F5344CB8AC3E}">
        <p14:creationId xmlns:p14="http://schemas.microsoft.com/office/powerpoint/2010/main" val="2416204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0F48817C-6D4E-E6F9-D2FF-01AD9C8E9A82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E7C12B-68FF-FDD4-22A2-7D4AA32DCCFC}"/>
              </a:ext>
            </a:extLst>
          </p:cNvPr>
          <p:cNvSpPr txBox="1"/>
          <p:nvPr/>
        </p:nvSpPr>
        <p:spPr>
          <a:xfrm>
            <a:off x="282603" y="252740"/>
            <a:ext cx="54067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C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F3B42E"/>
                </a:solidFill>
                <a:latin typeface="Arial Black" panose="020B0A04020102020204" pitchFamily="34" charset="0"/>
              </a:rPr>
              <a:t>l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 Black" panose="020B0A04020102020204" pitchFamily="34" charset="0"/>
              </a:rPr>
              <a:t>i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p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chemeClr val="accent1"/>
                </a:solidFill>
                <a:latin typeface="Arial Black" panose="020B0A04020102020204" pitchFamily="34" charset="0"/>
              </a:rPr>
              <a:t>a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FF3B3B"/>
                </a:solidFill>
                <a:latin typeface="Arial Black" panose="020B0A04020102020204" pitchFamily="34" charset="0"/>
              </a:rPr>
              <a:t>r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t</a:t>
            </a:r>
            <a:r>
              <a:rPr lang="en-US" sz="4000" dirty="0">
                <a:ln>
                  <a:solidFill>
                    <a:sysClr val="windowText" lastClr="000000"/>
                  </a:solidFill>
                </a:ln>
                <a:latin typeface="Arial Black" panose="020B0A04020102020204" pitchFamily="34" charset="0"/>
              </a:rPr>
              <a:t>  </a:t>
            </a:r>
          </a:p>
          <a:p>
            <a:pPr algn="ctr"/>
            <a:r>
              <a:rPr lang="en-US" sz="4000" dirty="0">
                <a:latin typeface="Cooper Black" panose="0208090404030B020404" pitchFamily="18" charset="0"/>
              </a:rPr>
              <a:t>School Supplies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A91E3D-A5E5-43B4-D84A-055ED6E5DAD8}"/>
              </a:ext>
            </a:extLst>
          </p:cNvPr>
          <p:cNvGrpSpPr/>
          <p:nvPr/>
        </p:nvGrpSpPr>
        <p:grpSpPr>
          <a:xfrm>
            <a:off x="1850356" y="1799111"/>
            <a:ext cx="1365250" cy="5504218"/>
            <a:chOff x="2425700" y="1873097"/>
            <a:chExt cx="1365250" cy="55042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0C6612E-5BED-D792-FBD1-F4A957D33115}"/>
                </a:ext>
              </a:extLst>
            </p:cNvPr>
            <p:cNvSpPr/>
            <p:nvPr/>
          </p:nvSpPr>
          <p:spPr>
            <a:xfrm rot="10800000">
              <a:off x="2566946" y="6028004"/>
              <a:ext cx="1090480" cy="306185"/>
            </a:xfrm>
            <a:custGeom>
              <a:avLst/>
              <a:gdLst>
                <a:gd name="connsiteX0" fmla="*/ 1071167 w 1071167"/>
                <a:gd name="connsiteY0" fmla="*/ 306185 h 306185"/>
                <a:gd name="connsiteX1" fmla="*/ 0 w 1071167"/>
                <a:gd name="connsiteY1" fmla="*/ 306185 h 306185"/>
                <a:gd name="connsiteX2" fmla="*/ 0 w 1071167"/>
                <a:gd name="connsiteY2" fmla="*/ 83855 h 306185"/>
                <a:gd name="connsiteX3" fmla="*/ 37965 w 1071167"/>
                <a:gd name="connsiteY3" fmla="*/ 0 h 306185"/>
                <a:gd name="connsiteX4" fmla="*/ 1030280 w 1071167"/>
                <a:gd name="connsiteY4" fmla="*/ 0 h 306185"/>
                <a:gd name="connsiteX5" fmla="*/ 1071167 w 1071167"/>
                <a:gd name="connsiteY5" fmla="*/ 88445 h 306185"/>
                <a:gd name="connsiteX6" fmla="*/ 1071167 w 1071167"/>
                <a:gd name="connsiteY6" fmla="*/ 306185 h 30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167" h="306185">
                  <a:moveTo>
                    <a:pt x="1071167" y="306185"/>
                  </a:moveTo>
                  <a:lnTo>
                    <a:pt x="0" y="306185"/>
                  </a:lnTo>
                  <a:lnTo>
                    <a:pt x="0" y="83855"/>
                  </a:lnTo>
                  <a:lnTo>
                    <a:pt x="37965" y="0"/>
                  </a:lnTo>
                  <a:lnTo>
                    <a:pt x="1030280" y="0"/>
                  </a:lnTo>
                  <a:lnTo>
                    <a:pt x="1071167" y="88445"/>
                  </a:lnTo>
                  <a:lnTo>
                    <a:pt x="1071167" y="306185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17E8A2C-3860-1D1C-234F-69CC962DDF64}"/>
                </a:ext>
              </a:extLst>
            </p:cNvPr>
            <p:cNvSpPr/>
            <p:nvPr/>
          </p:nvSpPr>
          <p:spPr>
            <a:xfrm rot="10800000">
              <a:off x="2592458" y="6292850"/>
              <a:ext cx="1045655" cy="1084465"/>
            </a:xfrm>
            <a:custGeom>
              <a:avLst/>
              <a:gdLst>
                <a:gd name="connsiteX0" fmla="*/ 992315 w 992315"/>
                <a:gd name="connsiteY0" fmla="*/ 1084465 h 1084465"/>
                <a:gd name="connsiteX1" fmla="*/ 0 w 992315"/>
                <a:gd name="connsiteY1" fmla="*/ 1084465 h 1084465"/>
                <a:gd name="connsiteX2" fmla="*/ 490977 w 992315"/>
                <a:gd name="connsiteY2" fmla="*/ 0 h 1084465"/>
                <a:gd name="connsiteX3" fmla="*/ 992315 w 992315"/>
                <a:gd name="connsiteY3" fmla="*/ 1084465 h 1084465"/>
                <a:gd name="connsiteX0" fmla="*/ 0 w 992315"/>
                <a:gd name="connsiteY0" fmla="*/ 1084465 h 1175905"/>
                <a:gd name="connsiteX1" fmla="*/ 490977 w 992315"/>
                <a:gd name="connsiteY1" fmla="*/ 0 h 1175905"/>
                <a:gd name="connsiteX2" fmla="*/ 992315 w 992315"/>
                <a:gd name="connsiteY2" fmla="*/ 1084465 h 1175905"/>
                <a:gd name="connsiteX3" fmla="*/ 86776 w 992315"/>
                <a:gd name="connsiteY3" fmla="*/ 1175905 h 1175905"/>
                <a:gd name="connsiteX0" fmla="*/ 0 w 992315"/>
                <a:gd name="connsiteY0" fmla="*/ 1084465 h 1084465"/>
                <a:gd name="connsiteX1" fmla="*/ 490977 w 992315"/>
                <a:gd name="connsiteY1" fmla="*/ 0 h 1084465"/>
                <a:gd name="connsiteX2" fmla="*/ 992315 w 992315"/>
                <a:gd name="connsiteY2" fmla="*/ 1084465 h 108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2315" h="1084465">
                  <a:moveTo>
                    <a:pt x="0" y="1084465"/>
                  </a:moveTo>
                  <a:lnTo>
                    <a:pt x="490977" y="0"/>
                  </a:lnTo>
                  <a:lnTo>
                    <a:pt x="992315" y="1084465"/>
                  </a:lnTo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AF5BC08D-7F25-E36F-5EFA-CD384A63C14A}"/>
                </a:ext>
              </a:extLst>
            </p:cNvPr>
            <p:cNvSpPr/>
            <p:nvPr/>
          </p:nvSpPr>
          <p:spPr>
            <a:xfrm>
              <a:off x="2566946" y="1873097"/>
              <a:ext cx="1071167" cy="4172103"/>
            </a:xfrm>
            <a:prstGeom prst="round2SameRect">
              <a:avLst>
                <a:gd name="adj1" fmla="val 30978"/>
                <a:gd name="adj2" fmla="val 0"/>
              </a:avLst>
            </a:prstGeom>
            <a:solidFill>
              <a:srgbClr val="DA3D29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B47FDC9-6072-06FA-B810-B7DE983FA31E}"/>
                </a:ext>
              </a:extLst>
            </p:cNvPr>
            <p:cNvSpPr/>
            <p:nvPr/>
          </p:nvSpPr>
          <p:spPr>
            <a:xfrm>
              <a:off x="2566946" y="2647950"/>
              <a:ext cx="285397" cy="3479800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8B61A39-B807-C1D4-F9C0-69DE84C3A7EE}"/>
                </a:ext>
              </a:extLst>
            </p:cNvPr>
            <p:cNvSpPr/>
            <p:nvPr/>
          </p:nvSpPr>
          <p:spPr>
            <a:xfrm flipH="1">
              <a:off x="3372029" y="2535942"/>
              <a:ext cx="285397" cy="3598517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88412B6-F4BC-095A-A60A-53FF71D994A0}"/>
                </a:ext>
              </a:extLst>
            </p:cNvPr>
            <p:cNvSpPr/>
            <p:nvPr/>
          </p:nvSpPr>
          <p:spPr>
            <a:xfrm rot="10800000">
              <a:off x="2947753" y="6917682"/>
              <a:ext cx="328864" cy="434187"/>
            </a:xfrm>
            <a:custGeom>
              <a:avLst/>
              <a:gdLst>
                <a:gd name="connsiteX0" fmla="*/ 146360 w 328864"/>
                <a:gd name="connsiteY0" fmla="*/ 434187 h 434187"/>
                <a:gd name="connsiteX1" fmla="*/ 38421 w 328864"/>
                <a:gd name="connsiteY1" fmla="*/ 424358 h 434187"/>
                <a:gd name="connsiteX2" fmla="*/ 0 w 328864"/>
                <a:gd name="connsiteY2" fmla="*/ 413585 h 434187"/>
                <a:gd name="connsiteX3" fmla="*/ 164755 w 328864"/>
                <a:gd name="connsiteY3" fmla="*/ 0 h 434187"/>
                <a:gd name="connsiteX4" fmla="*/ 328864 w 328864"/>
                <a:gd name="connsiteY4" fmla="*/ 403449 h 434187"/>
                <a:gd name="connsiteX5" fmla="*/ 254299 w 328864"/>
                <a:gd name="connsiteY5" fmla="*/ 424358 h 434187"/>
                <a:gd name="connsiteX6" fmla="*/ 146360 w 328864"/>
                <a:gd name="connsiteY6" fmla="*/ 434187 h 43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8864" h="434187">
                  <a:moveTo>
                    <a:pt x="146360" y="434187"/>
                  </a:moveTo>
                  <a:cubicBezTo>
                    <a:pt x="109386" y="434187"/>
                    <a:pt x="73286" y="430803"/>
                    <a:pt x="38421" y="424358"/>
                  </a:cubicBezTo>
                  <a:lnTo>
                    <a:pt x="0" y="413585"/>
                  </a:lnTo>
                  <a:lnTo>
                    <a:pt x="164755" y="0"/>
                  </a:lnTo>
                  <a:lnTo>
                    <a:pt x="328864" y="403449"/>
                  </a:lnTo>
                  <a:lnTo>
                    <a:pt x="254299" y="424358"/>
                  </a:lnTo>
                  <a:cubicBezTo>
                    <a:pt x="219434" y="430803"/>
                    <a:pt x="183334" y="434187"/>
                    <a:pt x="146360" y="434187"/>
                  </a:cubicBezTo>
                  <a:close/>
                </a:path>
              </a:pathLst>
            </a:cu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Rectangle: Top Corners Rounded 63">
              <a:extLst>
                <a:ext uri="{FF2B5EF4-FFF2-40B4-BE49-F238E27FC236}">
                  <a16:creationId xmlns:a16="http://schemas.microsoft.com/office/drawing/2014/main" id="{2833EAC2-ABF9-1ED7-DEBE-F530B74BE815}"/>
                </a:ext>
              </a:extLst>
            </p:cNvPr>
            <p:cNvSpPr/>
            <p:nvPr/>
          </p:nvSpPr>
          <p:spPr>
            <a:xfrm rot="10800000">
              <a:off x="2808834" y="2594601"/>
              <a:ext cx="572911" cy="359851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87C9A6F-C311-6848-0D20-79396761AF73}"/>
                </a:ext>
              </a:extLst>
            </p:cNvPr>
            <p:cNvSpPr/>
            <p:nvPr/>
          </p:nvSpPr>
          <p:spPr>
            <a:xfrm>
              <a:off x="2425700" y="2482850"/>
              <a:ext cx="1365250" cy="584199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B178C93-18C7-AB6A-34D6-4F7668D422FD}"/>
              </a:ext>
            </a:extLst>
          </p:cNvPr>
          <p:cNvGrpSpPr/>
          <p:nvPr/>
        </p:nvGrpSpPr>
        <p:grpSpPr>
          <a:xfrm rot="5400000">
            <a:off x="6341063" y="69891"/>
            <a:ext cx="1365250" cy="5504218"/>
            <a:chOff x="2425700" y="1873097"/>
            <a:chExt cx="1365250" cy="5504218"/>
          </a:xfrm>
          <a:solidFill>
            <a:schemeClr val="bg1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205FC09-0200-1DEE-9706-0F018CB9A4EF}"/>
                </a:ext>
              </a:extLst>
            </p:cNvPr>
            <p:cNvSpPr/>
            <p:nvPr/>
          </p:nvSpPr>
          <p:spPr>
            <a:xfrm rot="10800000">
              <a:off x="2566946" y="6028004"/>
              <a:ext cx="1090480" cy="306185"/>
            </a:xfrm>
            <a:custGeom>
              <a:avLst/>
              <a:gdLst>
                <a:gd name="connsiteX0" fmla="*/ 1071167 w 1071167"/>
                <a:gd name="connsiteY0" fmla="*/ 306185 h 306185"/>
                <a:gd name="connsiteX1" fmla="*/ 0 w 1071167"/>
                <a:gd name="connsiteY1" fmla="*/ 306185 h 306185"/>
                <a:gd name="connsiteX2" fmla="*/ 0 w 1071167"/>
                <a:gd name="connsiteY2" fmla="*/ 83855 h 306185"/>
                <a:gd name="connsiteX3" fmla="*/ 37965 w 1071167"/>
                <a:gd name="connsiteY3" fmla="*/ 0 h 306185"/>
                <a:gd name="connsiteX4" fmla="*/ 1030280 w 1071167"/>
                <a:gd name="connsiteY4" fmla="*/ 0 h 306185"/>
                <a:gd name="connsiteX5" fmla="*/ 1071167 w 1071167"/>
                <a:gd name="connsiteY5" fmla="*/ 88445 h 306185"/>
                <a:gd name="connsiteX6" fmla="*/ 1071167 w 1071167"/>
                <a:gd name="connsiteY6" fmla="*/ 306185 h 30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167" h="306185">
                  <a:moveTo>
                    <a:pt x="1071167" y="306185"/>
                  </a:moveTo>
                  <a:lnTo>
                    <a:pt x="0" y="306185"/>
                  </a:lnTo>
                  <a:lnTo>
                    <a:pt x="0" y="83855"/>
                  </a:lnTo>
                  <a:lnTo>
                    <a:pt x="37965" y="0"/>
                  </a:lnTo>
                  <a:lnTo>
                    <a:pt x="1030280" y="0"/>
                  </a:lnTo>
                  <a:lnTo>
                    <a:pt x="1071167" y="88445"/>
                  </a:lnTo>
                  <a:lnTo>
                    <a:pt x="1071167" y="306185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48B6B32-2E86-5916-52BB-7DAB7E7DDD8E}"/>
                </a:ext>
              </a:extLst>
            </p:cNvPr>
            <p:cNvSpPr/>
            <p:nvPr/>
          </p:nvSpPr>
          <p:spPr>
            <a:xfrm rot="10800000">
              <a:off x="2592458" y="6292850"/>
              <a:ext cx="1045655" cy="1084465"/>
            </a:xfrm>
            <a:custGeom>
              <a:avLst/>
              <a:gdLst>
                <a:gd name="connsiteX0" fmla="*/ 992315 w 992315"/>
                <a:gd name="connsiteY0" fmla="*/ 1084465 h 1084465"/>
                <a:gd name="connsiteX1" fmla="*/ 0 w 992315"/>
                <a:gd name="connsiteY1" fmla="*/ 1084465 h 1084465"/>
                <a:gd name="connsiteX2" fmla="*/ 490977 w 992315"/>
                <a:gd name="connsiteY2" fmla="*/ 0 h 1084465"/>
                <a:gd name="connsiteX3" fmla="*/ 992315 w 992315"/>
                <a:gd name="connsiteY3" fmla="*/ 1084465 h 1084465"/>
                <a:gd name="connsiteX0" fmla="*/ 0 w 992315"/>
                <a:gd name="connsiteY0" fmla="*/ 1084465 h 1175905"/>
                <a:gd name="connsiteX1" fmla="*/ 490977 w 992315"/>
                <a:gd name="connsiteY1" fmla="*/ 0 h 1175905"/>
                <a:gd name="connsiteX2" fmla="*/ 992315 w 992315"/>
                <a:gd name="connsiteY2" fmla="*/ 1084465 h 1175905"/>
                <a:gd name="connsiteX3" fmla="*/ 86776 w 992315"/>
                <a:gd name="connsiteY3" fmla="*/ 1175905 h 1175905"/>
                <a:gd name="connsiteX0" fmla="*/ 0 w 992315"/>
                <a:gd name="connsiteY0" fmla="*/ 1084465 h 1084465"/>
                <a:gd name="connsiteX1" fmla="*/ 490977 w 992315"/>
                <a:gd name="connsiteY1" fmla="*/ 0 h 1084465"/>
                <a:gd name="connsiteX2" fmla="*/ 992315 w 992315"/>
                <a:gd name="connsiteY2" fmla="*/ 1084465 h 108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2315" h="1084465">
                  <a:moveTo>
                    <a:pt x="0" y="1084465"/>
                  </a:moveTo>
                  <a:lnTo>
                    <a:pt x="490977" y="0"/>
                  </a:lnTo>
                  <a:lnTo>
                    <a:pt x="992315" y="1084465"/>
                  </a:ln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Rectangle: Top Corners Rounded 68">
              <a:extLst>
                <a:ext uri="{FF2B5EF4-FFF2-40B4-BE49-F238E27FC236}">
                  <a16:creationId xmlns:a16="http://schemas.microsoft.com/office/drawing/2014/main" id="{F94B40C2-320F-F267-3135-992ECAF24B0D}"/>
                </a:ext>
              </a:extLst>
            </p:cNvPr>
            <p:cNvSpPr/>
            <p:nvPr/>
          </p:nvSpPr>
          <p:spPr>
            <a:xfrm>
              <a:off x="2566946" y="1873097"/>
              <a:ext cx="1071167" cy="4172103"/>
            </a:xfrm>
            <a:prstGeom prst="round2SameRect">
              <a:avLst>
                <a:gd name="adj1" fmla="val 30978"/>
                <a:gd name="adj2" fmla="val 0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71EE691-74F2-F084-2AA1-BE6765123B40}"/>
                </a:ext>
              </a:extLst>
            </p:cNvPr>
            <p:cNvSpPr/>
            <p:nvPr/>
          </p:nvSpPr>
          <p:spPr>
            <a:xfrm>
              <a:off x="2566946" y="2647950"/>
              <a:ext cx="285397" cy="3479800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F284053-C72E-84A2-851C-7B436B03175A}"/>
                </a:ext>
              </a:extLst>
            </p:cNvPr>
            <p:cNvSpPr/>
            <p:nvPr/>
          </p:nvSpPr>
          <p:spPr>
            <a:xfrm flipH="1">
              <a:off x="3372029" y="2535942"/>
              <a:ext cx="285397" cy="3598517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EBCCB08-CDA5-1CA0-BC5D-B3858BCFEE79}"/>
                </a:ext>
              </a:extLst>
            </p:cNvPr>
            <p:cNvSpPr/>
            <p:nvPr/>
          </p:nvSpPr>
          <p:spPr>
            <a:xfrm rot="10800000">
              <a:off x="2908925" y="6917679"/>
              <a:ext cx="415925" cy="434187"/>
            </a:xfrm>
            <a:custGeom>
              <a:avLst/>
              <a:gdLst>
                <a:gd name="connsiteX0" fmla="*/ 146360 w 328864"/>
                <a:gd name="connsiteY0" fmla="*/ 434187 h 434187"/>
                <a:gd name="connsiteX1" fmla="*/ 38421 w 328864"/>
                <a:gd name="connsiteY1" fmla="*/ 424358 h 434187"/>
                <a:gd name="connsiteX2" fmla="*/ 0 w 328864"/>
                <a:gd name="connsiteY2" fmla="*/ 413585 h 434187"/>
                <a:gd name="connsiteX3" fmla="*/ 164755 w 328864"/>
                <a:gd name="connsiteY3" fmla="*/ 0 h 434187"/>
                <a:gd name="connsiteX4" fmla="*/ 328864 w 328864"/>
                <a:gd name="connsiteY4" fmla="*/ 403449 h 434187"/>
                <a:gd name="connsiteX5" fmla="*/ 254299 w 328864"/>
                <a:gd name="connsiteY5" fmla="*/ 424358 h 434187"/>
                <a:gd name="connsiteX6" fmla="*/ 146360 w 328864"/>
                <a:gd name="connsiteY6" fmla="*/ 434187 h 43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8864" h="434187">
                  <a:moveTo>
                    <a:pt x="146360" y="434187"/>
                  </a:moveTo>
                  <a:cubicBezTo>
                    <a:pt x="109386" y="434187"/>
                    <a:pt x="73286" y="430803"/>
                    <a:pt x="38421" y="424358"/>
                  </a:cubicBezTo>
                  <a:lnTo>
                    <a:pt x="0" y="413585"/>
                  </a:lnTo>
                  <a:lnTo>
                    <a:pt x="164755" y="0"/>
                  </a:lnTo>
                  <a:lnTo>
                    <a:pt x="328864" y="403449"/>
                  </a:lnTo>
                  <a:lnTo>
                    <a:pt x="254299" y="424358"/>
                  </a:lnTo>
                  <a:cubicBezTo>
                    <a:pt x="219434" y="430803"/>
                    <a:pt x="183334" y="434187"/>
                    <a:pt x="146360" y="434187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Rectangle: Top Corners Rounded 72">
              <a:extLst>
                <a:ext uri="{FF2B5EF4-FFF2-40B4-BE49-F238E27FC236}">
                  <a16:creationId xmlns:a16="http://schemas.microsoft.com/office/drawing/2014/main" id="{46839858-48F4-ADF0-9C81-F76D72B9F92D}"/>
                </a:ext>
              </a:extLst>
            </p:cNvPr>
            <p:cNvSpPr/>
            <p:nvPr/>
          </p:nvSpPr>
          <p:spPr>
            <a:xfrm rot="10800000">
              <a:off x="2808834" y="2594601"/>
              <a:ext cx="572911" cy="3598517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026335F5-E4E9-1F3F-540B-EBFA0BFE1970}"/>
                </a:ext>
              </a:extLst>
            </p:cNvPr>
            <p:cNvSpPr/>
            <p:nvPr/>
          </p:nvSpPr>
          <p:spPr>
            <a:xfrm>
              <a:off x="2425700" y="2482850"/>
              <a:ext cx="1365250" cy="584199"/>
            </a:xfrm>
            <a:prstGeom prst="round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081031C-5794-7542-A563-AA1CA894BB1D}"/>
              </a:ext>
            </a:extLst>
          </p:cNvPr>
          <p:cNvGrpSpPr/>
          <p:nvPr/>
        </p:nvGrpSpPr>
        <p:grpSpPr>
          <a:xfrm rot="5400000">
            <a:off x="6341063" y="3379933"/>
            <a:ext cx="1365250" cy="5504218"/>
            <a:chOff x="2425700" y="1873097"/>
            <a:chExt cx="1365250" cy="5504218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C52252F-8F19-D0F0-E671-F9F799AD346B}"/>
                </a:ext>
              </a:extLst>
            </p:cNvPr>
            <p:cNvSpPr/>
            <p:nvPr/>
          </p:nvSpPr>
          <p:spPr>
            <a:xfrm rot="10800000">
              <a:off x="2566946" y="5899999"/>
              <a:ext cx="1090480" cy="434189"/>
            </a:xfrm>
            <a:custGeom>
              <a:avLst/>
              <a:gdLst>
                <a:gd name="connsiteX0" fmla="*/ 1071167 w 1071167"/>
                <a:gd name="connsiteY0" fmla="*/ 306185 h 306185"/>
                <a:gd name="connsiteX1" fmla="*/ 0 w 1071167"/>
                <a:gd name="connsiteY1" fmla="*/ 306185 h 306185"/>
                <a:gd name="connsiteX2" fmla="*/ 0 w 1071167"/>
                <a:gd name="connsiteY2" fmla="*/ 83855 h 306185"/>
                <a:gd name="connsiteX3" fmla="*/ 37965 w 1071167"/>
                <a:gd name="connsiteY3" fmla="*/ 0 h 306185"/>
                <a:gd name="connsiteX4" fmla="*/ 1030280 w 1071167"/>
                <a:gd name="connsiteY4" fmla="*/ 0 h 306185"/>
                <a:gd name="connsiteX5" fmla="*/ 1071167 w 1071167"/>
                <a:gd name="connsiteY5" fmla="*/ 88445 h 306185"/>
                <a:gd name="connsiteX6" fmla="*/ 1071167 w 1071167"/>
                <a:gd name="connsiteY6" fmla="*/ 306185 h 30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167" h="306185">
                  <a:moveTo>
                    <a:pt x="1071167" y="306185"/>
                  </a:moveTo>
                  <a:lnTo>
                    <a:pt x="0" y="306185"/>
                  </a:lnTo>
                  <a:lnTo>
                    <a:pt x="0" y="83855"/>
                  </a:lnTo>
                  <a:lnTo>
                    <a:pt x="37965" y="0"/>
                  </a:lnTo>
                  <a:lnTo>
                    <a:pt x="1030280" y="0"/>
                  </a:lnTo>
                  <a:lnTo>
                    <a:pt x="1071167" y="88445"/>
                  </a:lnTo>
                  <a:lnTo>
                    <a:pt x="1071167" y="306185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4FAEB86-49DA-18ED-6303-A6F07D3F2A73}"/>
                </a:ext>
              </a:extLst>
            </p:cNvPr>
            <p:cNvSpPr/>
            <p:nvPr/>
          </p:nvSpPr>
          <p:spPr>
            <a:xfrm rot="10800000">
              <a:off x="2592458" y="6292850"/>
              <a:ext cx="1045655" cy="1084465"/>
            </a:xfrm>
            <a:custGeom>
              <a:avLst/>
              <a:gdLst>
                <a:gd name="connsiteX0" fmla="*/ 992315 w 992315"/>
                <a:gd name="connsiteY0" fmla="*/ 1084465 h 1084465"/>
                <a:gd name="connsiteX1" fmla="*/ 0 w 992315"/>
                <a:gd name="connsiteY1" fmla="*/ 1084465 h 1084465"/>
                <a:gd name="connsiteX2" fmla="*/ 490977 w 992315"/>
                <a:gd name="connsiteY2" fmla="*/ 0 h 1084465"/>
                <a:gd name="connsiteX3" fmla="*/ 992315 w 992315"/>
                <a:gd name="connsiteY3" fmla="*/ 1084465 h 1084465"/>
                <a:gd name="connsiteX0" fmla="*/ 0 w 992315"/>
                <a:gd name="connsiteY0" fmla="*/ 1084465 h 1175905"/>
                <a:gd name="connsiteX1" fmla="*/ 490977 w 992315"/>
                <a:gd name="connsiteY1" fmla="*/ 0 h 1175905"/>
                <a:gd name="connsiteX2" fmla="*/ 992315 w 992315"/>
                <a:gd name="connsiteY2" fmla="*/ 1084465 h 1175905"/>
                <a:gd name="connsiteX3" fmla="*/ 86776 w 992315"/>
                <a:gd name="connsiteY3" fmla="*/ 1175905 h 1175905"/>
                <a:gd name="connsiteX0" fmla="*/ 0 w 992315"/>
                <a:gd name="connsiteY0" fmla="*/ 1084465 h 1084465"/>
                <a:gd name="connsiteX1" fmla="*/ 490977 w 992315"/>
                <a:gd name="connsiteY1" fmla="*/ 0 h 1084465"/>
                <a:gd name="connsiteX2" fmla="*/ 992315 w 992315"/>
                <a:gd name="connsiteY2" fmla="*/ 1084465 h 108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2315" h="1084465">
                  <a:moveTo>
                    <a:pt x="0" y="1084465"/>
                  </a:moveTo>
                  <a:lnTo>
                    <a:pt x="490977" y="0"/>
                  </a:lnTo>
                  <a:lnTo>
                    <a:pt x="992315" y="1084465"/>
                  </a:lnTo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8E85CD89-6E65-DC7F-99EF-ABA4E0BC6B6E}"/>
                </a:ext>
              </a:extLst>
            </p:cNvPr>
            <p:cNvSpPr/>
            <p:nvPr/>
          </p:nvSpPr>
          <p:spPr>
            <a:xfrm>
              <a:off x="2566946" y="1873097"/>
              <a:ext cx="1071167" cy="4055175"/>
            </a:xfrm>
            <a:prstGeom prst="round2SameRect">
              <a:avLst>
                <a:gd name="adj1" fmla="val 30978"/>
                <a:gd name="adj2" fmla="val 0"/>
              </a:avLst>
            </a:prstGeom>
            <a:solidFill>
              <a:srgbClr val="DA3D29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BDD0DEF-467A-3737-3F8E-60005016BEA1}"/>
                </a:ext>
              </a:extLst>
            </p:cNvPr>
            <p:cNvSpPr/>
            <p:nvPr/>
          </p:nvSpPr>
          <p:spPr>
            <a:xfrm>
              <a:off x="2566946" y="2647950"/>
              <a:ext cx="285397" cy="3479800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D1F7CA4-836C-E93B-2C9A-8B670590B56E}"/>
                </a:ext>
              </a:extLst>
            </p:cNvPr>
            <p:cNvSpPr/>
            <p:nvPr/>
          </p:nvSpPr>
          <p:spPr>
            <a:xfrm flipH="1">
              <a:off x="3372029" y="2535942"/>
              <a:ext cx="285397" cy="3598517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5CF8E7F-2EC8-280E-58CB-403730386D89}"/>
                </a:ext>
              </a:extLst>
            </p:cNvPr>
            <p:cNvSpPr/>
            <p:nvPr/>
          </p:nvSpPr>
          <p:spPr>
            <a:xfrm rot="10800000">
              <a:off x="2947752" y="6917681"/>
              <a:ext cx="343107" cy="434187"/>
            </a:xfrm>
            <a:custGeom>
              <a:avLst/>
              <a:gdLst>
                <a:gd name="connsiteX0" fmla="*/ 146360 w 328864"/>
                <a:gd name="connsiteY0" fmla="*/ 434187 h 434187"/>
                <a:gd name="connsiteX1" fmla="*/ 38421 w 328864"/>
                <a:gd name="connsiteY1" fmla="*/ 424358 h 434187"/>
                <a:gd name="connsiteX2" fmla="*/ 0 w 328864"/>
                <a:gd name="connsiteY2" fmla="*/ 413585 h 434187"/>
                <a:gd name="connsiteX3" fmla="*/ 164755 w 328864"/>
                <a:gd name="connsiteY3" fmla="*/ 0 h 434187"/>
                <a:gd name="connsiteX4" fmla="*/ 328864 w 328864"/>
                <a:gd name="connsiteY4" fmla="*/ 403449 h 434187"/>
                <a:gd name="connsiteX5" fmla="*/ 254299 w 328864"/>
                <a:gd name="connsiteY5" fmla="*/ 424358 h 434187"/>
                <a:gd name="connsiteX6" fmla="*/ 146360 w 328864"/>
                <a:gd name="connsiteY6" fmla="*/ 434187 h 43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8864" h="434187">
                  <a:moveTo>
                    <a:pt x="146360" y="434187"/>
                  </a:moveTo>
                  <a:cubicBezTo>
                    <a:pt x="109386" y="434187"/>
                    <a:pt x="73286" y="430803"/>
                    <a:pt x="38421" y="424358"/>
                  </a:cubicBezTo>
                  <a:lnTo>
                    <a:pt x="0" y="413585"/>
                  </a:lnTo>
                  <a:lnTo>
                    <a:pt x="164755" y="0"/>
                  </a:lnTo>
                  <a:lnTo>
                    <a:pt x="328864" y="403449"/>
                  </a:lnTo>
                  <a:lnTo>
                    <a:pt x="254299" y="424358"/>
                  </a:lnTo>
                  <a:cubicBezTo>
                    <a:pt x="219434" y="430803"/>
                    <a:pt x="183334" y="434187"/>
                    <a:pt x="146360" y="434187"/>
                  </a:cubicBezTo>
                  <a:close/>
                </a:path>
              </a:pathLst>
            </a:cu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Rectangle: Top Corners Rounded 81">
              <a:extLst>
                <a:ext uri="{FF2B5EF4-FFF2-40B4-BE49-F238E27FC236}">
                  <a16:creationId xmlns:a16="http://schemas.microsoft.com/office/drawing/2014/main" id="{67210AAF-01CF-8B5F-5224-0B50E25BC2BE}"/>
                </a:ext>
              </a:extLst>
            </p:cNvPr>
            <p:cNvSpPr/>
            <p:nvPr/>
          </p:nvSpPr>
          <p:spPr>
            <a:xfrm rot="10800000">
              <a:off x="2808834" y="2594601"/>
              <a:ext cx="572911" cy="359851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FCA299E3-2056-302A-4D42-C3C561497A2E}"/>
                </a:ext>
              </a:extLst>
            </p:cNvPr>
            <p:cNvSpPr/>
            <p:nvPr/>
          </p:nvSpPr>
          <p:spPr>
            <a:xfrm>
              <a:off x="2425700" y="2482850"/>
              <a:ext cx="1365250" cy="584199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46256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E7C12B-68FF-FDD4-22A2-7D4AA32DCCFC}"/>
              </a:ext>
            </a:extLst>
          </p:cNvPr>
          <p:cNvSpPr txBox="1"/>
          <p:nvPr/>
        </p:nvSpPr>
        <p:spPr>
          <a:xfrm>
            <a:off x="282603" y="252740"/>
            <a:ext cx="54067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C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F3B42E"/>
                </a:solidFill>
                <a:latin typeface="Arial Black" panose="020B0A04020102020204" pitchFamily="34" charset="0"/>
              </a:rPr>
              <a:t>l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latin typeface="Arial Black" panose="020B0A04020102020204" pitchFamily="34" charset="0"/>
              </a:rPr>
              <a:t>i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p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chemeClr val="accent1"/>
                </a:solidFill>
                <a:latin typeface="Arial Black" panose="020B0A04020102020204" pitchFamily="34" charset="0"/>
              </a:rPr>
              <a:t>a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FF3B3B"/>
                </a:solidFill>
                <a:latin typeface="Arial Black" panose="020B0A04020102020204" pitchFamily="34" charset="0"/>
              </a:rPr>
              <a:t>r</a:t>
            </a:r>
            <a:r>
              <a:rPr lang="en-US" sz="4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t</a:t>
            </a:r>
            <a:r>
              <a:rPr lang="en-US" sz="4000" dirty="0">
                <a:ln>
                  <a:solidFill>
                    <a:sysClr val="windowText" lastClr="000000"/>
                  </a:solidFill>
                </a:ln>
                <a:latin typeface="Arial Black" panose="020B0A04020102020204" pitchFamily="34" charset="0"/>
              </a:rPr>
              <a:t>  </a:t>
            </a:r>
          </a:p>
          <a:p>
            <a:pPr algn="ctr"/>
            <a:r>
              <a:rPr lang="en-US" sz="4000" dirty="0">
                <a:latin typeface="Cooper Black" panose="0208090404030B020404" pitchFamily="18" charset="0"/>
              </a:rPr>
              <a:t>School Supplies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1EDCCC-D6FD-09DA-A74F-DE3B34F4F2B3}"/>
              </a:ext>
            </a:extLst>
          </p:cNvPr>
          <p:cNvGrpSpPr/>
          <p:nvPr/>
        </p:nvGrpSpPr>
        <p:grpSpPr>
          <a:xfrm>
            <a:off x="1302250" y="1923769"/>
            <a:ext cx="3367418" cy="5185132"/>
            <a:chOff x="1114736" y="1847731"/>
            <a:chExt cx="3367418" cy="5185132"/>
          </a:xfrm>
        </p:grpSpPr>
        <p:sp>
          <p:nvSpPr>
            <p:cNvPr id="5" name="Rectangle: Rounded Corners 2">
              <a:extLst>
                <a:ext uri="{FF2B5EF4-FFF2-40B4-BE49-F238E27FC236}">
                  <a16:creationId xmlns:a16="http://schemas.microsoft.com/office/drawing/2014/main" id="{E383E495-FD38-C737-219B-89872FBA27C7}"/>
                </a:ext>
              </a:extLst>
            </p:cNvPr>
            <p:cNvSpPr/>
            <p:nvPr/>
          </p:nvSpPr>
          <p:spPr>
            <a:xfrm>
              <a:off x="1136776" y="1949297"/>
              <a:ext cx="3342236" cy="508356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202621 w 3367418"/>
                <a:gd name="connsiteY12" fmla="*/ 2392006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576 w 3367960"/>
                <a:gd name="connsiteY0" fmla="*/ 266059 h 4766556"/>
                <a:gd name="connsiteX1" fmla="*/ 318635 w 3367960"/>
                <a:gd name="connsiteY1" fmla="*/ 0 h 4766556"/>
                <a:gd name="connsiteX2" fmla="*/ 3056660 w 3367960"/>
                <a:gd name="connsiteY2" fmla="*/ 0 h 4766556"/>
                <a:gd name="connsiteX3" fmla="*/ 3322719 w 3367960"/>
                <a:gd name="connsiteY3" fmla="*/ 266059 h 4766556"/>
                <a:gd name="connsiteX4" fmla="*/ 3333821 w 3367960"/>
                <a:gd name="connsiteY4" fmla="*/ 1112445 h 4766556"/>
                <a:gd name="connsiteX5" fmla="*/ 2853373 w 3367960"/>
                <a:gd name="connsiteY5" fmla="*/ 2507293 h 4766556"/>
                <a:gd name="connsiteX6" fmla="*/ 3333820 w 3367960"/>
                <a:gd name="connsiteY6" fmla="*/ 3762655 h 4766556"/>
                <a:gd name="connsiteX7" fmla="*/ 3322719 w 3367960"/>
                <a:gd name="connsiteY7" fmla="*/ 4500497 h 4766556"/>
                <a:gd name="connsiteX8" fmla="*/ 3056660 w 3367960"/>
                <a:gd name="connsiteY8" fmla="*/ 4766556 h 4766556"/>
                <a:gd name="connsiteX9" fmla="*/ 318635 w 3367960"/>
                <a:gd name="connsiteY9" fmla="*/ 4766556 h 4766556"/>
                <a:gd name="connsiteX10" fmla="*/ 52576 w 3367960"/>
                <a:gd name="connsiteY10" fmla="*/ 4500497 h 4766556"/>
                <a:gd name="connsiteX11" fmla="*/ 32682 w 3367960"/>
                <a:gd name="connsiteY11" fmla="*/ 3515615 h 4766556"/>
                <a:gd name="connsiteX12" fmla="*/ 203163 w 3367960"/>
                <a:gd name="connsiteY12" fmla="*/ 2392006 h 4766556"/>
                <a:gd name="connsiteX13" fmla="*/ 32681 w 3367960"/>
                <a:gd name="connsiteY13" fmla="*/ 1112445 h 4766556"/>
                <a:gd name="connsiteX14" fmla="*/ 52576 w 3367960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1112445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7 w 3379567"/>
                <a:gd name="connsiteY5" fmla="*/ 223118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79567" h="4766556">
                  <a:moveTo>
                    <a:pt x="64183" y="266059"/>
                  </a:moveTo>
                  <a:cubicBezTo>
                    <a:pt x="64183" y="119119"/>
                    <a:pt x="183302" y="0"/>
                    <a:pt x="330242" y="0"/>
                  </a:cubicBezTo>
                  <a:lnTo>
                    <a:pt x="3068267" y="0"/>
                  </a:lnTo>
                  <a:cubicBezTo>
                    <a:pt x="3215207" y="0"/>
                    <a:pt x="3334326" y="119119"/>
                    <a:pt x="3334326" y="266059"/>
                  </a:cubicBezTo>
                  <a:cubicBezTo>
                    <a:pt x="3344357" y="454050"/>
                    <a:pt x="3423652" y="535460"/>
                    <a:pt x="3345428" y="908999"/>
                  </a:cubicBezTo>
                  <a:cubicBezTo>
                    <a:pt x="3267204" y="1054896"/>
                    <a:pt x="3047645" y="1669097"/>
                    <a:pt x="3081957" y="2231189"/>
                  </a:cubicBezTo>
                  <a:cubicBezTo>
                    <a:pt x="3097456" y="2732635"/>
                    <a:pt x="3143949" y="3071295"/>
                    <a:pt x="3345427" y="3501083"/>
                  </a:cubicBezTo>
                  <a:lnTo>
                    <a:pt x="3334326" y="4500497"/>
                  </a:lnTo>
                  <a:cubicBezTo>
                    <a:pt x="3334326" y="4647437"/>
                    <a:pt x="3215207" y="4766556"/>
                    <a:pt x="3068267" y="4766556"/>
                  </a:cubicBezTo>
                  <a:lnTo>
                    <a:pt x="330242" y="4766556"/>
                  </a:lnTo>
                  <a:cubicBezTo>
                    <a:pt x="183302" y="4766556"/>
                    <a:pt x="64183" y="4647437"/>
                    <a:pt x="64183" y="4500497"/>
                  </a:cubicBezTo>
                  <a:cubicBezTo>
                    <a:pt x="42355" y="4328014"/>
                    <a:pt x="-29887" y="3845233"/>
                    <a:pt x="44289" y="3515615"/>
                  </a:cubicBezTo>
                  <a:cubicBezTo>
                    <a:pt x="257950" y="2873062"/>
                    <a:pt x="178608" y="2973861"/>
                    <a:pt x="261265" y="2406538"/>
                  </a:cubicBezTo>
                  <a:cubicBezTo>
                    <a:pt x="239868" y="1783735"/>
                    <a:pt x="195956" y="1216363"/>
                    <a:pt x="28790" y="1010723"/>
                  </a:cubicBezTo>
                  <a:cubicBezTo>
                    <a:pt x="-45386" y="634601"/>
                    <a:pt x="44938" y="451466"/>
                    <a:pt x="64183" y="266059"/>
                  </a:cubicBezTo>
                  <a:close/>
                </a:path>
              </a:pathLst>
            </a:custGeom>
            <a:solidFill>
              <a:srgbClr val="F3B42E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2">
              <a:extLst>
                <a:ext uri="{FF2B5EF4-FFF2-40B4-BE49-F238E27FC236}">
                  <a16:creationId xmlns:a16="http://schemas.microsoft.com/office/drawing/2014/main" id="{59CB992D-78D3-9A1E-A90D-832DFB3E3E0F}"/>
                </a:ext>
              </a:extLst>
            </p:cNvPr>
            <p:cNvSpPr/>
            <p:nvPr/>
          </p:nvSpPr>
          <p:spPr>
            <a:xfrm>
              <a:off x="1114736" y="1847731"/>
              <a:ext cx="3367418" cy="476655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04098 w 3367418"/>
                <a:gd name="connsiteY12" fmla="*/ 2507293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67418" h="4766556">
                  <a:moveTo>
                    <a:pt x="52034" y="266059"/>
                  </a:moveTo>
                  <a:cubicBezTo>
                    <a:pt x="52034" y="119119"/>
                    <a:pt x="171153" y="0"/>
                    <a:pt x="318093" y="0"/>
                  </a:cubicBezTo>
                  <a:lnTo>
                    <a:pt x="3056118" y="0"/>
                  </a:lnTo>
                  <a:cubicBezTo>
                    <a:pt x="3203058" y="0"/>
                    <a:pt x="3322177" y="119119"/>
                    <a:pt x="3322177" y="266059"/>
                  </a:cubicBezTo>
                  <a:cubicBezTo>
                    <a:pt x="3332208" y="454050"/>
                    <a:pt x="3411503" y="738906"/>
                    <a:pt x="3333279" y="1112445"/>
                  </a:cubicBezTo>
                  <a:cubicBezTo>
                    <a:pt x="3146567" y="1331001"/>
                    <a:pt x="2896011" y="1945201"/>
                    <a:pt x="2930323" y="2507293"/>
                  </a:cubicBezTo>
                  <a:cubicBezTo>
                    <a:pt x="2992316" y="3075564"/>
                    <a:pt x="3131799" y="3426858"/>
                    <a:pt x="3333278" y="3762655"/>
                  </a:cubicBezTo>
                  <a:lnTo>
                    <a:pt x="3322177" y="4500497"/>
                  </a:lnTo>
                  <a:cubicBezTo>
                    <a:pt x="3322177" y="4647437"/>
                    <a:pt x="3203058" y="4766556"/>
                    <a:pt x="3056118" y="4766556"/>
                  </a:cubicBezTo>
                  <a:lnTo>
                    <a:pt x="318093" y="4766556"/>
                  </a:lnTo>
                  <a:cubicBezTo>
                    <a:pt x="171153" y="4766556"/>
                    <a:pt x="52034" y="4647437"/>
                    <a:pt x="52034" y="4500497"/>
                  </a:cubicBezTo>
                  <a:cubicBezTo>
                    <a:pt x="30206" y="4328014"/>
                    <a:pt x="-26538" y="4092273"/>
                    <a:pt x="47638" y="3762655"/>
                  </a:cubicBezTo>
                  <a:cubicBezTo>
                    <a:pt x="245801" y="3541525"/>
                    <a:pt x="429929" y="2943829"/>
                    <a:pt x="404098" y="2507293"/>
                  </a:cubicBezTo>
                  <a:cubicBezTo>
                    <a:pt x="429196" y="1942618"/>
                    <a:pt x="199305" y="1318085"/>
                    <a:pt x="32139" y="1112445"/>
                  </a:cubicBezTo>
                  <a:cubicBezTo>
                    <a:pt x="-42037" y="736323"/>
                    <a:pt x="32789" y="451466"/>
                    <a:pt x="52034" y="266059"/>
                  </a:cubicBezTo>
                  <a:close/>
                </a:path>
              </a:pathLst>
            </a:custGeom>
            <a:solidFill>
              <a:srgbClr val="F3B42E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433378E1-8555-A51B-FE68-AEB421D71F2A}"/>
                </a:ext>
              </a:extLst>
            </p:cNvPr>
            <p:cNvSpPr/>
            <p:nvPr/>
          </p:nvSpPr>
          <p:spPr>
            <a:xfrm>
              <a:off x="2076830" y="2185232"/>
              <a:ext cx="1459484" cy="4100803"/>
            </a:xfrm>
            <a:custGeom>
              <a:avLst/>
              <a:gdLst>
                <a:gd name="connsiteX0" fmla="*/ 0 w 1456841"/>
                <a:gd name="connsiteY0" fmla="*/ 444293 h 4091553"/>
                <a:gd name="connsiteX1" fmla="*/ 444293 w 1456841"/>
                <a:gd name="connsiteY1" fmla="*/ 0 h 4091553"/>
                <a:gd name="connsiteX2" fmla="*/ 1012548 w 1456841"/>
                <a:gd name="connsiteY2" fmla="*/ 0 h 4091553"/>
                <a:gd name="connsiteX3" fmla="*/ 1456841 w 1456841"/>
                <a:gd name="connsiteY3" fmla="*/ 444293 h 4091553"/>
                <a:gd name="connsiteX4" fmla="*/ 1456841 w 1456841"/>
                <a:gd name="connsiteY4" fmla="*/ 3647260 h 4091553"/>
                <a:gd name="connsiteX5" fmla="*/ 1012548 w 1456841"/>
                <a:gd name="connsiteY5" fmla="*/ 4091553 h 4091553"/>
                <a:gd name="connsiteX6" fmla="*/ 444293 w 1456841"/>
                <a:gd name="connsiteY6" fmla="*/ 4091553 h 4091553"/>
                <a:gd name="connsiteX7" fmla="*/ 0 w 1456841"/>
                <a:gd name="connsiteY7" fmla="*/ 3647260 h 4091553"/>
                <a:gd name="connsiteX8" fmla="*/ 0 w 1456841"/>
                <a:gd name="connsiteY8" fmla="*/ 444293 h 4091553"/>
                <a:gd name="connsiteX0" fmla="*/ 2643 w 1459484"/>
                <a:gd name="connsiteY0" fmla="*/ 444293 h 4100803"/>
                <a:gd name="connsiteX1" fmla="*/ 446936 w 1459484"/>
                <a:gd name="connsiteY1" fmla="*/ 0 h 4100803"/>
                <a:gd name="connsiteX2" fmla="*/ 1015191 w 1459484"/>
                <a:gd name="connsiteY2" fmla="*/ 0 h 4100803"/>
                <a:gd name="connsiteX3" fmla="*/ 1459484 w 1459484"/>
                <a:gd name="connsiteY3" fmla="*/ 444293 h 4100803"/>
                <a:gd name="connsiteX4" fmla="*/ 1459484 w 1459484"/>
                <a:gd name="connsiteY4" fmla="*/ 3647260 h 4100803"/>
                <a:gd name="connsiteX5" fmla="*/ 1015191 w 1459484"/>
                <a:gd name="connsiteY5" fmla="*/ 4091553 h 4100803"/>
                <a:gd name="connsiteX6" fmla="*/ 446936 w 1459484"/>
                <a:gd name="connsiteY6" fmla="*/ 4091553 h 4100803"/>
                <a:gd name="connsiteX7" fmla="*/ 2643 w 1459484"/>
                <a:gd name="connsiteY7" fmla="*/ 3647260 h 4100803"/>
                <a:gd name="connsiteX8" fmla="*/ 2643 w 1459484"/>
                <a:gd name="connsiteY8" fmla="*/ 444293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484" h="4100803">
                  <a:moveTo>
                    <a:pt x="2643" y="444293"/>
                  </a:moveTo>
                  <a:cubicBezTo>
                    <a:pt x="2643" y="198917"/>
                    <a:pt x="201560" y="0"/>
                    <a:pt x="446936" y="0"/>
                  </a:cubicBezTo>
                  <a:lnTo>
                    <a:pt x="1015191" y="0"/>
                  </a:lnTo>
                  <a:cubicBezTo>
                    <a:pt x="1260567" y="0"/>
                    <a:pt x="1459484" y="198917"/>
                    <a:pt x="1459484" y="444293"/>
                  </a:cubicBezTo>
                  <a:lnTo>
                    <a:pt x="1459484" y="3647260"/>
                  </a:lnTo>
                  <a:cubicBezTo>
                    <a:pt x="1459484" y="3892636"/>
                    <a:pt x="1260567" y="4091553"/>
                    <a:pt x="1015191" y="4091553"/>
                  </a:cubicBezTo>
                  <a:lnTo>
                    <a:pt x="446936" y="4091553"/>
                  </a:lnTo>
                  <a:cubicBezTo>
                    <a:pt x="-61911" y="4153546"/>
                    <a:pt x="2643" y="3892636"/>
                    <a:pt x="2643" y="3647260"/>
                  </a:cubicBezTo>
                  <a:lnTo>
                    <a:pt x="2643" y="444293"/>
                  </a:lnTo>
                  <a:close/>
                </a:path>
              </a:pathLst>
            </a:custGeom>
            <a:solidFill>
              <a:srgbClr val="B2AFA8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FC3E53A-540A-13AF-8A6C-599326844481}"/>
                </a:ext>
              </a:extLst>
            </p:cNvPr>
            <p:cNvSpPr/>
            <p:nvPr/>
          </p:nvSpPr>
          <p:spPr>
            <a:xfrm>
              <a:off x="2747496" y="3886200"/>
              <a:ext cx="643208" cy="643208"/>
            </a:xfrm>
            <a:prstGeom prst="ellipse">
              <a:avLst/>
            </a:prstGeom>
            <a:solidFill>
              <a:srgbClr val="B2AFA8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69150ED6-CDC1-D958-231B-5F9A28CCE21F}"/>
                </a:ext>
              </a:extLst>
            </p:cNvPr>
            <p:cNvSpPr/>
            <p:nvPr/>
          </p:nvSpPr>
          <p:spPr>
            <a:xfrm rot="1011054">
              <a:off x="2934260" y="4096170"/>
              <a:ext cx="269680" cy="269680"/>
            </a:xfrm>
            <a:prstGeom prst="plus">
              <a:avLst>
                <a:gd name="adj" fmla="val 3855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B52B2F3-F287-5373-494F-7B3F410E9613}"/>
                </a:ext>
              </a:extLst>
            </p:cNvPr>
            <p:cNvSpPr/>
            <p:nvPr/>
          </p:nvSpPr>
          <p:spPr>
            <a:xfrm>
              <a:off x="2062280" y="2185232"/>
              <a:ext cx="543872" cy="4100803"/>
            </a:xfrm>
            <a:custGeom>
              <a:avLst/>
              <a:gdLst>
                <a:gd name="connsiteX0" fmla="*/ 446937 w 543872"/>
                <a:gd name="connsiteY0" fmla="*/ 0 h 4100803"/>
                <a:gd name="connsiteX1" fmla="*/ 543872 w 543872"/>
                <a:gd name="connsiteY1" fmla="*/ 0 h 4100803"/>
                <a:gd name="connsiteX2" fmla="*/ 543872 w 543872"/>
                <a:gd name="connsiteY2" fmla="*/ 4091553 h 4100803"/>
                <a:gd name="connsiteX3" fmla="*/ 446937 w 543872"/>
                <a:gd name="connsiteY3" fmla="*/ 4091553 h 4100803"/>
                <a:gd name="connsiteX4" fmla="*/ 2644 w 543872"/>
                <a:gd name="connsiteY4" fmla="*/ 3647260 h 4100803"/>
                <a:gd name="connsiteX5" fmla="*/ 2644 w 543872"/>
                <a:gd name="connsiteY5" fmla="*/ 444293 h 4100803"/>
                <a:gd name="connsiteX6" fmla="*/ 446937 w 543872"/>
                <a:gd name="connsiteY6" fmla="*/ 0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3872" h="4100803">
                  <a:moveTo>
                    <a:pt x="446937" y="0"/>
                  </a:moveTo>
                  <a:lnTo>
                    <a:pt x="543872" y="0"/>
                  </a:lnTo>
                  <a:lnTo>
                    <a:pt x="543872" y="4091553"/>
                  </a:lnTo>
                  <a:lnTo>
                    <a:pt x="446937" y="4091553"/>
                  </a:lnTo>
                  <a:cubicBezTo>
                    <a:pt x="-61910" y="4153546"/>
                    <a:pt x="2644" y="3892636"/>
                    <a:pt x="2644" y="3647260"/>
                  </a:cubicBezTo>
                  <a:lnTo>
                    <a:pt x="2644" y="444293"/>
                  </a:lnTo>
                  <a:cubicBezTo>
                    <a:pt x="2644" y="198917"/>
                    <a:pt x="201561" y="0"/>
                    <a:pt x="446937" y="0"/>
                  </a:cubicBezTo>
                  <a:close/>
                </a:path>
              </a:pathLst>
            </a:custGeom>
            <a:solidFill>
              <a:srgbClr val="7C7C7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8AB759E-C3B5-2B9B-4B85-8D6614BED982}"/>
              </a:ext>
            </a:extLst>
          </p:cNvPr>
          <p:cNvGrpSpPr/>
          <p:nvPr/>
        </p:nvGrpSpPr>
        <p:grpSpPr>
          <a:xfrm>
            <a:off x="6779132" y="3856933"/>
            <a:ext cx="2168187" cy="3338563"/>
            <a:chOff x="1114736" y="1847731"/>
            <a:chExt cx="3367418" cy="5185132"/>
          </a:xfrm>
        </p:grpSpPr>
        <p:sp>
          <p:nvSpPr>
            <p:cNvPr id="12" name="Rectangle: Rounded Corners 2">
              <a:extLst>
                <a:ext uri="{FF2B5EF4-FFF2-40B4-BE49-F238E27FC236}">
                  <a16:creationId xmlns:a16="http://schemas.microsoft.com/office/drawing/2014/main" id="{27923FF8-4055-EE87-2258-5A0ACD865E42}"/>
                </a:ext>
              </a:extLst>
            </p:cNvPr>
            <p:cNvSpPr/>
            <p:nvPr/>
          </p:nvSpPr>
          <p:spPr>
            <a:xfrm>
              <a:off x="1136776" y="1949297"/>
              <a:ext cx="3342236" cy="508356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202621 w 3367418"/>
                <a:gd name="connsiteY12" fmla="*/ 2392006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576 w 3367960"/>
                <a:gd name="connsiteY0" fmla="*/ 266059 h 4766556"/>
                <a:gd name="connsiteX1" fmla="*/ 318635 w 3367960"/>
                <a:gd name="connsiteY1" fmla="*/ 0 h 4766556"/>
                <a:gd name="connsiteX2" fmla="*/ 3056660 w 3367960"/>
                <a:gd name="connsiteY2" fmla="*/ 0 h 4766556"/>
                <a:gd name="connsiteX3" fmla="*/ 3322719 w 3367960"/>
                <a:gd name="connsiteY3" fmla="*/ 266059 h 4766556"/>
                <a:gd name="connsiteX4" fmla="*/ 3333821 w 3367960"/>
                <a:gd name="connsiteY4" fmla="*/ 1112445 h 4766556"/>
                <a:gd name="connsiteX5" fmla="*/ 2853373 w 3367960"/>
                <a:gd name="connsiteY5" fmla="*/ 2507293 h 4766556"/>
                <a:gd name="connsiteX6" fmla="*/ 3333820 w 3367960"/>
                <a:gd name="connsiteY6" fmla="*/ 3762655 h 4766556"/>
                <a:gd name="connsiteX7" fmla="*/ 3322719 w 3367960"/>
                <a:gd name="connsiteY7" fmla="*/ 4500497 h 4766556"/>
                <a:gd name="connsiteX8" fmla="*/ 3056660 w 3367960"/>
                <a:gd name="connsiteY8" fmla="*/ 4766556 h 4766556"/>
                <a:gd name="connsiteX9" fmla="*/ 318635 w 3367960"/>
                <a:gd name="connsiteY9" fmla="*/ 4766556 h 4766556"/>
                <a:gd name="connsiteX10" fmla="*/ 52576 w 3367960"/>
                <a:gd name="connsiteY10" fmla="*/ 4500497 h 4766556"/>
                <a:gd name="connsiteX11" fmla="*/ 32682 w 3367960"/>
                <a:gd name="connsiteY11" fmla="*/ 3515615 h 4766556"/>
                <a:gd name="connsiteX12" fmla="*/ 203163 w 3367960"/>
                <a:gd name="connsiteY12" fmla="*/ 2392006 h 4766556"/>
                <a:gd name="connsiteX13" fmla="*/ 32681 w 3367960"/>
                <a:gd name="connsiteY13" fmla="*/ 1112445 h 4766556"/>
                <a:gd name="connsiteX14" fmla="*/ 52576 w 3367960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1112445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7 w 3379567"/>
                <a:gd name="connsiteY5" fmla="*/ 223118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79567" h="4766556">
                  <a:moveTo>
                    <a:pt x="64183" y="266059"/>
                  </a:moveTo>
                  <a:cubicBezTo>
                    <a:pt x="64183" y="119119"/>
                    <a:pt x="183302" y="0"/>
                    <a:pt x="330242" y="0"/>
                  </a:cubicBezTo>
                  <a:lnTo>
                    <a:pt x="3068267" y="0"/>
                  </a:lnTo>
                  <a:cubicBezTo>
                    <a:pt x="3215207" y="0"/>
                    <a:pt x="3334326" y="119119"/>
                    <a:pt x="3334326" y="266059"/>
                  </a:cubicBezTo>
                  <a:cubicBezTo>
                    <a:pt x="3344357" y="454050"/>
                    <a:pt x="3423652" y="535460"/>
                    <a:pt x="3345428" y="908999"/>
                  </a:cubicBezTo>
                  <a:cubicBezTo>
                    <a:pt x="3267204" y="1054896"/>
                    <a:pt x="3047645" y="1669097"/>
                    <a:pt x="3081957" y="2231189"/>
                  </a:cubicBezTo>
                  <a:cubicBezTo>
                    <a:pt x="3097456" y="2732635"/>
                    <a:pt x="3143949" y="3071295"/>
                    <a:pt x="3345427" y="3501083"/>
                  </a:cubicBezTo>
                  <a:lnTo>
                    <a:pt x="3334326" y="4500497"/>
                  </a:lnTo>
                  <a:cubicBezTo>
                    <a:pt x="3334326" y="4647437"/>
                    <a:pt x="3215207" y="4766556"/>
                    <a:pt x="3068267" y="4766556"/>
                  </a:cubicBezTo>
                  <a:lnTo>
                    <a:pt x="330242" y="4766556"/>
                  </a:lnTo>
                  <a:cubicBezTo>
                    <a:pt x="183302" y="4766556"/>
                    <a:pt x="64183" y="4647437"/>
                    <a:pt x="64183" y="4500497"/>
                  </a:cubicBezTo>
                  <a:cubicBezTo>
                    <a:pt x="42355" y="4328014"/>
                    <a:pt x="-29887" y="3845233"/>
                    <a:pt x="44289" y="3515615"/>
                  </a:cubicBezTo>
                  <a:cubicBezTo>
                    <a:pt x="257950" y="2873062"/>
                    <a:pt x="178608" y="2973861"/>
                    <a:pt x="261265" y="2406538"/>
                  </a:cubicBezTo>
                  <a:cubicBezTo>
                    <a:pt x="239868" y="1783735"/>
                    <a:pt x="195956" y="1216363"/>
                    <a:pt x="28790" y="1010723"/>
                  </a:cubicBezTo>
                  <a:cubicBezTo>
                    <a:pt x="-45386" y="634601"/>
                    <a:pt x="44938" y="451466"/>
                    <a:pt x="64183" y="266059"/>
                  </a:cubicBezTo>
                  <a:close/>
                </a:path>
              </a:pathLst>
            </a:custGeom>
            <a:solidFill>
              <a:srgbClr val="F3B42E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2">
              <a:extLst>
                <a:ext uri="{FF2B5EF4-FFF2-40B4-BE49-F238E27FC236}">
                  <a16:creationId xmlns:a16="http://schemas.microsoft.com/office/drawing/2014/main" id="{A774EAFA-7220-F205-1668-212F68AAEC8C}"/>
                </a:ext>
              </a:extLst>
            </p:cNvPr>
            <p:cNvSpPr/>
            <p:nvPr/>
          </p:nvSpPr>
          <p:spPr>
            <a:xfrm>
              <a:off x="1114736" y="1847731"/>
              <a:ext cx="3367418" cy="476655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04098 w 3367418"/>
                <a:gd name="connsiteY12" fmla="*/ 2507293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67418" h="4766556">
                  <a:moveTo>
                    <a:pt x="52034" y="266059"/>
                  </a:moveTo>
                  <a:cubicBezTo>
                    <a:pt x="52034" y="119119"/>
                    <a:pt x="171153" y="0"/>
                    <a:pt x="318093" y="0"/>
                  </a:cubicBezTo>
                  <a:lnTo>
                    <a:pt x="3056118" y="0"/>
                  </a:lnTo>
                  <a:cubicBezTo>
                    <a:pt x="3203058" y="0"/>
                    <a:pt x="3322177" y="119119"/>
                    <a:pt x="3322177" y="266059"/>
                  </a:cubicBezTo>
                  <a:cubicBezTo>
                    <a:pt x="3332208" y="454050"/>
                    <a:pt x="3411503" y="738906"/>
                    <a:pt x="3333279" y="1112445"/>
                  </a:cubicBezTo>
                  <a:cubicBezTo>
                    <a:pt x="3146567" y="1331001"/>
                    <a:pt x="2896011" y="1945201"/>
                    <a:pt x="2930323" y="2507293"/>
                  </a:cubicBezTo>
                  <a:cubicBezTo>
                    <a:pt x="2992316" y="3075564"/>
                    <a:pt x="3131799" y="3426858"/>
                    <a:pt x="3333278" y="3762655"/>
                  </a:cubicBezTo>
                  <a:lnTo>
                    <a:pt x="3322177" y="4500497"/>
                  </a:lnTo>
                  <a:cubicBezTo>
                    <a:pt x="3322177" y="4647437"/>
                    <a:pt x="3203058" y="4766556"/>
                    <a:pt x="3056118" y="4766556"/>
                  </a:cubicBezTo>
                  <a:lnTo>
                    <a:pt x="318093" y="4766556"/>
                  </a:lnTo>
                  <a:cubicBezTo>
                    <a:pt x="171153" y="4766556"/>
                    <a:pt x="52034" y="4647437"/>
                    <a:pt x="52034" y="4500497"/>
                  </a:cubicBezTo>
                  <a:cubicBezTo>
                    <a:pt x="30206" y="4328014"/>
                    <a:pt x="-26538" y="4092273"/>
                    <a:pt x="47638" y="3762655"/>
                  </a:cubicBezTo>
                  <a:cubicBezTo>
                    <a:pt x="245801" y="3541525"/>
                    <a:pt x="429929" y="2943829"/>
                    <a:pt x="404098" y="2507293"/>
                  </a:cubicBezTo>
                  <a:cubicBezTo>
                    <a:pt x="429196" y="1942618"/>
                    <a:pt x="199305" y="1318085"/>
                    <a:pt x="32139" y="1112445"/>
                  </a:cubicBezTo>
                  <a:cubicBezTo>
                    <a:pt x="-42037" y="736323"/>
                    <a:pt x="32789" y="451466"/>
                    <a:pt x="52034" y="266059"/>
                  </a:cubicBezTo>
                  <a:close/>
                </a:path>
              </a:pathLst>
            </a:custGeom>
            <a:solidFill>
              <a:srgbClr val="F3B42E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D53B4E2A-4AB2-37E2-0346-3F533C9BC916}"/>
                </a:ext>
              </a:extLst>
            </p:cNvPr>
            <p:cNvSpPr/>
            <p:nvPr/>
          </p:nvSpPr>
          <p:spPr>
            <a:xfrm>
              <a:off x="2076830" y="2185232"/>
              <a:ext cx="1459484" cy="4100803"/>
            </a:xfrm>
            <a:custGeom>
              <a:avLst/>
              <a:gdLst>
                <a:gd name="connsiteX0" fmla="*/ 0 w 1456841"/>
                <a:gd name="connsiteY0" fmla="*/ 444293 h 4091553"/>
                <a:gd name="connsiteX1" fmla="*/ 444293 w 1456841"/>
                <a:gd name="connsiteY1" fmla="*/ 0 h 4091553"/>
                <a:gd name="connsiteX2" fmla="*/ 1012548 w 1456841"/>
                <a:gd name="connsiteY2" fmla="*/ 0 h 4091553"/>
                <a:gd name="connsiteX3" fmla="*/ 1456841 w 1456841"/>
                <a:gd name="connsiteY3" fmla="*/ 444293 h 4091553"/>
                <a:gd name="connsiteX4" fmla="*/ 1456841 w 1456841"/>
                <a:gd name="connsiteY4" fmla="*/ 3647260 h 4091553"/>
                <a:gd name="connsiteX5" fmla="*/ 1012548 w 1456841"/>
                <a:gd name="connsiteY5" fmla="*/ 4091553 h 4091553"/>
                <a:gd name="connsiteX6" fmla="*/ 444293 w 1456841"/>
                <a:gd name="connsiteY6" fmla="*/ 4091553 h 4091553"/>
                <a:gd name="connsiteX7" fmla="*/ 0 w 1456841"/>
                <a:gd name="connsiteY7" fmla="*/ 3647260 h 4091553"/>
                <a:gd name="connsiteX8" fmla="*/ 0 w 1456841"/>
                <a:gd name="connsiteY8" fmla="*/ 444293 h 4091553"/>
                <a:gd name="connsiteX0" fmla="*/ 2643 w 1459484"/>
                <a:gd name="connsiteY0" fmla="*/ 444293 h 4100803"/>
                <a:gd name="connsiteX1" fmla="*/ 446936 w 1459484"/>
                <a:gd name="connsiteY1" fmla="*/ 0 h 4100803"/>
                <a:gd name="connsiteX2" fmla="*/ 1015191 w 1459484"/>
                <a:gd name="connsiteY2" fmla="*/ 0 h 4100803"/>
                <a:gd name="connsiteX3" fmla="*/ 1459484 w 1459484"/>
                <a:gd name="connsiteY3" fmla="*/ 444293 h 4100803"/>
                <a:gd name="connsiteX4" fmla="*/ 1459484 w 1459484"/>
                <a:gd name="connsiteY4" fmla="*/ 3647260 h 4100803"/>
                <a:gd name="connsiteX5" fmla="*/ 1015191 w 1459484"/>
                <a:gd name="connsiteY5" fmla="*/ 4091553 h 4100803"/>
                <a:gd name="connsiteX6" fmla="*/ 446936 w 1459484"/>
                <a:gd name="connsiteY6" fmla="*/ 4091553 h 4100803"/>
                <a:gd name="connsiteX7" fmla="*/ 2643 w 1459484"/>
                <a:gd name="connsiteY7" fmla="*/ 3647260 h 4100803"/>
                <a:gd name="connsiteX8" fmla="*/ 2643 w 1459484"/>
                <a:gd name="connsiteY8" fmla="*/ 444293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484" h="4100803">
                  <a:moveTo>
                    <a:pt x="2643" y="444293"/>
                  </a:moveTo>
                  <a:cubicBezTo>
                    <a:pt x="2643" y="198917"/>
                    <a:pt x="201560" y="0"/>
                    <a:pt x="446936" y="0"/>
                  </a:cubicBezTo>
                  <a:lnTo>
                    <a:pt x="1015191" y="0"/>
                  </a:lnTo>
                  <a:cubicBezTo>
                    <a:pt x="1260567" y="0"/>
                    <a:pt x="1459484" y="198917"/>
                    <a:pt x="1459484" y="444293"/>
                  </a:cubicBezTo>
                  <a:lnTo>
                    <a:pt x="1459484" y="3647260"/>
                  </a:lnTo>
                  <a:cubicBezTo>
                    <a:pt x="1459484" y="3892636"/>
                    <a:pt x="1260567" y="4091553"/>
                    <a:pt x="1015191" y="4091553"/>
                  </a:cubicBezTo>
                  <a:lnTo>
                    <a:pt x="446936" y="4091553"/>
                  </a:lnTo>
                  <a:cubicBezTo>
                    <a:pt x="-61911" y="4153546"/>
                    <a:pt x="2643" y="3892636"/>
                    <a:pt x="2643" y="3647260"/>
                  </a:cubicBezTo>
                  <a:lnTo>
                    <a:pt x="2643" y="444293"/>
                  </a:lnTo>
                  <a:close/>
                </a:path>
              </a:pathLst>
            </a:custGeom>
            <a:solidFill>
              <a:srgbClr val="B2AFA8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E050935-715C-BB56-08F4-5D360E5CA096}"/>
                </a:ext>
              </a:extLst>
            </p:cNvPr>
            <p:cNvSpPr/>
            <p:nvPr/>
          </p:nvSpPr>
          <p:spPr>
            <a:xfrm>
              <a:off x="2747496" y="3886200"/>
              <a:ext cx="643208" cy="643208"/>
            </a:xfrm>
            <a:prstGeom prst="ellipse">
              <a:avLst/>
            </a:prstGeom>
            <a:solidFill>
              <a:srgbClr val="7C7C74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B52A01EC-7535-F62B-A004-3EE5A056B7AF}"/>
                </a:ext>
              </a:extLst>
            </p:cNvPr>
            <p:cNvSpPr/>
            <p:nvPr/>
          </p:nvSpPr>
          <p:spPr>
            <a:xfrm rot="1011054">
              <a:off x="2934260" y="4096170"/>
              <a:ext cx="269680" cy="269680"/>
            </a:xfrm>
            <a:prstGeom prst="plus">
              <a:avLst>
                <a:gd name="adj" fmla="val 3855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1F011A3-A804-82D1-1B51-D9321C26A955}"/>
                </a:ext>
              </a:extLst>
            </p:cNvPr>
            <p:cNvSpPr/>
            <p:nvPr/>
          </p:nvSpPr>
          <p:spPr>
            <a:xfrm>
              <a:off x="2062280" y="2185232"/>
              <a:ext cx="543872" cy="4100803"/>
            </a:xfrm>
            <a:custGeom>
              <a:avLst/>
              <a:gdLst>
                <a:gd name="connsiteX0" fmla="*/ 446937 w 543872"/>
                <a:gd name="connsiteY0" fmla="*/ 0 h 4100803"/>
                <a:gd name="connsiteX1" fmla="*/ 543872 w 543872"/>
                <a:gd name="connsiteY1" fmla="*/ 0 h 4100803"/>
                <a:gd name="connsiteX2" fmla="*/ 543872 w 543872"/>
                <a:gd name="connsiteY2" fmla="*/ 4091553 h 4100803"/>
                <a:gd name="connsiteX3" fmla="*/ 446937 w 543872"/>
                <a:gd name="connsiteY3" fmla="*/ 4091553 h 4100803"/>
                <a:gd name="connsiteX4" fmla="*/ 2644 w 543872"/>
                <a:gd name="connsiteY4" fmla="*/ 3647260 h 4100803"/>
                <a:gd name="connsiteX5" fmla="*/ 2644 w 543872"/>
                <a:gd name="connsiteY5" fmla="*/ 444293 h 4100803"/>
                <a:gd name="connsiteX6" fmla="*/ 446937 w 543872"/>
                <a:gd name="connsiteY6" fmla="*/ 0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3872" h="4100803">
                  <a:moveTo>
                    <a:pt x="446937" y="0"/>
                  </a:moveTo>
                  <a:lnTo>
                    <a:pt x="543872" y="0"/>
                  </a:lnTo>
                  <a:lnTo>
                    <a:pt x="543872" y="4091553"/>
                  </a:lnTo>
                  <a:lnTo>
                    <a:pt x="446937" y="4091553"/>
                  </a:lnTo>
                  <a:cubicBezTo>
                    <a:pt x="-61910" y="4153546"/>
                    <a:pt x="2644" y="3892636"/>
                    <a:pt x="2644" y="3647260"/>
                  </a:cubicBezTo>
                  <a:lnTo>
                    <a:pt x="2644" y="444293"/>
                  </a:lnTo>
                  <a:cubicBezTo>
                    <a:pt x="2644" y="198917"/>
                    <a:pt x="201561" y="0"/>
                    <a:pt x="446937" y="0"/>
                  </a:cubicBezTo>
                  <a:close/>
                </a:path>
              </a:pathLst>
            </a:custGeom>
            <a:solidFill>
              <a:srgbClr val="7C7C74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7225A5-7DB1-9CE7-65EE-512760006ABC}"/>
              </a:ext>
            </a:extLst>
          </p:cNvPr>
          <p:cNvGrpSpPr/>
          <p:nvPr/>
        </p:nvGrpSpPr>
        <p:grpSpPr>
          <a:xfrm>
            <a:off x="6779132" y="340908"/>
            <a:ext cx="2089096" cy="3216778"/>
            <a:chOff x="1114736" y="1847731"/>
            <a:chExt cx="3367418" cy="5185132"/>
          </a:xfrm>
          <a:solidFill>
            <a:schemeClr val="bg1"/>
          </a:solidFill>
        </p:grpSpPr>
        <p:sp>
          <p:nvSpPr>
            <p:cNvPr id="19" name="Rectangle: Rounded Corners 2">
              <a:extLst>
                <a:ext uri="{FF2B5EF4-FFF2-40B4-BE49-F238E27FC236}">
                  <a16:creationId xmlns:a16="http://schemas.microsoft.com/office/drawing/2014/main" id="{346BFBC8-7989-1191-824D-EF2ACF6487D8}"/>
                </a:ext>
              </a:extLst>
            </p:cNvPr>
            <p:cNvSpPr/>
            <p:nvPr/>
          </p:nvSpPr>
          <p:spPr>
            <a:xfrm>
              <a:off x="1136776" y="1949297"/>
              <a:ext cx="3342236" cy="508356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202621 w 3367418"/>
                <a:gd name="connsiteY12" fmla="*/ 2392006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576 w 3367960"/>
                <a:gd name="connsiteY0" fmla="*/ 266059 h 4766556"/>
                <a:gd name="connsiteX1" fmla="*/ 318635 w 3367960"/>
                <a:gd name="connsiteY1" fmla="*/ 0 h 4766556"/>
                <a:gd name="connsiteX2" fmla="*/ 3056660 w 3367960"/>
                <a:gd name="connsiteY2" fmla="*/ 0 h 4766556"/>
                <a:gd name="connsiteX3" fmla="*/ 3322719 w 3367960"/>
                <a:gd name="connsiteY3" fmla="*/ 266059 h 4766556"/>
                <a:gd name="connsiteX4" fmla="*/ 3333821 w 3367960"/>
                <a:gd name="connsiteY4" fmla="*/ 1112445 h 4766556"/>
                <a:gd name="connsiteX5" fmla="*/ 2853373 w 3367960"/>
                <a:gd name="connsiteY5" fmla="*/ 2507293 h 4766556"/>
                <a:gd name="connsiteX6" fmla="*/ 3333820 w 3367960"/>
                <a:gd name="connsiteY6" fmla="*/ 3762655 h 4766556"/>
                <a:gd name="connsiteX7" fmla="*/ 3322719 w 3367960"/>
                <a:gd name="connsiteY7" fmla="*/ 4500497 h 4766556"/>
                <a:gd name="connsiteX8" fmla="*/ 3056660 w 3367960"/>
                <a:gd name="connsiteY8" fmla="*/ 4766556 h 4766556"/>
                <a:gd name="connsiteX9" fmla="*/ 318635 w 3367960"/>
                <a:gd name="connsiteY9" fmla="*/ 4766556 h 4766556"/>
                <a:gd name="connsiteX10" fmla="*/ 52576 w 3367960"/>
                <a:gd name="connsiteY10" fmla="*/ 4500497 h 4766556"/>
                <a:gd name="connsiteX11" fmla="*/ 32682 w 3367960"/>
                <a:gd name="connsiteY11" fmla="*/ 3515615 h 4766556"/>
                <a:gd name="connsiteX12" fmla="*/ 203163 w 3367960"/>
                <a:gd name="connsiteY12" fmla="*/ 2392006 h 4766556"/>
                <a:gd name="connsiteX13" fmla="*/ 32681 w 3367960"/>
                <a:gd name="connsiteY13" fmla="*/ 1112445 h 4766556"/>
                <a:gd name="connsiteX14" fmla="*/ 52576 w 3367960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1112445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7 w 3379567"/>
                <a:gd name="connsiteY5" fmla="*/ 223118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79567" h="4766556">
                  <a:moveTo>
                    <a:pt x="64183" y="266059"/>
                  </a:moveTo>
                  <a:cubicBezTo>
                    <a:pt x="64183" y="119119"/>
                    <a:pt x="183302" y="0"/>
                    <a:pt x="330242" y="0"/>
                  </a:cubicBezTo>
                  <a:lnTo>
                    <a:pt x="3068267" y="0"/>
                  </a:lnTo>
                  <a:cubicBezTo>
                    <a:pt x="3215207" y="0"/>
                    <a:pt x="3334326" y="119119"/>
                    <a:pt x="3334326" y="266059"/>
                  </a:cubicBezTo>
                  <a:cubicBezTo>
                    <a:pt x="3344357" y="454050"/>
                    <a:pt x="3423652" y="535460"/>
                    <a:pt x="3345428" y="908999"/>
                  </a:cubicBezTo>
                  <a:cubicBezTo>
                    <a:pt x="3267204" y="1054896"/>
                    <a:pt x="3047645" y="1669097"/>
                    <a:pt x="3081957" y="2231189"/>
                  </a:cubicBezTo>
                  <a:cubicBezTo>
                    <a:pt x="3097456" y="2732635"/>
                    <a:pt x="3143949" y="3071295"/>
                    <a:pt x="3345427" y="3501083"/>
                  </a:cubicBezTo>
                  <a:lnTo>
                    <a:pt x="3334326" y="4500497"/>
                  </a:lnTo>
                  <a:cubicBezTo>
                    <a:pt x="3334326" y="4647437"/>
                    <a:pt x="3215207" y="4766556"/>
                    <a:pt x="3068267" y="4766556"/>
                  </a:cubicBezTo>
                  <a:lnTo>
                    <a:pt x="330242" y="4766556"/>
                  </a:lnTo>
                  <a:cubicBezTo>
                    <a:pt x="183302" y="4766556"/>
                    <a:pt x="64183" y="4647437"/>
                    <a:pt x="64183" y="4500497"/>
                  </a:cubicBezTo>
                  <a:cubicBezTo>
                    <a:pt x="42355" y="4328014"/>
                    <a:pt x="-29887" y="3845233"/>
                    <a:pt x="44289" y="3515615"/>
                  </a:cubicBezTo>
                  <a:cubicBezTo>
                    <a:pt x="257950" y="2873062"/>
                    <a:pt x="178608" y="2973861"/>
                    <a:pt x="261265" y="2406538"/>
                  </a:cubicBezTo>
                  <a:cubicBezTo>
                    <a:pt x="239868" y="1783735"/>
                    <a:pt x="195956" y="1216363"/>
                    <a:pt x="28790" y="1010723"/>
                  </a:cubicBezTo>
                  <a:cubicBezTo>
                    <a:pt x="-45386" y="634601"/>
                    <a:pt x="44938" y="451466"/>
                    <a:pt x="64183" y="26605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2">
              <a:extLst>
                <a:ext uri="{FF2B5EF4-FFF2-40B4-BE49-F238E27FC236}">
                  <a16:creationId xmlns:a16="http://schemas.microsoft.com/office/drawing/2014/main" id="{86CF044E-AEB7-D87A-8735-96532E6F7ADE}"/>
                </a:ext>
              </a:extLst>
            </p:cNvPr>
            <p:cNvSpPr/>
            <p:nvPr/>
          </p:nvSpPr>
          <p:spPr>
            <a:xfrm>
              <a:off x="1114736" y="1847731"/>
              <a:ext cx="3367418" cy="476655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04098 w 3367418"/>
                <a:gd name="connsiteY12" fmla="*/ 2507293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67418" h="4766556">
                  <a:moveTo>
                    <a:pt x="52034" y="266059"/>
                  </a:moveTo>
                  <a:cubicBezTo>
                    <a:pt x="52034" y="119119"/>
                    <a:pt x="171153" y="0"/>
                    <a:pt x="318093" y="0"/>
                  </a:cubicBezTo>
                  <a:lnTo>
                    <a:pt x="3056118" y="0"/>
                  </a:lnTo>
                  <a:cubicBezTo>
                    <a:pt x="3203058" y="0"/>
                    <a:pt x="3322177" y="119119"/>
                    <a:pt x="3322177" y="266059"/>
                  </a:cubicBezTo>
                  <a:cubicBezTo>
                    <a:pt x="3332208" y="454050"/>
                    <a:pt x="3411503" y="738906"/>
                    <a:pt x="3333279" y="1112445"/>
                  </a:cubicBezTo>
                  <a:cubicBezTo>
                    <a:pt x="3146567" y="1331001"/>
                    <a:pt x="2896011" y="1945201"/>
                    <a:pt x="2930323" y="2507293"/>
                  </a:cubicBezTo>
                  <a:cubicBezTo>
                    <a:pt x="2992316" y="3075564"/>
                    <a:pt x="3131799" y="3426858"/>
                    <a:pt x="3333278" y="3762655"/>
                  </a:cubicBezTo>
                  <a:lnTo>
                    <a:pt x="3322177" y="4500497"/>
                  </a:lnTo>
                  <a:cubicBezTo>
                    <a:pt x="3322177" y="4647437"/>
                    <a:pt x="3203058" y="4766556"/>
                    <a:pt x="3056118" y="4766556"/>
                  </a:cubicBezTo>
                  <a:lnTo>
                    <a:pt x="318093" y="4766556"/>
                  </a:lnTo>
                  <a:cubicBezTo>
                    <a:pt x="171153" y="4766556"/>
                    <a:pt x="52034" y="4647437"/>
                    <a:pt x="52034" y="4500497"/>
                  </a:cubicBezTo>
                  <a:cubicBezTo>
                    <a:pt x="30206" y="4328014"/>
                    <a:pt x="-26538" y="4092273"/>
                    <a:pt x="47638" y="3762655"/>
                  </a:cubicBezTo>
                  <a:cubicBezTo>
                    <a:pt x="245801" y="3541525"/>
                    <a:pt x="429929" y="2943829"/>
                    <a:pt x="404098" y="2507293"/>
                  </a:cubicBezTo>
                  <a:cubicBezTo>
                    <a:pt x="429196" y="1942618"/>
                    <a:pt x="199305" y="1318085"/>
                    <a:pt x="32139" y="1112445"/>
                  </a:cubicBezTo>
                  <a:cubicBezTo>
                    <a:pt x="-42037" y="736323"/>
                    <a:pt x="32789" y="451466"/>
                    <a:pt x="52034" y="26605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51BB0399-71BF-E2D6-8815-E2BF7062B962}"/>
                </a:ext>
              </a:extLst>
            </p:cNvPr>
            <p:cNvSpPr/>
            <p:nvPr/>
          </p:nvSpPr>
          <p:spPr>
            <a:xfrm>
              <a:off x="2076830" y="2185232"/>
              <a:ext cx="1459484" cy="4100803"/>
            </a:xfrm>
            <a:custGeom>
              <a:avLst/>
              <a:gdLst>
                <a:gd name="connsiteX0" fmla="*/ 0 w 1456841"/>
                <a:gd name="connsiteY0" fmla="*/ 444293 h 4091553"/>
                <a:gd name="connsiteX1" fmla="*/ 444293 w 1456841"/>
                <a:gd name="connsiteY1" fmla="*/ 0 h 4091553"/>
                <a:gd name="connsiteX2" fmla="*/ 1012548 w 1456841"/>
                <a:gd name="connsiteY2" fmla="*/ 0 h 4091553"/>
                <a:gd name="connsiteX3" fmla="*/ 1456841 w 1456841"/>
                <a:gd name="connsiteY3" fmla="*/ 444293 h 4091553"/>
                <a:gd name="connsiteX4" fmla="*/ 1456841 w 1456841"/>
                <a:gd name="connsiteY4" fmla="*/ 3647260 h 4091553"/>
                <a:gd name="connsiteX5" fmla="*/ 1012548 w 1456841"/>
                <a:gd name="connsiteY5" fmla="*/ 4091553 h 4091553"/>
                <a:gd name="connsiteX6" fmla="*/ 444293 w 1456841"/>
                <a:gd name="connsiteY6" fmla="*/ 4091553 h 4091553"/>
                <a:gd name="connsiteX7" fmla="*/ 0 w 1456841"/>
                <a:gd name="connsiteY7" fmla="*/ 3647260 h 4091553"/>
                <a:gd name="connsiteX8" fmla="*/ 0 w 1456841"/>
                <a:gd name="connsiteY8" fmla="*/ 444293 h 4091553"/>
                <a:gd name="connsiteX0" fmla="*/ 2643 w 1459484"/>
                <a:gd name="connsiteY0" fmla="*/ 444293 h 4100803"/>
                <a:gd name="connsiteX1" fmla="*/ 446936 w 1459484"/>
                <a:gd name="connsiteY1" fmla="*/ 0 h 4100803"/>
                <a:gd name="connsiteX2" fmla="*/ 1015191 w 1459484"/>
                <a:gd name="connsiteY2" fmla="*/ 0 h 4100803"/>
                <a:gd name="connsiteX3" fmla="*/ 1459484 w 1459484"/>
                <a:gd name="connsiteY3" fmla="*/ 444293 h 4100803"/>
                <a:gd name="connsiteX4" fmla="*/ 1459484 w 1459484"/>
                <a:gd name="connsiteY4" fmla="*/ 3647260 h 4100803"/>
                <a:gd name="connsiteX5" fmla="*/ 1015191 w 1459484"/>
                <a:gd name="connsiteY5" fmla="*/ 4091553 h 4100803"/>
                <a:gd name="connsiteX6" fmla="*/ 446936 w 1459484"/>
                <a:gd name="connsiteY6" fmla="*/ 4091553 h 4100803"/>
                <a:gd name="connsiteX7" fmla="*/ 2643 w 1459484"/>
                <a:gd name="connsiteY7" fmla="*/ 3647260 h 4100803"/>
                <a:gd name="connsiteX8" fmla="*/ 2643 w 1459484"/>
                <a:gd name="connsiteY8" fmla="*/ 444293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484" h="4100803">
                  <a:moveTo>
                    <a:pt x="2643" y="444293"/>
                  </a:moveTo>
                  <a:cubicBezTo>
                    <a:pt x="2643" y="198917"/>
                    <a:pt x="201560" y="0"/>
                    <a:pt x="446936" y="0"/>
                  </a:cubicBezTo>
                  <a:lnTo>
                    <a:pt x="1015191" y="0"/>
                  </a:lnTo>
                  <a:cubicBezTo>
                    <a:pt x="1260567" y="0"/>
                    <a:pt x="1459484" y="198917"/>
                    <a:pt x="1459484" y="444293"/>
                  </a:cubicBezTo>
                  <a:lnTo>
                    <a:pt x="1459484" y="3647260"/>
                  </a:lnTo>
                  <a:cubicBezTo>
                    <a:pt x="1459484" y="3892636"/>
                    <a:pt x="1260567" y="4091553"/>
                    <a:pt x="1015191" y="4091553"/>
                  </a:cubicBezTo>
                  <a:lnTo>
                    <a:pt x="446936" y="4091553"/>
                  </a:lnTo>
                  <a:cubicBezTo>
                    <a:pt x="-61911" y="4153546"/>
                    <a:pt x="2643" y="3892636"/>
                    <a:pt x="2643" y="3647260"/>
                  </a:cubicBezTo>
                  <a:lnTo>
                    <a:pt x="2643" y="444293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D329B16-80D8-ECC0-C64A-2C737D92C2C6}"/>
                </a:ext>
              </a:extLst>
            </p:cNvPr>
            <p:cNvSpPr/>
            <p:nvPr/>
          </p:nvSpPr>
          <p:spPr>
            <a:xfrm>
              <a:off x="2747496" y="3886200"/>
              <a:ext cx="643208" cy="64320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10C9280B-9462-4278-478E-626CAF5A3F4B}"/>
                </a:ext>
              </a:extLst>
            </p:cNvPr>
            <p:cNvSpPr/>
            <p:nvPr/>
          </p:nvSpPr>
          <p:spPr>
            <a:xfrm rot="1011054">
              <a:off x="2934260" y="4096170"/>
              <a:ext cx="269680" cy="269680"/>
            </a:xfrm>
            <a:prstGeom prst="plus">
              <a:avLst>
                <a:gd name="adj" fmla="val 38559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D1F2F40-A6CF-921F-7F98-52514FD671E6}"/>
                </a:ext>
              </a:extLst>
            </p:cNvPr>
            <p:cNvSpPr/>
            <p:nvPr/>
          </p:nvSpPr>
          <p:spPr>
            <a:xfrm>
              <a:off x="2062280" y="2185232"/>
              <a:ext cx="543872" cy="4100803"/>
            </a:xfrm>
            <a:custGeom>
              <a:avLst/>
              <a:gdLst>
                <a:gd name="connsiteX0" fmla="*/ 446937 w 543872"/>
                <a:gd name="connsiteY0" fmla="*/ 0 h 4100803"/>
                <a:gd name="connsiteX1" fmla="*/ 543872 w 543872"/>
                <a:gd name="connsiteY1" fmla="*/ 0 h 4100803"/>
                <a:gd name="connsiteX2" fmla="*/ 543872 w 543872"/>
                <a:gd name="connsiteY2" fmla="*/ 4091553 h 4100803"/>
                <a:gd name="connsiteX3" fmla="*/ 446937 w 543872"/>
                <a:gd name="connsiteY3" fmla="*/ 4091553 h 4100803"/>
                <a:gd name="connsiteX4" fmla="*/ 2644 w 543872"/>
                <a:gd name="connsiteY4" fmla="*/ 3647260 h 4100803"/>
                <a:gd name="connsiteX5" fmla="*/ 2644 w 543872"/>
                <a:gd name="connsiteY5" fmla="*/ 444293 h 4100803"/>
                <a:gd name="connsiteX6" fmla="*/ 446937 w 543872"/>
                <a:gd name="connsiteY6" fmla="*/ 0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3872" h="4100803">
                  <a:moveTo>
                    <a:pt x="446937" y="0"/>
                  </a:moveTo>
                  <a:lnTo>
                    <a:pt x="543872" y="0"/>
                  </a:lnTo>
                  <a:lnTo>
                    <a:pt x="543872" y="4091553"/>
                  </a:lnTo>
                  <a:lnTo>
                    <a:pt x="446937" y="4091553"/>
                  </a:lnTo>
                  <a:cubicBezTo>
                    <a:pt x="-61910" y="4153546"/>
                    <a:pt x="2644" y="3892636"/>
                    <a:pt x="2644" y="3647260"/>
                  </a:cubicBezTo>
                  <a:lnTo>
                    <a:pt x="2644" y="444293"/>
                  </a:lnTo>
                  <a:cubicBezTo>
                    <a:pt x="2644" y="198917"/>
                    <a:pt x="201561" y="0"/>
                    <a:pt x="446937" y="0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766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21878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F6DFC8-937B-9998-7BD6-A6746174A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44" y="2738834"/>
            <a:ext cx="1468470" cy="3402157"/>
          </a:xfrm>
          <a:prstGeom prst="rect">
            <a:avLst/>
          </a:prstGeom>
          <a:effectLst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DA0328-6BB0-E243-78C9-5A033122C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80" y="2582303"/>
            <a:ext cx="3102741" cy="3639238"/>
          </a:xfrm>
          <a:prstGeom prst="rect">
            <a:avLst/>
          </a:prstGeom>
          <a:effectLst/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h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BFC43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CC0099"/>
                </a:solidFill>
                <a:latin typeface="Arial Black" panose="020B0A04020102020204" pitchFamily="34" charset="0"/>
              </a:rPr>
              <a:t> S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3B3B"/>
                </a:solidFill>
                <a:latin typeface="Arial Black" panose="020B0A04020102020204" pitchFamily="34" charset="0"/>
              </a:rPr>
              <a:t>u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p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p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53"/>
                </a:solidFill>
                <a:latin typeface="Arial Black" panose="020B0A04020102020204" pitchFamily="34" charset="0"/>
              </a:rPr>
              <a:t>l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i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7AA03F"/>
                </a:solidFill>
                <a:latin typeface="Arial Black" panose="020B0A04020102020204" pitchFamily="34" charset="0"/>
              </a:rPr>
              <a:t>e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18781"/>
                </a:solidFill>
                <a:latin typeface="Arial Black" panose="020B0A04020102020204" pitchFamily="34" charset="0"/>
              </a:rPr>
              <a:t>s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218781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AE6561D-E77B-D3E9-1C6F-3FBA926D2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8605">
            <a:off x="7372996" y="2962975"/>
            <a:ext cx="2469379" cy="3036849"/>
          </a:xfrm>
          <a:prstGeom prst="rect">
            <a:avLst/>
          </a:prstGeom>
          <a:effectLst/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7078C44-42B9-CDA4-2362-C7793448A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24" y="2415916"/>
            <a:ext cx="2020772" cy="3639238"/>
          </a:xfrm>
          <a:prstGeom prst="rect">
            <a:avLst/>
          </a:prstGeom>
          <a:effectLst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FA3A93F-AF40-4D2A-0526-734F07F58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300887" y="2315347"/>
            <a:ext cx="1390008" cy="94170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FD18A-B269-E66B-FC08-748246C48B5D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4A570-FEEB-BC37-22A6-ECA61FD15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764" y="0"/>
            <a:ext cx="5029636" cy="38865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44897D-33BC-3D30-689B-64912BD3B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764" y="3885526"/>
            <a:ext cx="5029636" cy="3886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4406D6-319A-FF2D-048A-B22E26626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2" y="3885189"/>
            <a:ext cx="5029636" cy="38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81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577263" y="733401"/>
            <a:ext cx="3593432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Bag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EDDECF2-040C-AA15-AB50-3A60AF5DB6FC}"/>
              </a:ext>
            </a:extLst>
          </p:cNvPr>
          <p:cNvGrpSpPr/>
          <p:nvPr/>
        </p:nvGrpSpPr>
        <p:grpSpPr>
          <a:xfrm>
            <a:off x="795913" y="2073495"/>
            <a:ext cx="4177521" cy="4903770"/>
            <a:chOff x="2347715" y="1530721"/>
            <a:chExt cx="4177521" cy="490377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A5B207E-C098-2903-47E8-BB9DE69DC891}"/>
                </a:ext>
              </a:extLst>
            </p:cNvPr>
            <p:cNvGrpSpPr/>
            <p:nvPr/>
          </p:nvGrpSpPr>
          <p:grpSpPr>
            <a:xfrm>
              <a:off x="5969022" y="4222378"/>
              <a:ext cx="556214" cy="2026593"/>
              <a:chOff x="6021049" y="4152900"/>
              <a:chExt cx="556214" cy="2026593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C5BDEC5-72F9-2149-A8BE-FB03D7ABA521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8D0AF31-6D0E-DCC8-22A1-62137892E34B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solidFill>
                <a:srgbClr val="3EC2B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1288B49-ECB0-BE05-596F-2017263E5015}"/>
                </a:ext>
              </a:extLst>
            </p:cNvPr>
            <p:cNvGrpSpPr/>
            <p:nvPr/>
          </p:nvGrpSpPr>
          <p:grpSpPr>
            <a:xfrm>
              <a:off x="2347715" y="4208370"/>
              <a:ext cx="556214" cy="2026593"/>
              <a:chOff x="6021049" y="4152900"/>
              <a:chExt cx="556214" cy="2026593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D16A4102-581D-FFD0-EE90-6617FE07A2DA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3D45835-6373-7294-2058-EC811B8E9867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solidFill>
                <a:srgbClr val="3EC2B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Block Arc 4">
              <a:extLst>
                <a:ext uri="{FF2B5EF4-FFF2-40B4-BE49-F238E27FC236}">
                  <a16:creationId xmlns:a16="http://schemas.microsoft.com/office/drawing/2014/main" id="{FB37C3DB-27DE-6498-C3CF-267C742DFB34}"/>
                </a:ext>
              </a:extLst>
            </p:cNvPr>
            <p:cNvSpPr/>
            <p:nvPr/>
          </p:nvSpPr>
          <p:spPr>
            <a:xfrm>
              <a:off x="3603033" y="1530721"/>
              <a:ext cx="1676400" cy="1738938"/>
            </a:xfrm>
            <a:prstGeom prst="blockArc">
              <a:avLst/>
            </a:prstGeom>
            <a:solidFill>
              <a:srgbClr val="FF616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5B9A6E0-56F8-D1C2-02BC-B1A11D6A9565}"/>
                </a:ext>
              </a:extLst>
            </p:cNvPr>
            <p:cNvSpPr/>
            <p:nvPr/>
          </p:nvSpPr>
          <p:spPr>
            <a:xfrm>
              <a:off x="2654300" y="3886200"/>
              <a:ext cx="3605536" cy="2548291"/>
            </a:xfrm>
            <a:prstGeom prst="roundRect">
              <a:avLst>
                <a:gd name="adj" fmla="val 2264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EFF30D1-121E-498E-57BC-09AEDAAA6960}"/>
                </a:ext>
              </a:extLst>
            </p:cNvPr>
            <p:cNvSpPr/>
            <p:nvPr/>
          </p:nvSpPr>
          <p:spPr>
            <a:xfrm>
              <a:off x="2862609" y="4135796"/>
              <a:ext cx="3204816" cy="2113175"/>
            </a:xfrm>
            <a:prstGeom prst="roundRect">
              <a:avLst>
                <a:gd name="adj" fmla="val 22647"/>
              </a:avLst>
            </a:prstGeom>
            <a:solidFill>
              <a:srgbClr val="3EC2BC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8776469-10DE-81A2-F7FD-CA91528A6D1A}"/>
                </a:ext>
              </a:extLst>
            </p:cNvPr>
            <p:cNvSpPr/>
            <p:nvPr/>
          </p:nvSpPr>
          <p:spPr>
            <a:xfrm>
              <a:off x="2532917" y="2165458"/>
              <a:ext cx="3848849" cy="2978569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6F058BB9-1DDD-8CA0-0A46-886154E20163}"/>
                </a:ext>
              </a:extLst>
            </p:cNvPr>
            <p:cNvSpPr/>
            <p:nvPr/>
          </p:nvSpPr>
          <p:spPr>
            <a:xfrm>
              <a:off x="2772761" y="2165458"/>
              <a:ext cx="3425832" cy="2797144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solidFill>
              <a:srgbClr val="3EC2BC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3166B3E-C6BA-727B-B98A-9FCF2E30982E}"/>
                </a:ext>
              </a:extLst>
            </p:cNvPr>
            <p:cNvGrpSpPr/>
            <p:nvPr/>
          </p:nvGrpSpPr>
          <p:grpSpPr>
            <a:xfrm>
              <a:off x="5061460" y="4713128"/>
              <a:ext cx="632706" cy="1114917"/>
              <a:chOff x="5061460" y="4713128"/>
              <a:chExt cx="632706" cy="1114917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01E695EF-201D-E5CF-88AE-D731F8A7535B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D608D2D0-87AC-CC35-5579-E308B92E76BC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solidFill>
                <a:srgbClr val="2CB4A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E7C6FAA-CB0B-F883-3D21-06C978329267}"/>
                </a:ext>
              </a:extLst>
            </p:cNvPr>
            <p:cNvGrpSpPr/>
            <p:nvPr/>
          </p:nvGrpSpPr>
          <p:grpSpPr>
            <a:xfrm>
              <a:off x="3286680" y="4713128"/>
              <a:ext cx="632706" cy="1114917"/>
              <a:chOff x="5061460" y="4713128"/>
              <a:chExt cx="632706" cy="1114917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7E33A03A-7579-1612-B1F9-32CBBBCC459D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D000EA3E-F347-D297-7E1A-11BBD4C057FA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solidFill>
                <a:srgbClr val="2CB4A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0437855-424D-1DAC-72FB-59D7567038E1}"/>
              </a:ext>
            </a:extLst>
          </p:cNvPr>
          <p:cNvGrpSpPr/>
          <p:nvPr/>
        </p:nvGrpSpPr>
        <p:grpSpPr>
          <a:xfrm>
            <a:off x="10590705" y="1654919"/>
            <a:ext cx="4177521" cy="4903770"/>
            <a:chOff x="5390055" y="2135229"/>
            <a:chExt cx="4177521" cy="490377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5C61C40-F470-090D-B774-AEC65B7E5E7F}"/>
                </a:ext>
              </a:extLst>
            </p:cNvPr>
            <p:cNvGrpSpPr/>
            <p:nvPr/>
          </p:nvGrpSpPr>
          <p:grpSpPr>
            <a:xfrm>
              <a:off x="5390055" y="2135229"/>
              <a:ext cx="4177521" cy="4903770"/>
              <a:chOff x="2347715" y="1530721"/>
              <a:chExt cx="4177521" cy="490377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5ADEDDD3-509F-6EC2-7DE4-5444FC032AB4}"/>
                  </a:ext>
                </a:extLst>
              </p:cNvPr>
              <p:cNvGrpSpPr/>
              <p:nvPr/>
            </p:nvGrpSpPr>
            <p:grpSpPr>
              <a:xfrm>
                <a:off x="5969022" y="4222378"/>
                <a:ext cx="556214" cy="2026593"/>
                <a:chOff x="6021049" y="4152900"/>
                <a:chExt cx="556214" cy="2026593"/>
              </a:xfrm>
            </p:grpSpPr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5426DF5E-A802-9EBB-7848-F91986204135}"/>
                    </a:ext>
                  </a:extLst>
                </p:cNvPr>
                <p:cNvSpPr/>
                <p:nvPr/>
              </p:nvSpPr>
              <p:spPr>
                <a:xfrm>
                  <a:off x="6021049" y="4152900"/>
                  <a:ext cx="556214" cy="202659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616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FFB3B0D8-0967-070A-FF8F-C7337EBA31EF}"/>
                    </a:ext>
                  </a:extLst>
                </p:cNvPr>
                <p:cNvSpPr/>
                <p:nvPr/>
              </p:nvSpPr>
              <p:spPr>
                <a:xfrm>
                  <a:off x="6021049" y="4152900"/>
                  <a:ext cx="556214" cy="396798"/>
                </a:xfrm>
                <a:custGeom>
                  <a:avLst/>
                  <a:gdLst>
                    <a:gd name="connsiteX0" fmla="*/ 278107 w 556214"/>
                    <a:gd name="connsiteY0" fmla="*/ 0 h 396798"/>
                    <a:gd name="connsiteX1" fmla="*/ 556214 w 556214"/>
                    <a:gd name="connsiteY1" fmla="*/ 278107 h 396798"/>
                    <a:gd name="connsiteX2" fmla="*/ 556214 w 556214"/>
                    <a:gd name="connsiteY2" fmla="*/ 396798 h 396798"/>
                    <a:gd name="connsiteX3" fmla="*/ 0 w 556214"/>
                    <a:gd name="connsiteY3" fmla="*/ 396798 h 396798"/>
                    <a:gd name="connsiteX4" fmla="*/ 0 w 556214"/>
                    <a:gd name="connsiteY4" fmla="*/ 278107 h 396798"/>
                    <a:gd name="connsiteX5" fmla="*/ 278107 w 556214"/>
                    <a:gd name="connsiteY5" fmla="*/ 0 h 396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6214" h="396798">
                      <a:moveTo>
                        <a:pt x="278107" y="0"/>
                      </a:moveTo>
                      <a:cubicBezTo>
                        <a:pt x="431701" y="0"/>
                        <a:pt x="556214" y="124513"/>
                        <a:pt x="556214" y="278107"/>
                      </a:cubicBezTo>
                      <a:lnTo>
                        <a:pt x="556214" y="396798"/>
                      </a:lnTo>
                      <a:lnTo>
                        <a:pt x="0" y="396798"/>
                      </a:lnTo>
                      <a:lnTo>
                        <a:pt x="0" y="278107"/>
                      </a:lnTo>
                      <a:cubicBezTo>
                        <a:pt x="0" y="124513"/>
                        <a:pt x="124513" y="0"/>
                        <a:pt x="278107" y="0"/>
                      </a:cubicBezTo>
                      <a:close/>
                    </a:path>
                  </a:pathLst>
                </a:custGeom>
                <a:solidFill>
                  <a:srgbClr val="3EC2BC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BA3EB7E-2A97-96E9-6F01-BC7512B049E2}"/>
                  </a:ext>
                </a:extLst>
              </p:cNvPr>
              <p:cNvGrpSpPr/>
              <p:nvPr/>
            </p:nvGrpSpPr>
            <p:grpSpPr>
              <a:xfrm>
                <a:off x="2347715" y="4208370"/>
                <a:ext cx="556214" cy="2026593"/>
                <a:chOff x="6021049" y="4152900"/>
                <a:chExt cx="556214" cy="2026593"/>
              </a:xfrm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0A00E9D1-C100-F49C-88F9-EDE031BA6475}"/>
                    </a:ext>
                  </a:extLst>
                </p:cNvPr>
                <p:cNvSpPr/>
                <p:nvPr/>
              </p:nvSpPr>
              <p:spPr>
                <a:xfrm>
                  <a:off x="6021049" y="4152900"/>
                  <a:ext cx="556214" cy="202659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616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4B993778-F02A-42C2-F539-945A1A90BCDB}"/>
                    </a:ext>
                  </a:extLst>
                </p:cNvPr>
                <p:cNvSpPr/>
                <p:nvPr/>
              </p:nvSpPr>
              <p:spPr>
                <a:xfrm>
                  <a:off x="6021049" y="4152900"/>
                  <a:ext cx="556214" cy="396798"/>
                </a:xfrm>
                <a:custGeom>
                  <a:avLst/>
                  <a:gdLst>
                    <a:gd name="connsiteX0" fmla="*/ 278107 w 556214"/>
                    <a:gd name="connsiteY0" fmla="*/ 0 h 396798"/>
                    <a:gd name="connsiteX1" fmla="*/ 556214 w 556214"/>
                    <a:gd name="connsiteY1" fmla="*/ 278107 h 396798"/>
                    <a:gd name="connsiteX2" fmla="*/ 556214 w 556214"/>
                    <a:gd name="connsiteY2" fmla="*/ 396798 h 396798"/>
                    <a:gd name="connsiteX3" fmla="*/ 0 w 556214"/>
                    <a:gd name="connsiteY3" fmla="*/ 396798 h 396798"/>
                    <a:gd name="connsiteX4" fmla="*/ 0 w 556214"/>
                    <a:gd name="connsiteY4" fmla="*/ 278107 h 396798"/>
                    <a:gd name="connsiteX5" fmla="*/ 278107 w 556214"/>
                    <a:gd name="connsiteY5" fmla="*/ 0 h 396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6214" h="396798">
                      <a:moveTo>
                        <a:pt x="278107" y="0"/>
                      </a:moveTo>
                      <a:cubicBezTo>
                        <a:pt x="431701" y="0"/>
                        <a:pt x="556214" y="124513"/>
                        <a:pt x="556214" y="278107"/>
                      </a:cubicBezTo>
                      <a:lnTo>
                        <a:pt x="556214" y="396798"/>
                      </a:lnTo>
                      <a:lnTo>
                        <a:pt x="0" y="396798"/>
                      </a:lnTo>
                      <a:lnTo>
                        <a:pt x="0" y="278107"/>
                      </a:lnTo>
                      <a:cubicBezTo>
                        <a:pt x="0" y="124513"/>
                        <a:pt x="124513" y="0"/>
                        <a:pt x="278107" y="0"/>
                      </a:cubicBezTo>
                      <a:close/>
                    </a:path>
                  </a:pathLst>
                </a:custGeom>
                <a:solidFill>
                  <a:srgbClr val="3EC2BC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2" name="Block Arc 31">
                <a:extLst>
                  <a:ext uri="{FF2B5EF4-FFF2-40B4-BE49-F238E27FC236}">
                    <a16:creationId xmlns:a16="http://schemas.microsoft.com/office/drawing/2014/main" id="{AA8CDC5D-B671-C921-F80C-C29B197C5652}"/>
                  </a:ext>
                </a:extLst>
              </p:cNvPr>
              <p:cNvSpPr/>
              <p:nvPr/>
            </p:nvSpPr>
            <p:spPr>
              <a:xfrm>
                <a:off x="3603033" y="1530721"/>
                <a:ext cx="1676400" cy="1738938"/>
              </a:xfrm>
              <a:prstGeom prst="blockArc">
                <a:avLst/>
              </a:prstGeom>
              <a:solidFill>
                <a:srgbClr val="FF616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8798B813-763C-9347-ED2A-C526A3B902D9}"/>
                  </a:ext>
                </a:extLst>
              </p:cNvPr>
              <p:cNvSpPr/>
              <p:nvPr/>
            </p:nvSpPr>
            <p:spPr>
              <a:xfrm>
                <a:off x="2654300" y="3886200"/>
                <a:ext cx="3605536" cy="2548291"/>
              </a:xfrm>
              <a:prstGeom prst="roundRect">
                <a:avLst>
                  <a:gd name="adj" fmla="val 2264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52620C22-6CD6-A7D0-21B2-F69D8EBA616D}"/>
                  </a:ext>
                </a:extLst>
              </p:cNvPr>
              <p:cNvSpPr/>
              <p:nvPr/>
            </p:nvSpPr>
            <p:spPr>
              <a:xfrm>
                <a:off x="2862609" y="4135796"/>
                <a:ext cx="3204816" cy="2113175"/>
              </a:xfrm>
              <a:prstGeom prst="roundRect">
                <a:avLst>
                  <a:gd name="adj" fmla="val 22647"/>
                </a:avLst>
              </a:prstGeom>
              <a:solidFill>
                <a:srgbClr val="3EC2B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2">
                <a:extLst>
                  <a:ext uri="{FF2B5EF4-FFF2-40B4-BE49-F238E27FC236}">
                    <a16:creationId xmlns:a16="http://schemas.microsoft.com/office/drawing/2014/main" id="{3B54263A-FD59-F185-5FD6-B98977D1943B}"/>
                  </a:ext>
                </a:extLst>
              </p:cNvPr>
              <p:cNvSpPr/>
              <p:nvPr/>
            </p:nvSpPr>
            <p:spPr>
              <a:xfrm>
                <a:off x="2532917" y="2165458"/>
                <a:ext cx="3848849" cy="2978569"/>
              </a:xfrm>
              <a:custGeom>
                <a:avLst/>
                <a:gdLst>
                  <a:gd name="connsiteX0" fmla="*/ 0 w 2386739"/>
                  <a:gd name="connsiteY0" fmla="*/ 0 h 634020"/>
                  <a:gd name="connsiteX1" fmla="*/ 2386739 w 2386739"/>
                  <a:gd name="connsiteY1" fmla="*/ 0 h 634020"/>
                  <a:gd name="connsiteX2" fmla="*/ 2386739 w 2386739"/>
                  <a:gd name="connsiteY2" fmla="*/ 634020 h 634020"/>
                  <a:gd name="connsiteX3" fmla="*/ 0 w 2386739"/>
                  <a:gd name="connsiteY3" fmla="*/ 634020 h 634020"/>
                  <a:gd name="connsiteX4" fmla="*/ 0 w 2386739"/>
                  <a:gd name="connsiteY4" fmla="*/ 0 h 634020"/>
                  <a:gd name="connsiteX0" fmla="*/ 232475 w 2619214"/>
                  <a:gd name="connsiteY0" fmla="*/ 0 h 2927769"/>
                  <a:gd name="connsiteX1" fmla="*/ 2619214 w 2619214"/>
                  <a:gd name="connsiteY1" fmla="*/ 0 h 2927769"/>
                  <a:gd name="connsiteX2" fmla="*/ 2619214 w 2619214"/>
                  <a:gd name="connsiteY2" fmla="*/ 634020 h 2927769"/>
                  <a:gd name="connsiteX3" fmla="*/ 0 w 2619214"/>
                  <a:gd name="connsiteY3" fmla="*/ 2927769 h 2927769"/>
                  <a:gd name="connsiteX4" fmla="*/ 232475 w 2619214"/>
                  <a:gd name="connsiteY4" fmla="*/ 0 h 2927769"/>
                  <a:gd name="connsiteX0" fmla="*/ 232475 w 2805194"/>
                  <a:gd name="connsiteY0" fmla="*/ 0 h 2927769"/>
                  <a:gd name="connsiteX1" fmla="*/ 2619214 w 2805194"/>
                  <a:gd name="connsiteY1" fmla="*/ 0 h 2927769"/>
                  <a:gd name="connsiteX2" fmla="*/ 2805194 w 2805194"/>
                  <a:gd name="connsiteY2" fmla="*/ 2881275 h 2927769"/>
                  <a:gd name="connsiteX3" fmla="*/ 0 w 2805194"/>
                  <a:gd name="connsiteY3" fmla="*/ 2927769 h 2927769"/>
                  <a:gd name="connsiteX4" fmla="*/ 232475 w 2805194"/>
                  <a:gd name="connsiteY4" fmla="*/ 0 h 2927769"/>
                  <a:gd name="connsiteX0" fmla="*/ 232475 w 3289661"/>
                  <a:gd name="connsiteY0" fmla="*/ 0 h 2927769"/>
                  <a:gd name="connsiteX1" fmla="*/ 2619214 w 3289661"/>
                  <a:gd name="connsiteY1" fmla="*/ 0 h 2927769"/>
                  <a:gd name="connsiteX2" fmla="*/ 2805194 w 3289661"/>
                  <a:gd name="connsiteY2" fmla="*/ 2881275 h 2927769"/>
                  <a:gd name="connsiteX3" fmla="*/ 0 w 3289661"/>
                  <a:gd name="connsiteY3" fmla="*/ 2927769 h 2927769"/>
                  <a:gd name="connsiteX4" fmla="*/ 232475 w 3289661"/>
                  <a:gd name="connsiteY4" fmla="*/ 0 h 2927769"/>
                  <a:gd name="connsiteX0" fmla="*/ 232475 w 3368588"/>
                  <a:gd name="connsiteY0" fmla="*/ 0 h 2927769"/>
                  <a:gd name="connsiteX1" fmla="*/ 2619214 w 3368588"/>
                  <a:gd name="connsiteY1" fmla="*/ 0 h 2927769"/>
                  <a:gd name="connsiteX2" fmla="*/ 2805194 w 3368588"/>
                  <a:gd name="connsiteY2" fmla="*/ 2881275 h 2927769"/>
                  <a:gd name="connsiteX3" fmla="*/ 0 w 3368588"/>
                  <a:gd name="connsiteY3" fmla="*/ 2927769 h 2927769"/>
                  <a:gd name="connsiteX4" fmla="*/ 232475 w 3368588"/>
                  <a:gd name="connsiteY4" fmla="*/ 0 h 2927769"/>
                  <a:gd name="connsiteX0" fmla="*/ 695871 w 3831984"/>
                  <a:gd name="connsiteY0" fmla="*/ 0 h 2927769"/>
                  <a:gd name="connsiteX1" fmla="*/ 3082610 w 3831984"/>
                  <a:gd name="connsiteY1" fmla="*/ 0 h 2927769"/>
                  <a:gd name="connsiteX2" fmla="*/ 3268590 w 3831984"/>
                  <a:gd name="connsiteY2" fmla="*/ 2881275 h 2927769"/>
                  <a:gd name="connsiteX3" fmla="*/ 463396 w 3831984"/>
                  <a:gd name="connsiteY3" fmla="*/ 2927769 h 2927769"/>
                  <a:gd name="connsiteX4" fmla="*/ 695871 w 3831984"/>
                  <a:gd name="connsiteY4" fmla="*/ 0 h 2927769"/>
                  <a:gd name="connsiteX0" fmla="*/ 894652 w 4030765"/>
                  <a:gd name="connsiteY0" fmla="*/ 87 h 2927856"/>
                  <a:gd name="connsiteX1" fmla="*/ 3281391 w 4030765"/>
                  <a:gd name="connsiteY1" fmla="*/ 87 h 2927856"/>
                  <a:gd name="connsiteX2" fmla="*/ 3467371 w 4030765"/>
                  <a:gd name="connsiteY2" fmla="*/ 2881362 h 2927856"/>
                  <a:gd name="connsiteX3" fmla="*/ 662177 w 4030765"/>
                  <a:gd name="connsiteY3" fmla="*/ 2927856 h 2927856"/>
                  <a:gd name="connsiteX4" fmla="*/ 894652 w 4030765"/>
                  <a:gd name="connsiteY4" fmla="*/ 87 h 2927856"/>
                  <a:gd name="connsiteX0" fmla="*/ 683550 w 3819663"/>
                  <a:gd name="connsiteY0" fmla="*/ 0 h 2927769"/>
                  <a:gd name="connsiteX1" fmla="*/ 3070289 w 3819663"/>
                  <a:gd name="connsiteY1" fmla="*/ 0 h 2927769"/>
                  <a:gd name="connsiteX2" fmla="*/ 3256269 w 3819663"/>
                  <a:gd name="connsiteY2" fmla="*/ 2881275 h 2927769"/>
                  <a:gd name="connsiteX3" fmla="*/ 451075 w 3819663"/>
                  <a:gd name="connsiteY3" fmla="*/ 2927769 h 2927769"/>
                  <a:gd name="connsiteX4" fmla="*/ 36711 w 3819663"/>
                  <a:gd name="connsiteY4" fmla="*/ 1161942 h 2927769"/>
                  <a:gd name="connsiteX5" fmla="*/ 683550 w 3819663"/>
                  <a:gd name="connsiteY5" fmla="*/ 0 h 2927769"/>
                  <a:gd name="connsiteX0" fmla="*/ 658150 w 3819663"/>
                  <a:gd name="connsiteY0" fmla="*/ 0 h 2978569"/>
                  <a:gd name="connsiteX1" fmla="*/ 3070289 w 3819663"/>
                  <a:gd name="connsiteY1" fmla="*/ 50800 h 2978569"/>
                  <a:gd name="connsiteX2" fmla="*/ 3256269 w 3819663"/>
                  <a:gd name="connsiteY2" fmla="*/ 2932075 h 2978569"/>
                  <a:gd name="connsiteX3" fmla="*/ 451075 w 3819663"/>
                  <a:gd name="connsiteY3" fmla="*/ 2978569 h 2978569"/>
                  <a:gd name="connsiteX4" fmla="*/ 36711 w 3819663"/>
                  <a:gd name="connsiteY4" fmla="*/ 1212742 h 2978569"/>
                  <a:gd name="connsiteX5" fmla="*/ 658150 w 3819663"/>
                  <a:gd name="connsiteY5" fmla="*/ 0 h 2978569"/>
                  <a:gd name="connsiteX0" fmla="*/ 658150 w 3819663"/>
                  <a:gd name="connsiteY0" fmla="*/ 0 h 2978569"/>
                  <a:gd name="connsiteX1" fmla="*/ 3070289 w 3819663"/>
                  <a:gd name="connsiteY1" fmla="*/ 50800 h 2978569"/>
                  <a:gd name="connsiteX2" fmla="*/ 3256269 w 3819663"/>
                  <a:gd name="connsiteY2" fmla="*/ 2932075 h 2978569"/>
                  <a:gd name="connsiteX3" fmla="*/ 451075 w 3819663"/>
                  <a:gd name="connsiteY3" fmla="*/ 2978569 h 2978569"/>
                  <a:gd name="connsiteX4" fmla="*/ 36711 w 3819663"/>
                  <a:gd name="connsiteY4" fmla="*/ 1212742 h 2978569"/>
                  <a:gd name="connsiteX5" fmla="*/ 658150 w 3819663"/>
                  <a:gd name="connsiteY5" fmla="*/ 0 h 2978569"/>
                  <a:gd name="connsiteX0" fmla="*/ 658150 w 3819663"/>
                  <a:gd name="connsiteY0" fmla="*/ 0 h 2978569"/>
                  <a:gd name="connsiteX1" fmla="*/ 3070289 w 3819663"/>
                  <a:gd name="connsiteY1" fmla="*/ 50800 h 2978569"/>
                  <a:gd name="connsiteX2" fmla="*/ 3256269 w 3819663"/>
                  <a:gd name="connsiteY2" fmla="*/ 2932075 h 2978569"/>
                  <a:gd name="connsiteX3" fmla="*/ 451075 w 3819663"/>
                  <a:gd name="connsiteY3" fmla="*/ 2978569 h 2978569"/>
                  <a:gd name="connsiteX4" fmla="*/ 36711 w 3819663"/>
                  <a:gd name="connsiteY4" fmla="*/ 1212742 h 2978569"/>
                  <a:gd name="connsiteX5" fmla="*/ 658150 w 3819663"/>
                  <a:gd name="connsiteY5" fmla="*/ 0 h 2978569"/>
                  <a:gd name="connsiteX0" fmla="*/ 742821 w 3904334"/>
                  <a:gd name="connsiteY0" fmla="*/ 0 h 2978569"/>
                  <a:gd name="connsiteX1" fmla="*/ 3154960 w 3904334"/>
                  <a:gd name="connsiteY1" fmla="*/ 50800 h 2978569"/>
                  <a:gd name="connsiteX2" fmla="*/ 3340940 w 3904334"/>
                  <a:gd name="connsiteY2" fmla="*/ 2932075 h 2978569"/>
                  <a:gd name="connsiteX3" fmla="*/ 535746 w 3904334"/>
                  <a:gd name="connsiteY3" fmla="*/ 2978569 h 2978569"/>
                  <a:gd name="connsiteX4" fmla="*/ 121382 w 3904334"/>
                  <a:gd name="connsiteY4" fmla="*/ 1212742 h 2978569"/>
                  <a:gd name="connsiteX5" fmla="*/ 742821 w 3904334"/>
                  <a:gd name="connsiteY5" fmla="*/ 0 h 2978569"/>
                  <a:gd name="connsiteX0" fmla="*/ 742821 w 3746329"/>
                  <a:gd name="connsiteY0" fmla="*/ 0 h 2978569"/>
                  <a:gd name="connsiteX1" fmla="*/ 3154960 w 3746329"/>
                  <a:gd name="connsiteY1" fmla="*/ 50800 h 2978569"/>
                  <a:gd name="connsiteX2" fmla="*/ 3702782 w 3746329"/>
                  <a:gd name="connsiteY2" fmla="*/ 1212742 h 2978569"/>
                  <a:gd name="connsiteX3" fmla="*/ 3340940 w 3746329"/>
                  <a:gd name="connsiteY3" fmla="*/ 2932075 h 2978569"/>
                  <a:gd name="connsiteX4" fmla="*/ 535746 w 3746329"/>
                  <a:gd name="connsiteY4" fmla="*/ 2978569 h 2978569"/>
                  <a:gd name="connsiteX5" fmla="*/ 121382 w 3746329"/>
                  <a:gd name="connsiteY5" fmla="*/ 1212742 h 2978569"/>
                  <a:gd name="connsiteX6" fmla="*/ 742821 w 374632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48849" h="2978569">
                    <a:moveTo>
                      <a:pt x="742821" y="0"/>
                    </a:moveTo>
                    <a:lnTo>
                      <a:pt x="3154960" y="50800"/>
                    </a:lnTo>
                    <a:cubicBezTo>
                      <a:pt x="3591137" y="151324"/>
                      <a:pt x="3557485" y="948429"/>
                      <a:pt x="3702782" y="1212742"/>
                    </a:cubicBezTo>
                    <a:cubicBezTo>
                      <a:pt x="3733779" y="1692955"/>
                      <a:pt x="4179929" y="2485371"/>
                      <a:pt x="3340940" y="2932075"/>
                    </a:cubicBezTo>
                    <a:lnTo>
                      <a:pt x="535746" y="2978569"/>
                    </a:lnTo>
                    <a:cubicBezTo>
                      <a:pt x="-301414" y="2620047"/>
                      <a:pt x="82636" y="1700703"/>
                      <a:pt x="121382" y="1212742"/>
                    </a:cubicBezTo>
                    <a:cubicBezTo>
                      <a:pt x="274428" y="724781"/>
                      <a:pt x="127158" y="32790"/>
                      <a:pt x="742821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616BD621-8F4D-87AE-7900-20F31EF79B91}"/>
                  </a:ext>
                </a:extLst>
              </p:cNvPr>
              <p:cNvSpPr/>
              <p:nvPr/>
            </p:nvSpPr>
            <p:spPr>
              <a:xfrm>
                <a:off x="2772761" y="2165458"/>
                <a:ext cx="3425832" cy="2797144"/>
              </a:xfrm>
              <a:custGeom>
                <a:avLst/>
                <a:gdLst>
                  <a:gd name="connsiteX0" fmla="*/ 0 w 2386739"/>
                  <a:gd name="connsiteY0" fmla="*/ 0 h 634020"/>
                  <a:gd name="connsiteX1" fmla="*/ 2386739 w 2386739"/>
                  <a:gd name="connsiteY1" fmla="*/ 0 h 634020"/>
                  <a:gd name="connsiteX2" fmla="*/ 2386739 w 2386739"/>
                  <a:gd name="connsiteY2" fmla="*/ 634020 h 634020"/>
                  <a:gd name="connsiteX3" fmla="*/ 0 w 2386739"/>
                  <a:gd name="connsiteY3" fmla="*/ 634020 h 634020"/>
                  <a:gd name="connsiteX4" fmla="*/ 0 w 2386739"/>
                  <a:gd name="connsiteY4" fmla="*/ 0 h 634020"/>
                  <a:gd name="connsiteX0" fmla="*/ 232475 w 2619214"/>
                  <a:gd name="connsiteY0" fmla="*/ 0 h 2927769"/>
                  <a:gd name="connsiteX1" fmla="*/ 2619214 w 2619214"/>
                  <a:gd name="connsiteY1" fmla="*/ 0 h 2927769"/>
                  <a:gd name="connsiteX2" fmla="*/ 2619214 w 2619214"/>
                  <a:gd name="connsiteY2" fmla="*/ 634020 h 2927769"/>
                  <a:gd name="connsiteX3" fmla="*/ 0 w 2619214"/>
                  <a:gd name="connsiteY3" fmla="*/ 2927769 h 2927769"/>
                  <a:gd name="connsiteX4" fmla="*/ 232475 w 2619214"/>
                  <a:gd name="connsiteY4" fmla="*/ 0 h 2927769"/>
                  <a:gd name="connsiteX0" fmla="*/ 232475 w 2805194"/>
                  <a:gd name="connsiteY0" fmla="*/ 0 h 2927769"/>
                  <a:gd name="connsiteX1" fmla="*/ 2619214 w 2805194"/>
                  <a:gd name="connsiteY1" fmla="*/ 0 h 2927769"/>
                  <a:gd name="connsiteX2" fmla="*/ 2805194 w 2805194"/>
                  <a:gd name="connsiteY2" fmla="*/ 2881275 h 2927769"/>
                  <a:gd name="connsiteX3" fmla="*/ 0 w 2805194"/>
                  <a:gd name="connsiteY3" fmla="*/ 2927769 h 2927769"/>
                  <a:gd name="connsiteX4" fmla="*/ 232475 w 2805194"/>
                  <a:gd name="connsiteY4" fmla="*/ 0 h 2927769"/>
                  <a:gd name="connsiteX0" fmla="*/ 232475 w 3289661"/>
                  <a:gd name="connsiteY0" fmla="*/ 0 h 2927769"/>
                  <a:gd name="connsiteX1" fmla="*/ 2619214 w 3289661"/>
                  <a:gd name="connsiteY1" fmla="*/ 0 h 2927769"/>
                  <a:gd name="connsiteX2" fmla="*/ 2805194 w 3289661"/>
                  <a:gd name="connsiteY2" fmla="*/ 2881275 h 2927769"/>
                  <a:gd name="connsiteX3" fmla="*/ 0 w 3289661"/>
                  <a:gd name="connsiteY3" fmla="*/ 2927769 h 2927769"/>
                  <a:gd name="connsiteX4" fmla="*/ 232475 w 3289661"/>
                  <a:gd name="connsiteY4" fmla="*/ 0 h 2927769"/>
                  <a:gd name="connsiteX0" fmla="*/ 232475 w 3368588"/>
                  <a:gd name="connsiteY0" fmla="*/ 0 h 2927769"/>
                  <a:gd name="connsiteX1" fmla="*/ 2619214 w 3368588"/>
                  <a:gd name="connsiteY1" fmla="*/ 0 h 2927769"/>
                  <a:gd name="connsiteX2" fmla="*/ 2805194 w 3368588"/>
                  <a:gd name="connsiteY2" fmla="*/ 2881275 h 2927769"/>
                  <a:gd name="connsiteX3" fmla="*/ 0 w 3368588"/>
                  <a:gd name="connsiteY3" fmla="*/ 2927769 h 2927769"/>
                  <a:gd name="connsiteX4" fmla="*/ 232475 w 3368588"/>
                  <a:gd name="connsiteY4" fmla="*/ 0 h 2927769"/>
                  <a:gd name="connsiteX0" fmla="*/ 695871 w 3831984"/>
                  <a:gd name="connsiteY0" fmla="*/ 0 h 2927769"/>
                  <a:gd name="connsiteX1" fmla="*/ 3082610 w 3831984"/>
                  <a:gd name="connsiteY1" fmla="*/ 0 h 2927769"/>
                  <a:gd name="connsiteX2" fmla="*/ 3268590 w 3831984"/>
                  <a:gd name="connsiteY2" fmla="*/ 2881275 h 2927769"/>
                  <a:gd name="connsiteX3" fmla="*/ 463396 w 3831984"/>
                  <a:gd name="connsiteY3" fmla="*/ 2927769 h 2927769"/>
                  <a:gd name="connsiteX4" fmla="*/ 695871 w 3831984"/>
                  <a:gd name="connsiteY4" fmla="*/ 0 h 2927769"/>
                  <a:gd name="connsiteX0" fmla="*/ 894652 w 4030765"/>
                  <a:gd name="connsiteY0" fmla="*/ 87 h 2927856"/>
                  <a:gd name="connsiteX1" fmla="*/ 3281391 w 4030765"/>
                  <a:gd name="connsiteY1" fmla="*/ 87 h 2927856"/>
                  <a:gd name="connsiteX2" fmla="*/ 3467371 w 4030765"/>
                  <a:gd name="connsiteY2" fmla="*/ 2881362 h 2927856"/>
                  <a:gd name="connsiteX3" fmla="*/ 662177 w 4030765"/>
                  <a:gd name="connsiteY3" fmla="*/ 2927856 h 2927856"/>
                  <a:gd name="connsiteX4" fmla="*/ 894652 w 4030765"/>
                  <a:gd name="connsiteY4" fmla="*/ 87 h 2927856"/>
                  <a:gd name="connsiteX0" fmla="*/ 683550 w 3819663"/>
                  <a:gd name="connsiteY0" fmla="*/ 0 h 2927769"/>
                  <a:gd name="connsiteX1" fmla="*/ 3070289 w 3819663"/>
                  <a:gd name="connsiteY1" fmla="*/ 0 h 2927769"/>
                  <a:gd name="connsiteX2" fmla="*/ 3256269 w 3819663"/>
                  <a:gd name="connsiteY2" fmla="*/ 2881275 h 2927769"/>
                  <a:gd name="connsiteX3" fmla="*/ 451075 w 3819663"/>
                  <a:gd name="connsiteY3" fmla="*/ 2927769 h 2927769"/>
                  <a:gd name="connsiteX4" fmla="*/ 36711 w 3819663"/>
                  <a:gd name="connsiteY4" fmla="*/ 1161942 h 2927769"/>
                  <a:gd name="connsiteX5" fmla="*/ 683550 w 3819663"/>
                  <a:gd name="connsiteY5" fmla="*/ 0 h 2927769"/>
                  <a:gd name="connsiteX0" fmla="*/ 658150 w 3819663"/>
                  <a:gd name="connsiteY0" fmla="*/ 0 h 2978569"/>
                  <a:gd name="connsiteX1" fmla="*/ 3070289 w 3819663"/>
                  <a:gd name="connsiteY1" fmla="*/ 50800 h 2978569"/>
                  <a:gd name="connsiteX2" fmla="*/ 3256269 w 3819663"/>
                  <a:gd name="connsiteY2" fmla="*/ 2932075 h 2978569"/>
                  <a:gd name="connsiteX3" fmla="*/ 451075 w 3819663"/>
                  <a:gd name="connsiteY3" fmla="*/ 2978569 h 2978569"/>
                  <a:gd name="connsiteX4" fmla="*/ 36711 w 3819663"/>
                  <a:gd name="connsiteY4" fmla="*/ 1212742 h 2978569"/>
                  <a:gd name="connsiteX5" fmla="*/ 658150 w 3819663"/>
                  <a:gd name="connsiteY5" fmla="*/ 0 h 2978569"/>
                  <a:gd name="connsiteX0" fmla="*/ 658150 w 3819663"/>
                  <a:gd name="connsiteY0" fmla="*/ 0 h 2978569"/>
                  <a:gd name="connsiteX1" fmla="*/ 3070289 w 3819663"/>
                  <a:gd name="connsiteY1" fmla="*/ 50800 h 2978569"/>
                  <a:gd name="connsiteX2" fmla="*/ 3256269 w 3819663"/>
                  <a:gd name="connsiteY2" fmla="*/ 2932075 h 2978569"/>
                  <a:gd name="connsiteX3" fmla="*/ 451075 w 3819663"/>
                  <a:gd name="connsiteY3" fmla="*/ 2978569 h 2978569"/>
                  <a:gd name="connsiteX4" fmla="*/ 36711 w 3819663"/>
                  <a:gd name="connsiteY4" fmla="*/ 1212742 h 2978569"/>
                  <a:gd name="connsiteX5" fmla="*/ 658150 w 3819663"/>
                  <a:gd name="connsiteY5" fmla="*/ 0 h 2978569"/>
                  <a:gd name="connsiteX0" fmla="*/ 658150 w 3819663"/>
                  <a:gd name="connsiteY0" fmla="*/ 0 h 2978569"/>
                  <a:gd name="connsiteX1" fmla="*/ 3070289 w 3819663"/>
                  <a:gd name="connsiteY1" fmla="*/ 50800 h 2978569"/>
                  <a:gd name="connsiteX2" fmla="*/ 3256269 w 3819663"/>
                  <a:gd name="connsiteY2" fmla="*/ 2932075 h 2978569"/>
                  <a:gd name="connsiteX3" fmla="*/ 451075 w 3819663"/>
                  <a:gd name="connsiteY3" fmla="*/ 2978569 h 2978569"/>
                  <a:gd name="connsiteX4" fmla="*/ 36711 w 3819663"/>
                  <a:gd name="connsiteY4" fmla="*/ 1212742 h 2978569"/>
                  <a:gd name="connsiteX5" fmla="*/ 658150 w 3819663"/>
                  <a:gd name="connsiteY5" fmla="*/ 0 h 2978569"/>
                  <a:gd name="connsiteX0" fmla="*/ 742821 w 3904334"/>
                  <a:gd name="connsiteY0" fmla="*/ 0 h 2978569"/>
                  <a:gd name="connsiteX1" fmla="*/ 3154960 w 3904334"/>
                  <a:gd name="connsiteY1" fmla="*/ 50800 h 2978569"/>
                  <a:gd name="connsiteX2" fmla="*/ 3340940 w 3904334"/>
                  <a:gd name="connsiteY2" fmla="*/ 2932075 h 2978569"/>
                  <a:gd name="connsiteX3" fmla="*/ 535746 w 3904334"/>
                  <a:gd name="connsiteY3" fmla="*/ 2978569 h 2978569"/>
                  <a:gd name="connsiteX4" fmla="*/ 121382 w 3904334"/>
                  <a:gd name="connsiteY4" fmla="*/ 1212742 h 2978569"/>
                  <a:gd name="connsiteX5" fmla="*/ 742821 w 3904334"/>
                  <a:gd name="connsiteY5" fmla="*/ 0 h 2978569"/>
                  <a:gd name="connsiteX0" fmla="*/ 742821 w 3746329"/>
                  <a:gd name="connsiteY0" fmla="*/ 0 h 2978569"/>
                  <a:gd name="connsiteX1" fmla="*/ 3154960 w 3746329"/>
                  <a:gd name="connsiteY1" fmla="*/ 50800 h 2978569"/>
                  <a:gd name="connsiteX2" fmla="*/ 3702782 w 3746329"/>
                  <a:gd name="connsiteY2" fmla="*/ 1212742 h 2978569"/>
                  <a:gd name="connsiteX3" fmla="*/ 3340940 w 3746329"/>
                  <a:gd name="connsiteY3" fmla="*/ 2932075 h 2978569"/>
                  <a:gd name="connsiteX4" fmla="*/ 535746 w 3746329"/>
                  <a:gd name="connsiteY4" fmla="*/ 2978569 h 2978569"/>
                  <a:gd name="connsiteX5" fmla="*/ 121382 w 3746329"/>
                  <a:gd name="connsiteY5" fmla="*/ 1212742 h 2978569"/>
                  <a:gd name="connsiteX6" fmla="*/ 742821 w 374632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  <a:gd name="connsiteX0" fmla="*/ 742821 w 3848849"/>
                  <a:gd name="connsiteY0" fmla="*/ 0 h 2978569"/>
                  <a:gd name="connsiteX1" fmla="*/ 3154960 w 3848849"/>
                  <a:gd name="connsiteY1" fmla="*/ 50800 h 2978569"/>
                  <a:gd name="connsiteX2" fmla="*/ 3702782 w 3848849"/>
                  <a:gd name="connsiteY2" fmla="*/ 1212742 h 2978569"/>
                  <a:gd name="connsiteX3" fmla="*/ 3340940 w 3848849"/>
                  <a:gd name="connsiteY3" fmla="*/ 2932075 h 2978569"/>
                  <a:gd name="connsiteX4" fmla="*/ 535746 w 3848849"/>
                  <a:gd name="connsiteY4" fmla="*/ 2978569 h 2978569"/>
                  <a:gd name="connsiteX5" fmla="*/ 121382 w 3848849"/>
                  <a:gd name="connsiteY5" fmla="*/ 1212742 h 2978569"/>
                  <a:gd name="connsiteX6" fmla="*/ 742821 w 3848849"/>
                  <a:gd name="connsiteY6" fmla="*/ 0 h 2978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48849" h="2978569">
                    <a:moveTo>
                      <a:pt x="742821" y="0"/>
                    </a:moveTo>
                    <a:lnTo>
                      <a:pt x="3154960" y="50800"/>
                    </a:lnTo>
                    <a:cubicBezTo>
                      <a:pt x="3591137" y="151324"/>
                      <a:pt x="3557485" y="948429"/>
                      <a:pt x="3702782" y="1212742"/>
                    </a:cubicBezTo>
                    <a:cubicBezTo>
                      <a:pt x="3733779" y="1692955"/>
                      <a:pt x="4179929" y="2485371"/>
                      <a:pt x="3340940" y="2932075"/>
                    </a:cubicBezTo>
                    <a:lnTo>
                      <a:pt x="535746" y="2978569"/>
                    </a:lnTo>
                    <a:cubicBezTo>
                      <a:pt x="-301414" y="2620047"/>
                      <a:pt x="82636" y="1700703"/>
                      <a:pt x="121382" y="1212742"/>
                    </a:cubicBezTo>
                    <a:cubicBezTo>
                      <a:pt x="274428" y="724781"/>
                      <a:pt x="127158" y="32790"/>
                      <a:pt x="742821" y="0"/>
                    </a:cubicBezTo>
                    <a:close/>
                  </a:path>
                </a:pathLst>
              </a:custGeom>
              <a:solidFill>
                <a:srgbClr val="3EC2B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538131D4-0A4E-4277-648C-4DD083B72CDE}"/>
                  </a:ext>
                </a:extLst>
              </p:cNvPr>
              <p:cNvGrpSpPr/>
              <p:nvPr/>
            </p:nvGrpSpPr>
            <p:grpSpPr>
              <a:xfrm>
                <a:off x="5061460" y="4713128"/>
                <a:ext cx="632706" cy="1114917"/>
                <a:chOff x="5061460" y="4713128"/>
                <a:chExt cx="632706" cy="1114917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7BFB444C-DD7E-7892-5913-8A66E9E2F7EA}"/>
                    </a:ext>
                  </a:extLst>
                </p:cNvPr>
                <p:cNvSpPr/>
                <p:nvPr/>
              </p:nvSpPr>
              <p:spPr>
                <a:xfrm>
                  <a:off x="5143499" y="4713128"/>
                  <a:ext cx="466725" cy="111491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616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1700C2D1-A46E-B692-99A0-11E229585008}"/>
                    </a:ext>
                  </a:extLst>
                </p:cNvPr>
                <p:cNvSpPr/>
                <p:nvPr/>
              </p:nvSpPr>
              <p:spPr>
                <a:xfrm rot="16200000">
                  <a:off x="5269855" y="4918387"/>
                  <a:ext cx="215916" cy="63270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CB4AC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C441F9E3-6CDE-EA8C-B7CC-5D5E9AB18C15}"/>
                  </a:ext>
                </a:extLst>
              </p:cNvPr>
              <p:cNvGrpSpPr/>
              <p:nvPr/>
            </p:nvGrpSpPr>
            <p:grpSpPr>
              <a:xfrm>
                <a:off x="3286680" y="4713128"/>
                <a:ext cx="632706" cy="1114917"/>
                <a:chOff x="5061460" y="4713128"/>
                <a:chExt cx="632706" cy="1114917"/>
              </a:xfrm>
            </p:grpSpPr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C9713019-3B47-E48C-107E-DCD96ABAF614}"/>
                    </a:ext>
                  </a:extLst>
                </p:cNvPr>
                <p:cNvSpPr/>
                <p:nvPr/>
              </p:nvSpPr>
              <p:spPr>
                <a:xfrm>
                  <a:off x="5143499" y="4713128"/>
                  <a:ext cx="466725" cy="111491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616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1F3A7E6D-293C-F22E-E638-1D451204CCCB}"/>
                    </a:ext>
                  </a:extLst>
                </p:cNvPr>
                <p:cNvSpPr/>
                <p:nvPr/>
              </p:nvSpPr>
              <p:spPr>
                <a:xfrm rot="16200000">
                  <a:off x="5269855" y="4918387"/>
                  <a:ext cx="215916" cy="63270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CB4AC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C93C2C1-A20A-8222-4D4F-8D839DCA8AC8}"/>
                </a:ext>
              </a:extLst>
            </p:cNvPr>
            <p:cNvGrpSpPr/>
            <p:nvPr/>
          </p:nvGrpSpPr>
          <p:grpSpPr>
            <a:xfrm>
              <a:off x="7613788" y="3551628"/>
              <a:ext cx="952522" cy="1135270"/>
              <a:chOff x="7719317" y="3543300"/>
              <a:chExt cx="952522" cy="1135270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059888B-2030-29F0-AFDE-B7AC52350875}"/>
                  </a:ext>
                </a:extLst>
              </p:cNvPr>
              <p:cNvSpPr/>
              <p:nvPr/>
            </p:nvSpPr>
            <p:spPr>
              <a:xfrm>
                <a:off x="7719317" y="3543300"/>
                <a:ext cx="952522" cy="113527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86C0312-697A-B3FC-0F4A-566AFB8FF085}"/>
                  </a:ext>
                </a:extLst>
              </p:cNvPr>
              <p:cNvSpPr/>
              <p:nvPr/>
            </p:nvSpPr>
            <p:spPr>
              <a:xfrm>
                <a:off x="7719317" y="3735649"/>
                <a:ext cx="855338" cy="942921"/>
              </a:xfrm>
              <a:custGeom>
                <a:avLst/>
                <a:gdLst>
                  <a:gd name="connsiteX0" fmla="*/ 379077 w 855338"/>
                  <a:gd name="connsiteY0" fmla="*/ 0 h 942921"/>
                  <a:gd name="connsiteX1" fmla="*/ 855338 w 855338"/>
                  <a:gd name="connsiteY1" fmla="*/ 567635 h 942921"/>
                  <a:gd name="connsiteX2" fmla="*/ 845662 w 855338"/>
                  <a:gd name="connsiteY2" fmla="*/ 682033 h 942921"/>
                  <a:gd name="connsiteX3" fmla="*/ 825832 w 855338"/>
                  <a:gd name="connsiteY3" fmla="*/ 758170 h 942921"/>
                  <a:gd name="connsiteX4" fmla="*/ 813029 w 855338"/>
                  <a:gd name="connsiteY4" fmla="*/ 776665 h 942921"/>
                  <a:gd name="connsiteX5" fmla="*/ 476261 w 855338"/>
                  <a:gd name="connsiteY5" fmla="*/ 942921 h 942921"/>
                  <a:gd name="connsiteX6" fmla="*/ 0 w 855338"/>
                  <a:gd name="connsiteY6" fmla="*/ 375286 h 942921"/>
                  <a:gd name="connsiteX7" fmla="*/ 9676 w 855338"/>
                  <a:gd name="connsiteY7" fmla="*/ 260888 h 942921"/>
                  <a:gd name="connsiteX8" fmla="*/ 29505 w 855338"/>
                  <a:gd name="connsiteY8" fmla="*/ 184755 h 942921"/>
                  <a:gd name="connsiteX9" fmla="*/ 42310 w 855338"/>
                  <a:gd name="connsiteY9" fmla="*/ 166257 h 942921"/>
                  <a:gd name="connsiteX10" fmla="*/ 379077 w 855338"/>
                  <a:gd name="connsiteY10" fmla="*/ 0 h 942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55338" h="942921">
                    <a:moveTo>
                      <a:pt x="379077" y="0"/>
                    </a:moveTo>
                    <a:cubicBezTo>
                      <a:pt x="642109" y="0"/>
                      <a:pt x="855338" y="254139"/>
                      <a:pt x="855338" y="567635"/>
                    </a:cubicBezTo>
                    <a:cubicBezTo>
                      <a:pt x="855338" y="606822"/>
                      <a:pt x="852006" y="645082"/>
                      <a:pt x="845662" y="682033"/>
                    </a:cubicBezTo>
                    <a:lnTo>
                      <a:pt x="825832" y="758170"/>
                    </a:lnTo>
                    <a:lnTo>
                      <a:pt x="813029" y="776665"/>
                    </a:lnTo>
                    <a:cubicBezTo>
                      <a:pt x="726842" y="879386"/>
                      <a:pt x="607777" y="942921"/>
                      <a:pt x="476261" y="942921"/>
                    </a:cubicBezTo>
                    <a:cubicBezTo>
                      <a:pt x="213229" y="942921"/>
                      <a:pt x="0" y="688782"/>
                      <a:pt x="0" y="375286"/>
                    </a:cubicBezTo>
                    <a:cubicBezTo>
                      <a:pt x="0" y="336099"/>
                      <a:pt x="3332" y="297840"/>
                      <a:pt x="9676" y="260888"/>
                    </a:cubicBezTo>
                    <a:lnTo>
                      <a:pt x="29505" y="184755"/>
                    </a:lnTo>
                    <a:lnTo>
                      <a:pt x="42310" y="166257"/>
                    </a:lnTo>
                    <a:cubicBezTo>
                      <a:pt x="128496" y="63535"/>
                      <a:pt x="247561" y="0"/>
                      <a:pt x="379077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3394D7B-EE1F-3F25-E607-2F22CA2DC6B1}"/>
                  </a:ext>
                </a:extLst>
              </p:cNvPr>
              <p:cNvSpPr/>
              <p:nvPr/>
            </p:nvSpPr>
            <p:spPr>
              <a:xfrm>
                <a:off x="7724538" y="3794339"/>
                <a:ext cx="805552" cy="879805"/>
              </a:xfrm>
              <a:custGeom>
                <a:avLst/>
                <a:gdLst>
                  <a:gd name="connsiteX0" fmla="*/ 329291 w 805552"/>
                  <a:gd name="connsiteY0" fmla="*/ 0 h 879805"/>
                  <a:gd name="connsiteX1" fmla="*/ 805552 w 805552"/>
                  <a:gd name="connsiteY1" fmla="*/ 567635 h 879805"/>
                  <a:gd name="connsiteX2" fmla="*/ 795876 w 805552"/>
                  <a:gd name="connsiteY2" fmla="*/ 682033 h 879805"/>
                  <a:gd name="connsiteX3" fmla="*/ 778936 w 805552"/>
                  <a:gd name="connsiteY3" fmla="*/ 747075 h 879805"/>
                  <a:gd name="connsiteX4" fmla="*/ 742543 w 805552"/>
                  <a:gd name="connsiteY4" fmla="*/ 782862 h 879805"/>
                  <a:gd name="connsiteX5" fmla="*/ 476261 w 805552"/>
                  <a:gd name="connsiteY5" fmla="*/ 879805 h 879805"/>
                  <a:gd name="connsiteX6" fmla="*/ 0 w 805552"/>
                  <a:gd name="connsiteY6" fmla="*/ 312170 h 879805"/>
                  <a:gd name="connsiteX7" fmla="*/ 9676 w 805552"/>
                  <a:gd name="connsiteY7" fmla="*/ 197772 h 879805"/>
                  <a:gd name="connsiteX8" fmla="*/ 26616 w 805552"/>
                  <a:gd name="connsiteY8" fmla="*/ 132732 h 879805"/>
                  <a:gd name="connsiteX9" fmla="*/ 63009 w 805552"/>
                  <a:gd name="connsiteY9" fmla="*/ 96944 h 879805"/>
                  <a:gd name="connsiteX10" fmla="*/ 329291 w 805552"/>
                  <a:gd name="connsiteY10" fmla="*/ 0 h 87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552" h="879805">
                    <a:moveTo>
                      <a:pt x="329291" y="0"/>
                    </a:moveTo>
                    <a:cubicBezTo>
                      <a:pt x="592323" y="0"/>
                      <a:pt x="805552" y="254139"/>
                      <a:pt x="805552" y="567635"/>
                    </a:cubicBezTo>
                    <a:cubicBezTo>
                      <a:pt x="805552" y="606822"/>
                      <a:pt x="802220" y="645082"/>
                      <a:pt x="795876" y="682033"/>
                    </a:cubicBezTo>
                    <a:lnTo>
                      <a:pt x="778936" y="747075"/>
                    </a:lnTo>
                    <a:lnTo>
                      <a:pt x="742543" y="782862"/>
                    </a:lnTo>
                    <a:cubicBezTo>
                      <a:pt x="666531" y="844067"/>
                      <a:pt x="574898" y="879805"/>
                      <a:pt x="476261" y="879805"/>
                    </a:cubicBezTo>
                    <a:cubicBezTo>
                      <a:pt x="213229" y="879805"/>
                      <a:pt x="0" y="625666"/>
                      <a:pt x="0" y="312170"/>
                    </a:cubicBezTo>
                    <a:cubicBezTo>
                      <a:pt x="0" y="272983"/>
                      <a:pt x="3332" y="234724"/>
                      <a:pt x="9676" y="197772"/>
                    </a:cubicBezTo>
                    <a:lnTo>
                      <a:pt x="26616" y="132732"/>
                    </a:lnTo>
                    <a:lnTo>
                      <a:pt x="63009" y="96944"/>
                    </a:lnTo>
                    <a:cubicBezTo>
                      <a:pt x="139021" y="35739"/>
                      <a:pt x="230654" y="0"/>
                      <a:pt x="32929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90D1E10-ABEF-0886-3419-52BBF10AABCF}"/>
                  </a:ext>
                </a:extLst>
              </p:cNvPr>
              <p:cNvSpPr/>
              <p:nvPr/>
            </p:nvSpPr>
            <p:spPr>
              <a:xfrm>
                <a:off x="8038631" y="3836000"/>
                <a:ext cx="177365" cy="193714"/>
              </a:xfrm>
              <a:custGeom>
                <a:avLst/>
                <a:gdLst>
                  <a:gd name="connsiteX0" fmla="*/ 329291 w 805552"/>
                  <a:gd name="connsiteY0" fmla="*/ 0 h 879805"/>
                  <a:gd name="connsiteX1" fmla="*/ 805552 w 805552"/>
                  <a:gd name="connsiteY1" fmla="*/ 567635 h 879805"/>
                  <a:gd name="connsiteX2" fmla="*/ 795876 w 805552"/>
                  <a:gd name="connsiteY2" fmla="*/ 682033 h 879805"/>
                  <a:gd name="connsiteX3" fmla="*/ 778936 w 805552"/>
                  <a:gd name="connsiteY3" fmla="*/ 747075 h 879805"/>
                  <a:gd name="connsiteX4" fmla="*/ 742543 w 805552"/>
                  <a:gd name="connsiteY4" fmla="*/ 782862 h 879805"/>
                  <a:gd name="connsiteX5" fmla="*/ 476261 w 805552"/>
                  <a:gd name="connsiteY5" fmla="*/ 879805 h 879805"/>
                  <a:gd name="connsiteX6" fmla="*/ 0 w 805552"/>
                  <a:gd name="connsiteY6" fmla="*/ 312170 h 879805"/>
                  <a:gd name="connsiteX7" fmla="*/ 9676 w 805552"/>
                  <a:gd name="connsiteY7" fmla="*/ 197772 h 879805"/>
                  <a:gd name="connsiteX8" fmla="*/ 26616 w 805552"/>
                  <a:gd name="connsiteY8" fmla="*/ 132732 h 879805"/>
                  <a:gd name="connsiteX9" fmla="*/ 63009 w 805552"/>
                  <a:gd name="connsiteY9" fmla="*/ 96944 h 879805"/>
                  <a:gd name="connsiteX10" fmla="*/ 329291 w 805552"/>
                  <a:gd name="connsiteY10" fmla="*/ 0 h 87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552" h="879805">
                    <a:moveTo>
                      <a:pt x="329291" y="0"/>
                    </a:moveTo>
                    <a:cubicBezTo>
                      <a:pt x="592323" y="0"/>
                      <a:pt x="805552" y="254139"/>
                      <a:pt x="805552" y="567635"/>
                    </a:cubicBezTo>
                    <a:cubicBezTo>
                      <a:pt x="805552" y="606822"/>
                      <a:pt x="802220" y="645082"/>
                      <a:pt x="795876" y="682033"/>
                    </a:cubicBezTo>
                    <a:lnTo>
                      <a:pt x="778936" y="747075"/>
                    </a:lnTo>
                    <a:lnTo>
                      <a:pt x="742543" y="782862"/>
                    </a:lnTo>
                    <a:cubicBezTo>
                      <a:pt x="666531" y="844067"/>
                      <a:pt x="574898" y="879805"/>
                      <a:pt x="476261" y="879805"/>
                    </a:cubicBezTo>
                    <a:cubicBezTo>
                      <a:pt x="213229" y="879805"/>
                      <a:pt x="0" y="625666"/>
                      <a:pt x="0" y="312170"/>
                    </a:cubicBezTo>
                    <a:cubicBezTo>
                      <a:pt x="0" y="272983"/>
                      <a:pt x="3332" y="234724"/>
                      <a:pt x="9676" y="197772"/>
                    </a:cubicBezTo>
                    <a:lnTo>
                      <a:pt x="26616" y="132732"/>
                    </a:lnTo>
                    <a:lnTo>
                      <a:pt x="63009" y="96944"/>
                    </a:lnTo>
                    <a:cubicBezTo>
                      <a:pt x="139021" y="35739"/>
                      <a:pt x="230654" y="0"/>
                      <a:pt x="3292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A5298639-C8FD-E36A-9BB8-7FB94839189B}"/>
                  </a:ext>
                </a:extLst>
              </p:cNvPr>
              <p:cNvSpPr/>
              <p:nvPr/>
            </p:nvSpPr>
            <p:spPr>
              <a:xfrm rot="720471">
                <a:off x="8245857" y="3937019"/>
                <a:ext cx="56126" cy="58188"/>
              </a:xfrm>
              <a:custGeom>
                <a:avLst/>
                <a:gdLst>
                  <a:gd name="connsiteX0" fmla="*/ 329291 w 805552"/>
                  <a:gd name="connsiteY0" fmla="*/ 0 h 879805"/>
                  <a:gd name="connsiteX1" fmla="*/ 805552 w 805552"/>
                  <a:gd name="connsiteY1" fmla="*/ 567635 h 879805"/>
                  <a:gd name="connsiteX2" fmla="*/ 795876 w 805552"/>
                  <a:gd name="connsiteY2" fmla="*/ 682033 h 879805"/>
                  <a:gd name="connsiteX3" fmla="*/ 778936 w 805552"/>
                  <a:gd name="connsiteY3" fmla="*/ 747075 h 879805"/>
                  <a:gd name="connsiteX4" fmla="*/ 742543 w 805552"/>
                  <a:gd name="connsiteY4" fmla="*/ 782862 h 879805"/>
                  <a:gd name="connsiteX5" fmla="*/ 476261 w 805552"/>
                  <a:gd name="connsiteY5" fmla="*/ 879805 h 879805"/>
                  <a:gd name="connsiteX6" fmla="*/ 0 w 805552"/>
                  <a:gd name="connsiteY6" fmla="*/ 312170 h 879805"/>
                  <a:gd name="connsiteX7" fmla="*/ 9676 w 805552"/>
                  <a:gd name="connsiteY7" fmla="*/ 197772 h 879805"/>
                  <a:gd name="connsiteX8" fmla="*/ 26616 w 805552"/>
                  <a:gd name="connsiteY8" fmla="*/ 132732 h 879805"/>
                  <a:gd name="connsiteX9" fmla="*/ 63009 w 805552"/>
                  <a:gd name="connsiteY9" fmla="*/ 96944 h 879805"/>
                  <a:gd name="connsiteX10" fmla="*/ 329291 w 805552"/>
                  <a:gd name="connsiteY10" fmla="*/ 0 h 87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552" h="879805">
                    <a:moveTo>
                      <a:pt x="329291" y="0"/>
                    </a:moveTo>
                    <a:cubicBezTo>
                      <a:pt x="592323" y="0"/>
                      <a:pt x="805552" y="254139"/>
                      <a:pt x="805552" y="567635"/>
                    </a:cubicBezTo>
                    <a:cubicBezTo>
                      <a:pt x="805552" y="606822"/>
                      <a:pt x="802220" y="645082"/>
                      <a:pt x="795876" y="682033"/>
                    </a:cubicBezTo>
                    <a:lnTo>
                      <a:pt x="778936" y="747075"/>
                    </a:lnTo>
                    <a:lnTo>
                      <a:pt x="742543" y="782862"/>
                    </a:lnTo>
                    <a:cubicBezTo>
                      <a:pt x="666531" y="844067"/>
                      <a:pt x="574898" y="879805"/>
                      <a:pt x="476261" y="879805"/>
                    </a:cubicBezTo>
                    <a:cubicBezTo>
                      <a:pt x="213229" y="879805"/>
                      <a:pt x="0" y="625666"/>
                      <a:pt x="0" y="312170"/>
                    </a:cubicBezTo>
                    <a:cubicBezTo>
                      <a:pt x="0" y="272983"/>
                      <a:pt x="3332" y="234724"/>
                      <a:pt x="9676" y="197772"/>
                    </a:cubicBezTo>
                    <a:lnTo>
                      <a:pt x="26616" y="132732"/>
                    </a:lnTo>
                    <a:lnTo>
                      <a:pt x="63009" y="96944"/>
                    </a:lnTo>
                    <a:cubicBezTo>
                      <a:pt x="139021" y="35739"/>
                      <a:pt x="230654" y="0"/>
                      <a:pt x="3292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4" name="Group 1023">
              <a:extLst>
                <a:ext uri="{FF2B5EF4-FFF2-40B4-BE49-F238E27FC236}">
                  <a16:creationId xmlns:a16="http://schemas.microsoft.com/office/drawing/2014/main" id="{AF7A78E2-8441-F4FF-7923-D38A83440FD2}"/>
                </a:ext>
              </a:extLst>
            </p:cNvPr>
            <p:cNvGrpSpPr/>
            <p:nvPr/>
          </p:nvGrpSpPr>
          <p:grpSpPr>
            <a:xfrm flipH="1">
              <a:off x="6392473" y="3522945"/>
              <a:ext cx="952522" cy="1135270"/>
              <a:chOff x="7719317" y="3543300"/>
              <a:chExt cx="952522" cy="1135270"/>
            </a:xfrm>
          </p:grpSpPr>
          <p:sp>
            <p:nvSpPr>
              <p:cNvPr id="1025" name="Oval 1024">
                <a:extLst>
                  <a:ext uri="{FF2B5EF4-FFF2-40B4-BE49-F238E27FC236}">
                    <a16:creationId xmlns:a16="http://schemas.microsoft.com/office/drawing/2014/main" id="{EAE388C6-0D28-3847-A959-C3DC4C9700A7}"/>
                  </a:ext>
                </a:extLst>
              </p:cNvPr>
              <p:cNvSpPr/>
              <p:nvPr/>
            </p:nvSpPr>
            <p:spPr>
              <a:xfrm>
                <a:off x="7719317" y="3543300"/>
                <a:ext cx="952522" cy="113527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A9A911E2-33EE-8E77-94D7-BDB287CE0FA3}"/>
                  </a:ext>
                </a:extLst>
              </p:cNvPr>
              <p:cNvSpPr/>
              <p:nvPr/>
            </p:nvSpPr>
            <p:spPr>
              <a:xfrm>
                <a:off x="7719317" y="3735649"/>
                <a:ext cx="855338" cy="942921"/>
              </a:xfrm>
              <a:custGeom>
                <a:avLst/>
                <a:gdLst>
                  <a:gd name="connsiteX0" fmla="*/ 379077 w 855338"/>
                  <a:gd name="connsiteY0" fmla="*/ 0 h 942921"/>
                  <a:gd name="connsiteX1" fmla="*/ 855338 w 855338"/>
                  <a:gd name="connsiteY1" fmla="*/ 567635 h 942921"/>
                  <a:gd name="connsiteX2" fmla="*/ 845662 w 855338"/>
                  <a:gd name="connsiteY2" fmla="*/ 682033 h 942921"/>
                  <a:gd name="connsiteX3" fmla="*/ 825832 w 855338"/>
                  <a:gd name="connsiteY3" fmla="*/ 758170 h 942921"/>
                  <a:gd name="connsiteX4" fmla="*/ 813029 w 855338"/>
                  <a:gd name="connsiteY4" fmla="*/ 776665 h 942921"/>
                  <a:gd name="connsiteX5" fmla="*/ 476261 w 855338"/>
                  <a:gd name="connsiteY5" fmla="*/ 942921 h 942921"/>
                  <a:gd name="connsiteX6" fmla="*/ 0 w 855338"/>
                  <a:gd name="connsiteY6" fmla="*/ 375286 h 942921"/>
                  <a:gd name="connsiteX7" fmla="*/ 9676 w 855338"/>
                  <a:gd name="connsiteY7" fmla="*/ 260888 h 942921"/>
                  <a:gd name="connsiteX8" fmla="*/ 29505 w 855338"/>
                  <a:gd name="connsiteY8" fmla="*/ 184755 h 942921"/>
                  <a:gd name="connsiteX9" fmla="*/ 42310 w 855338"/>
                  <a:gd name="connsiteY9" fmla="*/ 166257 h 942921"/>
                  <a:gd name="connsiteX10" fmla="*/ 379077 w 855338"/>
                  <a:gd name="connsiteY10" fmla="*/ 0 h 942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55338" h="942921">
                    <a:moveTo>
                      <a:pt x="379077" y="0"/>
                    </a:moveTo>
                    <a:cubicBezTo>
                      <a:pt x="642109" y="0"/>
                      <a:pt x="855338" y="254139"/>
                      <a:pt x="855338" y="567635"/>
                    </a:cubicBezTo>
                    <a:cubicBezTo>
                      <a:pt x="855338" y="606822"/>
                      <a:pt x="852006" y="645082"/>
                      <a:pt x="845662" y="682033"/>
                    </a:cubicBezTo>
                    <a:lnTo>
                      <a:pt x="825832" y="758170"/>
                    </a:lnTo>
                    <a:lnTo>
                      <a:pt x="813029" y="776665"/>
                    </a:lnTo>
                    <a:cubicBezTo>
                      <a:pt x="726842" y="879386"/>
                      <a:pt x="607777" y="942921"/>
                      <a:pt x="476261" y="942921"/>
                    </a:cubicBezTo>
                    <a:cubicBezTo>
                      <a:pt x="213229" y="942921"/>
                      <a:pt x="0" y="688782"/>
                      <a:pt x="0" y="375286"/>
                    </a:cubicBezTo>
                    <a:cubicBezTo>
                      <a:pt x="0" y="336099"/>
                      <a:pt x="3332" y="297840"/>
                      <a:pt x="9676" y="260888"/>
                    </a:cubicBezTo>
                    <a:lnTo>
                      <a:pt x="29505" y="184755"/>
                    </a:lnTo>
                    <a:lnTo>
                      <a:pt x="42310" y="166257"/>
                    </a:lnTo>
                    <a:cubicBezTo>
                      <a:pt x="128496" y="63535"/>
                      <a:pt x="247561" y="0"/>
                      <a:pt x="379077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6363E4DA-C86D-9FFF-416A-42A31747FAE8}"/>
                  </a:ext>
                </a:extLst>
              </p:cNvPr>
              <p:cNvSpPr/>
              <p:nvPr/>
            </p:nvSpPr>
            <p:spPr>
              <a:xfrm>
                <a:off x="7724538" y="3794339"/>
                <a:ext cx="805552" cy="879805"/>
              </a:xfrm>
              <a:custGeom>
                <a:avLst/>
                <a:gdLst>
                  <a:gd name="connsiteX0" fmla="*/ 329291 w 805552"/>
                  <a:gd name="connsiteY0" fmla="*/ 0 h 879805"/>
                  <a:gd name="connsiteX1" fmla="*/ 805552 w 805552"/>
                  <a:gd name="connsiteY1" fmla="*/ 567635 h 879805"/>
                  <a:gd name="connsiteX2" fmla="*/ 795876 w 805552"/>
                  <a:gd name="connsiteY2" fmla="*/ 682033 h 879805"/>
                  <a:gd name="connsiteX3" fmla="*/ 778936 w 805552"/>
                  <a:gd name="connsiteY3" fmla="*/ 747075 h 879805"/>
                  <a:gd name="connsiteX4" fmla="*/ 742543 w 805552"/>
                  <a:gd name="connsiteY4" fmla="*/ 782862 h 879805"/>
                  <a:gd name="connsiteX5" fmla="*/ 476261 w 805552"/>
                  <a:gd name="connsiteY5" fmla="*/ 879805 h 879805"/>
                  <a:gd name="connsiteX6" fmla="*/ 0 w 805552"/>
                  <a:gd name="connsiteY6" fmla="*/ 312170 h 879805"/>
                  <a:gd name="connsiteX7" fmla="*/ 9676 w 805552"/>
                  <a:gd name="connsiteY7" fmla="*/ 197772 h 879805"/>
                  <a:gd name="connsiteX8" fmla="*/ 26616 w 805552"/>
                  <a:gd name="connsiteY8" fmla="*/ 132732 h 879805"/>
                  <a:gd name="connsiteX9" fmla="*/ 63009 w 805552"/>
                  <a:gd name="connsiteY9" fmla="*/ 96944 h 879805"/>
                  <a:gd name="connsiteX10" fmla="*/ 329291 w 805552"/>
                  <a:gd name="connsiteY10" fmla="*/ 0 h 87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552" h="879805">
                    <a:moveTo>
                      <a:pt x="329291" y="0"/>
                    </a:moveTo>
                    <a:cubicBezTo>
                      <a:pt x="592323" y="0"/>
                      <a:pt x="805552" y="254139"/>
                      <a:pt x="805552" y="567635"/>
                    </a:cubicBezTo>
                    <a:cubicBezTo>
                      <a:pt x="805552" y="606822"/>
                      <a:pt x="802220" y="645082"/>
                      <a:pt x="795876" y="682033"/>
                    </a:cubicBezTo>
                    <a:lnTo>
                      <a:pt x="778936" y="747075"/>
                    </a:lnTo>
                    <a:lnTo>
                      <a:pt x="742543" y="782862"/>
                    </a:lnTo>
                    <a:cubicBezTo>
                      <a:pt x="666531" y="844067"/>
                      <a:pt x="574898" y="879805"/>
                      <a:pt x="476261" y="879805"/>
                    </a:cubicBezTo>
                    <a:cubicBezTo>
                      <a:pt x="213229" y="879805"/>
                      <a:pt x="0" y="625666"/>
                      <a:pt x="0" y="312170"/>
                    </a:cubicBezTo>
                    <a:cubicBezTo>
                      <a:pt x="0" y="272983"/>
                      <a:pt x="3332" y="234724"/>
                      <a:pt x="9676" y="197772"/>
                    </a:cubicBezTo>
                    <a:lnTo>
                      <a:pt x="26616" y="132732"/>
                    </a:lnTo>
                    <a:lnTo>
                      <a:pt x="63009" y="96944"/>
                    </a:lnTo>
                    <a:cubicBezTo>
                      <a:pt x="139021" y="35739"/>
                      <a:pt x="230654" y="0"/>
                      <a:pt x="329291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19845DF4-4B64-A3F0-C02D-CE65FE392029}"/>
                  </a:ext>
                </a:extLst>
              </p:cNvPr>
              <p:cNvSpPr/>
              <p:nvPr/>
            </p:nvSpPr>
            <p:spPr>
              <a:xfrm>
                <a:off x="8038631" y="3836000"/>
                <a:ext cx="177365" cy="193714"/>
              </a:xfrm>
              <a:custGeom>
                <a:avLst/>
                <a:gdLst>
                  <a:gd name="connsiteX0" fmla="*/ 329291 w 805552"/>
                  <a:gd name="connsiteY0" fmla="*/ 0 h 879805"/>
                  <a:gd name="connsiteX1" fmla="*/ 805552 w 805552"/>
                  <a:gd name="connsiteY1" fmla="*/ 567635 h 879805"/>
                  <a:gd name="connsiteX2" fmla="*/ 795876 w 805552"/>
                  <a:gd name="connsiteY2" fmla="*/ 682033 h 879805"/>
                  <a:gd name="connsiteX3" fmla="*/ 778936 w 805552"/>
                  <a:gd name="connsiteY3" fmla="*/ 747075 h 879805"/>
                  <a:gd name="connsiteX4" fmla="*/ 742543 w 805552"/>
                  <a:gd name="connsiteY4" fmla="*/ 782862 h 879805"/>
                  <a:gd name="connsiteX5" fmla="*/ 476261 w 805552"/>
                  <a:gd name="connsiteY5" fmla="*/ 879805 h 879805"/>
                  <a:gd name="connsiteX6" fmla="*/ 0 w 805552"/>
                  <a:gd name="connsiteY6" fmla="*/ 312170 h 879805"/>
                  <a:gd name="connsiteX7" fmla="*/ 9676 w 805552"/>
                  <a:gd name="connsiteY7" fmla="*/ 197772 h 879805"/>
                  <a:gd name="connsiteX8" fmla="*/ 26616 w 805552"/>
                  <a:gd name="connsiteY8" fmla="*/ 132732 h 879805"/>
                  <a:gd name="connsiteX9" fmla="*/ 63009 w 805552"/>
                  <a:gd name="connsiteY9" fmla="*/ 96944 h 879805"/>
                  <a:gd name="connsiteX10" fmla="*/ 329291 w 805552"/>
                  <a:gd name="connsiteY10" fmla="*/ 0 h 87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552" h="879805">
                    <a:moveTo>
                      <a:pt x="329291" y="0"/>
                    </a:moveTo>
                    <a:cubicBezTo>
                      <a:pt x="592323" y="0"/>
                      <a:pt x="805552" y="254139"/>
                      <a:pt x="805552" y="567635"/>
                    </a:cubicBezTo>
                    <a:cubicBezTo>
                      <a:pt x="805552" y="606822"/>
                      <a:pt x="802220" y="645082"/>
                      <a:pt x="795876" y="682033"/>
                    </a:cubicBezTo>
                    <a:lnTo>
                      <a:pt x="778936" y="747075"/>
                    </a:lnTo>
                    <a:lnTo>
                      <a:pt x="742543" y="782862"/>
                    </a:lnTo>
                    <a:cubicBezTo>
                      <a:pt x="666531" y="844067"/>
                      <a:pt x="574898" y="879805"/>
                      <a:pt x="476261" y="879805"/>
                    </a:cubicBezTo>
                    <a:cubicBezTo>
                      <a:pt x="213229" y="879805"/>
                      <a:pt x="0" y="625666"/>
                      <a:pt x="0" y="312170"/>
                    </a:cubicBezTo>
                    <a:cubicBezTo>
                      <a:pt x="0" y="272983"/>
                      <a:pt x="3332" y="234724"/>
                      <a:pt x="9676" y="197772"/>
                    </a:cubicBezTo>
                    <a:lnTo>
                      <a:pt x="26616" y="132732"/>
                    </a:lnTo>
                    <a:lnTo>
                      <a:pt x="63009" y="96944"/>
                    </a:lnTo>
                    <a:cubicBezTo>
                      <a:pt x="139021" y="35739"/>
                      <a:pt x="230654" y="0"/>
                      <a:pt x="3292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77D4682F-2808-92E1-D52F-3160263BBD5B}"/>
                  </a:ext>
                </a:extLst>
              </p:cNvPr>
              <p:cNvSpPr/>
              <p:nvPr/>
            </p:nvSpPr>
            <p:spPr>
              <a:xfrm rot="720471">
                <a:off x="8245857" y="3937019"/>
                <a:ext cx="56126" cy="58188"/>
              </a:xfrm>
              <a:custGeom>
                <a:avLst/>
                <a:gdLst>
                  <a:gd name="connsiteX0" fmla="*/ 329291 w 805552"/>
                  <a:gd name="connsiteY0" fmla="*/ 0 h 879805"/>
                  <a:gd name="connsiteX1" fmla="*/ 805552 w 805552"/>
                  <a:gd name="connsiteY1" fmla="*/ 567635 h 879805"/>
                  <a:gd name="connsiteX2" fmla="*/ 795876 w 805552"/>
                  <a:gd name="connsiteY2" fmla="*/ 682033 h 879805"/>
                  <a:gd name="connsiteX3" fmla="*/ 778936 w 805552"/>
                  <a:gd name="connsiteY3" fmla="*/ 747075 h 879805"/>
                  <a:gd name="connsiteX4" fmla="*/ 742543 w 805552"/>
                  <a:gd name="connsiteY4" fmla="*/ 782862 h 879805"/>
                  <a:gd name="connsiteX5" fmla="*/ 476261 w 805552"/>
                  <a:gd name="connsiteY5" fmla="*/ 879805 h 879805"/>
                  <a:gd name="connsiteX6" fmla="*/ 0 w 805552"/>
                  <a:gd name="connsiteY6" fmla="*/ 312170 h 879805"/>
                  <a:gd name="connsiteX7" fmla="*/ 9676 w 805552"/>
                  <a:gd name="connsiteY7" fmla="*/ 197772 h 879805"/>
                  <a:gd name="connsiteX8" fmla="*/ 26616 w 805552"/>
                  <a:gd name="connsiteY8" fmla="*/ 132732 h 879805"/>
                  <a:gd name="connsiteX9" fmla="*/ 63009 w 805552"/>
                  <a:gd name="connsiteY9" fmla="*/ 96944 h 879805"/>
                  <a:gd name="connsiteX10" fmla="*/ 329291 w 805552"/>
                  <a:gd name="connsiteY10" fmla="*/ 0 h 87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05552" h="879805">
                    <a:moveTo>
                      <a:pt x="329291" y="0"/>
                    </a:moveTo>
                    <a:cubicBezTo>
                      <a:pt x="592323" y="0"/>
                      <a:pt x="805552" y="254139"/>
                      <a:pt x="805552" y="567635"/>
                    </a:cubicBezTo>
                    <a:cubicBezTo>
                      <a:pt x="805552" y="606822"/>
                      <a:pt x="802220" y="645082"/>
                      <a:pt x="795876" y="682033"/>
                    </a:cubicBezTo>
                    <a:lnTo>
                      <a:pt x="778936" y="747075"/>
                    </a:lnTo>
                    <a:lnTo>
                      <a:pt x="742543" y="782862"/>
                    </a:lnTo>
                    <a:cubicBezTo>
                      <a:pt x="666531" y="844067"/>
                      <a:pt x="574898" y="879805"/>
                      <a:pt x="476261" y="879805"/>
                    </a:cubicBezTo>
                    <a:cubicBezTo>
                      <a:pt x="213229" y="879805"/>
                      <a:pt x="0" y="625666"/>
                      <a:pt x="0" y="312170"/>
                    </a:cubicBezTo>
                    <a:cubicBezTo>
                      <a:pt x="0" y="272983"/>
                      <a:pt x="3332" y="234724"/>
                      <a:pt x="9676" y="197772"/>
                    </a:cubicBezTo>
                    <a:lnTo>
                      <a:pt x="26616" y="132732"/>
                    </a:lnTo>
                    <a:lnTo>
                      <a:pt x="63009" y="96944"/>
                    </a:lnTo>
                    <a:cubicBezTo>
                      <a:pt x="139021" y="35739"/>
                      <a:pt x="230654" y="0"/>
                      <a:pt x="32929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6B5E7ADB-0027-C30B-9AC0-D3F927A1278F}"/>
                </a:ext>
              </a:extLst>
            </p:cNvPr>
            <p:cNvGrpSpPr/>
            <p:nvPr/>
          </p:nvGrpSpPr>
          <p:grpSpPr>
            <a:xfrm>
              <a:off x="6693830" y="3736377"/>
              <a:ext cx="1612364" cy="1380525"/>
              <a:chOff x="6811336" y="3683666"/>
              <a:chExt cx="1612364" cy="1380525"/>
            </a:xfrm>
          </p:grpSpPr>
          <p:sp>
            <p:nvSpPr>
              <p:cNvPr id="1031" name="Arc 1030">
                <a:extLst>
                  <a:ext uri="{FF2B5EF4-FFF2-40B4-BE49-F238E27FC236}">
                    <a16:creationId xmlns:a16="http://schemas.microsoft.com/office/drawing/2014/main" id="{6E04C7E6-D3D1-51CD-9A9C-8FEE66B9D57F}"/>
                  </a:ext>
                </a:extLst>
              </p:cNvPr>
              <p:cNvSpPr/>
              <p:nvPr/>
            </p:nvSpPr>
            <p:spPr>
              <a:xfrm rot="8344848">
                <a:off x="6955227" y="3683666"/>
                <a:ext cx="1380525" cy="1380525"/>
              </a:xfrm>
              <a:prstGeom prst="arc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2" name="Arc 1031">
                <a:extLst>
                  <a:ext uri="{FF2B5EF4-FFF2-40B4-BE49-F238E27FC236}">
                    <a16:creationId xmlns:a16="http://schemas.microsoft.com/office/drawing/2014/main" id="{C48326A7-D57D-81EF-1475-C4A4C59EC81C}"/>
                  </a:ext>
                </a:extLst>
              </p:cNvPr>
              <p:cNvSpPr/>
              <p:nvPr/>
            </p:nvSpPr>
            <p:spPr>
              <a:xfrm rot="11806467">
                <a:off x="8061593" y="4625329"/>
                <a:ext cx="362107" cy="362107"/>
              </a:xfrm>
              <a:prstGeom prst="arc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3" name="Arc 1032">
                <a:extLst>
                  <a:ext uri="{FF2B5EF4-FFF2-40B4-BE49-F238E27FC236}">
                    <a16:creationId xmlns:a16="http://schemas.microsoft.com/office/drawing/2014/main" id="{A8D0A90D-F0BA-D6C9-AE85-240A093CAB68}"/>
                  </a:ext>
                </a:extLst>
              </p:cNvPr>
              <p:cNvSpPr/>
              <p:nvPr/>
            </p:nvSpPr>
            <p:spPr>
              <a:xfrm rot="4946628">
                <a:off x="6811336" y="4571601"/>
                <a:ext cx="362107" cy="362107"/>
              </a:xfrm>
              <a:prstGeom prst="arc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94283-A846-A481-A169-5490B7B00CF8}"/>
              </a:ext>
            </a:extLst>
          </p:cNvPr>
          <p:cNvGrpSpPr/>
          <p:nvPr/>
        </p:nvGrpSpPr>
        <p:grpSpPr>
          <a:xfrm>
            <a:off x="5243310" y="1926898"/>
            <a:ext cx="4177521" cy="4903770"/>
            <a:chOff x="2347715" y="1530721"/>
            <a:chExt cx="4177521" cy="4903770"/>
          </a:xfrm>
          <a:solidFill>
            <a:schemeClr val="bg1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C2B7A1E-1C2A-8130-8277-98103E91F40E}"/>
                </a:ext>
              </a:extLst>
            </p:cNvPr>
            <p:cNvGrpSpPr/>
            <p:nvPr/>
          </p:nvGrpSpPr>
          <p:grpSpPr>
            <a:xfrm>
              <a:off x="5969022" y="4222378"/>
              <a:ext cx="556214" cy="2026593"/>
              <a:chOff x="6021049" y="4152900"/>
              <a:chExt cx="556214" cy="2026593"/>
            </a:xfrm>
            <a:grpFill/>
          </p:grpSpPr>
          <p:sp>
            <p:nvSpPr>
              <p:cNvPr id="1026" name="Rectangle: Rounded Corners 1025">
                <a:extLst>
                  <a:ext uri="{FF2B5EF4-FFF2-40B4-BE49-F238E27FC236}">
                    <a16:creationId xmlns:a16="http://schemas.microsoft.com/office/drawing/2014/main" id="{38E0918C-2744-F620-39EF-E4A64BF412CA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C939065B-8E34-0110-AB7D-DA54EAD2C545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3331BAB-BEA2-2B80-1ACC-0E4B24851406}"/>
                </a:ext>
              </a:extLst>
            </p:cNvPr>
            <p:cNvGrpSpPr/>
            <p:nvPr/>
          </p:nvGrpSpPr>
          <p:grpSpPr>
            <a:xfrm>
              <a:off x="2347715" y="4208370"/>
              <a:ext cx="556214" cy="2026593"/>
              <a:chOff x="6021049" y="4152900"/>
              <a:chExt cx="556214" cy="2026593"/>
            </a:xfrm>
            <a:grpFill/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0E6F9F7-78C7-7640-9870-C296DDFDEBF8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7A96E968-57AE-E387-FCA6-E9BF2514CE31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Block Arc 9">
              <a:extLst>
                <a:ext uri="{FF2B5EF4-FFF2-40B4-BE49-F238E27FC236}">
                  <a16:creationId xmlns:a16="http://schemas.microsoft.com/office/drawing/2014/main" id="{141B7352-6A5D-0EB9-CCDC-3E1AD2A3B913}"/>
                </a:ext>
              </a:extLst>
            </p:cNvPr>
            <p:cNvSpPr/>
            <p:nvPr/>
          </p:nvSpPr>
          <p:spPr>
            <a:xfrm>
              <a:off x="3603033" y="1530721"/>
              <a:ext cx="1676400" cy="1738938"/>
            </a:xfrm>
            <a:prstGeom prst="blockArc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A3078FE-F3EB-F120-DEF9-5D299C002BF9}"/>
                </a:ext>
              </a:extLst>
            </p:cNvPr>
            <p:cNvSpPr/>
            <p:nvPr/>
          </p:nvSpPr>
          <p:spPr>
            <a:xfrm>
              <a:off x="2654300" y="3886200"/>
              <a:ext cx="3605536" cy="2548291"/>
            </a:xfrm>
            <a:prstGeom prst="roundRect">
              <a:avLst>
                <a:gd name="adj" fmla="val 22647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0814762-BAB9-FCD6-6F78-D04960C90990}"/>
                </a:ext>
              </a:extLst>
            </p:cNvPr>
            <p:cNvSpPr/>
            <p:nvPr/>
          </p:nvSpPr>
          <p:spPr>
            <a:xfrm>
              <a:off x="2862609" y="4135796"/>
              <a:ext cx="3204816" cy="2113175"/>
            </a:xfrm>
            <a:prstGeom prst="roundRect">
              <a:avLst>
                <a:gd name="adj" fmla="val 22647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2">
              <a:extLst>
                <a:ext uri="{FF2B5EF4-FFF2-40B4-BE49-F238E27FC236}">
                  <a16:creationId xmlns:a16="http://schemas.microsoft.com/office/drawing/2014/main" id="{891DDCED-2066-882C-4FEE-B9AF549A9E06}"/>
                </a:ext>
              </a:extLst>
            </p:cNvPr>
            <p:cNvSpPr/>
            <p:nvPr/>
          </p:nvSpPr>
          <p:spPr>
            <a:xfrm>
              <a:off x="2532917" y="2165458"/>
              <a:ext cx="3848849" cy="2978569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2">
              <a:extLst>
                <a:ext uri="{FF2B5EF4-FFF2-40B4-BE49-F238E27FC236}">
                  <a16:creationId xmlns:a16="http://schemas.microsoft.com/office/drawing/2014/main" id="{90A49A13-01E4-5F01-EF56-3F3C9C28D165}"/>
                </a:ext>
              </a:extLst>
            </p:cNvPr>
            <p:cNvSpPr/>
            <p:nvPr/>
          </p:nvSpPr>
          <p:spPr>
            <a:xfrm>
              <a:off x="2772761" y="2165458"/>
              <a:ext cx="3425832" cy="2797144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C357713-D8CB-3B43-D5E7-58BB250668DF}"/>
                </a:ext>
              </a:extLst>
            </p:cNvPr>
            <p:cNvGrpSpPr/>
            <p:nvPr/>
          </p:nvGrpSpPr>
          <p:grpSpPr>
            <a:xfrm>
              <a:off x="5061460" y="4713128"/>
              <a:ext cx="632706" cy="1114917"/>
              <a:chOff x="5061460" y="4713128"/>
              <a:chExt cx="632706" cy="1114917"/>
            </a:xfrm>
            <a:grpFill/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9A0DB2EB-30D9-90B0-6395-67F6358AE4D4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E3EE8179-DCC0-CBE8-D8E0-2414C38846BB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92B3DCA-EB0A-A10D-4CA6-FF71E92EC5BD}"/>
                </a:ext>
              </a:extLst>
            </p:cNvPr>
            <p:cNvGrpSpPr/>
            <p:nvPr/>
          </p:nvGrpSpPr>
          <p:grpSpPr>
            <a:xfrm>
              <a:off x="3286680" y="4713128"/>
              <a:ext cx="632706" cy="1114917"/>
              <a:chOff x="5061460" y="4713128"/>
              <a:chExt cx="632706" cy="1114917"/>
            </a:xfrm>
            <a:grpFill/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56F6D850-29F3-6D0C-53CA-CBC575033461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AC7983E1-E7F5-F0EB-74FD-A941E8537566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6E4C1666-EECE-A720-5A1B-288BA2C9A840}"/>
              </a:ext>
            </a:extLst>
          </p:cNvPr>
          <p:cNvGrpSpPr/>
          <p:nvPr/>
        </p:nvGrpSpPr>
        <p:grpSpPr>
          <a:xfrm>
            <a:off x="-3707029" y="1873170"/>
            <a:ext cx="4177521" cy="4903770"/>
            <a:chOff x="2347715" y="1530721"/>
            <a:chExt cx="4177521" cy="4903770"/>
          </a:xfrm>
        </p:grpSpPr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6E68FB75-7EE1-3F9D-8D9C-358BEAC77014}"/>
                </a:ext>
              </a:extLst>
            </p:cNvPr>
            <p:cNvGrpSpPr/>
            <p:nvPr/>
          </p:nvGrpSpPr>
          <p:grpSpPr>
            <a:xfrm>
              <a:off x="5969022" y="4222378"/>
              <a:ext cx="556214" cy="2026593"/>
              <a:chOff x="6021049" y="4152900"/>
              <a:chExt cx="556214" cy="2026593"/>
            </a:xfrm>
          </p:grpSpPr>
          <p:sp>
            <p:nvSpPr>
              <p:cNvPr id="1052" name="Rectangle: Rounded Corners 1051">
                <a:extLst>
                  <a:ext uri="{FF2B5EF4-FFF2-40B4-BE49-F238E27FC236}">
                    <a16:creationId xmlns:a16="http://schemas.microsoft.com/office/drawing/2014/main" id="{A1D2C8B1-56C1-3469-F9E2-65AB9EF2C92A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3CC09BA0-C890-EC65-5B7E-7B2F6EC406C1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solidFill>
                <a:srgbClr val="3EC2BC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8" name="Group 1037">
              <a:extLst>
                <a:ext uri="{FF2B5EF4-FFF2-40B4-BE49-F238E27FC236}">
                  <a16:creationId xmlns:a16="http://schemas.microsoft.com/office/drawing/2014/main" id="{3F6ECA87-7FAD-CEC8-5841-B9FBD61FD715}"/>
                </a:ext>
              </a:extLst>
            </p:cNvPr>
            <p:cNvGrpSpPr/>
            <p:nvPr/>
          </p:nvGrpSpPr>
          <p:grpSpPr>
            <a:xfrm>
              <a:off x="2347715" y="4208370"/>
              <a:ext cx="556214" cy="2026593"/>
              <a:chOff x="6021049" y="4152900"/>
              <a:chExt cx="556214" cy="2026593"/>
            </a:xfrm>
          </p:grpSpPr>
          <p:sp>
            <p:nvSpPr>
              <p:cNvPr id="1050" name="Rectangle: Rounded Corners 1049">
                <a:extLst>
                  <a:ext uri="{FF2B5EF4-FFF2-40B4-BE49-F238E27FC236}">
                    <a16:creationId xmlns:a16="http://schemas.microsoft.com/office/drawing/2014/main" id="{3CCE8F9E-C118-0B81-172B-9B7D1262C695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2026593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6A15E1D5-D178-5A00-31B0-87E52D09AB4A}"/>
                  </a:ext>
                </a:extLst>
              </p:cNvPr>
              <p:cNvSpPr/>
              <p:nvPr/>
            </p:nvSpPr>
            <p:spPr>
              <a:xfrm>
                <a:off x="6021049" y="4152900"/>
                <a:ext cx="556214" cy="396798"/>
              </a:xfrm>
              <a:custGeom>
                <a:avLst/>
                <a:gdLst>
                  <a:gd name="connsiteX0" fmla="*/ 278107 w 556214"/>
                  <a:gd name="connsiteY0" fmla="*/ 0 h 396798"/>
                  <a:gd name="connsiteX1" fmla="*/ 556214 w 556214"/>
                  <a:gd name="connsiteY1" fmla="*/ 278107 h 396798"/>
                  <a:gd name="connsiteX2" fmla="*/ 556214 w 556214"/>
                  <a:gd name="connsiteY2" fmla="*/ 396798 h 396798"/>
                  <a:gd name="connsiteX3" fmla="*/ 0 w 556214"/>
                  <a:gd name="connsiteY3" fmla="*/ 396798 h 396798"/>
                  <a:gd name="connsiteX4" fmla="*/ 0 w 556214"/>
                  <a:gd name="connsiteY4" fmla="*/ 278107 h 396798"/>
                  <a:gd name="connsiteX5" fmla="*/ 278107 w 556214"/>
                  <a:gd name="connsiteY5" fmla="*/ 0 h 39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6214" h="396798">
                    <a:moveTo>
                      <a:pt x="278107" y="0"/>
                    </a:moveTo>
                    <a:cubicBezTo>
                      <a:pt x="431701" y="0"/>
                      <a:pt x="556214" y="124513"/>
                      <a:pt x="556214" y="278107"/>
                    </a:cubicBezTo>
                    <a:lnTo>
                      <a:pt x="556214" y="396798"/>
                    </a:lnTo>
                    <a:lnTo>
                      <a:pt x="0" y="396798"/>
                    </a:lnTo>
                    <a:lnTo>
                      <a:pt x="0" y="278107"/>
                    </a:lnTo>
                    <a:cubicBezTo>
                      <a:pt x="0" y="124513"/>
                      <a:pt x="124513" y="0"/>
                      <a:pt x="278107" y="0"/>
                    </a:cubicBezTo>
                    <a:close/>
                  </a:path>
                </a:pathLst>
              </a:custGeom>
              <a:solidFill>
                <a:srgbClr val="3EC2BC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039" name="Block Arc 1038">
              <a:extLst>
                <a:ext uri="{FF2B5EF4-FFF2-40B4-BE49-F238E27FC236}">
                  <a16:creationId xmlns:a16="http://schemas.microsoft.com/office/drawing/2014/main" id="{D9B3F8B7-2DA2-E566-44D9-C00C0BB7DDC3}"/>
                </a:ext>
              </a:extLst>
            </p:cNvPr>
            <p:cNvSpPr/>
            <p:nvPr/>
          </p:nvSpPr>
          <p:spPr>
            <a:xfrm>
              <a:off x="3603033" y="1530721"/>
              <a:ext cx="1676400" cy="1738938"/>
            </a:xfrm>
            <a:prstGeom prst="blockArc">
              <a:avLst/>
            </a:prstGeom>
            <a:solidFill>
              <a:srgbClr val="FF616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0" name="Rectangle: Rounded Corners 1039">
              <a:extLst>
                <a:ext uri="{FF2B5EF4-FFF2-40B4-BE49-F238E27FC236}">
                  <a16:creationId xmlns:a16="http://schemas.microsoft.com/office/drawing/2014/main" id="{E5F490DD-4A38-E77E-5B2C-166009C89822}"/>
                </a:ext>
              </a:extLst>
            </p:cNvPr>
            <p:cNvSpPr/>
            <p:nvPr/>
          </p:nvSpPr>
          <p:spPr>
            <a:xfrm>
              <a:off x="2654300" y="3886200"/>
              <a:ext cx="3605536" cy="2548291"/>
            </a:xfrm>
            <a:prstGeom prst="roundRect">
              <a:avLst>
                <a:gd name="adj" fmla="val 2264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Rectangle: Rounded Corners 1040">
              <a:extLst>
                <a:ext uri="{FF2B5EF4-FFF2-40B4-BE49-F238E27FC236}">
                  <a16:creationId xmlns:a16="http://schemas.microsoft.com/office/drawing/2014/main" id="{AA40780F-4129-1636-DF60-077C2C0432C8}"/>
                </a:ext>
              </a:extLst>
            </p:cNvPr>
            <p:cNvSpPr/>
            <p:nvPr/>
          </p:nvSpPr>
          <p:spPr>
            <a:xfrm>
              <a:off x="2862609" y="4135796"/>
              <a:ext cx="3204816" cy="2113175"/>
            </a:xfrm>
            <a:prstGeom prst="roundRect">
              <a:avLst>
                <a:gd name="adj" fmla="val 22647"/>
              </a:avLst>
            </a:prstGeom>
            <a:solidFill>
              <a:srgbClr val="3EC2BC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2">
              <a:extLst>
                <a:ext uri="{FF2B5EF4-FFF2-40B4-BE49-F238E27FC236}">
                  <a16:creationId xmlns:a16="http://schemas.microsoft.com/office/drawing/2014/main" id="{A274ECB4-1D2C-C311-7A8D-62963209AA4A}"/>
                </a:ext>
              </a:extLst>
            </p:cNvPr>
            <p:cNvSpPr/>
            <p:nvPr/>
          </p:nvSpPr>
          <p:spPr>
            <a:xfrm>
              <a:off x="2532917" y="2165458"/>
              <a:ext cx="3848849" cy="2978569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Rectangle 2">
              <a:extLst>
                <a:ext uri="{FF2B5EF4-FFF2-40B4-BE49-F238E27FC236}">
                  <a16:creationId xmlns:a16="http://schemas.microsoft.com/office/drawing/2014/main" id="{597794E3-79CB-D203-BB20-B8E6A9EE2E3A}"/>
                </a:ext>
              </a:extLst>
            </p:cNvPr>
            <p:cNvSpPr/>
            <p:nvPr/>
          </p:nvSpPr>
          <p:spPr>
            <a:xfrm>
              <a:off x="2772761" y="2165458"/>
              <a:ext cx="3425832" cy="2797144"/>
            </a:xfrm>
            <a:custGeom>
              <a:avLst/>
              <a:gdLst>
                <a:gd name="connsiteX0" fmla="*/ 0 w 2386739"/>
                <a:gd name="connsiteY0" fmla="*/ 0 h 634020"/>
                <a:gd name="connsiteX1" fmla="*/ 2386739 w 2386739"/>
                <a:gd name="connsiteY1" fmla="*/ 0 h 634020"/>
                <a:gd name="connsiteX2" fmla="*/ 2386739 w 2386739"/>
                <a:gd name="connsiteY2" fmla="*/ 634020 h 634020"/>
                <a:gd name="connsiteX3" fmla="*/ 0 w 2386739"/>
                <a:gd name="connsiteY3" fmla="*/ 634020 h 634020"/>
                <a:gd name="connsiteX4" fmla="*/ 0 w 2386739"/>
                <a:gd name="connsiteY4" fmla="*/ 0 h 634020"/>
                <a:gd name="connsiteX0" fmla="*/ 232475 w 2619214"/>
                <a:gd name="connsiteY0" fmla="*/ 0 h 2927769"/>
                <a:gd name="connsiteX1" fmla="*/ 2619214 w 2619214"/>
                <a:gd name="connsiteY1" fmla="*/ 0 h 2927769"/>
                <a:gd name="connsiteX2" fmla="*/ 2619214 w 2619214"/>
                <a:gd name="connsiteY2" fmla="*/ 634020 h 2927769"/>
                <a:gd name="connsiteX3" fmla="*/ 0 w 2619214"/>
                <a:gd name="connsiteY3" fmla="*/ 2927769 h 2927769"/>
                <a:gd name="connsiteX4" fmla="*/ 232475 w 2619214"/>
                <a:gd name="connsiteY4" fmla="*/ 0 h 2927769"/>
                <a:gd name="connsiteX0" fmla="*/ 232475 w 2805194"/>
                <a:gd name="connsiteY0" fmla="*/ 0 h 2927769"/>
                <a:gd name="connsiteX1" fmla="*/ 2619214 w 2805194"/>
                <a:gd name="connsiteY1" fmla="*/ 0 h 2927769"/>
                <a:gd name="connsiteX2" fmla="*/ 2805194 w 2805194"/>
                <a:gd name="connsiteY2" fmla="*/ 2881275 h 2927769"/>
                <a:gd name="connsiteX3" fmla="*/ 0 w 2805194"/>
                <a:gd name="connsiteY3" fmla="*/ 2927769 h 2927769"/>
                <a:gd name="connsiteX4" fmla="*/ 232475 w 2805194"/>
                <a:gd name="connsiteY4" fmla="*/ 0 h 2927769"/>
                <a:gd name="connsiteX0" fmla="*/ 232475 w 3289661"/>
                <a:gd name="connsiteY0" fmla="*/ 0 h 2927769"/>
                <a:gd name="connsiteX1" fmla="*/ 2619214 w 3289661"/>
                <a:gd name="connsiteY1" fmla="*/ 0 h 2927769"/>
                <a:gd name="connsiteX2" fmla="*/ 2805194 w 3289661"/>
                <a:gd name="connsiteY2" fmla="*/ 2881275 h 2927769"/>
                <a:gd name="connsiteX3" fmla="*/ 0 w 3289661"/>
                <a:gd name="connsiteY3" fmla="*/ 2927769 h 2927769"/>
                <a:gd name="connsiteX4" fmla="*/ 232475 w 3289661"/>
                <a:gd name="connsiteY4" fmla="*/ 0 h 2927769"/>
                <a:gd name="connsiteX0" fmla="*/ 232475 w 3368588"/>
                <a:gd name="connsiteY0" fmla="*/ 0 h 2927769"/>
                <a:gd name="connsiteX1" fmla="*/ 2619214 w 3368588"/>
                <a:gd name="connsiteY1" fmla="*/ 0 h 2927769"/>
                <a:gd name="connsiteX2" fmla="*/ 2805194 w 3368588"/>
                <a:gd name="connsiteY2" fmla="*/ 2881275 h 2927769"/>
                <a:gd name="connsiteX3" fmla="*/ 0 w 3368588"/>
                <a:gd name="connsiteY3" fmla="*/ 2927769 h 2927769"/>
                <a:gd name="connsiteX4" fmla="*/ 232475 w 3368588"/>
                <a:gd name="connsiteY4" fmla="*/ 0 h 2927769"/>
                <a:gd name="connsiteX0" fmla="*/ 695871 w 3831984"/>
                <a:gd name="connsiteY0" fmla="*/ 0 h 2927769"/>
                <a:gd name="connsiteX1" fmla="*/ 3082610 w 3831984"/>
                <a:gd name="connsiteY1" fmla="*/ 0 h 2927769"/>
                <a:gd name="connsiteX2" fmla="*/ 3268590 w 3831984"/>
                <a:gd name="connsiteY2" fmla="*/ 2881275 h 2927769"/>
                <a:gd name="connsiteX3" fmla="*/ 463396 w 3831984"/>
                <a:gd name="connsiteY3" fmla="*/ 2927769 h 2927769"/>
                <a:gd name="connsiteX4" fmla="*/ 695871 w 3831984"/>
                <a:gd name="connsiteY4" fmla="*/ 0 h 2927769"/>
                <a:gd name="connsiteX0" fmla="*/ 894652 w 4030765"/>
                <a:gd name="connsiteY0" fmla="*/ 87 h 2927856"/>
                <a:gd name="connsiteX1" fmla="*/ 3281391 w 4030765"/>
                <a:gd name="connsiteY1" fmla="*/ 87 h 2927856"/>
                <a:gd name="connsiteX2" fmla="*/ 3467371 w 4030765"/>
                <a:gd name="connsiteY2" fmla="*/ 2881362 h 2927856"/>
                <a:gd name="connsiteX3" fmla="*/ 662177 w 4030765"/>
                <a:gd name="connsiteY3" fmla="*/ 2927856 h 2927856"/>
                <a:gd name="connsiteX4" fmla="*/ 894652 w 4030765"/>
                <a:gd name="connsiteY4" fmla="*/ 87 h 2927856"/>
                <a:gd name="connsiteX0" fmla="*/ 683550 w 3819663"/>
                <a:gd name="connsiteY0" fmla="*/ 0 h 2927769"/>
                <a:gd name="connsiteX1" fmla="*/ 3070289 w 3819663"/>
                <a:gd name="connsiteY1" fmla="*/ 0 h 2927769"/>
                <a:gd name="connsiteX2" fmla="*/ 3256269 w 3819663"/>
                <a:gd name="connsiteY2" fmla="*/ 2881275 h 2927769"/>
                <a:gd name="connsiteX3" fmla="*/ 451075 w 3819663"/>
                <a:gd name="connsiteY3" fmla="*/ 2927769 h 2927769"/>
                <a:gd name="connsiteX4" fmla="*/ 36711 w 3819663"/>
                <a:gd name="connsiteY4" fmla="*/ 1161942 h 2927769"/>
                <a:gd name="connsiteX5" fmla="*/ 683550 w 3819663"/>
                <a:gd name="connsiteY5" fmla="*/ 0 h 29277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658150 w 3819663"/>
                <a:gd name="connsiteY0" fmla="*/ 0 h 2978569"/>
                <a:gd name="connsiteX1" fmla="*/ 3070289 w 3819663"/>
                <a:gd name="connsiteY1" fmla="*/ 50800 h 2978569"/>
                <a:gd name="connsiteX2" fmla="*/ 3256269 w 3819663"/>
                <a:gd name="connsiteY2" fmla="*/ 2932075 h 2978569"/>
                <a:gd name="connsiteX3" fmla="*/ 451075 w 3819663"/>
                <a:gd name="connsiteY3" fmla="*/ 2978569 h 2978569"/>
                <a:gd name="connsiteX4" fmla="*/ 36711 w 3819663"/>
                <a:gd name="connsiteY4" fmla="*/ 1212742 h 2978569"/>
                <a:gd name="connsiteX5" fmla="*/ 658150 w 3819663"/>
                <a:gd name="connsiteY5" fmla="*/ 0 h 2978569"/>
                <a:gd name="connsiteX0" fmla="*/ 742821 w 3904334"/>
                <a:gd name="connsiteY0" fmla="*/ 0 h 2978569"/>
                <a:gd name="connsiteX1" fmla="*/ 3154960 w 3904334"/>
                <a:gd name="connsiteY1" fmla="*/ 50800 h 2978569"/>
                <a:gd name="connsiteX2" fmla="*/ 3340940 w 3904334"/>
                <a:gd name="connsiteY2" fmla="*/ 2932075 h 2978569"/>
                <a:gd name="connsiteX3" fmla="*/ 535746 w 3904334"/>
                <a:gd name="connsiteY3" fmla="*/ 2978569 h 2978569"/>
                <a:gd name="connsiteX4" fmla="*/ 121382 w 3904334"/>
                <a:gd name="connsiteY4" fmla="*/ 1212742 h 2978569"/>
                <a:gd name="connsiteX5" fmla="*/ 742821 w 3904334"/>
                <a:gd name="connsiteY5" fmla="*/ 0 h 2978569"/>
                <a:gd name="connsiteX0" fmla="*/ 742821 w 3746329"/>
                <a:gd name="connsiteY0" fmla="*/ 0 h 2978569"/>
                <a:gd name="connsiteX1" fmla="*/ 3154960 w 3746329"/>
                <a:gd name="connsiteY1" fmla="*/ 50800 h 2978569"/>
                <a:gd name="connsiteX2" fmla="*/ 3702782 w 3746329"/>
                <a:gd name="connsiteY2" fmla="*/ 1212742 h 2978569"/>
                <a:gd name="connsiteX3" fmla="*/ 3340940 w 3746329"/>
                <a:gd name="connsiteY3" fmla="*/ 2932075 h 2978569"/>
                <a:gd name="connsiteX4" fmla="*/ 535746 w 3746329"/>
                <a:gd name="connsiteY4" fmla="*/ 2978569 h 2978569"/>
                <a:gd name="connsiteX5" fmla="*/ 121382 w 3746329"/>
                <a:gd name="connsiteY5" fmla="*/ 1212742 h 2978569"/>
                <a:gd name="connsiteX6" fmla="*/ 742821 w 374632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  <a:gd name="connsiteX0" fmla="*/ 742821 w 3848849"/>
                <a:gd name="connsiteY0" fmla="*/ 0 h 2978569"/>
                <a:gd name="connsiteX1" fmla="*/ 3154960 w 3848849"/>
                <a:gd name="connsiteY1" fmla="*/ 50800 h 2978569"/>
                <a:gd name="connsiteX2" fmla="*/ 3702782 w 3848849"/>
                <a:gd name="connsiteY2" fmla="*/ 1212742 h 2978569"/>
                <a:gd name="connsiteX3" fmla="*/ 3340940 w 3848849"/>
                <a:gd name="connsiteY3" fmla="*/ 2932075 h 2978569"/>
                <a:gd name="connsiteX4" fmla="*/ 535746 w 3848849"/>
                <a:gd name="connsiteY4" fmla="*/ 2978569 h 2978569"/>
                <a:gd name="connsiteX5" fmla="*/ 121382 w 3848849"/>
                <a:gd name="connsiteY5" fmla="*/ 1212742 h 2978569"/>
                <a:gd name="connsiteX6" fmla="*/ 742821 w 3848849"/>
                <a:gd name="connsiteY6" fmla="*/ 0 h 2978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48849" h="2978569">
                  <a:moveTo>
                    <a:pt x="742821" y="0"/>
                  </a:moveTo>
                  <a:lnTo>
                    <a:pt x="3154960" y="50800"/>
                  </a:lnTo>
                  <a:cubicBezTo>
                    <a:pt x="3591137" y="151324"/>
                    <a:pt x="3557485" y="948429"/>
                    <a:pt x="3702782" y="1212742"/>
                  </a:cubicBezTo>
                  <a:cubicBezTo>
                    <a:pt x="3733779" y="1692955"/>
                    <a:pt x="4179929" y="2485371"/>
                    <a:pt x="3340940" y="2932075"/>
                  </a:cubicBezTo>
                  <a:lnTo>
                    <a:pt x="535746" y="2978569"/>
                  </a:lnTo>
                  <a:cubicBezTo>
                    <a:pt x="-301414" y="2620047"/>
                    <a:pt x="82636" y="1700703"/>
                    <a:pt x="121382" y="1212742"/>
                  </a:cubicBezTo>
                  <a:cubicBezTo>
                    <a:pt x="274428" y="724781"/>
                    <a:pt x="127158" y="32790"/>
                    <a:pt x="742821" y="0"/>
                  </a:cubicBezTo>
                  <a:close/>
                </a:path>
              </a:pathLst>
            </a:custGeom>
            <a:solidFill>
              <a:srgbClr val="3EC2BC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44" name="Group 1043">
              <a:extLst>
                <a:ext uri="{FF2B5EF4-FFF2-40B4-BE49-F238E27FC236}">
                  <a16:creationId xmlns:a16="http://schemas.microsoft.com/office/drawing/2014/main" id="{1297305C-5B91-C149-E10C-A37A6A0B0347}"/>
                </a:ext>
              </a:extLst>
            </p:cNvPr>
            <p:cNvGrpSpPr/>
            <p:nvPr/>
          </p:nvGrpSpPr>
          <p:grpSpPr>
            <a:xfrm>
              <a:off x="5061460" y="4713128"/>
              <a:ext cx="632706" cy="1114917"/>
              <a:chOff x="5061460" y="4713128"/>
              <a:chExt cx="632706" cy="1114917"/>
            </a:xfrm>
          </p:grpSpPr>
          <p:sp>
            <p:nvSpPr>
              <p:cNvPr id="1048" name="Rectangle: Rounded Corners 1047">
                <a:extLst>
                  <a:ext uri="{FF2B5EF4-FFF2-40B4-BE49-F238E27FC236}">
                    <a16:creationId xmlns:a16="http://schemas.microsoft.com/office/drawing/2014/main" id="{16D130C9-3E54-91A7-9EA3-DBDC4EED3D60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9" name="Rectangle: Rounded Corners 1048">
                <a:extLst>
                  <a:ext uri="{FF2B5EF4-FFF2-40B4-BE49-F238E27FC236}">
                    <a16:creationId xmlns:a16="http://schemas.microsoft.com/office/drawing/2014/main" id="{4F69B798-0A63-24A2-79FD-FABCDA090791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solidFill>
                <a:srgbClr val="2CB4AC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5" name="Group 1044">
              <a:extLst>
                <a:ext uri="{FF2B5EF4-FFF2-40B4-BE49-F238E27FC236}">
                  <a16:creationId xmlns:a16="http://schemas.microsoft.com/office/drawing/2014/main" id="{538C65A8-BB98-041B-E2E6-2B3013E7D411}"/>
                </a:ext>
              </a:extLst>
            </p:cNvPr>
            <p:cNvGrpSpPr/>
            <p:nvPr/>
          </p:nvGrpSpPr>
          <p:grpSpPr>
            <a:xfrm>
              <a:off x="3286680" y="4713128"/>
              <a:ext cx="632706" cy="1114917"/>
              <a:chOff x="5061460" y="4713128"/>
              <a:chExt cx="632706" cy="1114917"/>
            </a:xfrm>
          </p:grpSpPr>
          <p:sp>
            <p:nvSpPr>
              <p:cNvPr id="1046" name="Rectangle: Rounded Corners 1045">
                <a:extLst>
                  <a:ext uri="{FF2B5EF4-FFF2-40B4-BE49-F238E27FC236}">
                    <a16:creationId xmlns:a16="http://schemas.microsoft.com/office/drawing/2014/main" id="{BD56D43D-1733-C186-1712-92FD6DF68D7C}"/>
                  </a:ext>
                </a:extLst>
              </p:cNvPr>
              <p:cNvSpPr/>
              <p:nvPr/>
            </p:nvSpPr>
            <p:spPr>
              <a:xfrm>
                <a:off x="5143499" y="4713128"/>
                <a:ext cx="466725" cy="1114917"/>
              </a:xfrm>
              <a:prstGeom prst="roundRect">
                <a:avLst>
                  <a:gd name="adj" fmla="val 50000"/>
                </a:avLst>
              </a:prstGeom>
              <a:solidFill>
                <a:srgbClr val="FF616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7" name="Rectangle: Rounded Corners 1046">
                <a:extLst>
                  <a:ext uri="{FF2B5EF4-FFF2-40B4-BE49-F238E27FC236}">
                    <a16:creationId xmlns:a16="http://schemas.microsoft.com/office/drawing/2014/main" id="{0071DE4B-746C-DDBE-8736-F6DF05FACE84}"/>
                  </a:ext>
                </a:extLst>
              </p:cNvPr>
              <p:cNvSpPr/>
              <p:nvPr/>
            </p:nvSpPr>
            <p:spPr>
              <a:xfrm rot="16200000">
                <a:off x="5269855" y="4918387"/>
                <a:ext cx="215916" cy="632706"/>
              </a:xfrm>
              <a:prstGeom prst="roundRect">
                <a:avLst>
                  <a:gd name="adj" fmla="val 50000"/>
                </a:avLst>
              </a:prstGeom>
              <a:solidFill>
                <a:srgbClr val="2CB4AC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4590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137329" y="795135"/>
            <a:ext cx="3834192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Pencil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2FE21C-F3CA-4129-8084-E55F704A1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383119"/>
            <a:ext cx="2971800" cy="2971800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E1206DE8-636B-20F6-78F3-3B557614882E}"/>
              </a:ext>
            </a:extLst>
          </p:cNvPr>
          <p:cNvGrpSpPr/>
          <p:nvPr/>
        </p:nvGrpSpPr>
        <p:grpSpPr>
          <a:xfrm>
            <a:off x="1638925" y="1770082"/>
            <a:ext cx="1365250" cy="5504218"/>
            <a:chOff x="2425700" y="1873097"/>
            <a:chExt cx="1365250" cy="5504218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EE0C53E-2FEE-92B4-2F6B-48FA40A5B602}"/>
                </a:ext>
              </a:extLst>
            </p:cNvPr>
            <p:cNvSpPr/>
            <p:nvPr/>
          </p:nvSpPr>
          <p:spPr>
            <a:xfrm rot="10800000">
              <a:off x="2566946" y="6028004"/>
              <a:ext cx="1090480" cy="306185"/>
            </a:xfrm>
            <a:custGeom>
              <a:avLst/>
              <a:gdLst>
                <a:gd name="connsiteX0" fmla="*/ 1071167 w 1071167"/>
                <a:gd name="connsiteY0" fmla="*/ 306185 h 306185"/>
                <a:gd name="connsiteX1" fmla="*/ 0 w 1071167"/>
                <a:gd name="connsiteY1" fmla="*/ 306185 h 306185"/>
                <a:gd name="connsiteX2" fmla="*/ 0 w 1071167"/>
                <a:gd name="connsiteY2" fmla="*/ 83855 h 306185"/>
                <a:gd name="connsiteX3" fmla="*/ 37965 w 1071167"/>
                <a:gd name="connsiteY3" fmla="*/ 0 h 306185"/>
                <a:gd name="connsiteX4" fmla="*/ 1030280 w 1071167"/>
                <a:gd name="connsiteY4" fmla="*/ 0 h 306185"/>
                <a:gd name="connsiteX5" fmla="*/ 1071167 w 1071167"/>
                <a:gd name="connsiteY5" fmla="*/ 88445 h 306185"/>
                <a:gd name="connsiteX6" fmla="*/ 1071167 w 1071167"/>
                <a:gd name="connsiteY6" fmla="*/ 306185 h 30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167" h="306185">
                  <a:moveTo>
                    <a:pt x="1071167" y="306185"/>
                  </a:moveTo>
                  <a:lnTo>
                    <a:pt x="0" y="306185"/>
                  </a:lnTo>
                  <a:lnTo>
                    <a:pt x="0" y="83855"/>
                  </a:lnTo>
                  <a:lnTo>
                    <a:pt x="37965" y="0"/>
                  </a:lnTo>
                  <a:lnTo>
                    <a:pt x="1030280" y="0"/>
                  </a:lnTo>
                  <a:lnTo>
                    <a:pt x="1071167" y="88445"/>
                  </a:lnTo>
                  <a:lnTo>
                    <a:pt x="1071167" y="306185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82A2E38-A17B-3B61-D6E2-022ED56E3191}"/>
                </a:ext>
              </a:extLst>
            </p:cNvPr>
            <p:cNvSpPr/>
            <p:nvPr/>
          </p:nvSpPr>
          <p:spPr>
            <a:xfrm rot="10800000">
              <a:off x="2592458" y="6292850"/>
              <a:ext cx="1045655" cy="1084465"/>
            </a:xfrm>
            <a:custGeom>
              <a:avLst/>
              <a:gdLst>
                <a:gd name="connsiteX0" fmla="*/ 992315 w 992315"/>
                <a:gd name="connsiteY0" fmla="*/ 1084465 h 1084465"/>
                <a:gd name="connsiteX1" fmla="*/ 0 w 992315"/>
                <a:gd name="connsiteY1" fmla="*/ 1084465 h 1084465"/>
                <a:gd name="connsiteX2" fmla="*/ 490977 w 992315"/>
                <a:gd name="connsiteY2" fmla="*/ 0 h 1084465"/>
                <a:gd name="connsiteX3" fmla="*/ 992315 w 992315"/>
                <a:gd name="connsiteY3" fmla="*/ 1084465 h 1084465"/>
                <a:gd name="connsiteX0" fmla="*/ 0 w 992315"/>
                <a:gd name="connsiteY0" fmla="*/ 1084465 h 1175905"/>
                <a:gd name="connsiteX1" fmla="*/ 490977 w 992315"/>
                <a:gd name="connsiteY1" fmla="*/ 0 h 1175905"/>
                <a:gd name="connsiteX2" fmla="*/ 992315 w 992315"/>
                <a:gd name="connsiteY2" fmla="*/ 1084465 h 1175905"/>
                <a:gd name="connsiteX3" fmla="*/ 86776 w 992315"/>
                <a:gd name="connsiteY3" fmla="*/ 1175905 h 1175905"/>
                <a:gd name="connsiteX0" fmla="*/ 0 w 992315"/>
                <a:gd name="connsiteY0" fmla="*/ 1084465 h 1084465"/>
                <a:gd name="connsiteX1" fmla="*/ 490977 w 992315"/>
                <a:gd name="connsiteY1" fmla="*/ 0 h 1084465"/>
                <a:gd name="connsiteX2" fmla="*/ 992315 w 992315"/>
                <a:gd name="connsiteY2" fmla="*/ 1084465 h 108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2315" h="1084465">
                  <a:moveTo>
                    <a:pt x="0" y="1084465"/>
                  </a:moveTo>
                  <a:lnTo>
                    <a:pt x="490977" y="0"/>
                  </a:lnTo>
                  <a:lnTo>
                    <a:pt x="992315" y="1084465"/>
                  </a:lnTo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7692914D-FC4A-5C05-379A-3882DAE0E355}"/>
                </a:ext>
              </a:extLst>
            </p:cNvPr>
            <p:cNvSpPr/>
            <p:nvPr/>
          </p:nvSpPr>
          <p:spPr>
            <a:xfrm>
              <a:off x="2566946" y="1873097"/>
              <a:ext cx="1071167" cy="4172103"/>
            </a:xfrm>
            <a:prstGeom prst="round2SameRect">
              <a:avLst>
                <a:gd name="adj1" fmla="val 30978"/>
                <a:gd name="adj2" fmla="val 0"/>
              </a:avLst>
            </a:prstGeom>
            <a:solidFill>
              <a:srgbClr val="DA3D29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BCB794-C5CA-D7DF-4F83-A9AC847584B2}"/>
                </a:ext>
              </a:extLst>
            </p:cNvPr>
            <p:cNvSpPr/>
            <p:nvPr/>
          </p:nvSpPr>
          <p:spPr>
            <a:xfrm>
              <a:off x="2566946" y="2647950"/>
              <a:ext cx="285397" cy="3479800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27C76A9-4101-AA45-FE4D-7E3287F3B165}"/>
                </a:ext>
              </a:extLst>
            </p:cNvPr>
            <p:cNvSpPr/>
            <p:nvPr/>
          </p:nvSpPr>
          <p:spPr>
            <a:xfrm flipH="1">
              <a:off x="3372029" y="2535942"/>
              <a:ext cx="285397" cy="3598517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CDE153-019C-9775-3AFA-DA279366F9F7}"/>
                </a:ext>
              </a:extLst>
            </p:cNvPr>
            <p:cNvSpPr/>
            <p:nvPr/>
          </p:nvSpPr>
          <p:spPr>
            <a:xfrm rot="10800000">
              <a:off x="2947753" y="6917682"/>
              <a:ext cx="328864" cy="434187"/>
            </a:xfrm>
            <a:custGeom>
              <a:avLst/>
              <a:gdLst>
                <a:gd name="connsiteX0" fmla="*/ 146360 w 328864"/>
                <a:gd name="connsiteY0" fmla="*/ 434187 h 434187"/>
                <a:gd name="connsiteX1" fmla="*/ 38421 w 328864"/>
                <a:gd name="connsiteY1" fmla="*/ 424358 h 434187"/>
                <a:gd name="connsiteX2" fmla="*/ 0 w 328864"/>
                <a:gd name="connsiteY2" fmla="*/ 413585 h 434187"/>
                <a:gd name="connsiteX3" fmla="*/ 164755 w 328864"/>
                <a:gd name="connsiteY3" fmla="*/ 0 h 434187"/>
                <a:gd name="connsiteX4" fmla="*/ 328864 w 328864"/>
                <a:gd name="connsiteY4" fmla="*/ 403449 h 434187"/>
                <a:gd name="connsiteX5" fmla="*/ 254299 w 328864"/>
                <a:gd name="connsiteY5" fmla="*/ 424358 h 434187"/>
                <a:gd name="connsiteX6" fmla="*/ 146360 w 328864"/>
                <a:gd name="connsiteY6" fmla="*/ 434187 h 43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8864" h="434187">
                  <a:moveTo>
                    <a:pt x="146360" y="434187"/>
                  </a:moveTo>
                  <a:cubicBezTo>
                    <a:pt x="109386" y="434187"/>
                    <a:pt x="73286" y="430803"/>
                    <a:pt x="38421" y="424358"/>
                  </a:cubicBezTo>
                  <a:lnTo>
                    <a:pt x="0" y="413585"/>
                  </a:lnTo>
                  <a:lnTo>
                    <a:pt x="164755" y="0"/>
                  </a:lnTo>
                  <a:lnTo>
                    <a:pt x="328864" y="403449"/>
                  </a:lnTo>
                  <a:lnTo>
                    <a:pt x="254299" y="424358"/>
                  </a:lnTo>
                  <a:cubicBezTo>
                    <a:pt x="219434" y="430803"/>
                    <a:pt x="183334" y="434187"/>
                    <a:pt x="146360" y="434187"/>
                  </a:cubicBezTo>
                  <a:close/>
                </a:path>
              </a:pathLst>
            </a:cu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5F52726C-1687-8A82-7403-39997E6EEF31}"/>
                </a:ext>
              </a:extLst>
            </p:cNvPr>
            <p:cNvSpPr/>
            <p:nvPr/>
          </p:nvSpPr>
          <p:spPr>
            <a:xfrm rot="10800000">
              <a:off x="2808834" y="2594601"/>
              <a:ext cx="572911" cy="359851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947D8B4-054B-6332-EBE1-687E0D0767A4}"/>
                </a:ext>
              </a:extLst>
            </p:cNvPr>
            <p:cNvSpPr/>
            <p:nvPr/>
          </p:nvSpPr>
          <p:spPr>
            <a:xfrm>
              <a:off x="2425700" y="2482850"/>
              <a:ext cx="1365250" cy="584199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047869D-E732-6EA3-D4E8-76EEE1BBCE2F}"/>
              </a:ext>
            </a:extLst>
          </p:cNvPr>
          <p:cNvGrpSpPr/>
          <p:nvPr/>
        </p:nvGrpSpPr>
        <p:grpSpPr>
          <a:xfrm>
            <a:off x="7054225" y="1744636"/>
            <a:ext cx="1365250" cy="5504218"/>
            <a:chOff x="2425700" y="1873097"/>
            <a:chExt cx="1365250" cy="5504218"/>
          </a:xfrm>
          <a:solidFill>
            <a:schemeClr val="bg1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1AB27CE-5F2D-A107-B0A4-562915BC5483}"/>
                </a:ext>
              </a:extLst>
            </p:cNvPr>
            <p:cNvSpPr/>
            <p:nvPr/>
          </p:nvSpPr>
          <p:spPr>
            <a:xfrm rot="10800000">
              <a:off x="2566946" y="6028004"/>
              <a:ext cx="1090480" cy="306185"/>
            </a:xfrm>
            <a:custGeom>
              <a:avLst/>
              <a:gdLst>
                <a:gd name="connsiteX0" fmla="*/ 1071167 w 1071167"/>
                <a:gd name="connsiteY0" fmla="*/ 306185 h 306185"/>
                <a:gd name="connsiteX1" fmla="*/ 0 w 1071167"/>
                <a:gd name="connsiteY1" fmla="*/ 306185 h 306185"/>
                <a:gd name="connsiteX2" fmla="*/ 0 w 1071167"/>
                <a:gd name="connsiteY2" fmla="*/ 83855 h 306185"/>
                <a:gd name="connsiteX3" fmla="*/ 37965 w 1071167"/>
                <a:gd name="connsiteY3" fmla="*/ 0 h 306185"/>
                <a:gd name="connsiteX4" fmla="*/ 1030280 w 1071167"/>
                <a:gd name="connsiteY4" fmla="*/ 0 h 306185"/>
                <a:gd name="connsiteX5" fmla="*/ 1071167 w 1071167"/>
                <a:gd name="connsiteY5" fmla="*/ 88445 h 306185"/>
                <a:gd name="connsiteX6" fmla="*/ 1071167 w 1071167"/>
                <a:gd name="connsiteY6" fmla="*/ 306185 h 30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167" h="306185">
                  <a:moveTo>
                    <a:pt x="1071167" y="306185"/>
                  </a:moveTo>
                  <a:lnTo>
                    <a:pt x="0" y="306185"/>
                  </a:lnTo>
                  <a:lnTo>
                    <a:pt x="0" y="83855"/>
                  </a:lnTo>
                  <a:lnTo>
                    <a:pt x="37965" y="0"/>
                  </a:lnTo>
                  <a:lnTo>
                    <a:pt x="1030280" y="0"/>
                  </a:lnTo>
                  <a:lnTo>
                    <a:pt x="1071167" y="88445"/>
                  </a:lnTo>
                  <a:lnTo>
                    <a:pt x="1071167" y="306185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734C59D-564B-0C10-159B-EE1C8DCA290F}"/>
                </a:ext>
              </a:extLst>
            </p:cNvPr>
            <p:cNvSpPr/>
            <p:nvPr/>
          </p:nvSpPr>
          <p:spPr>
            <a:xfrm rot="10800000">
              <a:off x="2592458" y="6292850"/>
              <a:ext cx="1045655" cy="1084465"/>
            </a:xfrm>
            <a:custGeom>
              <a:avLst/>
              <a:gdLst>
                <a:gd name="connsiteX0" fmla="*/ 992315 w 992315"/>
                <a:gd name="connsiteY0" fmla="*/ 1084465 h 1084465"/>
                <a:gd name="connsiteX1" fmla="*/ 0 w 992315"/>
                <a:gd name="connsiteY1" fmla="*/ 1084465 h 1084465"/>
                <a:gd name="connsiteX2" fmla="*/ 490977 w 992315"/>
                <a:gd name="connsiteY2" fmla="*/ 0 h 1084465"/>
                <a:gd name="connsiteX3" fmla="*/ 992315 w 992315"/>
                <a:gd name="connsiteY3" fmla="*/ 1084465 h 1084465"/>
                <a:gd name="connsiteX0" fmla="*/ 0 w 992315"/>
                <a:gd name="connsiteY0" fmla="*/ 1084465 h 1175905"/>
                <a:gd name="connsiteX1" fmla="*/ 490977 w 992315"/>
                <a:gd name="connsiteY1" fmla="*/ 0 h 1175905"/>
                <a:gd name="connsiteX2" fmla="*/ 992315 w 992315"/>
                <a:gd name="connsiteY2" fmla="*/ 1084465 h 1175905"/>
                <a:gd name="connsiteX3" fmla="*/ 86776 w 992315"/>
                <a:gd name="connsiteY3" fmla="*/ 1175905 h 1175905"/>
                <a:gd name="connsiteX0" fmla="*/ 0 w 992315"/>
                <a:gd name="connsiteY0" fmla="*/ 1084465 h 1084465"/>
                <a:gd name="connsiteX1" fmla="*/ 490977 w 992315"/>
                <a:gd name="connsiteY1" fmla="*/ 0 h 1084465"/>
                <a:gd name="connsiteX2" fmla="*/ 992315 w 992315"/>
                <a:gd name="connsiteY2" fmla="*/ 1084465 h 108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2315" h="1084465">
                  <a:moveTo>
                    <a:pt x="0" y="1084465"/>
                  </a:moveTo>
                  <a:lnTo>
                    <a:pt x="490977" y="0"/>
                  </a:lnTo>
                  <a:lnTo>
                    <a:pt x="992315" y="1084465"/>
                  </a:ln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DB7E7F19-8814-D1D2-141E-8E1EA2A1483F}"/>
                </a:ext>
              </a:extLst>
            </p:cNvPr>
            <p:cNvSpPr/>
            <p:nvPr/>
          </p:nvSpPr>
          <p:spPr>
            <a:xfrm>
              <a:off x="2566946" y="1873097"/>
              <a:ext cx="1071167" cy="4172103"/>
            </a:xfrm>
            <a:prstGeom prst="round2SameRect">
              <a:avLst>
                <a:gd name="adj1" fmla="val 30978"/>
                <a:gd name="adj2" fmla="val 0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5033304-6126-CD05-1E47-58A9D9A3E275}"/>
                </a:ext>
              </a:extLst>
            </p:cNvPr>
            <p:cNvSpPr/>
            <p:nvPr/>
          </p:nvSpPr>
          <p:spPr>
            <a:xfrm>
              <a:off x="2566946" y="2647950"/>
              <a:ext cx="285397" cy="3479800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F1ACCF2-4024-B97D-E920-27964534B584}"/>
                </a:ext>
              </a:extLst>
            </p:cNvPr>
            <p:cNvSpPr/>
            <p:nvPr/>
          </p:nvSpPr>
          <p:spPr>
            <a:xfrm flipH="1">
              <a:off x="3372029" y="2535942"/>
              <a:ext cx="285397" cy="3598517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91F0A44-0BFB-6087-4CCF-5252C1C7D720}"/>
                </a:ext>
              </a:extLst>
            </p:cNvPr>
            <p:cNvSpPr/>
            <p:nvPr/>
          </p:nvSpPr>
          <p:spPr>
            <a:xfrm rot="10800000">
              <a:off x="2908925" y="6917679"/>
              <a:ext cx="415925" cy="434187"/>
            </a:xfrm>
            <a:custGeom>
              <a:avLst/>
              <a:gdLst>
                <a:gd name="connsiteX0" fmla="*/ 146360 w 328864"/>
                <a:gd name="connsiteY0" fmla="*/ 434187 h 434187"/>
                <a:gd name="connsiteX1" fmla="*/ 38421 w 328864"/>
                <a:gd name="connsiteY1" fmla="*/ 424358 h 434187"/>
                <a:gd name="connsiteX2" fmla="*/ 0 w 328864"/>
                <a:gd name="connsiteY2" fmla="*/ 413585 h 434187"/>
                <a:gd name="connsiteX3" fmla="*/ 164755 w 328864"/>
                <a:gd name="connsiteY3" fmla="*/ 0 h 434187"/>
                <a:gd name="connsiteX4" fmla="*/ 328864 w 328864"/>
                <a:gd name="connsiteY4" fmla="*/ 403449 h 434187"/>
                <a:gd name="connsiteX5" fmla="*/ 254299 w 328864"/>
                <a:gd name="connsiteY5" fmla="*/ 424358 h 434187"/>
                <a:gd name="connsiteX6" fmla="*/ 146360 w 328864"/>
                <a:gd name="connsiteY6" fmla="*/ 434187 h 43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8864" h="434187">
                  <a:moveTo>
                    <a:pt x="146360" y="434187"/>
                  </a:moveTo>
                  <a:cubicBezTo>
                    <a:pt x="109386" y="434187"/>
                    <a:pt x="73286" y="430803"/>
                    <a:pt x="38421" y="424358"/>
                  </a:cubicBezTo>
                  <a:lnTo>
                    <a:pt x="0" y="413585"/>
                  </a:lnTo>
                  <a:lnTo>
                    <a:pt x="164755" y="0"/>
                  </a:lnTo>
                  <a:lnTo>
                    <a:pt x="328864" y="403449"/>
                  </a:lnTo>
                  <a:lnTo>
                    <a:pt x="254299" y="424358"/>
                  </a:lnTo>
                  <a:cubicBezTo>
                    <a:pt x="219434" y="430803"/>
                    <a:pt x="183334" y="434187"/>
                    <a:pt x="146360" y="434187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C76235D7-7A17-27BE-CA62-CC512148FB51}"/>
                </a:ext>
              </a:extLst>
            </p:cNvPr>
            <p:cNvSpPr/>
            <p:nvPr/>
          </p:nvSpPr>
          <p:spPr>
            <a:xfrm rot="10800000">
              <a:off x="2808834" y="2594601"/>
              <a:ext cx="572911" cy="3598517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07BA242-DDF9-86DA-2107-A150201DB6F9}"/>
                </a:ext>
              </a:extLst>
            </p:cNvPr>
            <p:cNvSpPr/>
            <p:nvPr/>
          </p:nvSpPr>
          <p:spPr>
            <a:xfrm>
              <a:off x="2425700" y="2482850"/>
              <a:ext cx="1365250" cy="584199"/>
            </a:xfrm>
            <a:prstGeom prst="round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42725D-8DA7-510E-EC9D-83C0B206EB78}"/>
              </a:ext>
            </a:extLst>
          </p:cNvPr>
          <p:cNvGrpSpPr/>
          <p:nvPr/>
        </p:nvGrpSpPr>
        <p:grpSpPr>
          <a:xfrm>
            <a:off x="4392640" y="1744636"/>
            <a:ext cx="1365250" cy="5504218"/>
            <a:chOff x="2425700" y="1873097"/>
            <a:chExt cx="1365250" cy="5504218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4A33FE-383E-8F3C-81AC-62100AA0CE8E}"/>
                </a:ext>
              </a:extLst>
            </p:cNvPr>
            <p:cNvSpPr/>
            <p:nvPr/>
          </p:nvSpPr>
          <p:spPr>
            <a:xfrm rot="10800000">
              <a:off x="2566946" y="5899999"/>
              <a:ext cx="1090480" cy="434189"/>
            </a:xfrm>
            <a:custGeom>
              <a:avLst/>
              <a:gdLst>
                <a:gd name="connsiteX0" fmla="*/ 1071167 w 1071167"/>
                <a:gd name="connsiteY0" fmla="*/ 306185 h 306185"/>
                <a:gd name="connsiteX1" fmla="*/ 0 w 1071167"/>
                <a:gd name="connsiteY1" fmla="*/ 306185 h 306185"/>
                <a:gd name="connsiteX2" fmla="*/ 0 w 1071167"/>
                <a:gd name="connsiteY2" fmla="*/ 83855 h 306185"/>
                <a:gd name="connsiteX3" fmla="*/ 37965 w 1071167"/>
                <a:gd name="connsiteY3" fmla="*/ 0 h 306185"/>
                <a:gd name="connsiteX4" fmla="*/ 1030280 w 1071167"/>
                <a:gd name="connsiteY4" fmla="*/ 0 h 306185"/>
                <a:gd name="connsiteX5" fmla="*/ 1071167 w 1071167"/>
                <a:gd name="connsiteY5" fmla="*/ 88445 h 306185"/>
                <a:gd name="connsiteX6" fmla="*/ 1071167 w 1071167"/>
                <a:gd name="connsiteY6" fmla="*/ 306185 h 30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167" h="306185">
                  <a:moveTo>
                    <a:pt x="1071167" y="306185"/>
                  </a:moveTo>
                  <a:lnTo>
                    <a:pt x="0" y="306185"/>
                  </a:lnTo>
                  <a:lnTo>
                    <a:pt x="0" y="83855"/>
                  </a:lnTo>
                  <a:lnTo>
                    <a:pt x="37965" y="0"/>
                  </a:lnTo>
                  <a:lnTo>
                    <a:pt x="1030280" y="0"/>
                  </a:lnTo>
                  <a:lnTo>
                    <a:pt x="1071167" y="88445"/>
                  </a:lnTo>
                  <a:lnTo>
                    <a:pt x="1071167" y="306185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112E86D-4B9C-664A-640E-1B7BDAA1E51D}"/>
                </a:ext>
              </a:extLst>
            </p:cNvPr>
            <p:cNvSpPr/>
            <p:nvPr/>
          </p:nvSpPr>
          <p:spPr>
            <a:xfrm rot="10800000">
              <a:off x="2592458" y="6292850"/>
              <a:ext cx="1045655" cy="1084465"/>
            </a:xfrm>
            <a:custGeom>
              <a:avLst/>
              <a:gdLst>
                <a:gd name="connsiteX0" fmla="*/ 992315 w 992315"/>
                <a:gd name="connsiteY0" fmla="*/ 1084465 h 1084465"/>
                <a:gd name="connsiteX1" fmla="*/ 0 w 992315"/>
                <a:gd name="connsiteY1" fmla="*/ 1084465 h 1084465"/>
                <a:gd name="connsiteX2" fmla="*/ 490977 w 992315"/>
                <a:gd name="connsiteY2" fmla="*/ 0 h 1084465"/>
                <a:gd name="connsiteX3" fmla="*/ 992315 w 992315"/>
                <a:gd name="connsiteY3" fmla="*/ 1084465 h 1084465"/>
                <a:gd name="connsiteX0" fmla="*/ 0 w 992315"/>
                <a:gd name="connsiteY0" fmla="*/ 1084465 h 1175905"/>
                <a:gd name="connsiteX1" fmla="*/ 490977 w 992315"/>
                <a:gd name="connsiteY1" fmla="*/ 0 h 1175905"/>
                <a:gd name="connsiteX2" fmla="*/ 992315 w 992315"/>
                <a:gd name="connsiteY2" fmla="*/ 1084465 h 1175905"/>
                <a:gd name="connsiteX3" fmla="*/ 86776 w 992315"/>
                <a:gd name="connsiteY3" fmla="*/ 1175905 h 1175905"/>
                <a:gd name="connsiteX0" fmla="*/ 0 w 992315"/>
                <a:gd name="connsiteY0" fmla="*/ 1084465 h 1084465"/>
                <a:gd name="connsiteX1" fmla="*/ 490977 w 992315"/>
                <a:gd name="connsiteY1" fmla="*/ 0 h 1084465"/>
                <a:gd name="connsiteX2" fmla="*/ 992315 w 992315"/>
                <a:gd name="connsiteY2" fmla="*/ 1084465 h 1084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2315" h="1084465">
                  <a:moveTo>
                    <a:pt x="0" y="1084465"/>
                  </a:moveTo>
                  <a:lnTo>
                    <a:pt x="490977" y="0"/>
                  </a:lnTo>
                  <a:lnTo>
                    <a:pt x="992315" y="1084465"/>
                  </a:lnTo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: Top Corners Rounded 19">
              <a:extLst>
                <a:ext uri="{FF2B5EF4-FFF2-40B4-BE49-F238E27FC236}">
                  <a16:creationId xmlns:a16="http://schemas.microsoft.com/office/drawing/2014/main" id="{49A06C12-4769-1267-0D57-627818907674}"/>
                </a:ext>
              </a:extLst>
            </p:cNvPr>
            <p:cNvSpPr/>
            <p:nvPr/>
          </p:nvSpPr>
          <p:spPr>
            <a:xfrm>
              <a:off x="2566946" y="1873097"/>
              <a:ext cx="1071167" cy="4055175"/>
            </a:xfrm>
            <a:prstGeom prst="round2SameRect">
              <a:avLst>
                <a:gd name="adj1" fmla="val 30978"/>
                <a:gd name="adj2" fmla="val 0"/>
              </a:avLst>
            </a:prstGeom>
            <a:solidFill>
              <a:srgbClr val="DA3D29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4DDC209-101C-EEA3-BF34-EA35CF224ECB}"/>
                </a:ext>
              </a:extLst>
            </p:cNvPr>
            <p:cNvSpPr/>
            <p:nvPr/>
          </p:nvSpPr>
          <p:spPr>
            <a:xfrm>
              <a:off x="2566946" y="2647950"/>
              <a:ext cx="285397" cy="3479800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9C032A8-B0F9-49D8-D18A-444608501888}"/>
                </a:ext>
              </a:extLst>
            </p:cNvPr>
            <p:cNvSpPr/>
            <p:nvPr/>
          </p:nvSpPr>
          <p:spPr>
            <a:xfrm flipH="1">
              <a:off x="3372029" y="2535942"/>
              <a:ext cx="285397" cy="3598517"/>
            </a:xfrm>
            <a:custGeom>
              <a:avLst/>
              <a:gdLst>
                <a:gd name="connsiteX0" fmla="*/ 0 w 300640"/>
                <a:gd name="connsiteY0" fmla="*/ 0 h 4172103"/>
                <a:gd name="connsiteX1" fmla="*/ 300640 w 300640"/>
                <a:gd name="connsiteY1" fmla="*/ 0 h 4172103"/>
                <a:gd name="connsiteX2" fmla="*/ 300640 w 300640"/>
                <a:gd name="connsiteY2" fmla="*/ 3885647 h 4172103"/>
                <a:gd name="connsiteX3" fmla="*/ 14184 w 300640"/>
                <a:gd name="connsiteY3" fmla="*/ 4172103 h 4172103"/>
                <a:gd name="connsiteX4" fmla="*/ 0 w 300640"/>
                <a:gd name="connsiteY4" fmla="*/ 4170673 h 4172103"/>
                <a:gd name="connsiteX5" fmla="*/ 0 w 300640"/>
                <a:gd name="connsiteY5" fmla="*/ 0 h 4172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40" h="4172103">
                  <a:moveTo>
                    <a:pt x="0" y="0"/>
                  </a:moveTo>
                  <a:lnTo>
                    <a:pt x="300640" y="0"/>
                  </a:lnTo>
                  <a:lnTo>
                    <a:pt x="300640" y="3885647"/>
                  </a:lnTo>
                  <a:cubicBezTo>
                    <a:pt x="300640" y="4043852"/>
                    <a:pt x="172389" y="4172103"/>
                    <a:pt x="14184" y="4172103"/>
                  </a:cubicBezTo>
                  <a:lnTo>
                    <a:pt x="0" y="4170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086B6CD-B46A-F0E4-412D-190206741EE6}"/>
                </a:ext>
              </a:extLst>
            </p:cNvPr>
            <p:cNvSpPr/>
            <p:nvPr/>
          </p:nvSpPr>
          <p:spPr>
            <a:xfrm rot="10800000">
              <a:off x="2947752" y="6917681"/>
              <a:ext cx="343107" cy="434187"/>
            </a:xfrm>
            <a:custGeom>
              <a:avLst/>
              <a:gdLst>
                <a:gd name="connsiteX0" fmla="*/ 146360 w 328864"/>
                <a:gd name="connsiteY0" fmla="*/ 434187 h 434187"/>
                <a:gd name="connsiteX1" fmla="*/ 38421 w 328864"/>
                <a:gd name="connsiteY1" fmla="*/ 424358 h 434187"/>
                <a:gd name="connsiteX2" fmla="*/ 0 w 328864"/>
                <a:gd name="connsiteY2" fmla="*/ 413585 h 434187"/>
                <a:gd name="connsiteX3" fmla="*/ 164755 w 328864"/>
                <a:gd name="connsiteY3" fmla="*/ 0 h 434187"/>
                <a:gd name="connsiteX4" fmla="*/ 328864 w 328864"/>
                <a:gd name="connsiteY4" fmla="*/ 403449 h 434187"/>
                <a:gd name="connsiteX5" fmla="*/ 254299 w 328864"/>
                <a:gd name="connsiteY5" fmla="*/ 424358 h 434187"/>
                <a:gd name="connsiteX6" fmla="*/ 146360 w 328864"/>
                <a:gd name="connsiteY6" fmla="*/ 434187 h 434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8864" h="434187">
                  <a:moveTo>
                    <a:pt x="146360" y="434187"/>
                  </a:moveTo>
                  <a:cubicBezTo>
                    <a:pt x="109386" y="434187"/>
                    <a:pt x="73286" y="430803"/>
                    <a:pt x="38421" y="424358"/>
                  </a:cubicBezTo>
                  <a:lnTo>
                    <a:pt x="0" y="413585"/>
                  </a:lnTo>
                  <a:lnTo>
                    <a:pt x="164755" y="0"/>
                  </a:lnTo>
                  <a:lnTo>
                    <a:pt x="328864" y="403449"/>
                  </a:lnTo>
                  <a:lnTo>
                    <a:pt x="254299" y="424358"/>
                  </a:lnTo>
                  <a:cubicBezTo>
                    <a:pt x="219434" y="430803"/>
                    <a:pt x="183334" y="434187"/>
                    <a:pt x="146360" y="434187"/>
                  </a:cubicBezTo>
                  <a:close/>
                </a:path>
              </a:pathLst>
            </a:cu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Rectangle: Top Corners Rounded 25">
              <a:extLst>
                <a:ext uri="{FF2B5EF4-FFF2-40B4-BE49-F238E27FC236}">
                  <a16:creationId xmlns:a16="http://schemas.microsoft.com/office/drawing/2014/main" id="{F8C1BC7D-6419-EFFF-7779-65B650D2D8C1}"/>
                </a:ext>
              </a:extLst>
            </p:cNvPr>
            <p:cNvSpPr/>
            <p:nvPr/>
          </p:nvSpPr>
          <p:spPr>
            <a:xfrm rot="10800000">
              <a:off x="2808834" y="2594601"/>
              <a:ext cx="572911" cy="359851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7A38405-4460-D481-28D5-D290F245BF9A}"/>
                </a:ext>
              </a:extLst>
            </p:cNvPr>
            <p:cNvSpPr/>
            <p:nvPr/>
          </p:nvSpPr>
          <p:spPr>
            <a:xfrm>
              <a:off x="2425700" y="2482850"/>
              <a:ext cx="1365250" cy="584199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540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20" dirty="0">
                <a:solidFill>
                  <a:prstClr val="black"/>
                </a:solidFill>
                <a:latin typeface="Calibri" panose="020F0502020204030204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187432" y="795135"/>
            <a:ext cx="3536560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Pen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A4F6ED-F49D-1993-6932-9C574E3D593A}"/>
              </a:ext>
            </a:extLst>
          </p:cNvPr>
          <p:cNvGrpSpPr/>
          <p:nvPr/>
        </p:nvGrpSpPr>
        <p:grpSpPr>
          <a:xfrm>
            <a:off x="837220" y="1609227"/>
            <a:ext cx="3649210" cy="5589377"/>
            <a:chOff x="1838499" y="2182990"/>
            <a:chExt cx="1323699" cy="20274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7AADB07-0821-08A5-8D71-6C9B55DDF545}"/>
                </a:ext>
              </a:extLst>
            </p:cNvPr>
            <p:cNvSpPr/>
            <p:nvPr/>
          </p:nvSpPr>
          <p:spPr>
            <a:xfrm rot="1422535">
              <a:off x="1838499" y="3818668"/>
              <a:ext cx="228963" cy="391789"/>
            </a:xfrm>
            <a:custGeom>
              <a:avLst/>
              <a:gdLst>
                <a:gd name="connsiteX0" fmla="*/ 0 w 120608"/>
                <a:gd name="connsiteY0" fmla="*/ 0 h 73062"/>
                <a:gd name="connsiteX1" fmla="*/ 120608 w 120608"/>
                <a:gd name="connsiteY1" fmla="*/ 0 h 73062"/>
                <a:gd name="connsiteX2" fmla="*/ 120116 w 120608"/>
                <a:gd name="connsiteY2" fmla="*/ 1305 h 73062"/>
                <a:gd name="connsiteX3" fmla="*/ 36739 w 120608"/>
                <a:gd name="connsiteY3" fmla="*/ 72986 h 73062"/>
                <a:gd name="connsiteX4" fmla="*/ 16317 w 120608"/>
                <a:gd name="connsiteY4" fmla="*/ 44786 h 73062"/>
                <a:gd name="connsiteX5" fmla="*/ 0 w 120608"/>
                <a:gd name="connsiteY5" fmla="*/ 0 h 73062"/>
                <a:gd name="connsiteX0" fmla="*/ 0 w 120608"/>
                <a:gd name="connsiteY0" fmla="*/ 0 h 79732"/>
                <a:gd name="connsiteX1" fmla="*/ 120608 w 120608"/>
                <a:gd name="connsiteY1" fmla="*/ 0 h 79732"/>
                <a:gd name="connsiteX2" fmla="*/ 120116 w 120608"/>
                <a:gd name="connsiteY2" fmla="*/ 1305 h 79732"/>
                <a:gd name="connsiteX3" fmla="*/ 32379 w 120608"/>
                <a:gd name="connsiteY3" fmla="*/ 79664 h 79732"/>
                <a:gd name="connsiteX4" fmla="*/ 16317 w 120608"/>
                <a:gd name="connsiteY4" fmla="*/ 44786 h 79732"/>
                <a:gd name="connsiteX5" fmla="*/ 0 w 120608"/>
                <a:gd name="connsiteY5" fmla="*/ 0 h 79732"/>
                <a:gd name="connsiteX0" fmla="*/ 4201 w 124809"/>
                <a:gd name="connsiteY0" fmla="*/ 0 h 79732"/>
                <a:gd name="connsiteX1" fmla="*/ 124809 w 124809"/>
                <a:gd name="connsiteY1" fmla="*/ 0 h 79732"/>
                <a:gd name="connsiteX2" fmla="*/ 124317 w 124809"/>
                <a:gd name="connsiteY2" fmla="*/ 1305 h 79732"/>
                <a:gd name="connsiteX3" fmla="*/ 36580 w 124809"/>
                <a:gd name="connsiteY3" fmla="*/ 79664 h 79732"/>
                <a:gd name="connsiteX4" fmla="*/ 4201 w 124809"/>
                <a:gd name="connsiteY4" fmla="*/ 0 h 79732"/>
                <a:gd name="connsiteX0" fmla="*/ 3110 w 123718"/>
                <a:gd name="connsiteY0" fmla="*/ 0 h 79732"/>
                <a:gd name="connsiteX1" fmla="*/ 123718 w 123718"/>
                <a:gd name="connsiteY1" fmla="*/ 0 h 79732"/>
                <a:gd name="connsiteX2" fmla="*/ 123226 w 123718"/>
                <a:gd name="connsiteY2" fmla="*/ 1305 h 79732"/>
                <a:gd name="connsiteX3" fmla="*/ 35489 w 123718"/>
                <a:gd name="connsiteY3" fmla="*/ 79664 h 79732"/>
                <a:gd name="connsiteX4" fmla="*/ 3110 w 123718"/>
                <a:gd name="connsiteY4" fmla="*/ 0 h 79732"/>
                <a:gd name="connsiteX0" fmla="*/ 3110 w 123718"/>
                <a:gd name="connsiteY0" fmla="*/ 0 h 79712"/>
                <a:gd name="connsiteX1" fmla="*/ 123718 w 123718"/>
                <a:gd name="connsiteY1" fmla="*/ 0 h 79712"/>
                <a:gd name="connsiteX2" fmla="*/ 123226 w 123718"/>
                <a:gd name="connsiteY2" fmla="*/ 1305 h 79712"/>
                <a:gd name="connsiteX3" fmla="*/ 35489 w 123718"/>
                <a:gd name="connsiteY3" fmla="*/ 79664 h 79712"/>
                <a:gd name="connsiteX4" fmla="*/ 3110 w 123718"/>
                <a:gd name="connsiteY4" fmla="*/ 0 h 79712"/>
                <a:gd name="connsiteX0" fmla="*/ 3110 w 123718"/>
                <a:gd name="connsiteY0" fmla="*/ 0 h 79690"/>
                <a:gd name="connsiteX1" fmla="*/ 123718 w 123718"/>
                <a:gd name="connsiteY1" fmla="*/ 0 h 79690"/>
                <a:gd name="connsiteX2" fmla="*/ 123226 w 123718"/>
                <a:gd name="connsiteY2" fmla="*/ 1305 h 79690"/>
                <a:gd name="connsiteX3" fmla="*/ 35489 w 123718"/>
                <a:gd name="connsiteY3" fmla="*/ 79664 h 79690"/>
                <a:gd name="connsiteX4" fmla="*/ 3110 w 123718"/>
                <a:gd name="connsiteY4" fmla="*/ 0 h 79690"/>
                <a:gd name="connsiteX0" fmla="*/ 2850 w 123458"/>
                <a:gd name="connsiteY0" fmla="*/ 0 h 79123"/>
                <a:gd name="connsiteX1" fmla="*/ 123458 w 123458"/>
                <a:gd name="connsiteY1" fmla="*/ 0 h 79123"/>
                <a:gd name="connsiteX2" fmla="*/ 122966 w 123458"/>
                <a:gd name="connsiteY2" fmla="*/ 1305 h 79123"/>
                <a:gd name="connsiteX3" fmla="*/ 40020 w 123458"/>
                <a:gd name="connsiteY3" fmla="*/ 79097 h 79123"/>
                <a:gd name="connsiteX4" fmla="*/ 2850 w 123458"/>
                <a:gd name="connsiteY4" fmla="*/ 0 h 79123"/>
                <a:gd name="connsiteX0" fmla="*/ 2764 w 123372"/>
                <a:gd name="connsiteY0" fmla="*/ 0 h 77885"/>
                <a:gd name="connsiteX1" fmla="*/ 123372 w 123372"/>
                <a:gd name="connsiteY1" fmla="*/ 0 h 77885"/>
                <a:gd name="connsiteX2" fmla="*/ 122880 w 123372"/>
                <a:gd name="connsiteY2" fmla="*/ 1305 h 77885"/>
                <a:gd name="connsiteX3" fmla="*/ 41725 w 123372"/>
                <a:gd name="connsiteY3" fmla="*/ 77858 h 77885"/>
                <a:gd name="connsiteX4" fmla="*/ 2764 w 123372"/>
                <a:gd name="connsiteY4" fmla="*/ 0 h 77885"/>
                <a:gd name="connsiteX0" fmla="*/ 2921 w 123529"/>
                <a:gd name="connsiteY0" fmla="*/ 0 h 78263"/>
                <a:gd name="connsiteX1" fmla="*/ 123529 w 123529"/>
                <a:gd name="connsiteY1" fmla="*/ 0 h 78263"/>
                <a:gd name="connsiteX2" fmla="*/ 123037 w 123529"/>
                <a:gd name="connsiteY2" fmla="*/ 1305 h 78263"/>
                <a:gd name="connsiteX3" fmla="*/ 38688 w 123529"/>
                <a:gd name="connsiteY3" fmla="*/ 78236 h 78263"/>
                <a:gd name="connsiteX4" fmla="*/ 2921 w 123529"/>
                <a:gd name="connsiteY4" fmla="*/ 0 h 78263"/>
                <a:gd name="connsiteX0" fmla="*/ 3458 w 115382"/>
                <a:gd name="connsiteY0" fmla="*/ 0 h 78778"/>
                <a:gd name="connsiteX1" fmla="*/ 115382 w 115382"/>
                <a:gd name="connsiteY1" fmla="*/ 515 h 78778"/>
                <a:gd name="connsiteX2" fmla="*/ 114890 w 115382"/>
                <a:gd name="connsiteY2" fmla="*/ 1820 h 78778"/>
                <a:gd name="connsiteX3" fmla="*/ 30541 w 115382"/>
                <a:gd name="connsiteY3" fmla="*/ 78751 h 78778"/>
                <a:gd name="connsiteX4" fmla="*/ 3458 w 115382"/>
                <a:gd name="connsiteY4" fmla="*/ 0 h 78778"/>
                <a:gd name="connsiteX0" fmla="*/ 2922 w 114846"/>
                <a:gd name="connsiteY0" fmla="*/ 0 h 78263"/>
                <a:gd name="connsiteX1" fmla="*/ 114846 w 114846"/>
                <a:gd name="connsiteY1" fmla="*/ 515 h 78263"/>
                <a:gd name="connsiteX2" fmla="*/ 114354 w 114846"/>
                <a:gd name="connsiteY2" fmla="*/ 1820 h 78263"/>
                <a:gd name="connsiteX3" fmla="*/ 38691 w 114846"/>
                <a:gd name="connsiteY3" fmla="*/ 78236 h 78263"/>
                <a:gd name="connsiteX4" fmla="*/ 2922 w 114846"/>
                <a:gd name="connsiteY4" fmla="*/ 0 h 78263"/>
                <a:gd name="connsiteX0" fmla="*/ 3226 w 115150"/>
                <a:gd name="connsiteY0" fmla="*/ 0 h 77349"/>
                <a:gd name="connsiteX1" fmla="*/ 115150 w 115150"/>
                <a:gd name="connsiteY1" fmla="*/ 515 h 77349"/>
                <a:gd name="connsiteX2" fmla="*/ 114658 w 115150"/>
                <a:gd name="connsiteY2" fmla="*/ 1820 h 77349"/>
                <a:gd name="connsiteX3" fmla="*/ 33698 w 115150"/>
                <a:gd name="connsiteY3" fmla="*/ 77322 h 77349"/>
                <a:gd name="connsiteX4" fmla="*/ 3226 w 115150"/>
                <a:gd name="connsiteY4" fmla="*/ 0 h 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50" h="77349">
                  <a:moveTo>
                    <a:pt x="3226" y="0"/>
                  </a:moveTo>
                  <a:lnTo>
                    <a:pt x="115150" y="515"/>
                  </a:lnTo>
                  <a:lnTo>
                    <a:pt x="114658" y="1820"/>
                  </a:lnTo>
                  <a:cubicBezTo>
                    <a:pt x="101211" y="21172"/>
                    <a:pt x="32043" y="78794"/>
                    <a:pt x="33698" y="77322"/>
                  </a:cubicBezTo>
                  <a:cubicBezTo>
                    <a:pt x="28557" y="76884"/>
                    <a:pt x="-11479" y="13277"/>
                    <a:pt x="32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8C79B3D-BD89-3864-F50B-EEF061303629}"/>
                </a:ext>
              </a:extLst>
            </p:cNvPr>
            <p:cNvSpPr/>
            <p:nvPr/>
          </p:nvSpPr>
          <p:spPr>
            <a:xfrm rot="1996151">
              <a:off x="2598872" y="2493646"/>
              <a:ext cx="514493" cy="706846"/>
            </a:xfrm>
            <a:custGeom>
              <a:avLst/>
              <a:gdLst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06272 w 514564"/>
                <a:gd name="connsiteY4" fmla="*/ 636190 h 636190"/>
                <a:gd name="connsiteX5" fmla="*/ 404525 w 514564"/>
                <a:gd name="connsiteY5" fmla="*/ 547274 h 636190"/>
                <a:gd name="connsiteX6" fmla="*/ 387429 w 514564"/>
                <a:gd name="connsiteY6" fmla="*/ 138069 h 636190"/>
                <a:gd name="connsiteX7" fmla="*/ 205455 w 514564"/>
                <a:gd name="connsiteY7" fmla="*/ 127405 h 636190"/>
                <a:gd name="connsiteX8" fmla="*/ 188921 w 514564"/>
                <a:gd name="connsiteY8" fmla="*/ 481125 h 636190"/>
                <a:gd name="connsiteX9" fmla="*/ 184373 w 514564"/>
                <a:gd name="connsiteY9" fmla="*/ 636190 h 636190"/>
                <a:gd name="connsiteX10" fmla="*/ 0 w 514564"/>
                <a:gd name="connsiteY10" fmla="*/ 636190 h 636190"/>
                <a:gd name="connsiteX11" fmla="*/ 4807 w 514564"/>
                <a:gd name="connsiteY11" fmla="*/ 534207 h 636190"/>
                <a:gd name="connsiteX12" fmla="*/ 53154 w 514564"/>
                <a:gd name="connsiteY12" fmla="*/ 20090 h 636190"/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06272 w 514564"/>
                <a:gd name="connsiteY4" fmla="*/ 636190 h 636190"/>
                <a:gd name="connsiteX5" fmla="*/ 404525 w 514564"/>
                <a:gd name="connsiteY5" fmla="*/ 547274 h 636190"/>
                <a:gd name="connsiteX6" fmla="*/ 387429 w 514564"/>
                <a:gd name="connsiteY6" fmla="*/ 138069 h 636190"/>
                <a:gd name="connsiteX7" fmla="*/ 205455 w 514564"/>
                <a:gd name="connsiteY7" fmla="*/ 127405 h 636190"/>
                <a:gd name="connsiteX8" fmla="*/ 188921 w 514564"/>
                <a:gd name="connsiteY8" fmla="*/ 481125 h 636190"/>
                <a:gd name="connsiteX9" fmla="*/ 184373 w 514564"/>
                <a:gd name="connsiteY9" fmla="*/ 636190 h 636190"/>
                <a:gd name="connsiteX10" fmla="*/ 0 w 514564"/>
                <a:gd name="connsiteY10" fmla="*/ 636190 h 636190"/>
                <a:gd name="connsiteX11" fmla="*/ 4807 w 514564"/>
                <a:gd name="connsiteY11" fmla="*/ 534207 h 636190"/>
                <a:gd name="connsiteX12" fmla="*/ 53154 w 514564"/>
                <a:gd name="connsiteY12" fmla="*/ 20090 h 636190"/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06272 w 514564"/>
                <a:gd name="connsiteY4" fmla="*/ 636190 h 636190"/>
                <a:gd name="connsiteX5" fmla="*/ 387429 w 514564"/>
                <a:gd name="connsiteY5" fmla="*/ 138069 h 636190"/>
                <a:gd name="connsiteX6" fmla="*/ 205455 w 514564"/>
                <a:gd name="connsiteY6" fmla="*/ 127405 h 636190"/>
                <a:gd name="connsiteX7" fmla="*/ 188921 w 514564"/>
                <a:gd name="connsiteY7" fmla="*/ 481125 h 636190"/>
                <a:gd name="connsiteX8" fmla="*/ 184373 w 514564"/>
                <a:gd name="connsiteY8" fmla="*/ 636190 h 636190"/>
                <a:gd name="connsiteX9" fmla="*/ 0 w 514564"/>
                <a:gd name="connsiteY9" fmla="*/ 636190 h 636190"/>
                <a:gd name="connsiteX10" fmla="*/ 4807 w 514564"/>
                <a:gd name="connsiteY10" fmla="*/ 534207 h 636190"/>
                <a:gd name="connsiteX11" fmla="*/ 53154 w 514564"/>
                <a:gd name="connsiteY11" fmla="*/ 20090 h 636190"/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25482 w 514564"/>
                <a:gd name="connsiteY4" fmla="*/ 630198 h 636190"/>
                <a:gd name="connsiteX5" fmla="*/ 387429 w 514564"/>
                <a:gd name="connsiteY5" fmla="*/ 138069 h 636190"/>
                <a:gd name="connsiteX6" fmla="*/ 205455 w 514564"/>
                <a:gd name="connsiteY6" fmla="*/ 127405 h 636190"/>
                <a:gd name="connsiteX7" fmla="*/ 188921 w 514564"/>
                <a:gd name="connsiteY7" fmla="*/ 481125 h 636190"/>
                <a:gd name="connsiteX8" fmla="*/ 184373 w 514564"/>
                <a:gd name="connsiteY8" fmla="*/ 636190 h 636190"/>
                <a:gd name="connsiteX9" fmla="*/ 0 w 514564"/>
                <a:gd name="connsiteY9" fmla="*/ 636190 h 636190"/>
                <a:gd name="connsiteX10" fmla="*/ 4807 w 514564"/>
                <a:gd name="connsiteY10" fmla="*/ 534207 h 636190"/>
                <a:gd name="connsiteX11" fmla="*/ 53154 w 514564"/>
                <a:gd name="connsiteY11" fmla="*/ 20090 h 636190"/>
                <a:gd name="connsiteX0" fmla="*/ 53154 w 514564"/>
                <a:gd name="connsiteY0" fmla="*/ 20090 h 641244"/>
                <a:gd name="connsiteX1" fmla="*/ 467425 w 514564"/>
                <a:gd name="connsiteY1" fmla="*/ 30754 h 641244"/>
                <a:gd name="connsiteX2" fmla="*/ 514493 w 514564"/>
                <a:gd name="connsiteY2" fmla="*/ 622126 h 641244"/>
                <a:gd name="connsiteX3" fmla="*/ 514564 w 514564"/>
                <a:gd name="connsiteY3" fmla="*/ 636189 h 641244"/>
                <a:gd name="connsiteX4" fmla="*/ 425482 w 514564"/>
                <a:gd name="connsiteY4" fmla="*/ 630198 h 641244"/>
                <a:gd name="connsiteX5" fmla="*/ 387429 w 514564"/>
                <a:gd name="connsiteY5" fmla="*/ 138069 h 641244"/>
                <a:gd name="connsiteX6" fmla="*/ 205455 w 514564"/>
                <a:gd name="connsiteY6" fmla="*/ 127405 h 641244"/>
                <a:gd name="connsiteX7" fmla="*/ 188921 w 514564"/>
                <a:gd name="connsiteY7" fmla="*/ 481125 h 641244"/>
                <a:gd name="connsiteX8" fmla="*/ 184373 w 514564"/>
                <a:gd name="connsiteY8" fmla="*/ 636190 h 641244"/>
                <a:gd name="connsiteX9" fmla="*/ 0 w 514564"/>
                <a:gd name="connsiteY9" fmla="*/ 636190 h 641244"/>
                <a:gd name="connsiteX10" fmla="*/ 4807 w 514564"/>
                <a:gd name="connsiteY10" fmla="*/ 534207 h 641244"/>
                <a:gd name="connsiteX11" fmla="*/ 53154 w 514564"/>
                <a:gd name="connsiteY11" fmla="*/ 20090 h 641244"/>
                <a:gd name="connsiteX0" fmla="*/ 53154 w 514493"/>
                <a:gd name="connsiteY0" fmla="*/ 20090 h 693885"/>
                <a:gd name="connsiteX1" fmla="*/ 467425 w 514493"/>
                <a:gd name="connsiteY1" fmla="*/ 30754 h 693885"/>
                <a:gd name="connsiteX2" fmla="*/ 514493 w 514493"/>
                <a:gd name="connsiteY2" fmla="*/ 622126 h 693885"/>
                <a:gd name="connsiteX3" fmla="*/ 425482 w 514493"/>
                <a:gd name="connsiteY3" fmla="*/ 630198 h 693885"/>
                <a:gd name="connsiteX4" fmla="*/ 387429 w 514493"/>
                <a:gd name="connsiteY4" fmla="*/ 138069 h 693885"/>
                <a:gd name="connsiteX5" fmla="*/ 205455 w 514493"/>
                <a:gd name="connsiteY5" fmla="*/ 127405 h 693885"/>
                <a:gd name="connsiteX6" fmla="*/ 188921 w 514493"/>
                <a:gd name="connsiteY6" fmla="*/ 481125 h 693885"/>
                <a:gd name="connsiteX7" fmla="*/ 184373 w 514493"/>
                <a:gd name="connsiteY7" fmla="*/ 636190 h 693885"/>
                <a:gd name="connsiteX8" fmla="*/ 0 w 514493"/>
                <a:gd name="connsiteY8" fmla="*/ 636190 h 693885"/>
                <a:gd name="connsiteX9" fmla="*/ 4807 w 514493"/>
                <a:gd name="connsiteY9" fmla="*/ 534207 h 693885"/>
                <a:gd name="connsiteX10" fmla="*/ 53154 w 514493"/>
                <a:gd name="connsiteY10" fmla="*/ 20090 h 693885"/>
                <a:gd name="connsiteX0" fmla="*/ 53154 w 514493"/>
                <a:gd name="connsiteY0" fmla="*/ 33051 h 706846"/>
                <a:gd name="connsiteX1" fmla="*/ 467425 w 514493"/>
                <a:gd name="connsiteY1" fmla="*/ 43715 h 706846"/>
                <a:gd name="connsiteX2" fmla="*/ 514493 w 514493"/>
                <a:gd name="connsiteY2" fmla="*/ 635087 h 706846"/>
                <a:gd name="connsiteX3" fmla="*/ 425482 w 514493"/>
                <a:gd name="connsiteY3" fmla="*/ 643159 h 706846"/>
                <a:gd name="connsiteX4" fmla="*/ 387429 w 514493"/>
                <a:gd name="connsiteY4" fmla="*/ 151030 h 706846"/>
                <a:gd name="connsiteX5" fmla="*/ 205455 w 514493"/>
                <a:gd name="connsiteY5" fmla="*/ 140366 h 706846"/>
                <a:gd name="connsiteX6" fmla="*/ 188921 w 514493"/>
                <a:gd name="connsiteY6" fmla="*/ 494086 h 706846"/>
                <a:gd name="connsiteX7" fmla="*/ 184373 w 514493"/>
                <a:gd name="connsiteY7" fmla="*/ 649151 h 706846"/>
                <a:gd name="connsiteX8" fmla="*/ 0 w 514493"/>
                <a:gd name="connsiteY8" fmla="*/ 649151 h 706846"/>
                <a:gd name="connsiteX9" fmla="*/ 4807 w 514493"/>
                <a:gd name="connsiteY9" fmla="*/ 547168 h 706846"/>
                <a:gd name="connsiteX10" fmla="*/ 53154 w 514493"/>
                <a:gd name="connsiteY10" fmla="*/ 33051 h 706846"/>
                <a:gd name="connsiteX0" fmla="*/ 53154 w 514493"/>
                <a:gd name="connsiteY0" fmla="*/ 33051 h 706846"/>
                <a:gd name="connsiteX1" fmla="*/ 467425 w 514493"/>
                <a:gd name="connsiteY1" fmla="*/ 43715 h 706846"/>
                <a:gd name="connsiteX2" fmla="*/ 514493 w 514493"/>
                <a:gd name="connsiteY2" fmla="*/ 635087 h 706846"/>
                <a:gd name="connsiteX3" fmla="*/ 425482 w 514493"/>
                <a:gd name="connsiteY3" fmla="*/ 643159 h 706846"/>
                <a:gd name="connsiteX4" fmla="*/ 387429 w 514493"/>
                <a:gd name="connsiteY4" fmla="*/ 151030 h 706846"/>
                <a:gd name="connsiteX5" fmla="*/ 205455 w 514493"/>
                <a:gd name="connsiteY5" fmla="*/ 140366 h 706846"/>
                <a:gd name="connsiteX6" fmla="*/ 188921 w 514493"/>
                <a:gd name="connsiteY6" fmla="*/ 494086 h 706846"/>
                <a:gd name="connsiteX7" fmla="*/ 184373 w 514493"/>
                <a:gd name="connsiteY7" fmla="*/ 649151 h 706846"/>
                <a:gd name="connsiteX8" fmla="*/ 0 w 514493"/>
                <a:gd name="connsiteY8" fmla="*/ 649151 h 706846"/>
                <a:gd name="connsiteX9" fmla="*/ 4807 w 514493"/>
                <a:gd name="connsiteY9" fmla="*/ 547168 h 706846"/>
                <a:gd name="connsiteX10" fmla="*/ 53154 w 514493"/>
                <a:gd name="connsiteY10" fmla="*/ 33051 h 706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4493" h="706846">
                  <a:moveTo>
                    <a:pt x="53154" y="33051"/>
                  </a:moveTo>
                  <a:cubicBezTo>
                    <a:pt x="219112" y="3759"/>
                    <a:pt x="386607" y="-28262"/>
                    <a:pt x="467425" y="43715"/>
                  </a:cubicBezTo>
                  <a:cubicBezTo>
                    <a:pt x="498174" y="118487"/>
                    <a:pt x="507082" y="381066"/>
                    <a:pt x="514493" y="635087"/>
                  </a:cubicBezTo>
                  <a:cubicBezTo>
                    <a:pt x="507503" y="734994"/>
                    <a:pt x="446659" y="723835"/>
                    <a:pt x="425482" y="643159"/>
                  </a:cubicBezTo>
                  <a:cubicBezTo>
                    <a:pt x="404293" y="560139"/>
                    <a:pt x="420898" y="235827"/>
                    <a:pt x="387429" y="151030"/>
                  </a:cubicBezTo>
                  <a:cubicBezTo>
                    <a:pt x="326899" y="113133"/>
                    <a:pt x="278354" y="111074"/>
                    <a:pt x="205455" y="140366"/>
                  </a:cubicBezTo>
                  <a:cubicBezTo>
                    <a:pt x="200403" y="216937"/>
                    <a:pt x="194094" y="341944"/>
                    <a:pt x="188921" y="494086"/>
                  </a:cubicBezTo>
                  <a:lnTo>
                    <a:pt x="184373" y="649151"/>
                  </a:lnTo>
                  <a:lnTo>
                    <a:pt x="0" y="649151"/>
                  </a:lnTo>
                  <a:lnTo>
                    <a:pt x="4807" y="547168"/>
                  </a:lnTo>
                  <a:cubicBezTo>
                    <a:pt x="17398" y="323349"/>
                    <a:pt x="37822" y="135147"/>
                    <a:pt x="53154" y="33051"/>
                  </a:cubicBezTo>
                  <a:close/>
                </a:path>
              </a:pathLst>
            </a:custGeom>
            <a:solidFill>
              <a:srgbClr val="2CB4AC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B519844-52E6-2398-6A7F-8B29B1655BA2}"/>
                </a:ext>
              </a:extLst>
            </p:cNvPr>
            <p:cNvSpPr/>
            <p:nvPr/>
          </p:nvSpPr>
          <p:spPr>
            <a:xfrm>
              <a:off x="1874737" y="2255712"/>
              <a:ext cx="1287461" cy="1781011"/>
            </a:xfrm>
            <a:custGeom>
              <a:avLst/>
              <a:gdLst>
                <a:gd name="connsiteX0" fmla="*/ 0 w 454610"/>
                <a:gd name="connsiteY0" fmla="*/ 0 h 463127"/>
                <a:gd name="connsiteX1" fmla="*/ 454610 w 454610"/>
                <a:gd name="connsiteY1" fmla="*/ 0 h 463127"/>
                <a:gd name="connsiteX2" fmla="*/ 454610 w 454610"/>
                <a:gd name="connsiteY2" fmla="*/ 463127 h 463127"/>
                <a:gd name="connsiteX3" fmla="*/ 0 w 454610"/>
                <a:gd name="connsiteY3" fmla="*/ 463127 h 463127"/>
                <a:gd name="connsiteX4" fmla="*/ 0 w 454610"/>
                <a:gd name="connsiteY4" fmla="*/ 0 h 463127"/>
                <a:gd name="connsiteX0" fmla="*/ 876300 w 1330910"/>
                <a:gd name="connsiteY0" fmla="*/ 0 h 1136227"/>
                <a:gd name="connsiteX1" fmla="*/ 1330910 w 1330910"/>
                <a:gd name="connsiteY1" fmla="*/ 0 h 1136227"/>
                <a:gd name="connsiteX2" fmla="*/ 1330910 w 1330910"/>
                <a:gd name="connsiteY2" fmla="*/ 463127 h 1136227"/>
                <a:gd name="connsiteX3" fmla="*/ 0 w 1330910"/>
                <a:gd name="connsiteY3" fmla="*/ 1136227 h 1136227"/>
                <a:gd name="connsiteX4" fmla="*/ 876300 w 1330910"/>
                <a:gd name="connsiteY4" fmla="*/ 0 h 1136227"/>
                <a:gd name="connsiteX0" fmla="*/ 876300 w 1330910"/>
                <a:gd name="connsiteY0" fmla="*/ 0 h 1174327"/>
                <a:gd name="connsiteX1" fmla="*/ 1330910 w 1330910"/>
                <a:gd name="connsiteY1" fmla="*/ 0 h 1174327"/>
                <a:gd name="connsiteX2" fmla="*/ 467310 w 1330910"/>
                <a:gd name="connsiteY2" fmla="*/ 1174327 h 1174327"/>
                <a:gd name="connsiteX3" fmla="*/ 0 w 1330910"/>
                <a:gd name="connsiteY3" fmla="*/ 1136227 h 1174327"/>
                <a:gd name="connsiteX4" fmla="*/ 876300 w 1330910"/>
                <a:gd name="connsiteY4" fmla="*/ 0 h 1174327"/>
                <a:gd name="connsiteX0" fmla="*/ 866775 w 1330910"/>
                <a:gd name="connsiteY0" fmla="*/ 0 h 1288627"/>
                <a:gd name="connsiteX1" fmla="*/ 1330910 w 1330910"/>
                <a:gd name="connsiteY1" fmla="*/ 114300 h 1288627"/>
                <a:gd name="connsiteX2" fmla="*/ 467310 w 1330910"/>
                <a:gd name="connsiteY2" fmla="*/ 1288627 h 1288627"/>
                <a:gd name="connsiteX3" fmla="*/ 0 w 1330910"/>
                <a:gd name="connsiteY3" fmla="*/ 1250527 h 1288627"/>
                <a:gd name="connsiteX4" fmla="*/ 866775 w 1330910"/>
                <a:gd name="connsiteY4" fmla="*/ 0 h 1288627"/>
                <a:gd name="connsiteX0" fmla="*/ 866775 w 1197560"/>
                <a:gd name="connsiteY0" fmla="*/ 0 h 1288627"/>
                <a:gd name="connsiteX1" fmla="*/ 1197560 w 1197560"/>
                <a:gd name="connsiteY1" fmla="*/ 209550 h 1288627"/>
                <a:gd name="connsiteX2" fmla="*/ 467310 w 1197560"/>
                <a:gd name="connsiteY2" fmla="*/ 1288627 h 1288627"/>
                <a:gd name="connsiteX3" fmla="*/ 0 w 1197560"/>
                <a:gd name="connsiteY3" fmla="*/ 1250527 h 1288627"/>
                <a:gd name="connsiteX4" fmla="*/ 866775 w 1197560"/>
                <a:gd name="connsiteY4" fmla="*/ 0 h 1288627"/>
                <a:gd name="connsiteX0" fmla="*/ 866775 w 1188035"/>
                <a:gd name="connsiteY0" fmla="*/ 0 h 1288627"/>
                <a:gd name="connsiteX1" fmla="*/ 1188035 w 1188035"/>
                <a:gd name="connsiteY1" fmla="*/ 190500 h 1288627"/>
                <a:gd name="connsiteX2" fmla="*/ 467310 w 1188035"/>
                <a:gd name="connsiteY2" fmla="*/ 1288627 h 1288627"/>
                <a:gd name="connsiteX3" fmla="*/ 0 w 1188035"/>
                <a:gd name="connsiteY3" fmla="*/ 1250527 h 1288627"/>
                <a:gd name="connsiteX4" fmla="*/ 866775 w 1188035"/>
                <a:gd name="connsiteY4" fmla="*/ 0 h 1288627"/>
                <a:gd name="connsiteX0" fmla="*/ 866775 w 1188035"/>
                <a:gd name="connsiteY0" fmla="*/ 0 h 1288627"/>
                <a:gd name="connsiteX1" fmla="*/ 1188035 w 1188035"/>
                <a:gd name="connsiteY1" fmla="*/ 190500 h 1288627"/>
                <a:gd name="connsiteX2" fmla="*/ 467310 w 1188035"/>
                <a:gd name="connsiteY2" fmla="*/ 1288627 h 1288627"/>
                <a:gd name="connsiteX3" fmla="*/ 0 w 1188035"/>
                <a:gd name="connsiteY3" fmla="*/ 1250527 h 1288627"/>
                <a:gd name="connsiteX4" fmla="*/ 866775 w 1188035"/>
                <a:gd name="connsiteY4" fmla="*/ 0 h 1288627"/>
                <a:gd name="connsiteX0" fmla="*/ 876300 w 1188035"/>
                <a:gd name="connsiteY0" fmla="*/ 0 h 1307677"/>
                <a:gd name="connsiteX1" fmla="*/ 1188035 w 1188035"/>
                <a:gd name="connsiteY1" fmla="*/ 209550 h 1307677"/>
                <a:gd name="connsiteX2" fmla="*/ 467310 w 1188035"/>
                <a:gd name="connsiteY2" fmla="*/ 1307677 h 1307677"/>
                <a:gd name="connsiteX3" fmla="*/ 0 w 1188035"/>
                <a:gd name="connsiteY3" fmla="*/ 1269577 h 1307677"/>
                <a:gd name="connsiteX4" fmla="*/ 876300 w 1188035"/>
                <a:gd name="connsiteY4" fmla="*/ 0 h 1307677"/>
                <a:gd name="connsiteX0" fmla="*/ 876300 w 1188035"/>
                <a:gd name="connsiteY0" fmla="*/ 0 h 1307677"/>
                <a:gd name="connsiteX1" fmla="*/ 1188035 w 1188035"/>
                <a:gd name="connsiteY1" fmla="*/ 209550 h 1307677"/>
                <a:gd name="connsiteX2" fmla="*/ 467310 w 1188035"/>
                <a:gd name="connsiteY2" fmla="*/ 1307677 h 1307677"/>
                <a:gd name="connsiteX3" fmla="*/ 0 w 1188035"/>
                <a:gd name="connsiteY3" fmla="*/ 1269577 h 1307677"/>
                <a:gd name="connsiteX4" fmla="*/ 876300 w 1188035"/>
                <a:gd name="connsiteY4" fmla="*/ 0 h 1307677"/>
                <a:gd name="connsiteX0" fmla="*/ 876300 w 1188035"/>
                <a:gd name="connsiteY0" fmla="*/ 0 h 1307677"/>
                <a:gd name="connsiteX1" fmla="*/ 1188035 w 1188035"/>
                <a:gd name="connsiteY1" fmla="*/ 209550 h 1307677"/>
                <a:gd name="connsiteX2" fmla="*/ 467310 w 1188035"/>
                <a:gd name="connsiteY2" fmla="*/ 1307677 h 1307677"/>
                <a:gd name="connsiteX3" fmla="*/ 0 w 1188035"/>
                <a:gd name="connsiteY3" fmla="*/ 1269577 h 1307677"/>
                <a:gd name="connsiteX4" fmla="*/ 876300 w 1188035"/>
                <a:gd name="connsiteY4" fmla="*/ 0 h 1307677"/>
                <a:gd name="connsiteX0" fmla="*/ 876300 w 1188035"/>
                <a:gd name="connsiteY0" fmla="*/ 0 h 1488652"/>
                <a:gd name="connsiteX1" fmla="*/ 1188035 w 1188035"/>
                <a:gd name="connsiteY1" fmla="*/ 209550 h 1488652"/>
                <a:gd name="connsiteX2" fmla="*/ 333960 w 1188035"/>
                <a:gd name="connsiteY2" fmla="*/ 1488652 h 1488652"/>
                <a:gd name="connsiteX3" fmla="*/ 0 w 1188035"/>
                <a:gd name="connsiteY3" fmla="*/ 1269577 h 1488652"/>
                <a:gd name="connsiteX4" fmla="*/ 876300 w 1188035"/>
                <a:gd name="connsiteY4" fmla="*/ 0 h 1488652"/>
                <a:gd name="connsiteX0" fmla="*/ 876300 w 1188035"/>
                <a:gd name="connsiteY0" fmla="*/ 0 h 1488652"/>
                <a:gd name="connsiteX1" fmla="*/ 1188035 w 1188035"/>
                <a:gd name="connsiteY1" fmla="*/ 209550 h 1488652"/>
                <a:gd name="connsiteX2" fmla="*/ 333960 w 1188035"/>
                <a:gd name="connsiteY2" fmla="*/ 1488652 h 1488652"/>
                <a:gd name="connsiteX3" fmla="*/ 0 w 1188035"/>
                <a:gd name="connsiteY3" fmla="*/ 1269577 h 1488652"/>
                <a:gd name="connsiteX4" fmla="*/ 876300 w 1188035"/>
                <a:gd name="connsiteY4" fmla="*/ 0 h 1488652"/>
                <a:gd name="connsiteX0" fmla="*/ 876300 w 1168985"/>
                <a:gd name="connsiteY0" fmla="*/ 0 h 1488652"/>
                <a:gd name="connsiteX1" fmla="*/ 1168985 w 1168985"/>
                <a:gd name="connsiteY1" fmla="*/ 204787 h 1488652"/>
                <a:gd name="connsiteX2" fmla="*/ 333960 w 1168985"/>
                <a:gd name="connsiteY2" fmla="*/ 1488652 h 1488652"/>
                <a:gd name="connsiteX3" fmla="*/ 0 w 1168985"/>
                <a:gd name="connsiteY3" fmla="*/ 1269577 h 1488652"/>
                <a:gd name="connsiteX4" fmla="*/ 876300 w 1168985"/>
                <a:gd name="connsiteY4" fmla="*/ 0 h 1488652"/>
                <a:gd name="connsiteX0" fmla="*/ 894764 w 1187449"/>
                <a:gd name="connsiteY0" fmla="*/ 0 h 1781504"/>
                <a:gd name="connsiteX1" fmla="*/ 1187449 w 1187449"/>
                <a:gd name="connsiteY1" fmla="*/ 204787 h 1781504"/>
                <a:gd name="connsiteX2" fmla="*/ 352424 w 1187449"/>
                <a:gd name="connsiteY2" fmla="*/ 1488652 h 1781504"/>
                <a:gd name="connsiteX3" fmla="*/ 0 w 1187449"/>
                <a:gd name="connsiteY3" fmla="*/ 1780751 h 1781504"/>
                <a:gd name="connsiteX4" fmla="*/ 18464 w 1187449"/>
                <a:gd name="connsiteY4" fmla="*/ 1269577 h 1781504"/>
                <a:gd name="connsiteX5" fmla="*/ 894764 w 1187449"/>
                <a:gd name="connsiteY5" fmla="*/ 0 h 1781504"/>
                <a:gd name="connsiteX0" fmla="*/ 975726 w 1268411"/>
                <a:gd name="connsiteY0" fmla="*/ 0 h 1781504"/>
                <a:gd name="connsiteX1" fmla="*/ 1268411 w 1268411"/>
                <a:gd name="connsiteY1" fmla="*/ 204787 h 1781504"/>
                <a:gd name="connsiteX2" fmla="*/ 433386 w 1268411"/>
                <a:gd name="connsiteY2" fmla="*/ 1488652 h 1781504"/>
                <a:gd name="connsiteX3" fmla="*/ 80962 w 1268411"/>
                <a:gd name="connsiteY3" fmla="*/ 1780751 h 1781504"/>
                <a:gd name="connsiteX4" fmla="*/ 0 w 1268411"/>
                <a:gd name="connsiteY4" fmla="*/ 1704551 h 1781504"/>
                <a:gd name="connsiteX5" fmla="*/ 99426 w 1268411"/>
                <a:gd name="connsiteY5" fmla="*/ 1269577 h 1781504"/>
                <a:gd name="connsiteX6" fmla="*/ 975726 w 1268411"/>
                <a:gd name="connsiteY6" fmla="*/ 0 h 1781504"/>
                <a:gd name="connsiteX0" fmla="*/ 975726 w 1268411"/>
                <a:gd name="connsiteY0" fmla="*/ 0 h 1781976"/>
                <a:gd name="connsiteX1" fmla="*/ 1268411 w 1268411"/>
                <a:gd name="connsiteY1" fmla="*/ 204787 h 1781976"/>
                <a:gd name="connsiteX2" fmla="*/ 433386 w 1268411"/>
                <a:gd name="connsiteY2" fmla="*/ 1488652 h 1781976"/>
                <a:gd name="connsiteX3" fmla="*/ 80962 w 1268411"/>
                <a:gd name="connsiteY3" fmla="*/ 1780751 h 1781976"/>
                <a:gd name="connsiteX4" fmla="*/ 0 w 1268411"/>
                <a:gd name="connsiteY4" fmla="*/ 1704551 h 1781976"/>
                <a:gd name="connsiteX5" fmla="*/ 99426 w 1268411"/>
                <a:gd name="connsiteY5" fmla="*/ 1269577 h 1781976"/>
                <a:gd name="connsiteX6" fmla="*/ 975726 w 126841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18476 w 1287461"/>
                <a:gd name="connsiteY5" fmla="*/ 1269577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994776 w 1287461"/>
                <a:gd name="connsiteY5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994776 w 1287461"/>
                <a:gd name="connsiteY5" fmla="*/ 0 h 1781976"/>
                <a:gd name="connsiteX0" fmla="*/ 994776 w 1287461"/>
                <a:gd name="connsiteY0" fmla="*/ 0 h 1781154"/>
                <a:gd name="connsiteX1" fmla="*/ 1287461 w 1287461"/>
                <a:gd name="connsiteY1" fmla="*/ 204787 h 1781154"/>
                <a:gd name="connsiteX2" fmla="*/ 100012 w 1287461"/>
                <a:gd name="connsiteY2" fmla="*/ 1780751 h 1781154"/>
                <a:gd name="connsiteX3" fmla="*/ 0 w 1287461"/>
                <a:gd name="connsiteY3" fmla="*/ 1704551 h 1781154"/>
                <a:gd name="connsiteX4" fmla="*/ 994776 w 1287461"/>
                <a:gd name="connsiteY4" fmla="*/ 0 h 1781154"/>
                <a:gd name="connsiteX0" fmla="*/ 994776 w 1287461"/>
                <a:gd name="connsiteY0" fmla="*/ 0 h 1781154"/>
                <a:gd name="connsiteX1" fmla="*/ 1287461 w 1287461"/>
                <a:gd name="connsiteY1" fmla="*/ 204787 h 1781154"/>
                <a:gd name="connsiteX2" fmla="*/ 100012 w 1287461"/>
                <a:gd name="connsiteY2" fmla="*/ 1780751 h 1781154"/>
                <a:gd name="connsiteX3" fmla="*/ 0 w 1287461"/>
                <a:gd name="connsiteY3" fmla="*/ 1704551 h 1781154"/>
                <a:gd name="connsiteX4" fmla="*/ 994776 w 1287461"/>
                <a:gd name="connsiteY4" fmla="*/ 0 h 1781154"/>
                <a:gd name="connsiteX0" fmla="*/ 994776 w 1287461"/>
                <a:gd name="connsiteY0" fmla="*/ 0 h 1781154"/>
                <a:gd name="connsiteX1" fmla="*/ 1287461 w 1287461"/>
                <a:gd name="connsiteY1" fmla="*/ 204787 h 1781154"/>
                <a:gd name="connsiteX2" fmla="*/ 100012 w 1287461"/>
                <a:gd name="connsiteY2" fmla="*/ 1780751 h 1781154"/>
                <a:gd name="connsiteX3" fmla="*/ 0 w 1287461"/>
                <a:gd name="connsiteY3" fmla="*/ 1704551 h 1781154"/>
                <a:gd name="connsiteX4" fmla="*/ 994776 w 1287461"/>
                <a:gd name="connsiteY4" fmla="*/ 0 h 1781154"/>
                <a:gd name="connsiteX0" fmla="*/ 994776 w 1287461"/>
                <a:gd name="connsiteY0" fmla="*/ 0 h 1781011"/>
                <a:gd name="connsiteX1" fmla="*/ 1287461 w 1287461"/>
                <a:gd name="connsiteY1" fmla="*/ 204787 h 1781011"/>
                <a:gd name="connsiteX2" fmla="*/ 100012 w 1287461"/>
                <a:gd name="connsiteY2" fmla="*/ 1780751 h 1781011"/>
                <a:gd name="connsiteX3" fmla="*/ 0 w 1287461"/>
                <a:gd name="connsiteY3" fmla="*/ 1704551 h 1781011"/>
                <a:gd name="connsiteX4" fmla="*/ 994776 w 1287461"/>
                <a:gd name="connsiteY4" fmla="*/ 0 h 1781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461" h="1781011">
                  <a:moveTo>
                    <a:pt x="994776" y="0"/>
                  </a:moveTo>
                  <a:cubicBezTo>
                    <a:pt x="1130438" y="53975"/>
                    <a:pt x="1208949" y="107949"/>
                    <a:pt x="1287461" y="204787"/>
                  </a:cubicBezTo>
                  <a:cubicBezTo>
                    <a:pt x="1138334" y="501579"/>
                    <a:pt x="671776" y="1354577"/>
                    <a:pt x="100012" y="1780751"/>
                  </a:cubicBezTo>
                  <a:cubicBezTo>
                    <a:pt x="76200" y="1785514"/>
                    <a:pt x="0" y="1723601"/>
                    <a:pt x="0" y="1704551"/>
                  </a:cubicBezTo>
                  <a:cubicBezTo>
                    <a:pt x="44352" y="1212496"/>
                    <a:pt x="780199" y="249961"/>
                    <a:pt x="994776" y="0"/>
                  </a:cubicBezTo>
                  <a:close/>
                </a:path>
              </a:pathLst>
            </a:custGeom>
            <a:solidFill>
              <a:srgbClr val="FFFF75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11CC7B-33A2-F204-AB1D-51B72AD38D66}"/>
                </a:ext>
              </a:extLst>
            </p:cNvPr>
            <p:cNvSpPr/>
            <p:nvPr/>
          </p:nvSpPr>
          <p:spPr>
            <a:xfrm rot="1996151">
              <a:off x="2849643" y="2182990"/>
              <a:ext cx="288733" cy="414185"/>
            </a:xfrm>
            <a:custGeom>
              <a:avLst/>
              <a:gdLst>
                <a:gd name="connsiteX0" fmla="*/ 45812 w 443496"/>
                <a:gd name="connsiteY0" fmla="*/ 20091 h 636191"/>
                <a:gd name="connsiteX1" fmla="*/ 402867 w 443496"/>
                <a:gd name="connsiteY1" fmla="*/ 30755 h 636191"/>
                <a:gd name="connsiteX2" fmla="*/ 443434 w 443496"/>
                <a:gd name="connsiteY2" fmla="*/ 622127 h 636191"/>
                <a:gd name="connsiteX3" fmla="*/ 443496 w 443496"/>
                <a:gd name="connsiteY3" fmla="*/ 636190 h 636191"/>
                <a:gd name="connsiteX4" fmla="*/ 0 w 443496"/>
                <a:gd name="connsiteY4" fmla="*/ 636191 h 636191"/>
                <a:gd name="connsiteX5" fmla="*/ 4142 w 443496"/>
                <a:gd name="connsiteY5" fmla="*/ 534208 h 636191"/>
                <a:gd name="connsiteX6" fmla="*/ 45812 w 443496"/>
                <a:gd name="connsiteY6" fmla="*/ 20091 h 63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3496" h="636191">
                  <a:moveTo>
                    <a:pt x="45812" y="20091"/>
                  </a:moveTo>
                  <a:cubicBezTo>
                    <a:pt x="188849" y="-9201"/>
                    <a:pt x="284100" y="-7142"/>
                    <a:pt x="402867" y="30755"/>
                  </a:cubicBezTo>
                  <a:cubicBezTo>
                    <a:pt x="417165" y="154488"/>
                    <a:pt x="437047" y="368106"/>
                    <a:pt x="443434" y="622127"/>
                  </a:cubicBezTo>
                  <a:lnTo>
                    <a:pt x="443496" y="636190"/>
                  </a:lnTo>
                  <a:lnTo>
                    <a:pt x="0" y="636191"/>
                  </a:lnTo>
                  <a:lnTo>
                    <a:pt x="4142" y="534208"/>
                  </a:lnTo>
                  <a:cubicBezTo>
                    <a:pt x="14995" y="310389"/>
                    <a:pt x="32597" y="122186"/>
                    <a:pt x="45812" y="20091"/>
                  </a:cubicBezTo>
                  <a:close/>
                </a:path>
              </a:pathLst>
            </a:custGeom>
            <a:solidFill>
              <a:srgbClr val="FFFF75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E43E2E-1814-6F1C-11A2-B4A1B7E9F3FA}"/>
                </a:ext>
              </a:extLst>
            </p:cNvPr>
            <p:cNvSpPr/>
            <p:nvPr/>
          </p:nvSpPr>
          <p:spPr>
            <a:xfrm rot="1996151">
              <a:off x="2646670" y="2263843"/>
              <a:ext cx="443496" cy="636191"/>
            </a:xfrm>
            <a:custGeom>
              <a:avLst/>
              <a:gdLst>
                <a:gd name="connsiteX0" fmla="*/ 45812 w 443496"/>
                <a:gd name="connsiteY0" fmla="*/ 20091 h 636191"/>
                <a:gd name="connsiteX1" fmla="*/ 402867 w 443496"/>
                <a:gd name="connsiteY1" fmla="*/ 30755 h 636191"/>
                <a:gd name="connsiteX2" fmla="*/ 443434 w 443496"/>
                <a:gd name="connsiteY2" fmla="*/ 622127 h 636191"/>
                <a:gd name="connsiteX3" fmla="*/ 443496 w 443496"/>
                <a:gd name="connsiteY3" fmla="*/ 636190 h 636191"/>
                <a:gd name="connsiteX4" fmla="*/ 0 w 443496"/>
                <a:gd name="connsiteY4" fmla="*/ 636191 h 636191"/>
                <a:gd name="connsiteX5" fmla="*/ 4142 w 443496"/>
                <a:gd name="connsiteY5" fmla="*/ 534208 h 636191"/>
                <a:gd name="connsiteX6" fmla="*/ 45812 w 443496"/>
                <a:gd name="connsiteY6" fmla="*/ 20091 h 63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3496" h="636191">
                  <a:moveTo>
                    <a:pt x="45812" y="20091"/>
                  </a:moveTo>
                  <a:cubicBezTo>
                    <a:pt x="188849" y="-9201"/>
                    <a:pt x="284100" y="-7142"/>
                    <a:pt x="402867" y="30755"/>
                  </a:cubicBezTo>
                  <a:cubicBezTo>
                    <a:pt x="417165" y="154488"/>
                    <a:pt x="437047" y="368106"/>
                    <a:pt x="443434" y="622127"/>
                  </a:cubicBezTo>
                  <a:lnTo>
                    <a:pt x="443496" y="636190"/>
                  </a:lnTo>
                  <a:lnTo>
                    <a:pt x="0" y="636191"/>
                  </a:lnTo>
                  <a:lnTo>
                    <a:pt x="4142" y="534208"/>
                  </a:lnTo>
                  <a:cubicBezTo>
                    <a:pt x="14995" y="310389"/>
                    <a:pt x="32597" y="122186"/>
                    <a:pt x="45812" y="20091"/>
                  </a:cubicBezTo>
                  <a:close/>
                </a:path>
              </a:pathLst>
            </a:custGeom>
            <a:solidFill>
              <a:srgbClr val="2CB4AC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AC7973-04F9-6920-24D3-9AAB337DF7D8}"/>
              </a:ext>
            </a:extLst>
          </p:cNvPr>
          <p:cNvGrpSpPr/>
          <p:nvPr/>
        </p:nvGrpSpPr>
        <p:grpSpPr>
          <a:xfrm>
            <a:off x="3502277" y="1908030"/>
            <a:ext cx="3649210" cy="5589377"/>
            <a:chOff x="1838499" y="2182990"/>
            <a:chExt cx="1323699" cy="2027467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630128B-2CD6-5460-B500-4585FF885252}"/>
                </a:ext>
              </a:extLst>
            </p:cNvPr>
            <p:cNvSpPr/>
            <p:nvPr/>
          </p:nvSpPr>
          <p:spPr>
            <a:xfrm rot="1422535">
              <a:off x="1838499" y="3818668"/>
              <a:ext cx="228963" cy="391789"/>
            </a:xfrm>
            <a:custGeom>
              <a:avLst/>
              <a:gdLst>
                <a:gd name="connsiteX0" fmla="*/ 0 w 120608"/>
                <a:gd name="connsiteY0" fmla="*/ 0 h 73062"/>
                <a:gd name="connsiteX1" fmla="*/ 120608 w 120608"/>
                <a:gd name="connsiteY1" fmla="*/ 0 h 73062"/>
                <a:gd name="connsiteX2" fmla="*/ 120116 w 120608"/>
                <a:gd name="connsiteY2" fmla="*/ 1305 h 73062"/>
                <a:gd name="connsiteX3" fmla="*/ 36739 w 120608"/>
                <a:gd name="connsiteY3" fmla="*/ 72986 h 73062"/>
                <a:gd name="connsiteX4" fmla="*/ 16317 w 120608"/>
                <a:gd name="connsiteY4" fmla="*/ 44786 h 73062"/>
                <a:gd name="connsiteX5" fmla="*/ 0 w 120608"/>
                <a:gd name="connsiteY5" fmla="*/ 0 h 73062"/>
                <a:gd name="connsiteX0" fmla="*/ 0 w 120608"/>
                <a:gd name="connsiteY0" fmla="*/ 0 h 79732"/>
                <a:gd name="connsiteX1" fmla="*/ 120608 w 120608"/>
                <a:gd name="connsiteY1" fmla="*/ 0 h 79732"/>
                <a:gd name="connsiteX2" fmla="*/ 120116 w 120608"/>
                <a:gd name="connsiteY2" fmla="*/ 1305 h 79732"/>
                <a:gd name="connsiteX3" fmla="*/ 32379 w 120608"/>
                <a:gd name="connsiteY3" fmla="*/ 79664 h 79732"/>
                <a:gd name="connsiteX4" fmla="*/ 16317 w 120608"/>
                <a:gd name="connsiteY4" fmla="*/ 44786 h 79732"/>
                <a:gd name="connsiteX5" fmla="*/ 0 w 120608"/>
                <a:gd name="connsiteY5" fmla="*/ 0 h 79732"/>
                <a:gd name="connsiteX0" fmla="*/ 4201 w 124809"/>
                <a:gd name="connsiteY0" fmla="*/ 0 h 79732"/>
                <a:gd name="connsiteX1" fmla="*/ 124809 w 124809"/>
                <a:gd name="connsiteY1" fmla="*/ 0 h 79732"/>
                <a:gd name="connsiteX2" fmla="*/ 124317 w 124809"/>
                <a:gd name="connsiteY2" fmla="*/ 1305 h 79732"/>
                <a:gd name="connsiteX3" fmla="*/ 36580 w 124809"/>
                <a:gd name="connsiteY3" fmla="*/ 79664 h 79732"/>
                <a:gd name="connsiteX4" fmla="*/ 4201 w 124809"/>
                <a:gd name="connsiteY4" fmla="*/ 0 h 79732"/>
                <a:gd name="connsiteX0" fmla="*/ 3110 w 123718"/>
                <a:gd name="connsiteY0" fmla="*/ 0 h 79732"/>
                <a:gd name="connsiteX1" fmla="*/ 123718 w 123718"/>
                <a:gd name="connsiteY1" fmla="*/ 0 h 79732"/>
                <a:gd name="connsiteX2" fmla="*/ 123226 w 123718"/>
                <a:gd name="connsiteY2" fmla="*/ 1305 h 79732"/>
                <a:gd name="connsiteX3" fmla="*/ 35489 w 123718"/>
                <a:gd name="connsiteY3" fmla="*/ 79664 h 79732"/>
                <a:gd name="connsiteX4" fmla="*/ 3110 w 123718"/>
                <a:gd name="connsiteY4" fmla="*/ 0 h 79732"/>
                <a:gd name="connsiteX0" fmla="*/ 3110 w 123718"/>
                <a:gd name="connsiteY0" fmla="*/ 0 h 79712"/>
                <a:gd name="connsiteX1" fmla="*/ 123718 w 123718"/>
                <a:gd name="connsiteY1" fmla="*/ 0 h 79712"/>
                <a:gd name="connsiteX2" fmla="*/ 123226 w 123718"/>
                <a:gd name="connsiteY2" fmla="*/ 1305 h 79712"/>
                <a:gd name="connsiteX3" fmla="*/ 35489 w 123718"/>
                <a:gd name="connsiteY3" fmla="*/ 79664 h 79712"/>
                <a:gd name="connsiteX4" fmla="*/ 3110 w 123718"/>
                <a:gd name="connsiteY4" fmla="*/ 0 h 79712"/>
                <a:gd name="connsiteX0" fmla="*/ 3110 w 123718"/>
                <a:gd name="connsiteY0" fmla="*/ 0 h 79690"/>
                <a:gd name="connsiteX1" fmla="*/ 123718 w 123718"/>
                <a:gd name="connsiteY1" fmla="*/ 0 h 79690"/>
                <a:gd name="connsiteX2" fmla="*/ 123226 w 123718"/>
                <a:gd name="connsiteY2" fmla="*/ 1305 h 79690"/>
                <a:gd name="connsiteX3" fmla="*/ 35489 w 123718"/>
                <a:gd name="connsiteY3" fmla="*/ 79664 h 79690"/>
                <a:gd name="connsiteX4" fmla="*/ 3110 w 123718"/>
                <a:gd name="connsiteY4" fmla="*/ 0 h 79690"/>
                <a:gd name="connsiteX0" fmla="*/ 2850 w 123458"/>
                <a:gd name="connsiteY0" fmla="*/ 0 h 79123"/>
                <a:gd name="connsiteX1" fmla="*/ 123458 w 123458"/>
                <a:gd name="connsiteY1" fmla="*/ 0 h 79123"/>
                <a:gd name="connsiteX2" fmla="*/ 122966 w 123458"/>
                <a:gd name="connsiteY2" fmla="*/ 1305 h 79123"/>
                <a:gd name="connsiteX3" fmla="*/ 40020 w 123458"/>
                <a:gd name="connsiteY3" fmla="*/ 79097 h 79123"/>
                <a:gd name="connsiteX4" fmla="*/ 2850 w 123458"/>
                <a:gd name="connsiteY4" fmla="*/ 0 h 79123"/>
                <a:gd name="connsiteX0" fmla="*/ 2764 w 123372"/>
                <a:gd name="connsiteY0" fmla="*/ 0 h 77885"/>
                <a:gd name="connsiteX1" fmla="*/ 123372 w 123372"/>
                <a:gd name="connsiteY1" fmla="*/ 0 h 77885"/>
                <a:gd name="connsiteX2" fmla="*/ 122880 w 123372"/>
                <a:gd name="connsiteY2" fmla="*/ 1305 h 77885"/>
                <a:gd name="connsiteX3" fmla="*/ 41725 w 123372"/>
                <a:gd name="connsiteY3" fmla="*/ 77858 h 77885"/>
                <a:gd name="connsiteX4" fmla="*/ 2764 w 123372"/>
                <a:gd name="connsiteY4" fmla="*/ 0 h 77885"/>
                <a:gd name="connsiteX0" fmla="*/ 2921 w 123529"/>
                <a:gd name="connsiteY0" fmla="*/ 0 h 78263"/>
                <a:gd name="connsiteX1" fmla="*/ 123529 w 123529"/>
                <a:gd name="connsiteY1" fmla="*/ 0 h 78263"/>
                <a:gd name="connsiteX2" fmla="*/ 123037 w 123529"/>
                <a:gd name="connsiteY2" fmla="*/ 1305 h 78263"/>
                <a:gd name="connsiteX3" fmla="*/ 38688 w 123529"/>
                <a:gd name="connsiteY3" fmla="*/ 78236 h 78263"/>
                <a:gd name="connsiteX4" fmla="*/ 2921 w 123529"/>
                <a:gd name="connsiteY4" fmla="*/ 0 h 78263"/>
                <a:gd name="connsiteX0" fmla="*/ 3458 w 115382"/>
                <a:gd name="connsiteY0" fmla="*/ 0 h 78778"/>
                <a:gd name="connsiteX1" fmla="*/ 115382 w 115382"/>
                <a:gd name="connsiteY1" fmla="*/ 515 h 78778"/>
                <a:gd name="connsiteX2" fmla="*/ 114890 w 115382"/>
                <a:gd name="connsiteY2" fmla="*/ 1820 h 78778"/>
                <a:gd name="connsiteX3" fmla="*/ 30541 w 115382"/>
                <a:gd name="connsiteY3" fmla="*/ 78751 h 78778"/>
                <a:gd name="connsiteX4" fmla="*/ 3458 w 115382"/>
                <a:gd name="connsiteY4" fmla="*/ 0 h 78778"/>
                <a:gd name="connsiteX0" fmla="*/ 2922 w 114846"/>
                <a:gd name="connsiteY0" fmla="*/ 0 h 78263"/>
                <a:gd name="connsiteX1" fmla="*/ 114846 w 114846"/>
                <a:gd name="connsiteY1" fmla="*/ 515 h 78263"/>
                <a:gd name="connsiteX2" fmla="*/ 114354 w 114846"/>
                <a:gd name="connsiteY2" fmla="*/ 1820 h 78263"/>
                <a:gd name="connsiteX3" fmla="*/ 38691 w 114846"/>
                <a:gd name="connsiteY3" fmla="*/ 78236 h 78263"/>
                <a:gd name="connsiteX4" fmla="*/ 2922 w 114846"/>
                <a:gd name="connsiteY4" fmla="*/ 0 h 78263"/>
                <a:gd name="connsiteX0" fmla="*/ 3226 w 115150"/>
                <a:gd name="connsiteY0" fmla="*/ 0 h 77349"/>
                <a:gd name="connsiteX1" fmla="*/ 115150 w 115150"/>
                <a:gd name="connsiteY1" fmla="*/ 515 h 77349"/>
                <a:gd name="connsiteX2" fmla="*/ 114658 w 115150"/>
                <a:gd name="connsiteY2" fmla="*/ 1820 h 77349"/>
                <a:gd name="connsiteX3" fmla="*/ 33698 w 115150"/>
                <a:gd name="connsiteY3" fmla="*/ 77322 h 77349"/>
                <a:gd name="connsiteX4" fmla="*/ 3226 w 115150"/>
                <a:gd name="connsiteY4" fmla="*/ 0 h 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50" h="77349">
                  <a:moveTo>
                    <a:pt x="3226" y="0"/>
                  </a:moveTo>
                  <a:lnTo>
                    <a:pt x="115150" y="515"/>
                  </a:lnTo>
                  <a:lnTo>
                    <a:pt x="114658" y="1820"/>
                  </a:lnTo>
                  <a:cubicBezTo>
                    <a:pt x="101211" y="21172"/>
                    <a:pt x="32043" y="78794"/>
                    <a:pt x="33698" y="77322"/>
                  </a:cubicBezTo>
                  <a:cubicBezTo>
                    <a:pt x="28557" y="76884"/>
                    <a:pt x="-11479" y="13277"/>
                    <a:pt x="3226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E4FBFBE-030F-8589-5C75-7D8222327055}"/>
                </a:ext>
              </a:extLst>
            </p:cNvPr>
            <p:cNvSpPr/>
            <p:nvPr/>
          </p:nvSpPr>
          <p:spPr>
            <a:xfrm rot="1996151">
              <a:off x="2598872" y="2493646"/>
              <a:ext cx="514493" cy="706846"/>
            </a:xfrm>
            <a:custGeom>
              <a:avLst/>
              <a:gdLst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06272 w 514564"/>
                <a:gd name="connsiteY4" fmla="*/ 636190 h 636190"/>
                <a:gd name="connsiteX5" fmla="*/ 404525 w 514564"/>
                <a:gd name="connsiteY5" fmla="*/ 547274 h 636190"/>
                <a:gd name="connsiteX6" fmla="*/ 387429 w 514564"/>
                <a:gd name="connsiteY6" fmla="*/ 138069 h 636190"/>
                <a:gd name="connsiteX7" fmla="*/ 205455 w 514564"/>
                <a:gd name="connsiteY7" fmla="*/ 127405 h 636190"/>
                <a:gd name="connsiteX8" fmla="*/ 188921 w 514564"/>
                <a:gd name="connsiteY8" fmla="*/ 481125 h 636190"/>
                <a:gd name="connsiteX9" fmla="*/ 184373 w 514564"/>
                <a:gd name="connsiteY9" fmla="*/ 636190 h 636190"/>
                <a:gd name="connsiteX10" fmla="*/ 0 w 514564"/>
                <a:gd name="connsiteY10" fmla="*/ 636190 h 636190"/>
                <a:gd name="connsiteX11" fmla="*/ 4807 w 514564"/>
                <a:gd name="connsiteY11" fmla="*/ 534207 h 636190"/>
                <a:gd name="connsiteX12" fmla="*/ 53154 w 514564"/>
                <a:gd name="connsiteY12" fmla="*/ 20090 h 636190"/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06272 w 514564"/>
                <a:gd name="connsiteY4" fmla="*/ 636190 h 636190"/>
                <a:gd name="connsiteX5" fmla="*/ 404525 w 514564"/>
                <a:gd name="connsiteY5" fmla="*/ 547274 h 636190"/>
                <a:gd name="connsiteX6" fmla="*/ 387429 w 514564"/>
                <a:gd name="connsiteY6" fmla="*/ 138069 h 636190"/>
                <a:gd name="connsiteX7" fmla="*/ 205455 w 514564"/>
                <a:gd name="connsiteY7" fmla="*/ 127405 h 636190"/>
                <a:gd name="connsiteX8" fmla="*/ 188921 w 514564"/>
                <a:gd name="connsiteY8" fmla="*/ 481125 h 636190"/>
                <a:gd name="connsiteX9" fmla="*/ 184373 w 514564"/>
                <a:gd name="connsiteY9" fmla="*/ 636190 h 636190"/>
                <a:gd name="connsiteX10" fmla="*/ 0 w 514564"/>
                <a:gd name="connsiteY10" fmla="*/ 636190 h 636190"/>
                <a:gd name="connsiteX11" fmla="*/ 4807 w 514564"/>
                <a:gd name="connsiteY11" fmla="*/ 534207 h 636190"/>
                <a:gd name="connsiteX12" fmla="*/ 53154 w 514564"/>
                <a:gd name="connsiteY12" fmla="*/ 20090 h 636190"/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06272 w 514564"/>
                <a:gd name="connsiteY4" fmla="*/ 636190 h 636190"/>
                <a:gd name="connsiteX5" fmla="*/ 387429 w 514564"/>
                <a:gd name="connsiteY5" fmla="*/ 138069 h 636190"/>
                <a:gd name="connsiteX6" fmla="*/ 205455 w 514564"/>
                <a:gd name="connsiteY6" fmla="*/ 127405 h 636190"/>
                <a:gd name="connsiteX7" fmla="*/ 188921 w 514564"/>
                <a:gd name="connsiteY7" fmla="*/ 481125 h 636190"/>
                <a:gd name="connsiteX8" fmla="*/ 184373 w 514564"/>
                <a:gd name="connsiteY8" fmla="*/ 636190 h 636190"/>
                <a:gd name="connsiteX9" fmla="*/ 0 w 514564"/>
                <a:gd name="connsiteY9" fmla="*/ 636190 h 636190"/>
                <a:gd name="connsiteX10" fmla="*/ 4807 w 514564"/>
                <a:gd name="connsiteY10" fmla="*/ 534207 h 636190"/>
                <a:gd name="connsiteX11" fmla="*/ 53154 w 514564"/>
                <a:gd name="connsiteY11" fmla="*/ 20090 h 636190"/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25482 w 514564"/>
                <a:gd name="connsiteY4" fmla="*/ 630198 h 636190"/>
                <a:gd name="connsiteX5" fmla="*/ 387429 w 514564"/>
                <a:gd name="connsiteY5" fmla="*/ 138069 h 636190"/>
                <a:gd name="connsiteX6" fmla="*/ 205455 w 514564"/>
                <a:gd name="connsiteY6" fmla="*/ 127405 h 636190"/>
                <a:gd name="connsiteX7" fmla="*/ 188921 w 514564"/>
                <a:gd name="connsiteY7" fmla="*/ 481125 h 636190"/>
                <a:gd name="connsiteX8" fmla="*/ 184373 w 514564"/>
                <a:gd name="connsiteY8" fmla="*/ 636190 h 636190"/>
                <a:gd name="connsiteX9" fmla="*/ 0 w 514564"/>
                <a:gd name="connsiteY9" fmla="*/ 636190 h 636190"/>
                <a:gd name="connsiteX10" fmla="*/ 4807 w 514564"/>
                <a:gd name="connsiteY10" fmla="*/ 534207 h 636190"/>
                <a:gd name="connsiteX11" fmla="*/ 53154 w 514564"/>
                <a:gd name="connsiteY11" fmla="*/ 20090 h 636190"/>
                <a:gd name="connsiteX0" fmla="*/ 53154 w 514564"/>
                <a:gd name="connsiteY0" fmla="*/ 20090 h 641244"/>
                <a:gd name="connsiteX1" fmla="*/ 467425 w 514564"/>
                <a:gd name="connsiteY1" fmla="*/ 30754 h 641244"/>
                <a:gd name="connsiteX2" fmla="*/ 514493 w 514564"/>
                <a:gd name="connsiteY2" fmla="*/ 622126 h 641244"/>
                <a:gd name="connsiteX3" fmla="*/ 514564 w 514564"/>
                <a:gd name="connsiteY3" fmla="*/ 636189 h 641244"/>
                <a:gd name="connsiteX4" fmla="*/ 425482 w 514564"/>
                <a:gd name="connsiteY4" fmla="*/ 630198 h 641244"/>
                <a:gd name="connsiteX5" fmla="*/ 387429 w 514564"/>
                <a:gd name="connsiteY5" fmla="*/ 138069 h 641244"/>
                <a:gd name="connsiteX6" fmla="*/ 205455 w 514564"/>
                <a:gd name="connsiteY6" fmla="*/ 127405 h 641244"/>
                <a:gd name="connsiteX7" fmla="*/ 188921 w 514564"/>
                <a:gd name="connsiteY7" fmla="*/ 481125 h 641244"/>
                <a:gd name="connsiteX8" fmla="*/ 184373 w 514564"/>
                <a:gd name="connsiteY8" fmla="*/ 636190 h 641244"/>
                <a:gd name="connsiteX9" fmla="*/ 0 w 514564"/>
                <a:gd name="connsiteY9" fmla="*/ 636190 h 641244"/>
                <a:gd name="connsiteX10" fmla="*/ 4807 w 514564"/>
                <a:gd name="connsiteY10" fmla="*/ 534207 h 641244"/>
                <a:gd name="connsiteX11" fmla="*/ 53154 w 514564"/>
                <a:gd name="connsiteY11" fmla="*/ 20090 h 641244"/>
                <a:gd name="connsiteX0" fmla="*/ 53154 w 514493"/>
                <a:gd name="connsiteY0" fmla="*/ 20090 h 693885"/>
                <a:gd name="connsiteX1" fmla="*/ 467425 w 514493"/>
                <a:gd name="connsiteY1" fmla="*/ 30754 h 693885"/>
                <a:gd name="connsiteX2" fmla="*/ 514493 w 514493"/>
                <a:gd name="connsiteY2" fmla="*/ 622126 h 693885"/>
                <a:gd name="connsiteX3" fmla="*/ 425482 w 514493"/>
                <a:gd name="connsiteY3" fmla="*/ 630198 h 693885"/>
                <a:gd name="connsiteX4" fmla="*/ 387429 w 514493"/>
                <a:gd name="connsiteY4" fmla="*/ 138069 h 693885"/>
                <a:gd name="connsiteX5" fmla="*/ 205455 w 514493"/>
                <a:gd name="connsiteY5" fmla="*/ 127405 h 693885"/>
                <a:gd name="connsiteX6" fmla="*/ 188921 w 514493"/>
                <a:gd name="connsiteY6" fmla="*/ 481125 h 693885"/>
                <a:gd name="connsiteX7" fmla="*/ 184373 w 514493"/>
                <a:gd name="connsiteY7" fmla="*/ 636190 h 693885"/>
                <a:gd name="connsiteX8" fmla="*/ 0 w 514493"/>
                <a:gd name="connsiteY8" fmla="*/ 636190 h 693885"/>
                <a:gd name="connsiteX9" fmla="*/ 4807 w 514493"/>
                <a:gd name="connsiteY9" fmla="*/ 534207 h 693885"/>
                <a:gd name="connsiteX10" fmla="*/ 53154 w 514493"/>
                <a:gd name="connsiteY10" fmla="*/ 20090 h 693885"/>
                <a:gd name="connsiteX0" fmla="*/ 53154 w 514493"/>
                <a:gd name="connsiteY0" fmla="*/ 33051 h 706846"/>
                <a:gd name="connsiteX1" fmla="*/ 467425 w 514493"/>
                <a:gd name="connsiteY1" fmla="*/ 43715 h 706846"/>
                <a:gd name="connsiteX2" fmla="*/ 514493 w 514493"/>
                <a:gd name="connsiteY2" fmla="*/ 635087 h 706846"/>
                <a:gd name="connsiteX3" fmla="*/ 425482 w 514493"/>
                <a:gd name="connsiteY3" fmla="*/ 643159 h 706846"/>
                <a:gd name="connsiteX4" fmla="*/ 387429 w 514493"/>
                <a:gd name="connsiteY4" fmla="*/ 151030 h 706846"/>
                <a:gd name="connsiteX5" fmla="*/ 205455 w 514493"/>
                <a:gd name="connsiteY5" fmla="*/ 140366 h 706846"/>
                <a:gd name="connsiteX6" fmla="*/ 188921 w 514493"/>
                <a:gd name="connsiteY6" fmla="*/ 494086 h 706846"/>
                <a:gd name="connsiteX7" fmla="*/ 184373 w 514493"/>
                <a:gd name="connsiteY7" fmla="*/ 649151 h 706846"/>
                <a:gd name="connsiteX8" fmla="*/ 0 w 514493"/>
                <a:gd name="connsiteY8" fmla="*/ 649151 h 706846"/>
                <a:gd name="connsiteX9" fmla="*/ 4807 w 514493"/>
                <a:gd name="connsiteY9" fmla="*/ 547168 h 706846"/>
                <a:gd name="connsiteX10" fmla="*/ 53154 w 514493"/>
                <a:gd name="connsiteY10" fmla="*/ 33051 h 706846"/>
                <a:gd name="connsiteX0" fmla="*/ 53154 w 514493"/>
                <a:gd name="connsiteY0" fmla="*/ 33051 h 706846"/>
                <a:gd name="connsiteX1" fmla="*/ 467425 w 514493"/>
                <a:gd name="connsiteY1" fmla="*/ 43715 h 706846"/>
                <a:gd name="connsiteX2" fmla="*/ 514493 w 514493"/>
                <a:gd name="connsiteY2" fmla="*/ 635087 h 706846"/>
                <a:gd name="connsiteX3" fmla="*/ 425482 w 514493"/>
                <a:gd name="connsiteY3" fmla="*/ 643159 h 706846"/>
                <a:gd name="connsiteX4" fmla="*/ 387429 w 514493"/>
                <a:gd name="connsiteY4" fmla="*/ 151030 h 706846"/>
                <a:gd name="connsiteX5" fmla="*/ 205455 w 514493"/>
                <a:gd name="connsiteY5" fmla="*/ 140366 h 706846"/>
                <a:gd name="connsiteX6" fmla="*/ 188921 w 514493"/>
                <a:gd name="connsiteY6" fmla="*/ 494086 h 706846"/>
                <a:gd name="connsiteX7" fmla="*/ 184373 w 514493"/>
                <a:gd name="connsiteY7" fmla="*/ 649151 h 706846"/>
                <a:gd name="connsiteX8" fmla="*/ 0 w 514493"/>
                <a:gd name="connsiteY8" fmla="*/ 649151 h 706846"/>
                <a:gd name="connsiteX9" fmla="*/ 4807 w 514493"/>
                <a:gd name="connsiteY9" fmla="*/ 547168 h 706846"/>
                <a:gd name="connsiteX10" fmla="*/ 53154 w 514493"/>
                <a:gd name="connsiteY10" fmla="*/ 33051 h 706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4493" h="706846">
                  <a:moveTo>
                    <a:pt x="53154" y="33051"/>
                  </a:moveTo>
                  <a:cubicBezTo>
                    <a:pt x="219112" y="3759"/>
                    <a:pt x="386607" y="-28262"/>
                    <a:pt x="467425" y="43715"/>
                  </a:cubicBezTo>
                  <a:cubicBezTo>
                    <a:pt x="498174" y="118487"/>
                    <a:pt x="507082" y="381066"/>
                    <a:pt x="514493" y="635087"/>
                  </a:cubicBezTo>
                  <a:cubicBezTo>
                    <a:pt x="507503" y="734994"/>
                    <a:pt x="446659" y="723835"/>
                    <a:pt x="425482" y="643159"/>
                  </a:cubicBezTo>
                  <a:cubicBezTo>
                    <a:pt x="404293" y="560139"/>
                    <a:pt x="420898" y="235827"/>
                    <a:pt x="387429" y="151030"/>
                  </a:cubicBezTo>
                  <a:cubicBezTo>
                    <a:pt x="326899" y="113133"/>
                    <a:pt x="278354" y="111074"/>
                    <a:pt x="205455" y="140366"/>
                  </a:cubicBezTo>
                  <a:cubicBezTo>
                    <a:pt x="200403" y="216937"/>
                    <a:pt x="194094" y="341944"/>
                    <a:pt x="188921" y="494086"/>
                  </a:cubicBezTo>
                  <a:lnTo>
                    <a:pt x="184373" y="649151"/>
                  </a:lnTo>
                  <a:lnTo>
                    <a:pt x="0" y="649151"/>
                  </a:lnTo>
                  <a:lnTo>
                    <a:pt x="4807" y="547168"/>
                  </a:lnTo>
                  <a:cubicBezTo>
                    <a:pt x="17398" y="323349"/>
                    <a:pt x="37822" y="135147"/>
                    <a:pt x="53154" y="33051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B8D9CC1C-0886-BC8C-EF1C-C6023FE8A0F3}"/>
                </a:ext>
              </a:extLst>
            </p:cNvPr>
            <p:cNvSpPr/>
            <p:nvPr/>
          </p:nvSpPr>
          <p:spPr>
            <a:xfrm>
              <a:off x="1874737" y="2255712"/>
              <a:ext cx="1287461" cy="1781011"/>
            </a:xfrm>
            <a:custGeom>
              <a:avLst/>
              <a:gdLst>
                <a:gd name="connsiteX0" fmla="*/ 0 w 454610"/>
                <a:gd name="connsiteY0" fmla="*/ 0 h 463127"/>
                <a:gd name="connsiteX1" fmla="*/ 454610 w 454610"/>
                <a:gd name="connsiteY1" fmla="*/ 0 h 463127"/>
                <a:gd name="connsiteX2" fmla="*/ 454610 w 454610"/>
                <a:gd name="connsiteY2" fmla="*/ 463127 h 463127"/>
                <a:gd name="connsiteX3" fmla="*/ 0 w 454610"/>
                <a:gd name="connsiteY3" fmla="*/ 463127 h 463127"/>
                <a:gd name="connsiteX4" fmla="*/ 0 w 454610"/>
                <a:gd name="connsiteY4" fmla="*/ 0 h 463127"/>
                <a:gd name="connsiteX0" fmla="*/ 876300 w 1330910"/>
                <a:gd name="connsiteY0" fmla="*/ 0 h 1136227"/>
                <a:gd name="connsiteX1" fmla="*/ 1330910 w 1330910"/>
                <a:gd name="connsiteY1" fmla="*/ 0 h 1136227"/>
                <a:gd name="connsiteX2" fmla="*/ 1330910 w 1330910"/>
                <a:gd name="connsiteY2" fmla="*/ 463127 h 1136227"/>
                <a:gd name="connsiteX3" fmla="*/ 0 w 1330910"/>
                <a:gd name="connsiteY3" fmla="*/ 1136227 h 1136227"/>
                <a:gd name="connsiteX4" fmla="*/ 876300 w 1330910"/>
                <a:gd name="connsiteY4" fmla="*/ 0 h 1136227"/>
                <a:gd name="connsiteX0" fmla="*/ 876300 w 1330910"/>
                <a:gd name="connsiteY0" fmla="*/ 0 h 1174327"/>
                <a:gd name="connsiteX1" fmla="*/ 1330910 w 1330910"/>
                <a:gd name="connsiteY1" fmla="*/ 0 h 1174327"/>
                <a:gd name="connsiteX2" fmla="*/ 467310 w 1330910"/>
                <a:gd name="connsiteY2" fmla="*/ 1174327 h 1174327"/>
                <a:gd name="connsiteX3" fmla="*/ 0 w 1330910"/>
                <a:gd name="connsiteY3" fmla="*/ 1136227 h 1174327"/>
                <a:gd name="connsiteX4" fmla="*/ 876300 w 1330910"/>
                <a:gd name="connsiteY4" fmla="*/ 0 h 1174327"/>
                <a:gd name="connsiteX0" fmla="*/ 866775 w 1330910"/>
                <a:gd name="connsiteY0" fmla="*/ 0 h 1288627"/>
                <a:gd name="connsiteX1" fmla="*/ 1330910 w 1330910"/>
                <a:gd name="connsiteY1" fmla="*/ 114300 h 1288627"/>
                <a:gd name="connsiteX2" fmla="*/ 467310 w 1330910"/>
                <a:gd name="connsiteY2" fmla="*/ 1288627 h 1288627"/>
                <a:gd name="connsiteX3" fmla="*/ 0 w 1330910"/>
                <a:gd name="connsiteY3" fmla="*/ 1250527 h 1288627"/>
                <a:gd name="connsiteX4" fmla="*/ 866775 w 1330910"/>
                <a:gd name="connsiteY4" fmla="*/ 0 h 1288627"/>
                <a:gd name="connsiteX0" fmla="*/ 866775 w 1197560"/>
                <a:gd name="connsiteY0" fmla="*/ 0 h 1288627"/>
                <a:gd name="connsiteX1" fmla="*/ 1197560 w 1197560"/>
                <a:gd name="connsiteY1" fmla="*/ 209550 h 1288627"/>
                <a:gd name="connsiteX2" fmla="*/ 467310 w 1197560"/>
                <a:gd name="connsiteY2" fmla="*/ 1288627 h 1288627"/>
                <a:gd name="connsiteX3" fmla="*/ 0 w 1197560"/>
                <a:gd name="connsiteY3" fmla="*/ 1250527 h 1288627"/>
                <a:gd name="connsiteX4" fmla="*/ 866775 w 1197560"/>
                <a:gd name="connsiteY4" fmla="*/ 0 h 1288627"/>
                <a:gd name="connsiteX0" fmla="*/ 866775 w 1188035"/>
                <a:gd name="connsiteY0" fmla="*/ 0 h 1288627"/>
                <a:gd name="connsiteX1" fmla="*/ 1188035 w 1188035"/>
                <a:gd name="connsiteY1" fmla="*/ 190500 h 1288627"/>
                <a:gd name="connsiteX2" fmla="*/ 467310 w 1188035"/>
                <a:gd name="connsiteY2" fmla="*/ 1288627 h 1288627"/>
                <a:gd name="connsiteX3" fmla="*/ 0 w 1188035"/>
                <a:gd name="connsiteY3" fmla="*/ 1250527 h 1288627"/>
                <a:gd name="connsiteX4" fmla="*/ 866775 w 1188035"/>
                <a:gd name="connsiteY4" fmla="*/ 0 h 1288627"/>
                <a:gd name="connsiteX0" fmla="*/ 866775 w 1188035"/>
                <a:gd name="connsiteY0" fmla="*/ 0 h 1288627"/>
                <a:gd name="connsiteX1" fmla="*/ 1188035 w 1188035"/>
                <a:gd name="connsiteY1" fmla="*/ 190500 h 1288627"/>
                <a:gd name="connsiteX2" fmla="*/ 467310 w 1188035"/>
                <a:gd name="connsiteY2" fmla="*/ 1288627 h 1288627"/>
                <a:gd name="connsiteX3" fmla="*/ 0 w 1188035"/>
                <a:gd name="connsiteY3" fmla="*/ 1250527 h 1288627"/>
                <a:gd name="connsiteX4" fmla="*/ 866775 w 1188035"/>
                <a:gd name="connsiteY4" fmla="*/ 0 h 1288627"/>
                <a:gd name="connsiteX0" fmla="*/ 876300 w 1188035"/>
                <a:gd name="connsiteY0" fmla="*/ 0 h 1307677"/>
                <a:gd name="connsiteX1" fmla="*/ 1188035 w 1188035"/>
                <a:gd name="connsiteY1" fmla="*/ 209550 h 1307677"/>
                <a:gd name="connsiteX2" fmla="*/ 467310 w 1188035"/>
                <a:gd name="connsiteY2" fmla="*/ 1307677 h 1307677"/>
                <a:gd name="connsiteX3" fmla="*/ 0 w 1188035"/>
                <a:gd name="connsiteY3" fmla="*/ 1269577 h 1307677"/>
                <a:gd name="connsiteX4" fmla="*/ 876300 w 1188035"/>
                <a:gd name="connsiteY4" fmla="*/ 0 h 1307677"/>
                <a:gd name="connsiteX0" fmla="*/ 876300 w 1188035"/>
                <a:gd name="connsiteY0" fmla="*/ 0 h 1307677"/>
                <a:gd name="connsiteX1" fmla="*/ 1188035 w 1188035"/>
                <a:gd name="connsiteY1" fmla="*/ 209550 h 1307677"/>
                <a:gd name="connsiteX2" fmla="*/ 467310 w 1188035"/>
                <a:gd name="connsiteY2" fmla="*/ 1307677 h 1307677"/>
                <a:gd name="connsiteX3" fmla="*/ 0 w 1188035"/>
                <a:gd name="connsiteY3" fmla="*/ 1269577 h 1307677"/>
                <a:gd name="connsiteX4" fmla="*/ 876300 w 1188035"/>
                <a:gd name="connsiteY4" fmla="*/ 0 h 1307677"/>
                <a:gd name="connsiteX0" fmla="*/ 876300 w 1188035"/>
                <a:gd name="connsiteY0" fmla="*/ 0 h 1307677"/>
                <a:gd name="connsiteX1" fmla="*/ 1188035 w 1188035"/>
                <a:gd name="connsiteY1" fmla="*/ 209550 h 1307677"/>
                <a:gd name="connsiteX2" fmla="*/ 467310 w 1188035"/>
                <a:gd name="connsiteY2" fmla="*/ 1307677 h 1307677"/>
                <a:gd name="connsiteX3" fmla="*/ 0 w 1188035"/>
                <a:gd name="connsiteY3" fmla="*/ 1269577 h 1307677"/>
                <a:gd name="connsiteX4" fmla="*/ 876300 w 1188035"/>
                <a:gd name="connsiteY4" fmla="*/ 0 h 1307677"/>
                <a:gd name="connsiteX0" fmla="*/ 876300 w 1188035"/>
                <a:gd name="connsiteY0" fmla="*/ 0 h 1488652"/>
                <a:gd name="connsiteX1" fmla="*/ 1188035 w 1188035"/>
                <a:gd name="connsiteY1" fmla="*/ 209550 h 1488652"/>
                <a:gd name="connsiteX2" fmla="*/ 333960 w 1188035"/>
                <a:gd name="connsiteY2" fmla="*/ 1488652 h 1488652"/>
                <a:gd name="connsiteX3" fmla="*/ 0 w 1188035"/>
                <a:gd name="connsiteY3" fmla="*/ 1269577 h 1488652"/>
                <a:gd name="connsiteX4" fmla="*/ 876300 w 1188035"/>
                <a:gd name="connsiteY4" fmla="*/ 0 h 1488652"/>
                <a:gd name="connsiteX0" fmla="*/ 876300 w 1188035"/>
                <a:gd name="connsiteY0" fmla="*/ 0 h 1488652"/>
                <a:gd name="connsiteX1" fmla="*/ 1188035 w 1188035"/>
                <a:gd name="connsiteY1" fmla="*/ 209550 h 1488652"/>
                <a:gd name="connsiteX2" fmla="*/ 333960 w 1188035"/>
                <a:gd name="connsiteY2" fmla="*/ 1488652 h 1488652"/>
                <a:gd name="connsiteX3" fmla="*/ 0 w 1188035"/>
                <a:gd name="connsiteY3" fmla="*/ 1269577 h 1488652"/>
                <a:gd name="connsiteX4" fmla="*/ 876300 w 1188035"/>
                <a:gd name="connsiteY4" fmla="*/ 0 h 1488652"/>
                <a:gd name="connsiteX0" fmla="*/ 876300 w 1168985"/>
                <a:gd name="connsiteY0" fmla="*/ 0 h 1488652"/>
                <a:gd name="connsiteX1" fmla="*/ 1168985 w 1168985"/>
                <a:gd name="connsiteY1" fmla="*/ 204787 h 1488652"/>
                <a:gd name="connsiteX2" fmla="*/ 333960 w 1168985"/>
                <a:gd name="connsiteY2" fmla="*/ 1488652 h 1488652"/>
                <a:gd name="connsiteX3" fmla="*/ 0 w 1168985"/>
                <a:gd name="connsiteY3" fmla="*/ 1269577 h 1488652"/>
                <a:gd name="connsiteX4" fmla="*/ 876300 w 1168985"/>
                <a:gd name="connsiteY4" fmla="*/ 0 h 1488652"/>
                <a:gd name="connsiteX0" fmla="*/ 894764 w 1187449"/>
                <a:gd name="connsiteY0" fmla="*/ 0 h 1781504"/>
                <a:gd name="connsiteX1" fmla="*/ 1187449 w 1187449"/>
                <a:gd name="connsiteY1" fmla="*/ 204787 h 1781504"/>
                <a:gd name="connsiteX2" fmla="*/ 352424 w 1187449"/>
                <a:gd name="connsiteY2" fmla="*/ 1488652 h 1781504"/>
                <a:gd name="connsiteX3" fmla="*/ 0 w 1187449"/>
                <a:gd name="connsiteY3" fmla="*/ 1780751 h 1781504"/>
                <a:gd name="connsiteX4" fmla="*/ 18464 w 1187449"/>
                <a:gd name="connsiteY4" fmla="*/ 1269577 h 1781504"/>
                <a:gd name="connsiteX5" fmla="*/ 894764 w 1187449"/>
                <a:gd name="connsiteY5" fmla="*/ 0 h 1781504"/>
                <a:gd name="connsiteX0" fmla="*/ 975726 w 1268411"/>
                <a:gd name="connsiteY0" fmla="*/ 0 h 1781504"/>
                <a:gd name="connsiteX1" fmla="*/ 1268411 w 1268411"/>
                <a:gd name="connsiteY1" fmla="*/ 204787 h 1781504"/>
                <a:gd name="connsiteX2" fmla="*/ 433386 w 1268411"/>
                <a:gd name="connsiteY2" fmla="*/ 1488652 h 1781504"/>
                <a:gd name="connsiteX3" fmla="*/ 80962 w 1268411"/>
                <a:gd name="connsiteY3" fmla="*/ 1780751 h 1781504"/>
                <a:gd name="connsiteX4" fmla="*/ 0 w 1268411"/>
                <a:gd name="connsiteY4" fmla="*/ 1704551 h 1781504"/>
                <a:gd name="connsiteX5" fmla="*/ 99426 w 1268411"/>
                <a:gd name="connsiteY5" fmla="*/ 1269577 h 1781504"/>
                <a:gd name="connsiteX6" fmla="*/ 975726 w 1268411"/>
                <a:gd name="connsiteY6" fmla="*/ 0 h 1781504"/>
                <a:gd name="connsiteX0" fmla="*/ 975726 w 1268411"/>
                <a:gd name="connsiteY0" fmla="*/ 0 h 1781976"/>
                <a:gd name="connsiteX1" fmla="*/ 1268411 w 1268411"/>
                <a:gd name="connsiteY1" fmla="*/ 204787 h 1781976"/>
                <a:gd name="connsiteX2" fmla="*/ 433386 w 1268411"/>
                <a:gd name="connsiteY2" fmla="*/ 1488652 h 1781976"/>
                <a:gd name="connsiteX3" fmla="*/ 80962 w 1268411"/>
                <a:gd name="connsiteY3" fmla="*/ 1780751 h 1781976"/>
                <a:gd name="connsiteX4" fmla="*/ 0 w 1268411"/>
                <a:gd name="connsiteY4" fmla="*/ 1704551 h 1781976"/>
                <a:gd name="connsiteX5" fmla="*/ 99426 w 1268411"/>
                <a:gd name="connsiteY5" fmla="*/ 1269577 h 1781976"/>
                <a:gd name="connsiteX6" fmla="*/ 975726 w 126841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18476 w 1287461"/>
                <a:gd name="connsiteY5" fmla="*/ 1269577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994776 w 1287461"/>
                <a:gd name="connsiteY5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994776 w 1287461"/>
                <a:gd name="connsiteY5" fmla="*/ 0 h 1781976"/>
                <a:gd name="connsiteX0" fmla="*/ 994776 w 1287461"/>
                <a:gd name="connsiteY0" fmla="*/ 0 h 1781154"/>
                <a:gd name="connsiteX1" fmla="*/ 1287461 w 1287461"/>
                <a:gd name="connsiteY1" fmla="*/ 204787 h 1781154"/>
                <a:gd name="connsiteX2" fmla="*/ 100012 w 1287461"/>
                <a:gd name="connsiteY2" fmla="*/ 1780751 h 1781154"/>
                <a:gd name="connsiteX3" fmla="*/ 0 w 1287461"/>
                <a:gd name="connsiteY3" fmla="*/ 1704551 h 1781154"/>
                <a:gd name="connsiteX4" fmla="*/ 994776 w 1287461"/>
                <a:gd name="connsiteY4" fmla="*/ 0 h 1781154"/>
                <a:gd name="connsiteX0" fmla="*/ 994776 w 1287461"/>
                <a:gd name="connsiteY0" fmla="*/ 0 h 1781154"/>
                <a:gd name="connsiteX1" fmla="*/ 1287461 w 1287461"/>
                <a:gd name="connsiteY1" fmla="*/ 204787 h 1781154"/>
                <a:gd name="connsiteX2" fmla="*/ 100012 w 1287461"/>
                <a:gd name="connsiteY2" fmla="*/ 1780751 h 1781154"/>
                <a:gd name="connsiteX3" fmla="*/ 0 w 1287461"/>
                <a:gd name="connsiteY3" fmla="*/ 1704551 h 1781154"/>
                <a:gd name="connsiteX4" fmla="*/ 994776 w 1287461"/>
                <a:gd name="connsiteY4" fmla="*/ 0 h 1781154"/>
                <a:gd name="connsiteX0" fmla="*/ 994776 w 1287461"/>
                <a:gd name="connsiteY0" fmla="*/ 0 h 1781154"/>
                <a:gd name="connsiteX1" fmla="*/ 1287461 w 1287461"/>
                <a:gd name="connsiteY1" fmla="*/ 204787 h 1781154"/>
                <a:gd name="connsiteX2" fmla="*/ 100012 w 1287461"/>
                <a:gd name="connsiteY2" fmla="*/ 1780751 h 1781154"/>
                <a:gd name="connsiteX3" fmla="*/ 0 w 1287461"/>
                <a:gd name="connsiteY3" fmla="*/ 1704551 h 1781154"/>
                <a:gd name="connsiteX4" fmla="*/ 994776 w 1287461"/>
                <a:gd name="connsiteY4" fmla="*/ 0 h 1781154"/>
                <a:gd name="connsiteX0" fmla="*/ 994776 w 1287461"/>
                <a:gd name="connsiteY0" fmla="*/ 0 h 1781011"/>
                <a:gd name="connsiteX1" fmla="*/ 1287461 w 1287461"/>
                <a:gd name="connsiteY1" fmla="*/ 204787 h 1781011"/>
                <a:gd name="connsiteX2" fmla="*/ 100012 w 1287461"/>
                <a:gd name="connsiteY2" fmla="*/ 1780751 h 1781011"/>
                <a:gd name="connsiteX3" fmla="*/ 0 w 1287461"/>
                <a:gd name="connsiteY3" fmla="*/ 1704551 h 1781011"/>
                <a:gd name="connsiteX4" fmla="*/ 994776 w 1287461"/>
                <a:gd name="connsiteY4" fmla="*/ 0 h 1781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461" h="1781011">
                  <a:moveTo>
                    <a:pt x="994776" y="0"/>
                  </a:moveTo>
                  <a:cubicBezTo>
                    <a:pt x="1130438" y="53975"/>
                    <a:pt x="1208949" y="107949"/>
                    <a:pt x="1287461" y="204787"/>
                  </a:cubicBezTo>
                  <a:cubicBezTo>
                    <a:pt x="1138334" y="501579"/>
                    <a:pt x="671776" y="1354577"/>
                    <a:pt x="100012" y="1780751"/>
                  </a:cubicBezTo>
                  <a:cubicBezTo>
                    <a:pt x="76200" y="1785514"/>
                    <a:pt x="0" y="1723601"/>
                    <a:pt x="0" y="1704551"/>
                  </a:cubicBezTo>
                  <a:cubicBezTo>
                    <a:pt x="44352" y="1212496"/>
                    <a:pt x="780199" y="249961"/>
                    <a:pt x="994776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835F44D-6F03-7A6A-575A-E142B12901CF}"/>
                </a:ext>
              </a:extLst>
            </p:cNvPr>
            <p:cNvSpPr/>
            <p:nvPr/>
          </p:nvSpPr>
          <p:spPr>
            <a:xfrm rot="1996151">
              <a:off x="2849643" y="2182990"/>
              <a:ext cx="288733" cy="414185"/>
            </a:xfrm>
            <a:custGeom>
              <a:avLst/>
              <a:gdLst>
                <a:gd name="connsiteX0" fmla="*/ 45812 w 443496"/>
                <a:gd name="connsiteY0" fmla="*/ 20091 h 636191"/>
                <a:gd name="connsiteX1" fmla="*/ 402867 w 443496"/>
                <a:gd name="connsiteY1" fmla="*/ 30755 h 636191"/>
                <a:gd name="connsiteX2" fmla="*/ 443434 w 443496"/>
                <a:gd name="connsiteY2" fmla="*/ 622127 h 636191"/>
                <a:gd name="connsiteX3" fmla="*/ 443496 w 443496"/>
                <a:gd name="connsiteY3" fmla="*/ 636190 h 636191"/>
                <a:gd name="connsiteX4" fmla="*/ 0 w 443496"/>
                <a:gd name="connsiteY4" fmla="*/ 636191 h 636191"/>
                <a:gd name="connsiteX5" fmla="*/ 4142 w 443496"/>
                <a:gd name="connsiteY5" fmla="*/ 534208 h 636191"/>
                <a:gd name="connsiteX6" fmla="*/ 45812 w 443496"/>
                <a:gd name="connsiteY6" fmla="*/ 20091 h 63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3496" h="636191">
                  <a:moveTo>
                    <a:pt x="45812" y="20091"/>
                  </a:moveTo>
                  <a:cubicBezTo>
                    <a:pt x="188849" y="-9201"/>
                    <a:pt x="284100" y="-7142"/>
                    <a:pt x="402867" y="30755"/>
                  </a:cubicBezTo>
                  <a:cubicBezTo>
                    <a:pt x="417165" y="154488"/>
                    <a:pt x="437047" y="368106"/>
                    <a:pt x="443434" y="622127"/>
                  </a:cubicBezTo>
                  <a:lnTo>
                    <a:pt x="443496" y="636190"/>
                  </a:lnTo>
                  <a:lnTo>
                    <a:pt x="0" y="636191"/>
                  </a:lnTo>
                  <a:lnTo>
                    <a:pt x="4142" y="534208"/>
                  </a:lnTo>
                  <a:cubicBezTo>
                    <a:pt x="14995" y="310389"/>
                    <a:pt x="32597" y="122186"/>
                    <a:pt x="45812" y="20091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3EDB8AE-00CB-C945-9BC5-801C2D139B4C}"/>
                </a:ext>
              </a:extLst>
            </p:cNvPr>
            <p:cNvSpPr/>
            <p:nvPr/>
          </p:nvSpPr>
          <p:spPr>
            <a:xfrm rot="1996151">
              <a:off x="2646670" y="2263843"/>
              <a:ext cx="443496" cy="636191"/>
            </a:xfrm>
            <a:custGeom>
              <a:avLst/>
              <a:gdLst>
                <a:gd name="connsiteX0" fmla="*/ 45812 w 443496"/>
                <a:gd name="connsiteY0" fmla="*/ 20091 h 636191"/>
                <a:gd name="connsiteX1" fmla="*/ 402867 w 443496"/>
                <a:gd name="connsiteY1" fmla="*/ 30755 h 636191"/>
                <a:gd name="connsiteX2" fmla="*/ 443434 w 443496"/>
                <a:gd name="connsiteY2" fmla="*/ 622127 h 636191"/>
                <a:gd name="connsiteX3" fmla="*/ 443496 w 443496"/>
                <a:gd name="connsiteY3" fmla="*/ 636190 h 636191"/>
                <a:gd name="connsiteX4" fmla="*/ 0 w 443496"/>
                <a:gd name="connsiteY4" fmla="*/ 636191 h 636191"/>
                <a:gd name="connsiteX5" fmla="*/ 4142 w 443496"/>
                <a:gd name="connsiteY5" fmla="*/ 534208 h 636191"/>
                <a:gd name="connsiteX6" fmla="*/ 45812 w 443496"/>
                <a:gd name="connsiteY6" fmla="*/ 20091 h 63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3496" h="636191">
                  <a:moveTo>
                    <a:pt x="45812" y="20091"/>
                  </a:moveTo>
                  <a:cubicBezTo>
                    <a:pt x="188849" y="-9201"/>
                    <a:pt x="284100" y="-7142"/>
                    <a:pt x="402867" y="30755"/>
                  </a:cubicBezTo>
                  <a:cubicBezTo>
                    <a:pt x="417165" y="154488"/>
                    <a:pt x="437047" y="368106"/>
                    <a:pt x="443434" y="622127"/>
                  </a:cubicBezTo>
                  <a:lnTo>
                    <a:pt x="443496" y="636190"/>
                  </a:lnTo>
                  <a:lnTo>
                    <a:pt x="0" y="636191"/>
                  </a:lnTo>
                  <a:lnTo>
                    <a:pt x="4142" y="534208"/>
                  </a:lnTo>
                  <a:cubicBezTo>
                    <a:pt x="14995" y="310389"/>
                    <a:pt x="32597" y="122186"/>
                    <a:pt x="45812" y="20091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94A474-E0C6-8145-4F35-7AD25A787924}"/>
              </a:ext>
            </a:extLst>
          </p:cNvPr>
          <p:cNvGrpSpPr/>
          <p:nvPr/>
        </p:nvGrpSpPr>
        <p:grpSpPr>
          <a:xfrm>
            <a:off x="5950031" y="2235522"/>
            <a:ext cx="3649210" cy="5589377"/>
            <a:chOff x="1838499" y="2182990"/>
            <a:chExt cx="1323699" cy="202746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F7173A-07F5-286A-02F6-08E925B475E0}"/>
                </a:ext>
              </a:extLst>
            </p:cNvPr>
            <p:cNvSpPr/>
            <p:nvPr/>
          </p:nvSpPr>
          <p:spPr>
            <a:xfrm rot="1422535">
              <a:off x="1838499" y="3818668"/>
              <a:ext cx="228963" cy="391789"/>
            </a:xfrm>
            <a:custGeom>
              <a:avLst/>
              <a:gdLst>
                <a:gd name="connsiteX0" fmla="*/ 0 w 120608"/>
                <a:gd name="connsiteY0" fmla="*/ 0 h 73062"/>
                <a:gd name="connsiteX1" fmla="*/ 120608 w 120608"/>
                <a:gd name="connsiteY1" fmla="*/ 0 h 73062"/>
                <a:gd name="connsiteX2" fmla="*/ 120116 w 120608"/>
                <a:gd name="connsiteY2" fmla="*/ 1305 h 73062"/>
                <a:gd name="connsiteX3" fmla="*/ 36739 w 120608"/>
                <a:gd name="connsiteY3" fmla="*/ 72986 h 73062"/>
                <a:gd name="connsiteX4" fmla="*/ 16317 w 120608"/>
                <a:gd name="connsiteY4" fmla="*/ 44786 h 73062"/>
                <a:gd name="connsiteX5" fmla="*/ 0 w 120608"/>
                <a:gd name="connsiteY5" fmla="*/ 0 h 73062"/>
                <a:gd name="connsiteX0" fmla="*/ 0 w 120608"/>
                <a:gd name="connsiteY0" fmla="*/ 0 h 79732"/>
                <a:gd name="connsiteX1" fmla="*/ 120608 w 120608"/>
                <a:gd name="connsiteY1" fmla="*/ 0 h 79732"/>
                <a:gd name="connsiteX2" fmla="*/ 120116 w 120608"/>
                <a:gd name="connsiteY2" fmla="*/ 1305 h 79732"/>
                <a:gd name="connsiteX3" fmla="*/ 32379 w 120608"/>
                <a:gd name="connsiteY3" fmla="*/ 79664 h 79732"/>
                <a:gd name="connsiteX4" fmla="*/ 16317 w 120608"/>
                <a:gd name="connsiteY4" fmla="*/ 44786 h 79732"/>
                <a:gd name="connsiteX5" fmla="*/ 0 w 120608"/>
                <a:gd name="connsiteY5" fmla="*/ 0 h 79732"/>
                <a:gd name="connsiteX0" fmla="*/ 4201 w 124809"/>
                <a:gd name="connsiteY0" fmla="*/ 0 h 79732"/>
                <a:gd name="connsiteX1" fmla="*/ 124809 w 124809"/>
                <a:gd name="connsiteY1" fmla="*/ 0 h 79732"/>
                <a:gd name="connsiteX2" fmla="*/ 124317 w 124809"/>
                <a:gd name="connsiteY2" fmla="*/ 1305 h 79732"/>
                <a:gd name="connsiteX3" fmla="*/ 36580 w 124809"/>
                <a:gd name="connsiteY3" fmla="*/ 79664 h 79732"/>
                <a:gd name="connsiteX4" fmla="*/ 4201 w 124809"/>
                <a:gd name="connsiteY4" fmla="*/ 0 h 79732"/>
                <a:gd name="connsiteX0" fmla="*/ 3110 w 123718"/>
                <a:gd name="connsiteY0" fmla="*/ 0 h 79732"/>
                <a:gd name="connsiteX1" fmla="*/ 123718 w 123718"/>
                <a:gd name="connsiteY1" fmla="*/ 0 h 79732"/>
                <a:gd name="connsiteX2" fmla="*/ 123226 w 123718"/>
                <a:gd name="connsiteY2" fmla="*/ 1305 h 79732"/>
                <a:gd name="connsiteX3" fmla="*/ 35489 w 123718"/>
                <a:gd name="connsiteY3" fmla="*/ 79664 h 79732"/>
                <a:gd name="connsiteX4" fmla="*/ 3110 w 123718"/>
                <a:gd name="connsiteY4" fmla="*/ 0 h 79732"/>
                <a:gd name="connsiteX0" fmla="*/ 3110 w 123718"/>
                <a:gd name="connsiteY0" fmla="*/ 0 h 79712"/>
                <a:gd name="connsiteX1" fmla="*/ 123718 w 123718"/>
                <a:gd name="connsiteY1" fmla="*/ 0 h 79712"/>
                <a:gd name="connsiteX2" fmla="*/ 123226 w 123718"/>
                <a:gd name="connsiteY2" fmla="*/ 1305 h 79712"/>
                <a:gd name="connsiteX3" fmla="*/ 35489 w 123718"/>
                <a:gd name="connsiteY3" fmla="*/ 79664 h 79712"/>
                <a:gd name="connsiteX4" fmla="*/ 3110 w 123718"/>
                <a:gd name="connsiteY4" fmla="*/ 0 h 79712"/>
                <a:gd name="connsiteX0" fmla="*/ 3110 w 123718"/>
                <a:gd name="connsiteY0" fmla="*/ 0 h 79690"/>
                <a:gd name="connsiteX1" fmla="*/ 123718 w 123718"/>
                <a:gd name="connsiteY1" fmla="*/ 0 h 79690"/>
                <a:gd name="connsiteX2" fmla="*/ 123226 w 123718"/>
                <a:gd name="connsiteY2" fmla="*/ 1305 h 79690"/>
                <a:gd name="connsiteX3" fmla="*/ 35489 w 123718"/>
                <a:gd name="connsiteY3" fmla="*/ 79664 h 79690"/>
                <a:gd name="connsiteX4" fmla="*/ 3110 w 123718"/>
                <a:gd name="connsiteY4" fmla="*/ 0 h 79690"/>
                <a:gd name="connsiteX0" fmla="*/ 2850 w 123458"/>
                <a:gd name="connsiteY0" fmla="*/ 0 h 79123"/>
                <a:gd name="connsiteX1" fmla="*/ 123458 w 123458"/>
                <a:gd name="connsiteY1" fmla="*/ 0 h 79123"/>
                <a:gd name="connsiteX2" fmla="*/ 122966 w 123458"/>
                <a:gd name="connsiteY2" fmla="*/ 1305 h 79123"/>
                <a:gd name="connsiteX3" fmla="*/ 40020 w 123458"/>
                <a:gd name="connsiteY3" fmla="*/ 79097 h 79123"/>
                <a:gd name="connsiteX4" fmla="*/ 2850 w 123458"/>
                <a:gd name="connsiteY4" fmla="*/ 0 h 79123"/>
                <a:gd name="connsiteX0" fmla="*/ 2764 w 123372"/>
                <a:gd name="connsiteY0" fmla="*/ 0 h 77885"/>
                <a:gd name="connsiteX1" fmla="*/ 123372 w 123372"/>
                <a:gd name="connsiteY1" fmla="*/ 0 h 77885"/>
                <a:gd name="connsiteX2" fmla="*/ 122880 w 123372"/>
                <a:gd name="connsiteY2" fmla="*/ 1305 h 77885"/>
                <a:gd name="connsiteX3" fmla="*/ 41725 w 123372"/>
                <a:gd name="connsiteY3" fmla="*/ 77858 h 77885"/>
                <a:gd name="connsiteX4" fmla="*/ 2764 w 123372"/>
                <a:gd name="connsiteY4" fmla="*/ 0 h 77885"/>
                <a:gd name="connsiteX0" fmla="*/ 2921 w 123529"/>
                <a:gd name="connsiteY0" fmla="*/ 0 h 78263"/>
                <a:gd name="connsiteX1" fmla="*/ 123529 w 123529"/>
                <a:gd name="connsiteY1" fmla="*/ 0 h 78263"/>
                <a:gd name="connsiteX2" fmla="*/ 123037 w 123529"/>
                <a:gd name="connsiteY2" fmla="*/ 1305 h 78263"/>
                <a:gd name="connsiteX3" fmla="*/ 38688 w 123529"/>
                <a:gd name="connsiteY3" fmla="*/ 78236 h 78263"/>
                <a:gd name="connsiteX4" fmla="*/ 2921 w 123529"/>
                <a:gd name="connsiteY4" fmla="*/ 0 h 78263"/>
                <a:gd name="connsiteX0" fmla="*/ 3458 w 115382"/>
                <a:gd name="connsiteY0" fmla="*/ 0 h 78778"/>
                <a:gd name="connsiteX1" fmla="*/ 115382 w 115382"/>
                <a:gd name="connsiteY1" fmla="*/ 515 h 78778"/>
                <a:gd name="connsiteX2" fmla="*/ 114890 w 115382"/>
                <a:gd name="connsiteY2" fmla="*/ 1820 h 78778"/>
                <a:gd name="connsiteX3" fmla="*/ 30541 w 115382"/>
                <a:gd name="connsiteY3" fmla="*/ 78751 h 78778"/>
                <a:gd name="connsiteX4" fmla="*/ 3458 w 115382"/>
                <a:gd name="connsiteY4" fmla="*/ 0 h 78778"/>
                <a:gd name="connsiteX0" fmla="*/ 2922 w 114846"/>
                <a:gd name="connsiteY0" fmla="*/ 0 h 78263"/>
                <a:gd name="connsiteX1" fmla="*/ 114846 w 114846"/>
                <a:gd name="connsiteY1" fmla="*/ 515 h 78263"/>
                <a:gd name="connsiteX2" fmla="*/ 114354 w 114846"/>
                <a:gd name="connsiteY2" fmla="*/ 1820 h 78263"/>
                <a:gd name="connsiteX3" fmla="*/ 38691 w 114846"/>
                <a:gd name="connsiteY3" fmla="*/ 78236 h 78263"/>
                <a:gd name="connsiteX4" fmla="*/ 2922 w 114846"/>
                <a:gd name="connsiteY4" fmla="*/ 0 h 78263"/>
                <a:gd name="connsiteX0" fmla="*/ 3226 w 115150"/>
                <a:gd name="connsiteY0" fmla="*/ 0 h 77349"/>
                <a:gd name="connsiteX1" fmla="*/ 115150 w 115150"/>
                <a:gd name="connsiteY1" fmla="*/ 515 h 77349"/>
                <a:gd name="connsiteX2" fmla="*/ 114658 w 115150"/>
                <a:gd name="connsiteY2" fmla="*/ 1820 h 77349"/>
                <a:gd name="connsiteX3" fmla="*/ 33698 w 115150"/>
                <a:gd name="connsiteY3" fmla="*/ 77322 h 77349"/>
                <a:gd name="connsiteX4" fmla="*/ 3226 w 115150"/>
                <a:gd name="connsiteY4" fmla="*/ 0 h 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50" h="77349">
                  <a:moveTo>
                    <a:pt x="3226" y="0"/>
                  </a:moveTo>
                  <a:lnTo>
                    <a:pt x="115150" y="515"/>
                  </a:lnTo>
                  <a:lnTo>
                    <a:pt x="114658" y="1820"/>
                  </a:lnTo>
                  <a:cubicBezTo>
                    <a:pt x="101211" y="21172"/>
                    <a:pt x="32043" y="78794"/>
                    <a:pt x="33698" y="77322"/>
                  </a:cubicBezTo>
                  <a:cubicBezTo>
                    <a:pt x="28557" y="76884"/>
                    <a:pt x="-11479" y="13277"/>
                    <a:pt x="3226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BA27989-9A42-DC9B-2C16-73A612259EB7}"/>
                </a:ext>
              </a:extLst>
            </p:cNvPr>
            <p:cNvSpPr/>
            <p:nvPr/>
          </p:nvSpPr>
          <p:spPr>
            <a:xfrm rot="1996151">
              <a:off x="2598872" y="2493646"/>
              <a:ext cx="514493" cy="706846"/>
            </a:xfrm>
            <a:custGeom>
              <a:avLst/>
              <a:gdLst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06272 w 514564"/>
                <a:gd name="connsiteY4" fmla="*/ 636190 h 636190"/>
                <a:gd name="connsiteX5" fmla="*/ 404525 w 514564"/>
                <a:gd name="connsiteY5" fmla="*/ 547274 h 636190"/>
                <a:gd name="connsiteX6" fmla="*/ 387429 w 514564"/>
                <a:gd name="connsiteY6" fmla="*/ 138069 h 636190"/>
                <a:gd name="connsiteX7" fmla="*/ 205455 w 514564"/>
                <a:gd name="connsiteY7" fmla="*/ 127405 h 636190"/>
                <a:gd name="connsiteX8" fmla="*/ 188921 w 514564"/>
                <a:gd name="connsiteY8" fmla="*/ 481125 h 636190"/>
                <a:gd name="connsiteX9" fmla="*/ 184373 w 514564"/>
                <a:gd name="connsiteY9" fmla="*/ 636190 h 636190"/>
                <a:gd name="connsiteX10" fmla="*/ 0 w 514564"/>
                <a:gd name="connsiteY10" fmla="*/ 636190 h 636190"/>
                <a:gd name="connsiteX11" fmla="*/ 4807 w 514564"/>
                <a:gd name="connsiteY11" fmla="*/ 534207 h 636190"/>
                <a:gd name="connsiteX12" fmla="*/ 53154 w 514564"/>
                <a:gd name="connsiteY12" fmla="*/ 20090 h 636190"/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06272 w 514564"/>
                <a:gd name="connsiteY4" fmla="*/ 636190 h 636190"/>
                <a:gd name="connsiteX5" fmla="*/ 404525 w 514564"/>
                <a:gd name="connsiteY5" fmla="*/ 547274 h 636190"/>
                <a:gd name="connsiteX6" fmla="*/ 387429 w 514564"/>
                <a:gd name="connsiteY6" fmla="*/ 138069 h 636190"/>
                <a:gd name="connsiteX7" fmla="*/ 205455 w 514564"/>
                <a:gd name="connsiteY7" fmla="*/ 127405 h 636190"/>
                <a:gd name="connsiteX8" fmla="*/ 188921 w 514564"/>
                <a:gd name="connsiteY8" fmla="*/ 481125 h 636190"/>
                <a:gd name="connsiteX9" fmla="*/ 184373 w 514564"/>
                <a:gd name="connsiteY9" fmla="*/ 636190 h 636190"/>
                <a:gd name="connsiteX10" fmla="*/ 0 w 514564"/>
                <a:gd name="connsiteY10" fmla="*/ 636190 h 636190"/>
                <a:gd name="connsiteX11" fmla="*/ 4807 w 514564"/>
                <a:gd name="connsiteY11" fmla="*/ 534207 h 636190"/>
                <a:gd name="connsiteX12" fmla="*/ 53154 w 514564"/>
                <a:gd name="connsiteY12" fmla="*/ 20090 h 636190"/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06272 w 514564"/>
                <a:gd name="connsiteY4" fmla="*/ 636190 h 636190"/>
                <a:gd name="connsiteX5" fmla="*/ 387429 w 514564"/>
                <a:gd name="connsiteY5" fmla="*/ 138069 h 636190"/>
                <a:gd name="connsiteX6" fmla="*/ 205455 w 514564"/>
                <a:gd name="connsiteY6" fmla="*/ 127405 h 636190"/>
                <a:gd name="connsiteX7" fmla="*/ 188921 w 514564"/>
                <a:gd name="connsiteY7" fmla="*/ 481125 h 636190"/>
                <a:gd name="connsiteX8" fmla="*/ 184373 w 514564"/>
                <a:gd name="connsiteY8" fmla="*/ 636190 h 636190"/>
                <a:gd name="connsiteX9" fmla="*/ 0 w 514564"/>
                <a:gd name="connsiteY9" fmla="*/ 636190 h 636190"/>
                <a:gd name="connsiteX10" fmla="*/ 4807 w 514564"/>
                <a:gd name="connsiteY10" fmla="*/ 534207 h 636190"/>
                <a:gd name="connsiteX11" fmla="*/ 53154 w 514564"/>
                <a:gd name="connsiteY11" fmla="*/ 20090 h 636190"/>
                <a:gd name="connsiteX0" fmla="*/ 53154 w 514564"/>
                <a:gd name="connsiteY0" fmla="*/ 20090 h 636190"/>
                <a:gd name="connsiteX1" fmla="*/ 467425 w 514564"/>
                <a:gd name="connsiteY1" fmla="*/ 30754 h 636190"/>
                <a:gd name="connsiteX2" fmla="*/ 514493 w 514564"/>
                <a:gd name="connsiteY2" fmla="*/ 622126 h 636190"/>
                <a:gd name="connsiteX3" fmla="*/ 514564 w 514564"/>
                <a:gd name="connsiteY3" fmla="*/ 636189 h 636190"/>
                <a:gd name="connsiteX4" fmla="*/ 425482 w 514564"/>
                <a:gd name="connsiteY4" fmla="*/ 630198 h 636190"/>
                <a:gd name="connsiteX5" fmla="*/ 387429 w 514564"/>
                <a:gd name="connsiteY5" fmla="*/ 138069 h 636190"/>
                <a:gd name="connsiteX6" fmla="*/ 205455 w 514564"/>
                <a:gd name="connsiteY6" fmla="*/ 127405 h 636190"/>
                <a:gd name="connsiteX7" fmla="*/ 188921 w 514564"/>
                <a:gd name="connsiteY7" fmla="*/ 481125 h 636190"/>
                <a:gd name="connsiteX8" fmla="*/ 184373 w 514564"/>
                <a:gd name="connsiteY8" fmla="*/ 636190 h 636190"/>
                <a:gd name="connsiteX9" fmla="*/ 0 w 514564"/>
                <a:gd name="connsiteY9" fmla="*/ 636190 h 636190"/>
                <a:gd name="connsiteX10" fmla="*/ 4807 w 514564"/>
                <a:gd name="connsiteY10" fmla="*/ 534207 h 636190"/>
                <a:gd name="connsiteX11" fmla="*/ 53154 w 514564"/>
                <a:gd name="connsiteY11" fmla="*/ 20090 h 636190"/>
                <a:gd name="connsiteX0" fmla="*/ 53154 w 514564"/>
                <a:gd name="connsiteY0" fmla="*/ 20090 h 641244"/>
                <a:gd name="connsiteX1" fmla="*/ 467425 w 514564"/>
                <a:gd name="connsiteY1" fmla="*/ 30754 h 641244"/>
                <a:gd name="connsiteX2" fmla="*/ 514493 w 514564"/>
                <a:gd name="connsiteY2" fmla="*/ 622126 h 641244"/>
                <a:gd name="connsiteX3" fmla="*/ 514564 w 514564"/>
                <a:gd name="connsiteY3" fmla="*/ 636189 h 641244"/>
                <a:gd name="connsiteX4" fmla="*/ 425482 w 514564"/>
                <a:gd name="connsiteY4" fmla="*/ 630198 h 641244"/>
                <a:gd name="connsiteX5" fmla="*/ 387429 w 514564"/>
                <a:gd name="connsiteY5" fmla="*/ 138069 h 641244"/>
                <a:gd name="connsiteX6" fmla="*/ 205455 w 514564"/>
                <a:gd name="connsiteY6" fmla="*/ 127405 h 641244"/>
                <a:gd name="connsiteX7" fmla="*/ 188921 w 514564"/>
                <a:gd name="connsiteY7" fmla="*/ 481125 h 641244"/>
                <a:gd name="connsiteX8" fmla="*/ 184373 w 514564"/>
                <a:gd name="connsiteY8" fmla="*/ 636190 h 641244"/>
                <a:gd name="connsiteX9" fmla="*/ 0 w 514564"/>
                <a:gd name="connsiteY9" fmla="*/ 636190 h 641244"/>
                <a:gd name="connsiteX10" fmla="*/ 4807 w 514564"/>
                <a:gd name="connsiteY10" fmla="*/ 534207 h 641244"/>
                <a:gd name="connsiteX11" fmla="*/ 53154 w 514564"/>
                <a:gd name="connsiteY11" fmla="*/ 20090 h 641244"/>
                <a:gd name="connsiteX0" fmla="*/ 53154 w 514493"/>
                <a:gd name="connsiteY0" fmla="*/ 20090 h 693885"/>
                <a:gd name="connsiteX1" fmla="*/ 467425 w 514493"/>
                <a:gd name="connsiteY1" fmla="*/ 30754 h 693885"/>
                <a:gd name="connsiteX2" fmla="*/ 514493 w 514493"/>
                <a:gd name="connsiteY2" fmla="*/ 622126 h 693885"/>
                <a:gd name="connsiteX3" fmla="*/ 425482 w 514493"/>
                <a:gd name="connsiteY3" fmla="*/ 630198 h 693885"/>
                <a:gd name="connsiteX4" fmla="*/ 387429 w 514493"/>
                <a:gd name="connsiteY4" fmla="*/ 138069 h 693885"/>
                <a:gd name="connsiteX5" fmla="*/ 205455 w 514493"/>
                <a:gd name="connsiteY5" fmla="*/ 127405 h 693885"/>
                <a:gd name="connsiteX6" fmla="*/ 188921 w 514493"/>
                <a:gd name="connsiteY6" fmla="*/ 481125 h 693885"/>
                <a:gd name="connsiteX7" fmla="*/ 184373 w 514493"/>
                <a:gd name="connsiteY7" fmla="*/ 636190 h 693885"/>
                <a:gd name="connsiteX8" fmla="*/ 0 w 514493"/>
                <a:gd name="connsiteY8" fmla="*/ 636190 h 693885"/>
                <a:gd name="connsiteX9" fmla="*/ 4807 w 514493"/>
                <a:gd name="connsiteY9" fmla="*/ 534207 h 693885"/>
                <a:gd name="connsiteX10" fmla="*/ 53154 w 514493"/>
                <a:gd name="connsiteY10" fmla="*/ 20090 h 693885"/>
                <a:gd name="connsiteX0" fmla="*/ 53154 w 514493"/>
                <a:gd name="connsiteY0" fmla="*/ 33051 h 706846"/>
                <a:gd name="connsiteX1" fmla="*/ 467425 w 514493"/>
                <a:gd name="connsiteY1" fmla="*/ 43715 h 706846"/>
                <a:gd name="connsiteX2" fmla="*/ 514493 w 514493"/>
                <a:gd name="connsiteY2" fmla="*/ 635087 h 706846"/>
                <a:gd name="connsiteX3" fmla="*/ 425482 w 514493"/>
                <a:gd name="connsiteY3" fmla="*/ 643159 h 706846"/>
                <a:gd name="connsiteX4" fmla="*/ 387429 w 514493"/>
                <a:gd name="connsiteY4" fmla="*/ 151030 h 706846"/>
                <a:gd name="connsiteX5" fmla="*/ 205455 w 514493"/>
                <a:gd name="connsiteY5" fmla="*/ 140366 h 706846"/>
                <a:gd name="connsiteX6" fmla="*/ 188921 w 514493"/>
                <a:gd name="connsiteY6" fmla="*/ 494086 h 706846"/>
                <a:gd name="connsiteX7" fmla="*/ 184373 w 514493"/>
                <a:gd name="connsiteY7" fmla="*/ 649151 h 706846"/>
                <a:gd name="connsiteX8" fmla="*/ 0 w 514493"/>
                <a:gd name="connsiteY8" fmla="*/ 649151 h 706846"/>
                <a:gd name="connsiteX9" fmla="*/ 4807 w 514493"/>
                <a:gd name="connsiteY9" fmla="*/ 547168 h 706846"/>
                <a:gd name="connsiteX10" fmla="*/ 53154 w 514493"/>
                <a:gd name="connsiteY10" fmla="*/ 33051 h 706846"/>
                <a:gd name="connsiteX0" fmla="*/ 53154 w 514493"/>
                <a:gd name="connsiteY0" fmla="*/ 33051 h 706846"/>
                <a:gd name="connsiteX1" fmla="*/ 467425 w 514493"/>
                <a:gd name="connsiteY1" fmla="*/ 43715 h 706846"/>
                <a:gd name="connsiteX2" fmla="*/ 514493 w 514493"/>
                <a:gd name="connsiteY2" fmla="*/ 635087 h 706846"/>
                <a:gd name="connsiteX3" fmla="*/ 425482 w 514493"/>
                <a:gd name="connsiteY3" fmla="*/ 643159 h 706846"/>
                <a:gd name="connsiteX4" fmla="*/ 387429 w 514493"/>
                <a:gd name="connsiteY4" fmla="*/ 151030 h 706846"/>
                <a:gd name="connsiteX5" fmla="*/ 205455 w 514493"/>
                <a:gd name="connsiteY5" fmla="*/ 140366 h 706846"/>
                <a:gd name="connsiteX6" fmla="*/ 188921 w 514493"/>
                <a:gd name="connsiteY6" fmla="*/ 494086 h 706846"/>
                <a:gd name="connsiteX7" fmla="*/ 184373 w 514493"/>
                <a:gd name="connsiteY7" fmla="*/ 649151 h 706846"/>
                <a:gd name="connsiteX8" fmla="*/ 0 w 514493"/>
                <a:gd name="connsiteY8" fmla="*/ 649151 h 706846"/>
                <a:gd name="connsiteX9" fmla="*/ 4807 w 514493"/>
                <a:gd name="connsiteY9" fmla="*/ 547168 h 706846"/>
                <a:gd name="connsiteX10" fmla="*/ 53154 w 514493"/>
                <a:gd name="connsiteY10" fmla="*/ 33051 h 706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4493" h="706846">
                  <a:moveTo>
                    <a:pt x="53154" y="33051"/>
                  </a:moveTo>
                  <a:cubicBezTo>
                    <a:pt x="219112" y="3759"/>
                    <a:pt x="386607" y="-28262"/>
                    <a:pt x="467425" y="43715"/>
                  </a:cubicBezTo>
                  <a:cubicBezTo>
                    <a:pt x="498174" y="118487"/>
                    <a:pt x="507082" y="381066"/>
                    <a:pt x="514493" y="635087"/>
                  </a:cubicBezTo>
                  <a:cubicBezTo>
                    <a:pt x="507503" y="734994"/>
                    <a:pt x="446659" y="723835"/>
                    <a:pt x="425482" y="643159"/>
                  </a:cubicBezTo>
                  <a:cubicBezTo>
                    <a:pt x="404293" y="560139"/>
                    <a:pt x="420898" y="235827"/>
                    <a:pt x="387429" y="151030"/>
                  </a:cubicBezTo>
                  <a:cubicBezTo>
                    <a:pt x="326899" y="113133"/>
                    <a:pt x="278354" y="111074"/>
                    <a:pt x="205455" y="140366"/>
                  </a:cubicBezTo>
                  <a:cubicBezTo>
                    <a:pt x="200403" y="216937"/>
                    <a:pt x="194094" y="341944"/>
                    <a:pt x="188921" y="494086"/>
                  </a:cubicBezTo>
                  <a:lnTo>
                    <a:pt x="184373" y="649151"/>
                  </a:lnTo>
                  <a:lnTo>
                    <a:pt x="0" y="649151"/>
                  </a:lnTo>
                  <a:lnTo>
                    <a:pt x="4807" y="547168"/>
                  </a:lnTo>
                  <a:cubicBezTo>
                    <a:pt x="17398" y="323349"/>
                    <a:pt x="37822" y="135147"/>
                    <a:pt x="53154" y="33051"/>
                  </a:cubicBezTo>
                  <a:close/>
                </a:path>
              </a:pathLst>
            </a:custGeom>
            <a:solidFill>
              <a:srgbClr val="2CB4AC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Rectangle 2">
              <a:extLst>
                <a:ext uri="{FF2B5EF4-FFF2-40B4-BE49-F238E27FC236}">
                  <a16:creationId xmlns:a16="http://schemas.microsoft.com/office/drawing/2014/main" id="{A0487FB1-144C-DAED-452A-59CB94C7C058}"/>
                </a:ext>
              </a:extLst>
            </p:cNvPr>
            <p:cNvSpPr/>
            <p:nvPr/>
          </p:nvSpPr>
          <p:spPr>
            <a:xfrm>
              <a:off x="1874737" y="2255712"/>
              <a:ext cx="1287461" cy="1781011"/>
            </a:xfrm>
            <a:custGeom>
              <a:avLst/>
              <a:gdLst>
                <a:gd name="connsiteX0" fmla="*/ 0 w 454610"/>
                <a:gd name="connsiteY0" fmla="*/ 0 h 463127"/>
                <a:gd name="connsiteX1" fmla="*/ 454610 w 454610"/>
                <a:gd name="connsiteY1" fmla="*/ 0 h 463127"/>
                <a:gd name="connsiteX2" fmla="*/ 454610 w 454610"/>
                <a:gd name="connsiteY2" fmla="*/ 463127 h 463127"/>
                <a:gd name="connsiteX3" fmla="*/ 0 w 454610"/>
                <a:gd name="connsiteY3" fmla="*/ 463127 h 463127"/>
                <a:gd name="connsiteX4" fmla="*/ 0 w 454610"/>
                <a:gd name="connsiteY4" fmla="*/ 0 h 463127"/>
                <a:gd name="connsiteX0" fmla="*/ 876300 w 1330910"/>
                <a:gd name="connsiteY0" fmla="*/ 0 h 1136227"/>
                <a:gd name="connsiteX1" fmla="*/ 1330910 w 1330910"/>
                <a:gd name="connsiteY1" fmla="*/ 0 h 1136227"/>
                <a:gd name="connsiteX2" fmla="*/ 1330910 w 1330910"/>
                <a:gd name="connsiteY2" fmla="*/ 463127 h 1136227"/>
                <a:gd name="connsiteX3" fmla="*/ 0 w 1330910"/>
                <a:gd name="connsiteY3" fmla="*/ 1136227 h 1136227"/>
                <a:gd name="connsiteX4" fmla="*/ 876300 w 1330910"/>
                <a:gd name="connsiteY4" fmla="*/ 0 h 1136227"/>
                <a:gd name="connsiteX0" fmla="*/ 876300 w 1330910"/>
                <a:gd name="connsiteY0" fmla="*/ 0 h 1174327"/>
                <a:gd name="connsiteX1" fmla="*/ 1330910 w 1330910"/>
                <a:gd name="connsiteY1" fmla="*/ 0 h 1174327"/>
                <a:gd name="connsiteX2" fmla="*/ 467310 w 1330910"/>
                <a:gd name="connsiteY2" fmla="*/ 1174327 h 1174327"/>
                <a:gd name="connsiteX3" fmla="*/ 0 w 1330910"/>
                <a:gd name="connsiteY3" fmla="*/ 1136227 h 1174327"/>
                <a:gd name="connsiteX4" fmla="*/ 876300 w 1330910"/>
                <a:gd name="connsiteY4" fmla="*/ 0 h 1174327"/>
                <a:gd name="connsiteX0" fmla="*/ 866775 w 1330910"/>
                <a:gd name="connsiteY0" fmla="*/ 0 h 1288627"/>
                <a:gd name="connsiteX1" fmla="*/ 1330910 w 1330910"/>
                <a:gd name="connsiteY1" fmla="*/ 114300 h 1288627"/>
                <a:gd name="connsiteX2" fmla="*/ 467310 w 1330910"/>
                <a:gd name="connsiteY2" fmla="*/ 1288627 h 1288627"/>
                <a:gd name="connsiteX3" fmla="*/ 0 w 1330910"/>
                <a:gd name="connsiteY3" fmla="*/ 1250527 h 1288627"/>
                <a:gd name="connsiteX4" fmla="*/ 866775 w 1330910"/>
                <a:gd name="connsiteY4" fmla="*/ 0 h 1288627"/>
                <a:gd name="connsiteX0" fmla="*/ 866775 w 1197560"/>
                <a:gd name="connsiteY0" fmla="*/ 0 h 1288627"/>
                <a:gd name="connsiteX1" fmla="*/ 1197560 w 1197560"/>
                <a:gd name="connsiteY1" fmla="*/ 209550 h 1288627"/>
                <a:gd name="connsiteX2" fmla="*/ 467310 w 1197560"/>
                <a:gd name="connsiteY2" fmla="*/ 1288627 h 1288627"/>
                <a:gd name="connsiteX3" fmla="*/ 0 w 1197560"/>
                <a:gd name="connsiteY3" fmla="*/ 1250527 h 1288627"/>
                <a:gd name="connsiteX4" fmla="*/ 866775 w 1197560"/>
                <a:gd name="connsiteY4" fmla="*/ 0 h 1288627"/>
                <a:gd name="connsiteX0" fmla="*/ 866775 w 1188035"/>
                <a:gd name="connsiteY0" fmla="*/ 0 h 1288627"/>
                <a:gd name="connsiteX1" fmla="*/ 1188035 w 1188035"/>
                <a:gd name="connsiteY1" fmla="*/ 190500 h 1288627"/>
                <a:gd name="connsiteX2" fmla="*/ 467310 w 1188035"/>
                <a:gd name="connsiteY2" fmla="*/ 1288627 h 1288627"/>
                <a:gd name="connsiteX3" fmla="*/ 0 w 1188035"/>
                <a:gd name="connsiteY3" fmla="*/ 1250527 h 1288627"/>
                <a:gd name="connsiteX4" fmla="*/ 866775 w 1188035"/>
                <a:gd name="connsiteY4" fmla="*/ 0 h 1288627"/>
                <a:gd name="connsiteX0" fmla="*/ 866775 w 1188035"/>
                <a:gd name="connsiteY0" fmla="*/ 0 h 1288627"/>
                <a:gd name="connsiteX1" fmla="*/ 1188035 w 1188035"/>
                <a:gd name="connsiteY1" fmla="*/ 190500 h 1288627"/>
                <a:gd name="connsiteX2" fmla="*/ 467310 w 1188035"/>
                <a:gd name="connsiteY2" fmla="*/ 1288627 h 1288627"/>
                <a:gd name="connsiteX3" fmla="*/ 0 w 1188035"/>
                <a:gd name="connsiteY3" fmla="*/ 1250527 h 1288627"/>
                <a:gd name="connsiteX4" fmla="*/ 866775 w 1188035"/>
                <a:gd name="connsiteY4" fmla="*/ 0 h 1288627"/>
                <a:gd name="connsiteX0" fmla="*/ 876300 w 1188035"/>
                <a:gd name="connsiteY0" fmla="*/ 0 h 1307677"/>
                <a:gd name="connsiteX1" fmla="*/ 1188035 w 1188035"/>
                <a:gd name="connsiteY1" fmla="*/ 209550 h 1307677"/>
                <a:gd name="connsiteX2" fmla="*/ 467310 w 1188035"/>
                <a:gd name="connsiteY2" fmla="*/ 1307677 h 1307677"/>
                <a:gd name="connsiteX3" fmla="*/ 0 w 1188035"/>
                <a:gd name="connsiteY3" fmla="*/ 1269577 h 1307677"/>
                <a:gd name="connsiteX4" fmla="*/ 876300 w 1188035"/>
                <a:gd name="connsiteY4" fmla="*/ 0 h 1307677"/>
                <a:gd name="connsiteX0" fmla="*/ 876300 w 1188035"/>
                <a:gd name="connsiteY0" fmla="*/ 0 h 1307677"/>
                <a:gd name="connsiteX1" fmla="*/ 1188035 w 1188035"/>
                <a:gd name="connsiteY1" fmla="*/ 209550 h 1307677"/>
                <a:gd name="connsiteX2" fmla="*/ 467310 w 1188035"/>
                <a:gd name="connsiteY2" fmla="*/ 1307677 h 1307677"/>
                <a:gd name="connsiteX3" fmla="*/ 0 w 1188035"/>
                <a:gd name="connsiteY3" fmla="*/ 1269577 h 1307677"/>
                <a:gd name="connsiteX4" fmla="*/ 876300 w 1188035"/>
                <a:gd name="connsiteY4" fmla="*/ 0 h 1307677"/>
                <a:gd name="connsiteX0" fmla="*/ 876300 w 1188035"/>
                <a:gd name="connsiteY0" fmla="*/ 0 h 1307677"/>
                <a:gd name="connsiteX1" fmla="*/ 1188035 w 1188035"/>
                <a:gd name="connsiteY1" fmla="*/ 209550 h 1307677"/>
                <a:gd name="connsiteX2" fmla="*/ 467310 w 1188035"/>
                <a:gd name="connsiteY2" fmla="*/ 1307677 h 1307677"/>
                <a:gd name="connsiteX3" fmla="*/ 0 w 1188035"/>
                <a:gd name="connsiteY3" fmla="*/ 1269577 h 1307677"/>
                <a:gd name="connsiteX4" fmla="*/ 876300 w 1188035"/>
                <a:gd name="connsiteY4" fmla="*/ 0 h 1307677"/>
                <a:gd name="connsiteX0" fmla="*/ 876300 w 1188035"/>
                <a:gd name="connsiteY0" fmla="*/ 0 h 1488652"/>
                <a:gd name="connsiteX1" fmla="*/ 1188035 w 1188035"/>
                <a:gd name="connsiteY1" fmla="*/ 209550 h 1488652"/>
                <a:gd name="connsiteX2" fmla="*/ 333960 w 1188035"/>
                <a:gd name="connsiteY2" fmla="*/ 1488652 h 1488652"/>
                <a:gd name="connsiteX3" fmla="*/ 0 w 1188035"/>
                <a:gd name="connsiteY3" fmla="*/ 1269577 h 1488652"/>
                <a:gd name="connsiteX4" fmla="*/ 876300 w 1188035"/>
                <a:gd name="connsiteY4" fmla="*/ 0 h 1488652"/>
                <a:gd name="connsiteX0" fmla="*/ 876300 w 1188035"/>
                <a:gd name="connsiteY0" fmla="*/ 0 h 1488652"/>
                <a:gd name="connsiteX1" fmla="*/ 1188035 w 1188035"/>
                <a:gd name="connsiteY1" fmla="*/ 209550 h 1488652"/>
                <a:gd name="connsiteX2" fmla="*/ 333960 w 1188035"/>
                <a:gd name="connsiteY2" fmla="*/ 1488652 h 1488652"/>
                <a:gd name="connsiteX3" fmla="*/ 0 w 1188035"/>
                <a:gd name="connsiteY3" fmla="*/ 1269577 h 1488652"/>
                <a:gd name="connsiteX4" fmla="*/ 876300 w 1188035"/>
                <a:gd name="connsiteY4" fmla="*/ 0 h 1488652"/>
                <a:gd name="connsiteX0" fmla="*/ 876300 w 1168985"/>
                <a:gd name="connsiteY0" fmla="*/ 0 h 1488652"/>
                <a:gd name="connsiteX1" fmla="*/ 1168985 w 1168985"/>
                <a:gd name="connsiteY1" fmla="*/ 204787 h 1488652"/>
                <a:gd name="connsiteX2" fmla="*/ 333960 w 1168985"/>
                <a:gd name="connsiteY2" fmla="*/ 1488652 h 1488652"/>
                <a:gd name="connsiteX3" fmla="*/ 0 w 1168985"/>
                <a:gd name="connsiteY3" fmla="*/ 1269577 h 1488652"/>
                <a:gd name="connsiteX4" fmla="*/ 876300 w 1168985"/>
                <a:gd name="connsiteY4" fmla="*/ 0 h 1488652"/>
                <a:gd name="connsiteX0" fmla="*/ 894764 w 1187449"/>
                <a:gd name="connsiteY0" fmla="*/ 0 h 1781504"/>
                <a:gd name="connsiteX1" fmla="*/ 1187449 w 1187449"/>
                <a:gd name="connsiteY1" fmla="*/ 204787 h 1781504"/>
                <a:gd name="connsiteX2" fmla="*/ 352424 w 1187449"/>
                <a:gd name="connsiteY2" fmla="*/ 1488652 h 1781504"/>
                <a:gd name="connsiteX3" fmla="*/ 0 w 1187449"/>
                <a:gd name="connsiteY3" fmla="*/ 1780751 h 1781504"/>
                <a:gd name="connsiteX4" fmla="*/ 18464 w 1187449"/>
                <a:gd name="connsiteY4" fmla="*/ 1269577 h 1781504"/>
                <a:gd name="connsiteX5" fmla="*/ 894764 w 1187449"/>
                <a:gd name="connsiteY5" fmla="*/ 0 h 1781504"/>
                <a:gd name="connsiteX0" fmla="*/ 975726 w 1268411"/>
                <a:gd name="connsiteY0" fmla="*/ 0 h 1781504"/>
                <a:gd name="connsiteX1" fmla="*/ 1268411 w 1268411"/>
                <a:gd name="connsiteY1" fmla="*/ 204787 h 1781504"/>
                <a:gd name="connsiteX2" fmla="*/ 433386 w 1268411"/>
                <a:gd name="connsiteY2" fmla="*/ 1488652 h 1781504"/>
                <a:gd name="connsiteX3" fmla="*/ 80962 w 1268411"/>
                <a:gd name="connsiteY3" fmla="*/ 1780751 h 1781504"/>
                <a:gd name="connsiteX4" fmla="*/ 0 w 1268411"/>
                <a:gd name="connsiteY4" fmla="*/ 1704551 h 1781504"/>
                <a:gd name="connsiteX5" fmla="*/ 99426 w 1268411"/>
                <a:gd name="connsiteY5" fmla="*/ 1269577 h 1781504"/>
                <a:gd name="connsiteX6" fmla="*/ 975726 w 1268411"/>
                <a:gd name="connsiteY6" fmla="*/ 0 h 1781504"/>
                <a:gd name="connsiteX0" fmla="*/ 975726 w 1268411"/>
                <a:gd name="connsiteY0" fmla="*/ 0 h 1781976"/>
                <a:gd name="connsiteX1" fmla="*/ 1268411 w 1268411"/>
                <a:gd name="connsiteY1" fmla="*/ 204787 h 1781976"/>
                <a:gd name="connsiteX2" fmla="*/ 433386 w 1268411"/>
                <a:gd name="connsiteY2" fmla="*/ 1488652 h 1781976"/>
                <a:gd name="connsiteX3" fmla="*/ 80962 w 1268411"/>
                <a:gd name="connsiteY3" fmla="*/ 1780751 h 1781976"/>
                <a:gd name="connsiteX4" fmla="*/ 0 w 1268411"/>
                <a:gd name="connsiteY4" fmla="*/ 1704551 h 1781976"/>
                <a:gd name="connsiteX5" fmla="*/ 99426 w 1268411"/>
                <a:gd name="connsiteY5" fmla="*/ 1269577 h 1781976"/>
                <a:gd name="connsiteX6" fmla="*/ 975726 w 126841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18476 w 1287461"/>
                <a:gd name="connsiteY5" fmla="*/ 1269577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132764 w 1287461"/>
                <a:gd name="connsiteY5" fmla="*/ 1276721 h 1781976"/>
                <a:gd name="connsiteX6" fmla="*/ 994776 w 1287461"/>
                <a:gd name="connsiteY6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994776 w 1287461"/>
                <a:gd name="connsiteY5" fmla="*/ 0 h 1781976"/>
                <a:gd name="connsiteX0" fmla="*/ 994776 w 1287461"/>
                <a:gd name="connsiteY0" fmla="*/ 0 h 1781976"/>
                <a:gd name="connsiteX1" fmla="*/ 1287461 w 1287461"/>
                <a:gd name="connsiteY1" fmla="*/ 204787 h 1781976"/>
                <a:gd name="connsiteX2" fmla="*/ 452436 w 1287461"/>
                <a:gd name="connsiteY2" fmla="*/ 1488652 h 1781976"/>
                <a:gd name="connsiteX3" fmla="*/ 100012 w 1287461"/>
                <a:gd name="connsiteY3" fmla="*/ 1780751 h 1781976"/>
                <a:gd name="connsiteX4" fmla="*/ 0 w 1287461"/>
                <a:gd name="connsiteY4" fmla="*/ 1704551 h 1781976"/>
                <a:gd name="connsiteX5" fmla="*/ 994776 w 1287461"/>
                <a:gd name="connsiteY5" fmla="*/ 0 h 1781976"/>
                <a:gd name="connsiteX0" fmla="*/ 994776 w 1287461"/>
                <a:gd name="connsiteY0" fmla="*/ 0 h 1781154"/>
                <a:gd name="connsiteX1" fmla="*/ 1287461 w 1287461"/>
                <a:gd name="connsiteY1" fmla="*/ 204787 h 1781154"/>
                <a:gd name="connsiteX2" fmla="*/ 100012 w 1287461"/>
                <a:gd name="connsiteY2" fmla="*/ 1780751 h 1781154"/>
                <a:gd name="connsiteX3" fmla="*/ 0 w 1287461"/>
                <a:gd name="connsiteY3" fmla="*/ 1704551 h 1781154"/>
                <a:gd name="connsiteX4" fmla="*/ 994776 w 1287461"/>
                <a:gd name="connsiteY4" fmla="*/ 0 h 1781154"/>
                <a:gd name="connsiteX0" fmla="*/ 994776 w 1287461"/>
                <a:gd name="connsiteY0" fmla="*/ 0 h 1781154"/>
                <a:gd name="connsiteX1" fmla="*/ 1287461 w 1287461"/>
                <a:gd name="connsiteY1" fmla="*/ 204787 h 1781154"/>
                <a:gd name="connsiteX2" fmla="*/ 100012 w 1287461"/>
                <a:gd name="connsiteY2" fmla="*/ 1780751 h 1781154"/>
                <a:gd name="connsiteX3" fmla="*/ 0 w 1287461"/>
                <a:gd name="connsiteY3" fmla="*/ 1704551 h 1781154"/>
                <a:gd name="connsiteX4" fmla="*/ 994776 w 1287461"/>
                <a:gd name="connsiteY4" fmla="*/ 0 h 1781154"/>
                <a:gd name="connsiteX0" fmla="*/ 994776 w 1287461"/>
                <a:gd name="connsiteY0" fmla="*/ 0 h 1781154"/>
                <a:gd name="connsiteX1" fmla="*/ 1287461 w 1287461"/>
                <a:gd name="connsiteY1" fmla="*/ 204787 h 1781154"/>
                <a:gd name="connsiteX2" fmla="*/ 100012 w 1287461"/>
                <a:gd name="connsiteY2" fmla="*/ 1780751 h 1781154"/>
                <a:gd name="connsiteX3" fmla="*/ 0 w 1287461"/>
                <a:gd name="connsiteY3" fmla="*/ 1704551 h 1781154"/>
                <a:gd name="connsiteX4" fmla="*/ 994776 w 1287461"/>
                <a:gd name="connsiteY4" fmla="*/ 0 h 1781154"/>
                <a:gd name="connsiteX0" fmla="*/ 994776 w 1287461"/>
                <a:gd name="connsiteY0" fmla="*/ 0 h 1781011"/>
                <a:gd name="connsiteX1" fmla="*/ 1287461 w 1287461"/>
                <a:gd name="connsiteY1" fmla="*/ 204787 h 1781011"/>
                <a:gd name="connsiteX2" fmla="*/ 100012 w 1287461"/>
                <a:gd name="connsiteY2" fmla="*/ 1780751 h 1781011"/>
                <a:gd name="connsiteX3" fmla="*/ 0 w 1287461"/>
                <a:gd name="connsiteY3" fmla="*/ 1704551 h 1781011"/>
                <a:gd name="connsiteX4" fmla="*/ 994776 w 1287461"/>
                <a:gd name="connsiteY4" fmla="*/ 0 h 1781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461" h="1781011">
                  <a:moveTo>
                    <a:pt x="994776" y="0"/>
                  </a:moveTo>
                  <a:cubicBezTo>
                    <a:pt x="1130438" y="53975"/>
                    <a:pt x="1208949" y="107949"/>
                    <a:pt x="1287461" y="204787"/>
                  </a:cubicBezTo>
                  <a:cubicBezTo>
                    <a:pt x="1138334" y="501579"/>
                    <a:pt x="671776" y="1354577"/>
                    <a:pt x="100012" y="1780751"/>
                  </a:cubicBezTo>
                  <a:cubicBezTo>
                    <a:pt x="76200" y="1785514"/>
                    <a:pt x="0" y="1723601"/>
                    <a:pt x="0" y="1704551"/>
                  </a:cubicBezTo>
                  <a:cubicBezTo>
                    <a:pt x="44352" y="1212496"/>
                    <a:pt x="780199" y="249961"/>
                    <a:pt x="994776" y="0"/>
                  </a:cubicBezTo>
                  <a:close/>
                </a:path>
              </a:pathLst>
            </a:custGeom>
            <a:solidFill>
              <a:srgbClr val="FFFF7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DA1159-4F49-A57A-E129-47A163C22DB0}"/>
                </a:ext>
              </a:extLst>
            </p:cNvPr>
            <p:cNvSpPr/>
            <p:nvPr/>
          </p:nvSpPr>
          <p:spPr>
            <a:xfrm rot="1996151">
              <a:off x="2849643" y="2182990"/>
              <a:ext cx="288733" cy="414185"/>
            </a:xfrm>
            <a:custGeom>
              <a:avLst/>
              <a:gdLst>
                <a:gd name="connsiteX0" fmla="*/ 45812 w 443496"/>
                <a:gd name="connsiteY0" fmla="*/ 20091 h 636191"/>
                <a:gd name="connsiteX1" fmla="*/ 402867 w 443496"/>
                <a:gd name="connsiteY1" fmla="*/ 30755 h 636191"/>
                <a:gd name="connsiteX2" fmla="*/ 443434 w 443496"/>
                <a:gd name="connsiteY2" fmla="*/ 622127 h 636191"/>
                <a:gd name="connsiteX3" fmla="*/ 443496 w 443496"/>
                <a:gd name="connsiteY3" fmla="*/ 636190 h 636191"/>
                <a:gd name="connsiteX4" fmla="*/ 0 w 443496"/>
                <a:gd name="connsiteY4" fmla="*/ 636191 h 636191"/>
                <a:gd name="connsiteX5" fmla="*/ 4142 w 443496"/>
                <a:gd name="connsiteY5" fmla="*/ 534208 h 636191"/>
                <a:gd name="connsiteX6" fmla="*/ 45812 w 443496"/>
                <a:gd name="connsiteY6" fmla="*/ 20091 h 63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3496" h="636191">
                  <a:moveTo>
                    <a:pt x="45812" y="20091"/>
                  </a:moveTo>
                  <a:cubicBezTo>
                    <a:pt x="188849" y="-9201"/>
                    <a:pt x="284100" y="-7142"/>
                    <a:pt x="402867" y="30755"/>
                  </a:cubicBezTo>
                  <a:cubicBezTo>
                    <a:pt x="417165" y="154488"/>
                    <a:pt x="437047" y="368106"/>
                    <a:pt x="443434" y="622127"/>
                  </a:cubicBezTo>
                  <a:lnTo>
                    <a:pt x="443496" y="636190"/>
                  </a:lnTo>
                  <a:lnTo>
                    <a:pt x="0" y="636191"/>
                  </a:lnTo>
                  <a:lnTo>
                    <a:pt x="4142" y="534208"/>
                  </a:lnTo>
                  <a:cubicBezTo>
                    <a:pt x="14995" y="310389"/>
                    <a:pt x="32597" y="122186"/>
                    <a:pt x="45812" y="20091"/>
                  </a:cubicBezTo>
                  <a:close/>
                </a:path>
              </a:pathLst>
            </a:custGeom>
            <a:solidFill>
              <a:srgbClr val="FFFF7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5E6A91B-1785-C105-DC97-6114F61A8536}"/>
                </a:ext>
              </a:extLst>
            </p:cNvPr>
            <p:cNvSpPr/>
            <p:nvPr/>
          </p:nvSpPr>
          <p:spPr>
            <a:xfrm rot="1996151">
              <a:off x="2646670" y="2263843"/>
              <a:ext cx="443496" cy="636191"/>
            </a:xfrm>
            <a:custGeom>
              <a:avLst/>
              <a:gdLst>
                <a:gd name="connsiteX0" fmla="*/ 45812 w 443496"/>
                <a:gd name="connsiteY0" fmla="*/ 20091 h 636191"/>
                <a:gd name="connsiteX1" fmla="*/ 402867 w 443496"/>
                <a:gd name="connsiteY1" fmla="*/ 30755 h 636191"/>
                <a:gd name="connsiteX2" fmla="*/ 443434 w 443496"/>
                <a:gd name="connsiteY2" fmla="*/ 622127 h 636191"/>
                <a:gd name="connsiteX3" fmla="*/ 443496 w 443496"/>
                <a:gd name="connsiteY3" fmla="*/ 636190 h 636191"/>
                <a:gd name="connsiteX4" fmla="*/ 0 w 443496"/>
                <a:gd name="connsiteY4" fmla="*/ 636191 h 636191"/>
                <a:gd name="connsiteX5" fmla="*/ 4142 w 443496"/>
                <a:gd name="connsiteY5" fmla="*/ 534208 h 636191"/>
                <a:gd name="connsiteX6" fmla="*/ 45812 w 443496"/>
                <a:gd name="connsiteY6" fmla="*/ 20091 h 63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3496" h="636191">
                  <a:moveTo>
                    <a:pt x="45812" y="20091"/>
                  </a:moveTo>
                  <a:cubicBezTo>
                    <a:pt x="188849" y="-9201"/>
                    <a:pt x="284100" y="-7142"/>
                    <a:pt x="402867" y="30755"/>
                  </a:cubicBezTo>
                  <a:cubicBezTo>
                    <a:pt x="417165" y="154488"/>
                    <a:pt x="437047" y="368106"/>
                    <a:pt x="443434" y="622127"/>
                  </a:cubicBezTo>
                  <a:lnTo>
                    <a:pt x="443496" y="636190"/>
                  </a:lnTo>
                  <a:lnTo>
                    <a:pt x="0" y="636191"/>
                  </a:lnTo>
                  <a:lnTo>
                    <a:pt x="4142" y="534208"/>
                  </a:lnTo>
                  <a:cubicBezTo>
                    <a:pt x="14995" y="310389"/>
                    <a:pt x="32597" y="122186"/>
                    <a:pt x="45812" y="20091"/>
                  </a:cubicBezTo>
                  <a:close/>
                </a:path>
              </a:pathLst>
            </a:custGeom>
            <a:solidFill>
              <a:srgbClr val="2CB4AC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4510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400800" y="795135"/>
            <a:ext cx="3657600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Eraser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161BAC-D2DF-4039-9595-121CD9DE6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383119"/>
            <a:ext cx="2971800" cy="29718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C4FE1656-47D4-9E4E-DB80-2D7BE21F4F52}"/>
              </a:ext>
            </a:extLst>
          </p:cNvPr>
          <p:cNvGrpSpPr/>
          <p:nvPr/>
        </p:nvGrpSpPr>
        <p:grpSpPr>
          <a:xfrm>
            <a:off x="2241565" y="1936594"/>
            <a:ext cx="2191740" cy="5128186"/>
            <a:chOff x="2241565" y="1936594"/>
            <a:chExt cx="2191740" cy="512818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200795A-AA1A-0EB4-9DE0-9972D6463AB4}"/>
                </a:ext>
              </a:extLst>
            </p:cNvPr>
            <p:cNvSpPr/>
            <p:nvPr/>
          </p:nvSpPr>
          <p:spPr>
            <a:xfrm>
              <a:off x="2241566" y="1949298"/>
              <a:ext cx="2178273" cy="5115482"/>
            </a:xfrm>
            <a:custGeom>
              <a:avLst/>
              <a:gdLst>
                <a:gd name="connsiteX0" fmla="*/ 0 w 1901372"/>
                <a:gd name="connsiteY0" fmla="*/ 225275 h 4596646"/>
                <a:gd name="connsiteX1" fmla="*/ 225275 w 1901372"/>
                <a:gd name="connsiteY1" fmla="*/ 0 h 4596646"/>
                <a:gd name="connsiteX2" fmla="*/ 1676097 w 1901372"/>
                <a:gd name="connsiteY2" fmla="*/ 0 h 4596646"/>
                <a:gd name="connsiteX3" fmla="*/ 1901372 w 1901372"/>
                <a:gd name="connsiteY3" fmla="*/ 225275 h 4596646"/>
                <a:gd name="connsiteX4" fmla="*/ 1901372 w 1901372"/>
                <a:gd name="connsiteY4" fmla="*/ 4371371 h 4596646"/>
                <a:gd name="connsiteX5" fmla="*/ 1676097 w 1901372"/>
                <a:gd name="connsiteY5" fmla="*/ 4596646 h 4596646"/>
                <a:gd name="connsiteX6" fmla="*/ 225275 w 1901372"/>
                <a:gd name="connsiteY6" fmla="*/ 4596646 h 4596646"/>
                <a:gd name="connsiteX7" fmla="*/ 0 w 1901372"/>
                <a:gd name="connsiteY7" fmla="*/ 4371371 h 4596646"/>
                <a:gd name="connsiteX8" fmla="*/ 0 w 1901372"/>
                <a:gd name="connsiteY8" fmla="*/ 225275 h 4596646"/>
                <a:gd name="connsiteX0" fmla="*/ 4212 w 1905584"/>
                <a:gd name="connsiteY0" fmla="*/ 225275 h 4596646"/>
                <a:gd name="connsiteX1" fmla="*/ 229487 w 1905584"/>
                <a:gd name="connsiteY1" fmla="*/ 0 h 4596646"/>
                <a:gd name="connsiteX2" fmla="*/ 1680309 w 1905584"/>
                <a:gd name="connsiteY2" fmla="*/ 0 h 4596646"/>
                <a:gd name="connsiteX3" fmla="*/ 1905584 w 1905584"/>
                <a:gd name="connsiteY3" fmla="*/ 225275 h 4596646"/>
                <a:gd name="connsiteX4" fmla="*/ 1905584 w 1905584"/>
                <a:gd name="connsiteY4" fmla="*/ 4371371 h 4596646"/>
                <a:gd name="connsiteX5" fmla="*/ 1680309 w 1905584"/>
                <a:gd name="connsiteY5" fmla="*/ 4596646 h 4596646"/>
                <a:gd name="connsiteX6" fmla="*/ 229487 w 1905584"/>
                <a:gd name="connsiteY6" fmla="*/ 4596646 h 4596646"/>
                <a:gd name="connsiteX7" fmla="*/ 4212 w 1905584"/>
                <a:gd name="connsiteY7" fmla="*/ 225275 h 4596646"/>
                <a:gd name="connsiteX0" fmla="*/ 97818 w 1999190"/>
                <a:gd name="connsiteY0" fmla="*/ 225275 h 4596646"/>
                <a:gd name="connsiteX1" fmla="*/ 323093 w 1999190"/>
                <a:gd name="connsiteY1" fmla="*/ 0 h 4596646"/>
                <a:gd name="connsiteX2" fmla="*/ 1773915 w 1999190"/>
                <a:gd name="connsiteY2" fmla="*/ 0 h 4596646"/>
                <a:gd name="connsiteX3" fmla="*/ 1999190 w 1999190"/>
                <a:gd name="connsiteY3" fmla="*/ 225275 h 4596646"/>
                <a:gd name="connsiteX4" fmla="*/ 1999190 w 1999190"/>
                <a:gd name="connsiteY4" fmla="*/ 4371371 h 4596646"/>
                <a:gd name="connsiteX5" fmla="*/ 1773915 w 1999190"/>
                <a:gd name="connsiteY5" fmla="*/ 4596646 h 4596646"/>
                <a:gd name="connsiteX6" fmla="*/ 134407 w 1999190"/>
                <a:gd name="connsiteY6" fmla="*/ 4553103 h 4596646"/>
                <a:gd name="connsiteX7" fmla="*/ 97818 w 1999190"/>
                <a:gd name="connsiteY7" fmla="*/ 225275 h 4596646"/>
                <a:gd name="connsiteX0" fmla="*/ 254366 w 2155738"/>
                <a:gd name="connsiteY0" fmla="*/ 225275 h 5213937"/>
                <a:gd name="connsiteX1" fmla="*/ 479641 w 2155738"/>
                <a:gd name="connsiteY1" fmla="*/ 0 h 5213937"/>
                <a:gd name="connsiteX2" fmla="*/ 1930463 w 2155738"/>
                <a:gd name="connsiteY2" fmla="*/ 0 h 5213937"/>
                <a:gd name="connsiteX3" fmla="*/ 2155738 w 2155738"/>
                <a:gd name="connsiteY3" fmla="*/ 225275 h 5213937"/>
                <a:gd name="connsiteX4" fmla="*/ 2155738 w 2155738"/>
                <a:gd name="connsiteY4" fmla="*/ 4371371 h 5213937"/>
                <a:gd name="connsiteX5" fmla="*/ 1930463 w 2155738"/>
                <a:gd name="connsiteY5" fmla="*/ 4596646 h 5213937"/>
                <a:gd name="connsiteX6" fmla="*/ 290955 w 2155738"/>
                <a:gd name="connsiteY6" fmla="*/ 4553103 h 5213937"/>
                <a:gd name="connsiteX7" fmla="*/ 127 w 2155738"/>
                <a:gd name="connsiteY7" fmla="*/ 4988532 h 5213937"/>
                <a:gd name="connsiteX8" fmla="*/ 254366 w 2155738"/>
                <a:gd name="connsiteY8" fmla="*/ 225275 h 5213937"/>
                <a:gd name="connsiteX0" fmla="*/ 9611 w 2259326"/>
                <a:gd name="connsiteY0" fmla="*/ 370417 h 5213937"/>
                <a:gd name="connsiteX1" fmla="*/ 583229 w 2259326"/>
                <a:gd name="connsiteY1" fmla="*/ 0 h 5213937"/>
                <a:gd name="connsiteX2" fmla="*/ 2034051 w 2259326"/>
                <a:gd name="connsiteY2" fmla="*/ 0 h 5213937"/>
                <a:gd name="connsiteX3" fmla="*/ 2259326 w 2259326"/>
                <a:gd name="connsiteY3" fmla="*/ 225275 h 5213937"/>
                <a:gd name="connsiteX4" fmla="*/ 2259326 w 2259326"/>
                <a:gd name="connsiteY4" fmla="*/ 4371371 h 5213937"/>
                <a:gd name="connsiteX5" fmla="*/ 2034051 w 2259326"/>
                <a:gd name="connsiteY5" fmla="*/ 4596646 h 5213937"/>
                <a:gd name="connsiteX6" fmla="*/ 394543 w 2259326"/>
                <a:gd name="connsiteY6" fmla="*/ 4553103 h 5213937"/>
                <a:gd name="connsiteX7" fmla="*/ 103715 w 2259326"/>
                <a:gd name="connsiteY7" fmla="*/ 4988532 h 5213937"/>
                <a:gd name="connsiteX8" fmla="*/ 9611 w 2259326"/>
                <a:gd name="connsiteY8" fmla="*/ 370417 h 5213937"/>
                <a:gd name="connsiteX0" fmla="*/ 16990 w 2266705"/>
                <a:gd name="connsiteY0" fmla="*/ 370417 h 5213937"/>
                <a:gd name="connsiteX1" fmla="*/ 590608 w 2266705"/>
                <a:gd name="connsiteY1" fmla="*/ 0 h 5213937"/>
                <a:gd name="connsiteX2" fmla="*/ 2041430 w 2266705"/>
                <a:gd name="connsiteY2" fmla="*/ 0 h 5213937"/>
                <a:gd name="connsiteX3" fmla="*/ 2266705 w 2266705"/>
                <a:gd name="connsiteY3" fmla="*/ 225275 h 5213937"/>
                <a:gd name="connsiteX4" fmla="*/ 2266705 w 2266705"/>
                <a:gd name="connsiteY4" fmla="*/ 4371371 h 5213937"/>
                <a:gd name="connsiteX5" fmla="*/ 2041430 w 2266705"/>
                <a:gd name="connsiteY5" fmla="*/ 4596646 h 5213937"/>
                <a:gd name="connsiteX6" fmla="*/ 401922 w 2266705"/>
                <a:gd name="connsiteY6" fmla="*/ 4553103 h 5213937"/>
                <a:gd name="connsiteX7" fmla="*/ 38523 w 2266705"/>
                <a:gd name="connsiteY7" fmla="*/ 4988532 h 5213937"/>
                <a:gd name="connsiteX8" fmla="*/ 16990 w 2266705"/>
                <a:gd name="connsiteY8" fmla="*/ 370417 h 5213937"/>
                <a:gd name="connsiteX0" fmla="*/ 16990 w 2266705"/>
                <a:gd name="connsiteY0" fmla="*/ 370417 h 5234353"/>
                <a:gd name="connsiteX1" fmla="*/ 590608 w 2266705"/>
                <a:gd name="connsiteY1" fmla="*/ 0 h 5234353"/>
                <a:gd name="connsiteX2" fmla="*/ 2041430 w 2266705"/>
                <a:gd name="connsiteY2" fmla="*/ 0 h 5234353"/>
                <a:gd name="connsiteX3" fmla="*/ 2266705 w 2266705"/>
                <a:gd name="connsiteY3" fmla="*/ 225275 h 5234353"/>
                <a:gd name="connsiteX4" fmla="*/ 2266705 w 2266705"/>
                <a:gd name="connsiteY4" fmla="*/ 4371371 h 5234353"/>
                <a:gd name="connsiteX5" fmla="*/ 2041430 w 2266705"/>
                <a:gd name="connsiteY5" fmla="*/ 4596646 h 5234353"/>
                <a:gd name="connsiteX6" fmla="*/ 401922 w 2266705"/>
                <a:gd name="connsiteY6" fmla="*/ 4553103 h 5234353"/>
                <a:gd name="connsiteX7" fmla="*/ 38523 w 2266705"/>
                <a:gd name="connsiteY7" fmla="*/ 4988532 h 5234353"/>
                <a:gd name="connsiteX8" fmla="*/ 16990 w 2266705"/>
                <a:gd name="connsiteY8" fmla="*/ 370417 h 5234353"/>
                <a:gd name="connsiteX0" fmla="*/ 16990 w 2266705"/>
                <a:gd name="connsiteY0" fmla="*/ 370417 h 5050175"/>
                <a:gd name="connsiteX1" fmla="*/ 590608 w 2266705"/>
                <a:gd name="connsiteY1" fmla="*/ 0 h 5050175"/>
                <a:gd name="connsiteX2" fmla="*/ 2041430 w 2266705"/>
                <a:gd name="connsiteY2" fmla="*/ 0 h 5050175"/>
                <a:gd name="connsiteX3" fmla="*/ 2266705 w 2266705"/>
                <a:gd name="connsiteY3" fmla="*/ 225275 h 5050175"/>
                <a:gd name="connsiteX4" fmla="*/ 2266705 w 2266705"/>
                <a:gd name="connsiteY4" fmla="*/ 4371371 h 5050175"/>
                <a:gd name="connsiteX5" fmla="*/ 2041430 w 2266705"/>
                <a:gd name="connsiteY5" fmla="*/ 4596646 h 5050175"/>
                <a:gd name="connsiteX6" fmla="*/ 401922 w 2266705"/>
                <a:gd name="connsiteY6" fmla="*/ 4553103 h 5050175"/>
                <a:gd name="connsiteX7" fmla="*/ 38523 w 2266705"/>
                <a:gd name="connsiteY7" fmla="*/ 4988532 h 5050175"/>
                <a:gd name="connsiteX8" fmla="*/ 16990 w 2266705"/>
                <a:gd name="connsiteY8" fmla="*/ 370417 h 5050175"/>
                <a:gd name="connsiteX0" fmla="*/ 16990 w 2266705"/>
                <a:gd name="connsiteY0" fmla="*/ 370417 h 5054293"/>
                <a:gd name="connsiteX1" fmla="*/ 590608 w 2266705"/>
                <a:gd name="connsiteY1" fmla="*/ 0 h 5054293"/>
                <a:gd name="connsiteX2" fmla="*/ 2041430 w 2266705"/>
                <a:gd name="connsiteY2" fmla="*/ 0 h 5054293"/>
                <a:gd name="connsiteX3" fmla="*/ 2266705 w 2266705"/>
                <a:gd name="connsiteY3" fmla="*/ 225275 h 5054293"/>
                <a:gd name="connsiteX4" fmla="*/ 2266705 w 2266705"/>
                <a:gd name="connsiteY4" fmla="*/ 4371371 h 5054293"/>
                <a:gd name="connsiteX5" fmla="*/ 2041430 w 2266705"/>
                <a:gd name="connsiteY5" fmla="*/ 4596646 h 5054293"/>
                <a:gd name="connsiteX6" fmla="*/ 363822 w 2266705"/>
                <a:gd name="connsiteY6" fmla="*/ 4603903 h 5054293"/>
                <a:gd name="connsiteX7" fmla="*/ 38523 w 2266705"/>
                <a:gd name="connsiteY7" fmla="*/ 4988532 h 5054293"/>
                <a:gd name="connsiteX8" fmla="*/ 16990 w 2266705"/>
                <a:gd name="connsiteY8" fmla="*/ 370417 h 5054293"/>
                <a:gd name="connsiteX0" fmla="*/ 16990 w 2266705"/>
                <a:gd name="connsiteY0" fmla="*/ 370417 h 5054293"/>
                <a:gd name="connsiteX1" fmla="*/ 590608 w 2266705"/>
                <a:gd name="connsiteY1" fmla="*/ 0 h 5054293"/>
                <a:gd name="connsiteX2" fmla="*/ 2041430 w 2266705"/>
                <a:gd name="connsiteY2" fmla="*/ 0 h 5054293"/>
                <a:gd name="connsiteX3" fmla="*/ 2266705 w 2266705"/>
                <a:gd name="connsiteY3" fmla="*/ 225275 h 5054293"/>
                <a:gd name="connsiteX4" fmla="*/ 2266705 w 2266705"/>
                <a:gd name="connsiteY4" fmla="*/ 4371371 h 5054293"/>
                <a:gd name="connsiteX5" fmla="*/ 2041430 w 2266705"/>
                <a:gd name="connsiteY5" fmla="*/ 4596646 h 5054293"/>
                <a:gd name="connsiteX6" fmla="*/ 363822 w 2266705"/>
                <a:gd name="connsiteY6" fmla="*/ 4603903 h 5054293"/>
                <a:gd name="connsiteX7" fmla="*/ 38523 w 2266705"/>
                <a:gd name="connsiteY7" fmla="*/ 4988532 h 5054293"/>
                <a:gd name="connsiteX8" fmla="*/ 16990 w 2266705"/>
                <a:gd name="connsiteY8" fmla="*/ 370417 h 5054293"/>
                <a:gd name="connsiteX0" fmla="*/ 16990 w 2266705"/>
                <a:gd name="connsiteY0" fmla="*/ 370417 h 5141513"/>
                <a:gd name="connsiteX1" fmla="*/ 590608 w 2266705"/>
                <a:gd name="connsiteY1" fmla="*/ 0 h 5141513"/>
                <a:gd name="connsiteX2" fmla="*/ 2041430 w 2266705"/>
                <a:gd name="connsiteY2" fmla="*/ 0 h 5141513"/>
                <a:gd name="connsiteX3" fmla="*/ 2266705 w 2266705"/>
                <a:gd name="connsiteY3" fmla="*/ 225275 h 5141513"/>
                <a:gd name="connsiteX4" fmla="*/ 2266705 w 2266705"/>
                <a:gd name="connsiteY4" fmla="*/ 4371371 h 5141513"/>
                <a:gd name="connsiteX5" fmla="*/ 2041430 w 2266705"/>
                <a:gd name="connsiteY5" fmla="*/ 4596646 h 5141513"/>
                <a:gd name="connsiteX6" fmla="*/ 998822 w 2266705"/>
                <a:gd name="connsiteY6" fmla="*/ 5048403 h 5141513"/>
                <a:gd name="connsiteX7" fmla="*/ 38523 w 2266705"/>
                <a:gd name="connsiteY7" fmla="*/ 4988532 h 5141513"/>
                <a:gd name="connsiteX8" fmla="*/ 16990 w 2266705"/>
                <a:gd name="connsiteY8" fmla="*/ 370417 h 5141513"/>
                <a:gd name="connsiteX0" fmla="*/ 16990 w 2266705"/>
                <a:gd name="connsiteY0" fmla="*/ 370417 h 5141513"/>
                <a:gd name="connsiteX1" fmla="*/ 590608 w 2266705"/>
                <a:gd name="connsiteY1" fmla="*/ 0 h 5141513"/>
                <a:gd name="connsiteX2" fmla="*/ 2041430 w 2266705"/>
                <a:gd name="connsiteY2" fmla="*/ 0 h 5141513"/>
                <a:gd name="connsiteX3" fmla="*/ 2266705 w 2266705"/>
                <a:gd name="connsiteY3" fmla="*/ 225275 h 5141513"/>
                <a:gd name="connsiteX4" fmla="*/ 2266705 w 2266705"/>
                <a:gd name="connsiteY4" fmla="*/ 4371371 h 5141513"/>
                <a:gd name="connsiteX5" fmla="*/ 998822 w 2266705"/>
                <a:gd name="connsiteY5" fmla="*/ 5048403 h 5141513"/>
                <a:gd name="connsiteX6" fmla="*/ 38523 w 2266705"/>
                <a:gd name="connsiteY6" fmla="*/ 4988532 h 5141513"/>
                <a:gd name="connsiteX7" fmla="*/ 16990 w 2266705"/>
                <a:gd name="connsiteY7" fmla="*/ 370417 h 5141513"/>
                <a:gd name="connsiteX0" fmla="*/ 16990 w 2266705"/>
                <a:gd name="connsiteY0" fmla="*/ 370417 h 5165890"/>
                <a:gd name="connsiteX1" fmla="*/ 590608 w 2266705"/>
                <a:gd name="connsiteY1" fmla="*/ 0 h 5165890"/>
                <a:gd name="connsiteX2" fmla="*/ 2041430 w 2266705"/>
                <a:gd name="connsiteY2" fmla="*/ 0 h 5165890"/>
                <a:gd name="connsiteX3" fmla="*/ 2266705 w 2266705"/>
                <a:gd name="connsiteY3" fmla="*/ 225275 h 5165890"/>
                <a:gd name="connsiteX4" fmla="*/ 2266705 w 2266705"/>
                <a:gd name="connsiteY4" fmla="*/ 4371371 h 5165890"/>
                <a:gd name="connsiteX5" fmla="*/ 1760822 w 2266705"/>
                <a:gd name="connsiteY5" fmla="*/ 5099203 h 5165890"/>
                <a:gd name="connsiteX6" fmla="*/ 38523 w 2266705"/>
                <a:gd name="connsiteY6" fmla="*/ 4988532 h 5165890"/>
                <a:gd name="connsiteX7" fmla="*/ 16990 w 2266705"/>
                <a:gd name="connsiteY7" fmla="*/ 370417 h 5165890"/>
                <a:gd name="connsiteX0" fmla="*/ 19586 w 2269301"/>
                <a:gd name="connsiteY0" fmla="*/ 370417 h 5171948"/>
                <a:gd name="connsiteX1" fmla="*/ 593204 w 2269301"/>
                <a:gd name="connsiteY1" fmla="*/ 0 h 5171948"/>
                <a:gd name="connsiteX2" fmla="*/ 2044026 w 2269301"/>
                <a:gd name="connsiteY2" fmla="*/ 0 h 5171948"/>
                <a:gd name="connsiteX3" fmla="*/ 2269301 w 2269301"/>
                <a:gd name="connsiteY3" fmla="*/ 225275 h 5171948"/>
                <a:gd name="connsiteX4" fmla="*/ 2269301 w 2269301"/>
                <a:gd name="connsiteY4" fmla="*/ 4371371 h 5171948"/>
                <a:gd name="connsiteX5" fmla="*/ 1763418 w 2269301"/>
                <a:gd name="connsiteY5" fmla="*/ 5099203 h 5171948"/>
                <a:gd name="connsiteX6" fmla="*/ 28419 w 2269301"/>
                <a:gd name="connsiteY6" fmla="*/ 5001232 h 5171948"/>
                <a:gd name="connsiteX7" fmla="*/ 19586 w 2269301"/>
                <a:gd name="connsiteY7" fmla="*/ 370417 h 5171948"/>
                <a:gd name="connsiteX0" fmla="*/ 19586 w 2269301"/>
                <a:gd name="connsiteY0" fmla="*/ 370417 h 5171948"/>
                <a:gd name="connsiteX1" fmla="*/ 593204 w 2269301"/>
                <a:gd name="connsiteY1" fmla="*/ 0 h 5171948"/>
                <a:gd name="connsiteX2" fmla="*/ 2044026 w 2269301"/>
                <a:gd name="connsiteY2" fmla="*/ 0 h 5171948"/>
                <a:gd name="connsiteX3" fmla="*/ 2269301 w 2269301"/>
                <a:gd name="connsiteY3" fmla="*/ 225275 h 5171948"/>
                <a:gd name="connsiteX4" fmla="*/ 2269301 w 2269301"/>
                <a:gd name="connsiteY4" fmla="*/ 4371371 h 5171948"/>
                <a:gd name="connsiteX5" fmla="*/ 1763418 w 2269301"/>
                <a:gd name="connsiteY5" fmla="*/ 5099203 h 5171948"/>
                <a:gd name="connsiteX6" fmla="*/ 28419 w 2269301"/>
                <a:gd name="connsiteY6" fmla="*/ 5001232 h 5171948"/>
                <a:gd name="connsiteX7" fmla="*/ 19586 w 2269301"/>
                <a:gd name="connsiteY7" fmla="*/ 370417 h 5171948"/>
                <a:gd name="connsiteX0" fmla="*/ 19586 w 2269301"/>
                <a:gd name="connsiteY0" fmla="*/ 370417 h 5171948"/>
                <a:gd name="connsiteX1" fmla="*/ 593204 w 2269301"/>
                <a:gd name="connsiteY1" fmla="*/ 0 h 5171948"/>
                <a:gd name="connsiteX2" fmla="*/ 2044026 w 2269301"/>
                <a:gd name="connsiteY2" fmla="*/ 0 h 5171948"/>
                <a:gd name="connsiteX3" fmla="*/ 2269301 w 2269301"/>
                <a:gd name="connsiteY3" fmla="*/ 225275 h 5171948"/>
                <a:gd name="connsiteX4" fmla="*/ 2269301 w 2269301"/>
                <a:gd name="connsiteY4" fmla="*/ 4371371 h 5171948"/>
                <a:gd name="connsiteX5" fmla="*/ 1763418 w 2269301"/>
                <a:gd name="connsiteY5" fmla="*/ 5099203 h 5171948"/>
                <a:gd name="connsiteX6" fmla="*/ 28419 w 2269301"/>
                <a:gd name="connsiteY6" fmla="*/ 5001232 h 5171948"/>
                <a:gd name="connsiteX7" fmla="*/ 19586 w 2269301"/>
                <a:gd name="connsiteY7" fmla="*/ 370417 h 5171948"/>
                <a:gd name="connsiteX0" fmla="*/ 19586 w 2269301"/>
                <a:gd name="connsiteY0" fmla="*/ 370417 h 5153516"/>
                <a:gd name="connsiteX1" fmla="*/ 593204 w 2269301"/>
                <a:gd name="connsiteY1" fmla="*/ 0 h 5153516"/>
                <a:gd name="connsiteX2" fmla="*/ 2044026 w 2269301"/>
                <a:gd name="connsiteY2" fmla="*/ 0 h 5153516"/>
                <a:gd name="connsiteX3" fmla="*/ 2269301 w 2269301"/>
                <a:gd name="connsiteY3" fmla="*/ 225275 h 5153516"/>
                <a:gd name="connsiteX4" fmla="*/ 2269301 w 2269301"/>
                <a:gd name="connsiteY4" fmla="*/ 4371371 h 5153516"/>
                <a:gd name="connsiteX5" fmla="*/ 1763418 w 2269301"/>
                <a:gd name="connsiteY5" fmla="*/ 5099203 h 5153516"/>
                <a:gd name="connsiteX6" fmla="*/ 28419 w 2269301"/>
                <a:gd name="connsiteY6" fmla="*/ 5001232 h 5153516"/>
                <a:gd name="connsiteX7" fmla="*/ 19586 w 2269301"/>
                <a:gd name="connsiteY7" fmla="*/ 370417 h 5153516"/>
                <a:gd name="connsiteX0" fmla="*/ 19586 w 2269301"/>
                <a:gd name="connsiteY0" fmla="*/ 370417 h 5153516"/>
                <a:gd name="connsiteX1" fmla="*/ 593204 w 2269301"/>
                <a:gd name="connsiteY1" fmla="*/ 0 h 5153516"/>
                <a:gd name="connsiteX2" fmla="*/ 2044026 w 2269301"/>
                <a:gd name="connsiteY2" fmla="*/ 0 h 5153516"/>
                <a:gd name="connsiteX3" fmla="*/ 2269301 w 2269301"/>
                <a:gd name="connsiteY3" fmla="*/ 225275 h 5153516"/>
                <a:gd name="connsiteX4" fmla="*/ 2269301 w 2269301"/>
                <a:gd name="connsiteY4" fmla="*/ 4371371 h 5153516"/>
                <a:gd name="connsiteX5" fmla="*/ 1763418 w 2269301"/>
                <a:gd name="connsiteY5" fmla="*/ 5099203 h 5153516"/>
                <a:gd name="connsiteX6" fmla="*/ 28419 w 2269301"/>
                <a:gd name="connsiteY6" fmla="*/ 5001232 h 5153516"/>
                <a:gd name="connsiteX7" fmla="*/ 19586 w 2269301"/>
                <a:gd name="connsiteY7" fmla="*/ 370417 h 5153516"/>
                <a:gd name="connsiteX0" fmla="*/ 19586 w 2269301"/>
                <a:gd name="connsiteY0" fmla="*/ 370417 h 5153516"/>
                <a:gd name="connsiteX1" fmla="*/ 593204 w 2269301"/>
                <a:gd name="connsiteY1" fmla="*/ 0 h 5153516"/>
                <a:gd name="connsiteX2" fmla="*/ 2044026 w 2269301"/>
                <a:gd name="connsiteY2" fmla="*/ 0 h 5153516"/>
                <a:gd name="connsiteX3" fmla="*/ 2269301 w 2269301"/>
                <a:gd name="connsiteY3" fmla="*/ 225275 h 5153516"/>
                <a:gd name="connsiteX4" fmla="*/ 2269301 w 2269301"/>
                <a:gd name="connsiteY4" fmla="*/ 4371371 h 5153516"/>
                <a:gd name="connsiteX5" fmla="*/ 1763418 w 2269301"/>
                <a:gd name="connsiteY5" fmla="*/ 5099203 h 5153516"/>
                <a:gd name="connsiteX6" fmla="*/ 28419 w 2269301"/>
                <a:gd name="connsiteY6" fmla="*/ 5001232 h 5153516"/>
                <a:gd name="connsiteX7" fmla="*/ 19586 w 2269301"/>
                <a:gd name="connsiteY7" fmla="*/ 370417 h 5153516"/>
                <a:gd name="connsiteX0" fmla="*/ 19586 w 2269301"/>
                <a:gd name="connsiteY0" fmla="*/ 370417 h 5138611"/>
                <a:gd name="connsiteX1" fmla="*/ 593204 w 2269301"/>
                <a:gd name="connsiteY1" fmla="*/ 0 h 5138611"/>
                <a:gd name="connsiteX2" fmla="*/ 2044026 w 2269301"/>
                <a:gd name="connsiteY2" fmla="*/ 0 h 5138611"/>
                <a:gd name="connsiteX3" fmla="*/ 2269301 w 2269301"/>
                <a:gd name="connsiteY3" fmla="*/ 225275 h 5138611"/>
                <a:gd name="connsiteX4" fmla="*/ 2269301 w 2269301"/>
                <a:gd name="connsiteY4" fmla="*/ 4371371 h 5138611"/>
                <a:gd name="connsiteX5" fmla="*/ 1763418 w 2269301"/>
                <a:gd name="connsiteY5" fmla="*/ 5099203 h 5138611"/>
                <a:gd name="connsiteX6" fmla="*/ 28419 w 2269301"/>
                <a:gd name="connsiteY6" fmla="*/ 5001232 h 5138611"/>
                <a:gd name="connsiteX7" fmla="*/ 19586 w 2269301"/>
                <a:gd name="connsiteY7" fmla="*/ 370417 h 5138611"/>
                <a:gd name="connsiteX0" fmla="*/ 19586 w 2269301"/>
                <a:gd name="connsiteY0" fmla="*/ 370417 h 5145104"/>
                <a:gd name="connsiteX1" fmla="*/ 593204 w 2269301"/>
                <a:gd name="connsiteY1" fmla="*/ 0 h 5145104"/>
                <a:gd name="connsiteX2" fmla="*/ 2044026 w 2269301"/>
                <a:gd name="connsiteY2" fmla="*/ 0 h 5145104"/>
                <a:gd name="connsiteX3" fmla="*/ 2269301 w 2269301"/>
                <a:gd name="connsiteY3" fmla="*/ 225275 h 5145104"/>
                <a:gd name="connsiteX4" fmla="*/ 2269301 w 2269301"/>
                <a:gd name="connsiteY4" fmla="*/ 4371371 h 5145104"/>
                <a:gd name="connsiteX5" fmla="*/ 1890418 w 2269301"/>
                <a:gd name="connsiteY5" fmla="*/ 5111906 h 5145104"/>
                <a:gd name="connsiteX6" fmla="*/ 28419 w 2269301"/>
                <a:gd name="connsiteY6" fmla="*/ 5001232 h 5145104"/>
                <a:gd name="connsiteX7" fmla="*/ 19586 w 2269301"/>
                <a:gd name="connsiteY7" fmla="*/ 370417 h 5145104"/>
                <a:gd name="connsiteX0" fmla="*/ 19586 w 2269301"/>
                <a:gd name="connsiteY0" fmla="*/ 370417 h 5145104"/>
                <a:gd name="connsiteX1" fmla="*/ 593204 w 2269301"/>
                <a:gd name="connsiteY1" fmla="*/ 0 h 5145104"/>
                <a:gd name="connsiteX2" fmla="*/ 2044026 w 2269301"/>
                <a:gd name="connsiteY2" fmla="*/ 0 h 5145104"/>
                <a:gd name="connsiteX3" fmla="*/ 2269301 w 2269301"/>
                <a:gd name="connsiteY3" fmla="*/ 225275 h 5145104"/>
                <a:gd name="connsiteX4" fmla="*/ 2269301 w 2269301"/>
                <a:gd name="connsiteY4" fmla="*/ 4371371 h 5145104"/>
                <a:gd name="connsiteX5" fmla="*/ 1890418 w 2269301"/>
                <a:gd name="connsiteY5" fmla="*/ 5111906 h 5145104"/>
                <a:gd name="connsiteX6" fmla="*/ 28419 w 2269301"/>
                <a:gd name="connsiteY6" fmla="*/ 5001232 h 5145104"/>
                <a:gd name="connsiteX7" fmla="*/ 19586 w 2269301"/>
                <a:gd name="connsiteY7" fmla="*/ 370417 h 5145104"/>
                <a:gd name="connsiteX0" fmla="*/ 19586 w 2269301"/>
                <a:gd name="connsiteY0" fmla="*/ 370417 h 5127087"/>
                <a:gd name="connsiteX1" fmla="*/ 593204 w 2269301"/>
                <a:gd name="connsiteY1" fmla="*/ 0 h 5127087"/>
                <a:gd name="connsiteX2" fmla="*/ 2044026 w 2269301"/>
                <a:gd name="connsiteY2" fmla="*/ 0 h 5127087"/>
                <a:gd name="connsiteX3" fmla="*/ 2269301 w 2269301"/>
                <a:gd name="connsiteY3" fmla="*/ 225275 h 5127087"/>
                <a:gd name="connsiteX4" fmla="*/ 2269301 w 2269301"/>
                <a:gd name="connsiteY4" fmla="*/ 4371371 h 5127087"/>
                <a:gd name="connsiteX5" fmla="*/ 1953918 w 2269301"/>
                <a:gd name="connsiteY5" fmla="*/ 5073797 h 5127087"/>
                <a:gd name="connsiteX6" fmla="*/ 28419 w 2269301"/>
                <a:gd name="connsiteY6" fmla="*/ 5001232 h 5127087"/>
                <a:gd name="connsiteX7" fmla="*/ 19586 w 2269301"/>
                <a:gd name="connsiteY7" fmla="*/ 370417 h 5127087"/>
                <a:gd name="connsiteX0" fmla="*/ 19586 w 2269301"/>
                <a:gd name="connsiteY0" fmla="*/ 370417 h 5097544"/>
                <a:gd name="connsiteX1" fmla="*/ 593204 w 2269301"/>
                <a:gd name="connsiteY1" fmla="*/ 0 h 5097544"/>
                <a:gd name="connsiteX2" fmla="*/ 2044026 w 2269301"/>
                <a:gd name="connsiteY2" fmla="*/ 0 h 5097544"/>
                <a:gd name="connsiteX3" fmla="*/ 2269301 w 2269301"/>
                <a:gd name="connsiteY3" fmla="*/ 225275 h 5097544"/>
                <a:gd name="connsiteX4" fmla="*/ 2269301 w 2269301"/>
                <a:gd name="connsiteY4" fmla="*/ 4371371 h 5097544"/>
                <a:gd name="connsiteX5" fmla="*/ 1953918 w 2269301"/>
                <a:gd name="connsiteY5" fmla="*/ 5073797 h 5097544"/>
                <a:gd name="connsiteX6" fmla="*/ 28419 w 2269301"/>
                <a:gd name="connsiteY6" fmla="*/ 5001232 h 5097544"/>
                <a:gd name="connsiteX7" fmla="*/ 19586 w 2269301"/>
                <a:gd name="connsiteY7" fmla="*/ 370417 h 5097544"/>
                <a:gd name="connsiteX0" fmla="*/ 19586 w 2269301"/>
                <a:gd name="connsiteY0" fmla="*/ 370417 h 5126161"/>
                <a:gd name="connsiteX1" fmla="*/ 593204 w 2269301"/>
                <a:gd name="connsiteY1" fmla="*/ 0 h 5126161"/>
                <a:gd name="connsiteX2" fmla="*/ 2044026 w 2269301"/>
                <a:gd name="connsiteY2" fmla="*/ 0 h 5126161"/>
                <a:gd name="connsiteX3" fmla="*/ 2269301 w 2269301"/>
                <a:gd name="connsiteY3" fmla="*/ 225275 h 5126161"/>
                <a:gd name="connsiteX4" fmla="*/ 2269301 w 2269301"/>
                <a:gd name="connsiteY4" fmla="*/ 4371371 h 5126161"/>
                <a:gd name="connsiteX5" fmla="*/ 1953918 w 2269301"/>
                <a:gd name="connsiteY5" fmla="*/ 5073797 h 5126161"/>
                <a:gd name="connsiteX6" fmla="*/ 28419 w 2269301"/>
                <a:gd name="connsiteY6" fmla="*/ 5052045 h 5126161"/>
                <a:gd name="connsiteX7" fmla="*/ 19586 w 2269301"/>
                <a:gd name="connsiteY7" fmla="*/ 370417 h 5126161"/>
                <a:gd name="connsiteX0" fmla="*/ 19586 w 2269301"/>
                <a:gd name="connsiteY0" fmla="*/ 370417 h 5097544"/>
                <a:gd name="connsiteX1" fmla="*/ 593204 w 2269301"/>
                <a:gd name="connsiteY1" fmla="*/ 0 h 5097544"/>
                <a:gd name="connsiteX2" fmla="*/ 2044026 w 2269301"/>
                <a:gd name="connsiteY2" fmla="*/ 0 h 5097544"/>
                <a:gd name="connsiteX3" fmla="*/ 2269301 w 2269301"/>
                <a:gd name="connsiteY3" fmla="*/ 225275 h 5097544"/>
                <a:gd name="connsiteX4" fmla="*/ 2269301 w 2269301"/>
                <a:gd name="connsiteY4" fmla="*/ 4371371 h 5097544"/>
                <a:gd name="connsiteX5" fmla="*/ 1953918 w 2269301"/>
                <a:gd name="connsiteY5" fmla="*/ 5073797 h 5097544"/>
                <a:gd name="connsiteX6" fmla="*/ 28419 w 2269301"/>
                <a:gd name="connsiteY6" fmla="*/ 5001232 h 5097544"/>
                <a:gd name="connsiteX7" fmla="*/ 19586 w 2269301"/>
                <a:gd name="connsiteY7" fmla="*/ 370417 h 5097544"/>
                <a:gd name="connsiteX0" fmla="*/ 19586 w 2269301"/>
                <a:gd name="connsiteY0" fmla="*/ 370417 h 5126161"/>
                <a:gd name="connsiteX1" fmla="*/ 593204 w 2269301"/>
                <a:gd name="connsiteY1" fmla="*/ 0 h 5126161"/>
                <a:gd name="connsiteX2" fmla="*/ 2044026 w 2269301"/>
                <a:gd name="connsiteY2" fmla="*/ 0 h 5126161"/>
                <a:gd name="connsiteX3" fmla="*/ 2269301 w 2269301"/>
                <a:gd name="connsiteY3" fmla="*/ 225275 h 5126161"/>
                <a:gd name="connsiteX4" fmla="*/ 2269301 w 2269301"/>
                <a:gd name="connsiteY4" fmla="*/ 4371371 h 5126161"/>
                <a:gd name="connsiteX5" fmla="*/ 1953918 w 2269301"/>
                <a:gd name="connsiteY5" fmla="*/ 5073797 h 5126161"/>
                <a:gd name="connsiteX6" fmla="*/ 28419 w 2269301"/>
                <a:gd name="connsiteY6" fmla="*/ 5052045 h 5126161"/>
                <a:gd name="connsiteX7" fmla="*/ 19586 w 2269301"/>
                <a:gd name="connsiteY7" fmla="*/ 370417 h 5126161"/>
                <a:gd name="connsiteX0" fmla="*/ 13406 w 2263121"/>
                <a:gd name="connsiteY0" fmla="*/ 370417 h 5097544"/>
                <a:gd name="connsiteX1" fmla="*/ 587024 w 2263121"/>
                <a:gd name="connsiteY1" fmla="*/ 0 h 5097544"/>
                <a:gd name="connsiteX2" fmla="*/ 2037846 w 2263121"/>
                <a:gd name="connsiteY2" fmla="*/ 0 h 5097544"/>
                <a:gd name="connsiteX3" fmla="*/ 2263121 w 2263121"/>
                <a:gd name="connsiteY3" fmla="*/ 225275 h 5097544"/>
                <a:gd name="connsiteX4" fmla="*/ 2263121 w 2263121"/>
                <a:gd name="connsiteY4" fmla="*/ 4371371 h 5097544"/>
                <a:gd name="connsiteX5" fmla="*/ 1947738 w 2263121"/>
                <a:gd name="connsiteY5" fmla="*/ 5073797 h 5097544"/>
                <a:gd name="connsiteX6" fmla="*/ 60339 w 2263121"/>
                <a:gd name="connsiteY6" fmla="*/ 5001232 h 5097544"/>
                <a:gd name="connsiteX7" fmla="*/ 13406 w 2263121"/>
                <a:gd name="connsiteY7" fmla="*/ 370417 h 5097544"/>
                <a:gd name="connsiteX0" fmla="*/ 13406 w 2263121"/>
                <a:gd name="connsiteY0" fmla="*/ 370417 h 5132334"/>
                <a:gd name="connsiteX1" fmla="*/ 587024 w 2263121"/>
                <a:gd name="connsiteY1" fmla="*/ 0 h 5132334"/>
                <a:gd name="connsiteX2" fmla="*/ 2037846 w 2263121"/>
                <a:gd name="connsiteY2" fmla="*/ 0 h 5132334"/>
                <a:gd name="connsiteX3" fmla="*/ 2263121 w 2263121"/>
                <a:gd name="connsiteY3" fmla="*/ 225275 h 5132334"/>
                <a:gd name="connsiteX4" fmla="*/ 2263121 w 2263121"/>
                <a:gd name="connsiteY4" fmla="*/ 4371371 h 5132334"/>
                <a:gd name="connsiteX5" fmla="*/ 1947738 w 2263121"/>
                <a:gd name="connsiteY5" fmla="*/ 5073797 h 5132334"/>
                <a:gd name="connsiteX6" fmla="*/ 60339 w 2263121"/>
                <a:gd name="connsiteY6" fmla="*/ 5001232 h 5132334"/>
                <a:gd name="connsiteX7" fmla="*/ 13406 w 2263121"/>
                <a:gd name="connsiteY7" fmla="*/ 370417 h 5132334"/>
                <a:gd name="connsiteX0" fmla="*/ 13406 w 2263121"/>
                <a:gd name="connsiteY0" fmla="*/ 370417 h 5116785"/>
                <a:gd name="connsiteX1" fmla="*/ 587024 w 2263121"/>
                <a:gd name="connsiteY1" fmla="*/ 0 h 5116785"/>
                <a:gd name="connsiteX2" fmla="*/ 2037846 w 2263121"/>
                <a:gd name="connsiteY2" fmla="*/ 0 h 5116785"/>
                <a:gd name="connsiteX3" fmla="*/ 2263121 w 2263121"/>
                <a:gd name="connsiteY3" fmla="*/ 225275 h 5116785"/>
                <a:gd name="connsiteX4" fmla="*/ 2263121 w 2263121"/>
                <a:gd name="connsiteY4" fmla="*/ 4371371 h 5116785"/>
                <a:gd name="connsiteX5" fmla="*/ 1947738 w 2263121"/>
                <a:gd name="connsiteY5" fmla="*/ 5073797 h 5116785"/>
                <a:gd name="connsiteX6" fmla="*/ 60339 w 2263121"/>
                <a:gd name="connsiteY6" fmla="*/ 5001232 h 5116785"/>
                <a:gd name="connsiteX7" fmla="*/ 13406 w 2263121"/>
                <a:gd name="connsiteY7" fmla="*/ 370417 h 511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3121" h="5116785">
                  <a:moveTo>
                    <a:pt x="13406" y="370417"/>
                  </a:moveTo>
                  <a:cubicBezTo>
                    <a:pt x="13406" y="246001"/>
                    <a:pt x="462608" y="0"/>
                    <a:pt x="587024" y="0"/>
                  </a:cubicBezTo>
                  <a:lnTo>
                    <a:pt x="2037846" y="0"/>
                  </a:lnTo>
                  <a:cubicBezTo>
                    <a:pt x="2162262" y="0"/>
                    <a:pt x="2263121" y="100859"/>
                    <a:pt x="2263121" y="225275"/>
                  </a:cubicBezTo>
                  <a:lnTo>
                    <a:pt x="2263121" y="4371371"/>
                  </a:lnTo>
                  <a:cubicBezTo>
                    <a:pt x="2229607" y="4629030"/>
                    <a:pt x="2077802" y="4970937"/>
                    <a:pt x="1947738" y="5073797"/>
                  </a:cubicBezTo>
                  <a:cubicBezTo>
                    <a:pt x="1783254" y="5090730"/>
                    <a:pt x="62808" y="5194574"/>
                    <a:pt x="60339" y="5001232"/>
                  </a:cubicBezTo>
                  <a:cubicBezTo>
                    <a:pt x="54241" y="4279927"/>
                    <a:pt x="-32646" y="1044601"/>
                    <a:pt x="13406" y="370417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81C1F7-D0E6-3196-1972-FA7F21D5EB45}"/>
                </a:ext>
              </a:extLst>
            </p:cNvPr>
            <p:cNvSpPr/>
            <p:nvPr/>
          </p:nvSpPr>
          <p:spPr>
            <a:xfrm>
              <a:off x="2241565" y="1961956"/>
              <a:ext cx="2191740" cy="1738586"/>
            </a:xfrm>
            <a:custGeom>
              <a:avLst/>
              <a:gdLst>
                <a:gd name="connsiteX0" fmla="*/ 590609 w 2266706"/>
                <a:gd name="connsiteY0" fmla="*/ 0 h 1738586"/>
                <a:gd name="connsiteX1" fmla="*/ 2041431 w 2266706"/>
                <a:gd name="connsiteY1" fmla="*/ 0 h 1738586"/>
                <a:gd name="connsiteX2" fmla="*/ 2266706 w 2266706"/>
                <a:gd name="connsiteY2" fmla="*/ 225275 h 1738586"/>
                <a:gd name="connsiteX3" fmla="*/ 2266706 w 2266706"/>
                <a:gd name="connsiteY3" fmla="*/ 1738586 h 1738586"/>
                <a:gd name="connsiteX4" fmla="*/ 1025 w 2266706"/>
                <a:gd name="connsiteY4" fmla="*/ 1738586 h 1738586"/>
                <a:gd name="connsiteX5" fmla="*/ 351 w 2266706"/>
                <a:gd name="connsiteY5" fmla="*/ 1594972 h 1738586"/>
                <a:gd name="connsiteX6" fmla="*/ 16991 w 2266706"/>
                <a:gd name="connsiteY6" fmla="*/ 370417 h 1738586"/>
                <a:gd name="connsiteX7" fmla="*/ 590609 w 2266706"/>
                <a:gd name="connsiteY7" fmla="*/ 0 h 1738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6706" h="1738586">
                  <a:moveTo>
                    <a:pt x="590609" y="0"/>
                  </a:moveTo>
                  <a:lnTo>
                    <a:pt x="2041431" y="0"/>
                  </a:lnTo>
                  <a:cubicBezTo>
                    <a:pt x="2165847" y="0"/>
                    <a:pt x="2266706" y="100859"/>
                    <a:pt x="2266706" y="225275"/>
                  </a:cubicBezTo>
                  <a:lnTo>
                    <a:pt x="2266706" y="1738586"/>
                  </a:lnTo>
                  <a:lnTo>
                    <a:pt x="1025" y="1738586"/>
                  </a:lnTo>
                  <a:lnTo>
                    <a:pt x="351" y="1594972"/>
                  </a:lnTo>
                  <a:cubicBezTo>
                    <a:pt x="-1290" y="1040653"/>
                    <a:pt x="2600" y="581100"/>
                    <a:pt x="16991" y="370417"/>
                  </a:cubicBezTo>
                  <a:cubicBezTo>
                    <a:pt x="16991" y="246001"/>
                    <a:pt x="466193" y="0"/>
                    <a:pt x="590609" y="0"/>
                  </a:cubicBezTo>
                  <a:close/>
                </a:path>
              </a:pathLst>
            </a:custGeom>
            <a:solidFill>
              <a:srgbClr val="D6503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58A7802-D6B2-699F-7FA7-4C4871BF1C93}"/>
                </a:ext>
              </a:extLst>
            </p:cNvPr>
            <p:cNvSpPr/>
            <p:nvPr/>
          </p:nvSpPr>
          <p:spPr>
            <a:xfrm>
              <a:off x="2266950" y="3687758"/>
              <a:ext cx="2151041" cy="520619"/>
            </a:xfrm>
            <a:custGeom>
              <a:avLst/>
              <a:gdLst>
                <a:gd name="connsiteX0" fmla="*/ 0 w 2264700"/>
                <a:gd name="connsiteY0" fmla="*/ 0 h 520619"/>
                <a:gd name="connsiteX1" fmla="*/ 2264700 w 2264700"/>
                <a:gd name="connsiteY1" fmla="*/ 0 h 520619"/>
                <a:gd name="connsiteX2" fmla="*/ 2264700 w 2264700"/>
                <a:gd name="connsiteY2" fmla="*/ 520619 h 520619"/>
                <a:gd name="connsiteX3" fmla="*/ 4284 w 2264700"/>
                <a:gd name="connsiteY3" fmla="*/ 520619 h 520619"/>
                <a:gd name="connsiteX4" fmla="*/ 2649 w 2264700"/>
                <a:gd name="connsiteY4" fmla="*/ 351908 h 520619"/>
                <a:gd name="connsiteX5" fmla="*/ 0 w 2264700"/>
                <a:gd name="connsiteY5" fmla="*/ 0 h 52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64700" h="520619">
                  <a:moveTo>
                    <a:pt x="0" y="0"/>
                  </a:moveTo>
                  <a:lnTo>
                    <a:pt x="2264700" y="0"/>
                  </a:lnTo>
                  <a:lnTo>
                    <a:pt x="2264700" y="520619"/>
                  </a:lnTo>
                  <a:lnTo>
                    <a:pt x="4284" y="520619"/>
                  </a:lnTo>
                  <a:lnTo>
                    <a:pt x="2649" y="351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DCAE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FA78931-9F95-BE25-447F-9538A76AE7FB}"/>
                </a:ext>
              </a:extLst>
            </p:cNvPr>
            <p:cNvCxnSpPr>
              <a:cxnSpLocks/>
              <a:endCxn id="19" idx="6"/>
            </p:cNvCxnSpPr>
            <p:nvPr/>
          </p:nvCxnSpPr>
          <p:spPr>
            <a:xfrm flipH="1">
              <a:off x="2299643" y="6273800"/>
              <a:ext cx="430857" cy="67545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9637ACA-CF53-D900-8FB6-1887D1066A36}"/>
                </a:ext>
              </a:extLst>
            </p:cNvPr>
            <p:cNvSpPr/>
            <p:nvPr/>
          </p:nvSpPr>
          <p:spPr>
            <a:xfrm>
              <a:off x="2518468" y="1949296"/>
              <a:ext cx="1901372" cy="4596646"/>
            </a:xfrm>
            <a:prstGeom prst="roundRect">
              <a:avLst>
                <a:gd name="adj" fmla="val 11848"/>
              </a:avLst>
            </a:prstGeom>
            <a:solidFill>
              <a:schemeClr val="accent5">
                <a:lumMod val="7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C2A012B-4562-9450-8348-B226520FC91B}"/>
                </a:ext>
              </a:extLst>
            </p:cNvPr>
            <p:cNvSpPr/>
            <p:nvPr/>
          </p:nvSpPr>
          <p:spPr>
            <a:xfrm>
              <a:off x="2530197" y="3674577"/>
              <a:ext cx="1897675" cy="520619"/>
            </a:xfrm>
            <a:custGeom>
              <a:avLst/>
              <a:gdLst>
                <a:gd name="connsiteX0" fmla="*/ 0 w 2264700"/>
                <a:gd name="connsiteY0" fmla="*/ 0 h 520619"/>
                <a:gd name="connsiteX1" fmla="*/ 2264700 w 2264700"/>
                <a:gd name="connsiteY1" fmla="*/ 0 h 520619"/>
                <a:gd name="connsiteX2" fmla="*/ 2264700 w 2264700"/>
                <a:gd name="connsiteY2" fmla="*/ 520619 h 520619"/>
                <a:gd name="connsiteX3" fmla="*/ 4284 w 2264700"/>
                <a:gd name="connsiteY3" fmla="*/ 520619 h 520619"/>
                <a:gd name="connsiteX4" fmla="*/ 2649 w 2264700"/>
                <a:gd name="connsiteY4" fmla="*/ 351908 h 520619"/>
                <a:gd name="connsiteX5" fmla="*/ 0 w 2264700"/>
                <a:gd name="connsiteY5" fmla="*/ 0 h 52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64700" h="520619">
                  <a:moveTo>
                    <a:pt x="0" y="0"/>
                  </a:moveTo>
                  <a:lnTo>
                    <a:pt x="2264700" y="0"/>
                  </a:lnTo>
                  <a:lnTo>
                    <a:pt x="2264700" y="520619"/>
                  </a:lnTo>
                  <a:lnTo>
                    <a:pt x="4284" y="520619"/>
                  </a:lnTo>
                  <a:lnTo>
                    <a:pt x="2649" y="351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DCAE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C60F791-D6DF-F1D1-2C94-F9B00DE937AB}"/>
                </a:ext>
              </a:extLst>
            </p:cNvPr>
            <p:cNvSpPr/>
            <p:nvPr/>
          </p:nvSpPr>
          <p:spPr>
            <a:xfrm>
              <a:off x="2530814" y="1936594"/>
              <a:ext cx="1897058" cy="1738461"/>
            </a:xfrm>
            <a:custGeom>
              <a:avLst/>
              <a:gdLst>
                <a:gd name="connsiteX0" fmla="*/ 225275 w 1901372"/>
                <a:gd name="connsiteY0" fmla="*/ 0 h 1738461"/>
                <a:gd name="connsiteX1" fmla="*/ 1676097 w 1901372"/>
                <a:gd name="connsiteY1" fmla="*/ 0 h 1738461"/>
                <a:gd name="connsiteX2" fmla="*/ 1901372 w 1901372"/>
                <a:gd name="connsiteY2" fmla="*/ 225275 h 1738461"/>
                <a:gd name="connsiteX3" fmla="*/ 1901372 w 1901372"/>
                <a:gd name="connsiteY3" fmla="*/ 1738461 h 1738461"/>
                <a:gd name="connsiteX4" fmla="*/ 0 w 1901372"/>
                <a:gd name="connsiteY4" fmla="*/ 1738461 h 1738461"/>
                <a:gd name="connsiteX5" fmla="*/ 0 w 1901372"/>
                <a:gd name="connsiteY5" fmla="*/ 225275 h 1738461"/>
                <a:gd name="connsiteX6" fmla="*/ 225275 w 1901372"/>
                <a:gd name="connsiteY6" fmla="*/ 0 h 17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1738461">
                  <a:moveTo>
                    <a:pt x="225275" y="0"/>
                  </a:moveTo>
                  <a:lnTo>
                    <a:pt x="1676097" y="0"/>
                  </a:lnTo>
                  <a:cubicBezTo>
                    <a:pt x="1800513" y="0"/>
                    <a:pt x="1901372" y="100859"/>
                    <a:pt x="1901372" y="225275"/>
                  </a:cubicBezTo>
                  <a:lnTo>
                    <a:pt x="1901372" y="1738461"/>
                  </a:lnTo>
                  <a:lnTo>
                    <a:pt x="0" y="1738461"/>
                  </a:lnTo>
                  <a:lnTo>
                    <a:pt x="0" y="225275"/>
                  </a:lnTo>
                  <a:cubicBezTo>
                    <a:pt x="0" y="100859"/>
                    <a:pt x="100859" y="0"/>
                    <a:pt x="225275" y="0"/>
                  </a:cubicBezTo>
                  <a:close/>
                </a:path>
              </a:pathLst>
            </a:custGeom>
            <a:solidFill>
              <a:srgbClr val="D6503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E228ADA-E73B-C320-3D0D-EAD4AFDD92EF}"/>
              </a:ext>
            </a:extLst>
          </p:cNvPr>
          <p:cNvGrpSpPr/>
          <p:nvPr/>
        </p:nvGrpSpPr>
        <p:grpSpPr>
          <a:xfrm>
            <a:off x="7506597" y="1961956"/>
            <a:ext cx="2208903" cy="5128186"/>
            <a:chOff x="2226250" y="1936594"/>
            <a:chExt cx="2208903" cy="5128186"/>
          </a:xfrm>
        </p:grpSpPr>
        <p:sp>
          <p:nvSpPr>
            <p:cNvPr id="3" name="Rectangle: Rounded Corners 18">
              <a:extLst>
                <a:ext uri="{FF2B5EF4-FFF2-40B4-BE49-F238E27FC236}">
                  <a16:creationId xmlns:a16="http://schemas.microsoft.com/office/drawing/2014/main" id="{8E3B63FD-FA16-12ED-0DA8-0817BCB873A6}"/>
                </a:ext>
              </a:extLst>
            </p:cNvPr>
            <p:cNvSpPr/>
            <p:nvPr/>
          </p:nvSpPr>
          <p:spPr>
            <a:xfrm>
              <a:off x="2241566" y="1949298"/>
              <a:ext cx="2178273" cy="5115482"/>
            </a:xfrm>
            <a:custGeom>
              <a:avLst/>
              <a:gdLst>
                <a:gd name="connsiteX0" fmla="*/ 0 w 1901372"/>
                <a:gd name="connsiteY0" fmla="*/ 225275 h 4596646"/>
                <a:gd name="connsiteX1" fmla="*/ 225275 w 1901372"/>
                <a:gd name="connsiteY1" fmla="*/ 0 h 4596646"/>
                <a:gd name="connsiteX2" fmla="*/ 1676097 w 1901372"/>
                <a:gd name="connsiteY2" fmla="*/ 0 h 4596646"/>
                <a:gd name="connsiteX3" fmla="*/ 1901372 w 1901372"/>
                <a:gd name="connsiteY3" fmla="*/ 225275 h 4596646"/>
                <a:gd name="connsiteX4" fmla="*/ 1901372 w 1901372"/>
                <a:gd name="connsiteY4" fmla="*/ 4371371 h 4596646"/>
                <a:gd name="connsiteX5" fmla="*/ 1676097 w 1901372"/>
                <a:gd name="connsiteY5" fmla="*/ 4596646 h 4596646"/>
                <a:gd name="connsiteX6" fmla="*/ 225275 w 1901372"/>
                <a:gd name="connsiteY6" fmla="*/ 4596646 h 4596646"/>
                <a:gd name="connsiteX7" fmla="*/ 0 w 1901372"/>
                <a:gd name="connsiteY7" fmla="*/ 4371371 h 4596646"/>
                <a:gd name="connsiteX8" fmla="*/ 0 w 1901372"/>
                <a:gd name="connsiteY8" fmla="*/ 225275 h 4596646"/>
                <a:gd name="connsiteX0" fmla="*/ 4212 w 1905584"/>
                <a:gd name="connsiteY0" fmla="*/ 225275 h 4596646"/>
                <a:gd name="connsiteX1" fmla="*/ 229487 w 1905584"/>
                <a:gd name="connsiteY1" fmla="*/ 0 h 4596646"/>
                <a:gd name="connsiteX2" fmla="*/ 1680309 w 1905584"/>
                <a:gd name="connsiteY2" fmla="*/ 0 h 4596646"/>
                <a:gd name="connsiteX3" fmla="*/ 1905584 w 1905584"/>
                <a:gd name="connsiteY3" fmla="*/ 225275 h 4596646"/>
                <a:gd name="connsiteX4" fmla="*/ 1905584 w 1905584"/>
                <a:gd name="connsiteY4" fmla="*/ 4371371 h 4596646"/>
                <a:gd name="connsiteX5" fmla="*/ 1680309 w 1905584"/>
                <a:gd name="connsiteY5" fmla="*/ 4596646 h 4596646"/>
                <a:gd name="connsiteX6" fmla="*/ 229487 w 1905584"/>
                <a:gd name="connsiteY6" fmla="*/ 4596646 h 4596646"/>
                <a:gd name="connsiteX7" fmla="*/ 4212 w 1905584"/>
                <a:gd name="connsiteY7" fmla="*/ 225275 h 4596646"/>
                <a:gd name="connsiteX0" fmla="*/ 97818 w 1999190"/>
                <a:gd name="connsiteY0" fmla="*/ 225275 h 4596646"/>
                <a:gd name="connsiteX1" fmla="*/ 323093 w 1999190"/>
                <a:gd name="connsiteY1" fmla="*/ 0 h 4596646"/>
                <a:gd name="connsiteX2" fmla="*/ 1773915 w 1999190"/>
                <a:gd name="connsiteY2" fmla="*/ 0 h 4596646"/>
                <a:gd name="connsiteX3" fmla="*/ 1999190 w 1999190"/>
                <a:gd name="connsiteY3" fmla="*/ 225275 h 4596646"/>
                <a:gd name="connsiteX4" fmla="*/ 1999190 w 1999190"/>
                <a:gd name="connsiteY4" fmla="*/ 4371371 h 4596646"/>
                <a:gd name="connsiteX5" fmla="*/ 1773915 w 1999190"/>
                <a:gd name="connsiteY5" fmla="*/ 4596646 h 4596646"/>
                <a:gd name="connsiteX6" fmla="*/ 134407 w 1999190"/>
                <a:gd name="connsiteY6" fmla="*/ 4553103 h 4596646"/>
                <a:gd name="connsiteX7" fmla="*/ 97818 w 1999190"/>
                <a:gd name="connsiteY7" fmla="*/ 225275 h 4596646"/>
                <a:gd name="connsiteX0" fmla="*/ 254366 w 2155738"/>
                <a:gd name="connsiteY0" fmla="*/ 225275 h 5213937"/>
                <a:gd name="connsiteX1" fmla="*/ 479641 w 2155738"/>
                <a:gd name="connsiteY1" fmla="*/ 0 h 5213937"/>
                <a:gd name="connsiteX2" fmla="*/ 1930463 w 2155738"/>
                <a:gd name="connsiteY2" fmla="*/ 0 h 5213937"/>
                <a:gd name="connsiteX3" fmla="*/ 2155738 w 2155738"/>
                <a:gd name="connsiteY3" fmla="*/ 225275 h 5213937"/>
                <a:gd name="connsiteX4" fmla="*/ 2155738 w 2155738"/>
                <a:gd name="connsiteY4" fmla="*/ 4371371 h 5213937"/>
                <a:gd name="connsiteX5" fmla="*/ 1930463 w 2155738"/>
                <a:gd name="connsiteY5" fmla="*/ 4596646 h 5213937"/>
                <a:gd name="connsiteX6" fmla="*/ 290955 w 2155738"/>
                <a:gd name="connsiteY6" fmla="*/ 4553103 h 5213937"/>
                <a:gd name="connsiteX7" fmla="*/ 127 w 2155738"/>
                <a:gd name="connsiteY7" fmla="*/ 4988532 h 5213937"/>
                <a:gd name="connsiteX8" fmla="*/ 254366 w 2155738"/>
                <a:gd name="connsiteY8" fmla="*/ 225275 h 5213937"/>
                <a:gd name="connsiteX0" fmla="*/ 9611 w 2259326"/>
                <a:gd name="connsiteY0" fmla="*/ 370417 h 5213937"/>
                <a:gd name="connsiteX1" fmla="*/ 583229 w 2259326"/>
                <a:gd name="connsiteY1" fmla="*/ 0 h 5213937"/>
                <a:gd name="connsiteX2" fmla="*/ 2034051 w 2259326"/>
                <a:gd name="connsiteY2" fmla="*/ 0 h 5213937"/>
                <a:gd name="connsiteX3" fmla="*/ 2259326 w 2259326"/>
                <a:gd name="connsiteY3" fmla="*/ 225275 h 5213937"/>
                <a:gd name="connsiteX4" fmla="*/ 2259326 w 2259326"/>
                <a:gd name="connsiteY4" fmla="*/ 4371371 h 5213937"/>
                <a:gd name="connsiteX5" fmla="*/ 2034051 w 2259326"/>
                <a:gd name="connsiteY5" fmla="*/ 4596646 h 5213937"/>
                <a:gd name="connsiteX6" fmla="*/ 394543 w 2259326"/>
                <a:gd name="connsiteY6" fmla="*/ 4553103 h 5213937"/>
                <a:gd name="connsiteX7" fmla="*/ 103715 w 2259326"/>
                <a:gd name="connsiteY7" fmla="*/ 4988532 h 5213937"/>
                <a:gd name="connsiteX8" fmla="*/ 9611 w 2259326"/>
                <a:gd name="connsiteY8" fmla="*/ 370417 h 5213937"/>
                <a:gd name="connsiteX0" fmla="*/ 16990 w 2266705"/>
                <a:gd name="connsiteY0" fmla="*/ 370417 h 5213937"/>
                <a:gd name="connsiteX1" fmla="*/ 590608 w 2266705"/>
                <a:gd name="connsiteY1" fmla="*/ 0 h 5213937"/>
                <a:gd name="connsiteX2" fmla="*/ 2041430 w 2266705"/>
                <a:gd name="connsiteY2" fmla="*/ 0 h 5213937"/>
                <a:gd name="connsiteX3" fmla="*/ 2266705 w 2266705"/>
                <a:gd name="connsiteY3" fmla="*/ 225275 h 5213937"/>
                <a:gd name="connsiteX4" fmla="*/ 2266705 w 2266705"/>
                <a:gd name="connsiteY4" fmla="*/ 4371371 h 5213937"/>
                <a:gd name="connsiteX5" fmla="*/ 2041430 w 2266705"/>
                <a:gd name="connsiteY5" fmla="*/ 4596646 h 5213937"/>
                <a:gd name="connsiteX6" fmla="*/ 401922 w 2266705"/>
                <a:gd name="connsiteY6" fmla="*/ 4553103 h 5213937"/>
                <a:gd name="connsiteX7" fmla="*/ 38523 w 2266705"/>
                <a:gd name="connsiteY7" fmla="*/ 4988532 h 5213937"/>
                <a:gd name="connsiteX8" fmla="*/ 16990 w 2266705"/>
                <a:gd name="connsiteY8" fmla="*/ 370417 h 5213937"/>
                <a:gd name="connsiteX0" fmla="*/ 16990 w 2266705"/>
                <a:gd name="connsiteY0" fmla="*/ 370417 h 5234353"/>
                <a:gd name="connsiteX1" fmla="*/ 590608 w 2266705"/>
                <a:gd name="connsiteY1" fmla="*/ 0 h 5234353"/>
                <a:gd name="connsiteX2" fmla="*/ 2041430 w 2266705"/>
                <a:gd name="connsiteY2" fmla="*/ 0 h 5234353"/>
                <a:gd name="connsiteX3" fmla="*/ 2266705 w 2266705"/>
                <a:gd name="connsiteY3" fmla="*/ 225275 h 5234353"/>
                <a:gd name="connsiteX4" fmla="*/ 2266705 w 2266705"/>
                <a:gd name="connsiteY4" fmla="*/ 4371371 h 5234353"/>
                <a:gd name="connsiteX5" fmla="*/ 2041430 w 2266705"/>
                <a:gd name="connsiteY5" fmla="*/ 4596646 h 5234353"/>
                <a:gd name="connsiteX6" fmla="*/ 401922 w 2266705"/>
                <a:gd name="connsiteY6" fmla="*/ 4553103 h 5234353"/>
                <a:gd name="connsiteX7" fmla="*/ 38523 w 2266705"/>
                <a:gd name="connsiteY7" fmla="*/ 4988532 h 5234353"/>
                <a:gd name="connsiteX8" fmla="*/ 16990 w 2266705"/>
                <a:gd name="connsiteY8" fmla="*/ 370417 h 5234353"/>
                <a:gd name="connsiteX0" fmla="*/ 16990 w 2266705"/>
                <a:gd name="connsiteY0" fmla="*/ 370417 h 5050175"/>
                <a:gd name="connsiteX1" fmla="*/ 590608 w 2266705"/>
                <a:gd name="connsiteY1" fmla="*/ 0 h 5050175"/>
                <a:gd name="connsiteX2" fmla="*/ 2041430 w 2266705"/>
                <a:gd name="connsiteY2" fmla="*/ 0 h 5050175"/>
                <a:gd name="connsiteX3" fmla="*/ 2266705 w 2266705"/>
                <a:gd name="connsiteY3" fmla="*/ 225275 h 5050175"/>
                <a:gd name="connsiteX4" fmla="*/ 2266705 w 2266705"/>
                <a:gd name="connsiteY4" fmla="*/ 4371371 h 5050175"/>
                <a:gd name="connsiteX5" fmla="*/ 2041430 w 2266705"/>
                <a:gd name="connsiteY5" fmla="*/ 4596646 h 5050175"/>
                <a:gd name="connsiteX6" fmla="*/ 401922 w 2266705"/>
                <a:gd name="connsiteY6" fmla="*/ 4553103 h 5050175"/>
                <a:gd name="connsiteX7" fmla="*/ 38523 w 2266705"/>
                <a:gd name="connsiteY7" fmla="*/ 4988532 h 5050175"/>
                <a:gd name="connsiteX8" fmla="*/ 16990 w 2266705"/>
                <a:gd name="connsiteY8" fmla="*/ 370417 h 5050175"/>
                <a:gd name="connsiteX0" fmla="*/ 16990 w 2266705"/>
                <a:gd name="connsiteY0" fmla="*/ 370417 h 5054293"/>
                <a:gd name="connsiteX1" fmla="*/ 590608 w 2266705"/>
                <a:gd name="connsiteY1" fmla="*/ 0 h 5054293"/>
                <a:gd name="connsiteX2" fmla="*/ 2041430 w 2266705"/>
                <a:gd name="connsiteY2" fmla="*/ 0 h 5054293"/>
                <a:gd name="connsiteX3" fmla="*/ 2266705 w 2266705"/>
                <a:gd name="connsiteY3" fmla="*/ 225275 h 5054293"/>
                <a:gd name="connsiteX4" fmla="*/ 2266705 w 2266705"/>
                <a:gd name="connsiteY4" fmla="*/ 4371371 h 5054293"/>
                <a:gd name="connsiteX5" fmla="*/ 2041430 w 2266705"/>
                <a:gd name="connsiteY5" fmla="*/ 4596646 h 5054293"/>
                <a:gd name="connsiteX6" fmla="*/ 363822 w 2266705"/>
                <a:gd name="connsiteY6" fmla="*/ 4603903 h 5054293"/>
                <a:gd name="connsiteX7" fmla="*/ 38523 w 2266705"/>
                <a:gd name="connsiteY7" fmla="*/ 4988532 h 5054293"/>
                <a:gd name="connsiteX8" fmla="*/ 16990 w 2266705"/>
                <a:gd name="connsiteY8" fmla="*/ 370417 h 5054293"/>
                <a:gd name="connsiteX0" fmla="*/ 16990 w 2266705"/>
                <a:gd name="connsiteY0" fmla="*/ 370417 h 5054293"/>
                <a:gd name="connsiteX1" fmla="*/ 590608 w 2266705"/>
                <a:gd name="connsiteY1" fmla="*/ 0 h 5054293"/>
                <a:gd name="connsiteX2" fmla="*/ 2041430 w 2266705"/>
                <a:gd name="connsiteY2" fmla="*/ 0 h 5054293"/>
                <a:gd name="connsiteX3" fmla="*/ 2266705 w 2266705"/>
                <a:gd name="connsiteY3" fmla="*/ 225275 h 5054293"/>
                <a:gd name="connsiteX4" fmla="*/ 2266705 w 2266705"/>
                <a:gd name="connsiteY4" fmla="*/ 4371371 h 5054293"/>
                <a:gd name="connsiteX5" fmla="*/ 2041430 w 2266705"/>
                <a:gd name="connsiteY5" fmla="*/ 4596646 h 5054293"/>
                <a:gd name="connsiteX6" fmla="*/ 363822 w 2266705"/>
                <a:gd name="connsiteY6" fmla="*/ 4603903 h 5054293"/>
                <a:gd name="connsiteX7" fmla="*/ 38523 w 2266705"/>
                <a:gd name="connsiteY7" fmla="*/ 4988532 h 5054293"/>
                <a:gd name="connsiteX8" fmla="*/ 16990 w 2266705"/>
                <a:gd name="connsiteY8" fmla="*/ 370417 h 5054293"/>
                <a:gd name="connsiteX0" fmla="*/ 16990 w 2266705"/>
                <a:gd name="connsiteY0" fmla="*/ 370417 h 5141513"/>
                <a:gd name="connsiteX1" fmla="*/ 590608 w 2266705"/>
                <a:gd name="connsiteY1" fmla="*/ 0 h 5141513"/>
                <a:gd name="connsiteX2" fmla="*/ 2041430 w 2266705"/>
                <a:gd name="connsiteY2" fmla="*/ 0 h 5141513"/>
                <a:gd name="connsiteX3" fmla="*/ 2266705 w 2266705"/>
                <a:gd name="connsiteY3" fmla="*/ 225275 h 5141513"/>
                <a:gd name="connsiteX4" fmla="*/ 2266705 w 2266705"/>
                <a:gd name="connsiteY4" fmla="*/ 4371371 h 5141513"/>
                <a:gd name="connsiteX5" fmla="*/ 2041430 w 2266705"/>
                <a:gd name="connsiteY5" fmla="*/ 4596646 h 5141513"/>
                <a:gd name="connsiteX6" fmla="*/ 998822 w 2266705"/>
                <a:gd name="connsiteY6" fmla="*/ 5048403 h 5141513"/>
                <a:gd name="connsiteX7" fmla="*/ 38523 w 2266705"/>
                <a:gd name="connsiteY7" fmla="*/ 4988532 h 5141513"/>
                <a:gd name="connsiteX8" fmla="*/ 16990 w 2266705"/>
                <a:gd name="connsiteY8" fmla="*/ 370417 h 5141513"/>
                <a:gd name="connsiteX0" fmla="*/ 16990 w 2266705"/>
                <a:gd name="connsiteY0" fmla="*/ 370417 h 5141513"/>
                <a:gd name="connsiteX1" fmla="*/ 590608 w 2266705"/>
                <a:gd name="connsiteY1" fmla="*/ 0 h 5141513"/>
                <a:gd name="connsiteX2" fmla="*/ 2041430 w 2266705"/>
                <a:gd name="connsiteY2" fmla="*/ 0 h 5141513"/>
                <a:gd name="connsiteX3" fmla="*/ 2266705 w 2266705"/>
                <a:gd name="connsiteY3" fmla="*/ 225275 h 5141513"/>
                <a:gd name="connsiteX4" fmla="*/ 2266705 w 2266705"/>
                <a:gd name="connsiteY4" fmla="*/ 4371371 h 5141513"/>
                <a:gd name="connsiteX5" fmla="*/ 998822 w 2266705"/>
                <a:gd name="connsiteY5" fmla="*/ 5048403 h 5141513"/>
                <a:gd name="connsiteX6" fmla="*/ 38523 w 2266705"/>
                <a:gd name="connsiteY6" fmla="*/ 4988532 h 5141513"/>
                <a:gd name="connsiteX7" fmla="*/ 16990 w 2266705"/>
                <a:gd name="connsiteY7" fmla="*/ 370417 h 5141513"/>
                <a:gd name="connsiteX0" fmla="*/ 16990 w 2266705"/>
                <a:gd name="connsiteY0" fmla="*/ 370417 h 5165890"/>
                <a:gd name="connsiteX1" fmla="*/ 590608 w 2266705"/>
                <a:gd name="connsiteY1" fmla="*/ 0 h 5165890"/>
                <a:gd name="connsiteX2" fmla="*/ 2041430 w 2266705"/>
                <a:gd name="connsiteY2" fmla="*/ 0 h 5165890"/>
                <a:gd name="connsiteX3" fmla="*/ 2266705 w 2266705"/>
                <a:gd name="connsiteY3" fmla="*/ 225275 h 5165890"/>
                <a:gd name="connsiteX4" fmla="*/ 2266705 w 2266705"/>
                <a:gd name="connsiteY4" fmla="*/ 4371371 h 5165890"/>
                <a:gd name="connsiteX5" fmla="*/ 1760822 w 2266705"/>
                <a:gd name="connsiteY5" fmla="*/ 5099203 h 5165890"/>
                <a:gd name="connsiteX6" fmla="*/ 38523 w 2266705"/>
                <a:gd name="connsiteY6" fmla="*/ 4988532 h 5165890"/>
                <a:gd name="connsiteX7" fmla="*/ 16990 w 2266705"/>
                <a:gd name="connsiteY7" fmla="*/ 370417 h 5165890"/>
                <a:gd name="connsiteX0" fmla="*/ 19586 w 2269301"/>
                <a:gd name="connsiteY0" fmla="*/ 370417 h 5171948"/>
                <a:gd name="connsiteX1" fmla="*/ 593204 w 2269301"/>
                <a:gd name="connsiteY1" fmla="*/ 0 h 5171948"/>
                <a:gd name="connsiteX2" fmla="*/ 2044026 w 2269301"/>
                <a:gd name="connsiteY2" fmla="*/ 0 h 5171948"/>
                <a:gd name="connsiteX3" fmla="*/ 2269301 w 2269301"/>
                <a:gd name="connsiteY3" fmla="*/ 225275 h 5171948"/>
                <a:gd name="connsiteX4" fmla="*/ 2269301 w 2269301"/>
                <a:gd name="connsiteY4" fmla="*/ 4371371 h 5171948"/>
                <a:gd name="connsiteX5" fmla="*/ 1763418 w 2269301"/>
                <a:gd name="connsiteY5" fmla="*/ 5099203 h 5171948"/>
                <a:gd name="connsiteX6" fmla="*/ 28419 w 2269301"/>
                <a:gd name="connsiteY6" fmla="*/ 5001232 h 5171948"/>
                <a:gd name="connsiteX7" fmla="*/ 19586 w 2269301"/>
                <a:gd name="connsiteY7" fmla="*/ 370417 h 5171948"/>
                <a:gd name="connsiteX0" fmla="*/ 19586 w 2269301"/>
                <a:gd name="connsiteY0" fmla="*/ 370417 h 5171948"/>
                <a:gd name="connsiteX1" fmla="*/ 593204 w 2269301"/>
                <a:gd name="connsiteY1" fmla="*/ 0 h 5171948"/>
                <a:gd name="connsiteX2" fmla="*/ 2044026 w 2269301"/>
                <a:gd name="connsiteY2" fmla="*/ 0 h 5171948"/>
                <a:gd name="connsiteX3" fmla="*/ 2269301 w 2269301"/>
                <a:gd name="connsiteY3" fmla="*/ 225275 h 5171948"/>
                <a:gd name="connsiteX4" fmla="*/ 2269301 w 2269301"/>
                <a:gd name="connsiteY4" fmla="*/ 4371371 h 5171948"/>
                <a:gd name="connsiteX5" fmla="*/ 1763418 w 2269301"/>
                <a:gd name="connsiteY5" fmla="*/ 5099203 h 5171948"/>
                <a:gd name="connsiteX6" fmla="*/ 28419 w 2269301"/>
                <a:gd name="connsiteY6" fmla="*/ 5001232 h 5171948"/>
                <a:gd name="connsiteX7" fmla="*/ 19586 w 2269301"/>
                <a:gd name="connsiteY7" fmla="*/ 370417 h 5171948"/>
                <a:gd name="connsiteX0" fmla="*/ 19586 w 2269301"/>
                <a:gd name="connsiteY0" fmla="*/ 370417 h 5171948"/>
                <a:gd name="connsiteX1" fmla="*/ 593204 w 2269301"/>
                <a:gd name="connsiteY1" fmla="*/ 0 h 5171948"/>
                <a:gd name="connsiteX2" fmla="*/ 2044026 w 2269301"/>
                <a:gd name="connsiteY2" fmla="*/ 0 h 5171948"/>
                <a:gd name="connsiteX3" fmla="*/ 2269301 w 2269301"/>
                <a:gd name="connsiteY3" fmla="*/ 225275 h 5171948"/>
                <a:gd name="connsiteX4" fmla="*/ 2269301 w 2269301"/>
                <a:gd name="connsiteY4" fmla="*/ 4371371 h 5171948"/>
                <a:gd name="connsiteX5" fmla="*/ 1763418 w 2269301"/>
                <a:gd name="connsiteY5" fmla="*/ 5099203 h 5171948"/>
                <a:gd name="connsiteX6" fmla="*/ 28419 w 2269301"/>
                <a:gd name="connsiteY6" fmla="*/ 5001232 h 5171948"/>
                <a:gd name="connsiteX7" fmla="*/ 19586 w 2269301"/>
                <a:gd name="connsiteY7" fmla="*/ 370417 h 5171948"/>
                <a:gd name="connsiteX0" fmla="*/ 19586 w 2269301"/>
                <a:gd name="connsiteY0" fmla="*/ 370417 h 5153516"/>
                <a:gd name="connsiteX1" fmla="*/ 593204 w 2269301"/>
                <a:gd name="connsiteY1" fmla="*/ 0 h 5153516"/>
                <a:gd name="connsiteX2" fmla="*/ 2044026 w 2269301"/>
                <a:gd name="connsiteY2" fmla="*/ 0 h 5153516"/>
                <a:gd name="connsiteX3" fmla="*/ 2269301 w 2269301"/>
                <a:gd name="connsiteY3" fmla="*/ 225275 h 5153516"/>
                <a:gd name="connsiteX4" fmla="*/ 2269301 w 2269301"/>
                <a:gd name="connsiteY4" fmla="*/ 4371371 h 5153516"/>
                <a:gd name="connsiteX5" fmla="*/ 1763418 w 2269301"/>
                <a:gd name="connsiteY5" fmla="*/ 5099203 h 5153516"/>
                <a:gd name="connsiteX6" fmla="*/ 28419 w 2269301"/>
                <a:gd name="connsiteY6" fmla="*/ 5001232 h 5153516"/>
                <a:gd name="connsiteX7" fmla="*/ 19586 w 2269301"/>
                <a:gd name="connsiteY7" fmla="*/ 370417 h 5153516"/>
                <a:gd name="connsiteX0" fmla="*/ 19586 w 2269301"/>
                <a:gd name="connsiteY0" fmla="*/ 370417 h 5153516"/>
                <a:gd name="connsiteX1" fmla="*/ 593204 w 2269301"/>
                <a:gd name="connsiteY1" fmla="*/ 0 h 5153516"/>
                <a:gd name="connsiteX2" fmla="*/ 2044026 w 2269301"/>
                <a:gd name="connsiteY2" fmla="*/ 0 h 5153516"/>
                <a:gd name="connsiteX3" fmla="*/ 2269301 w 2269301"/>
                <a:gd name="connsiteY3" fmla="*/ 225275 h 5153516"/>
                <a:gd name="connsiteX4" fmla="*/ 2269301 w 2269301"/>
                <a:gd name="connsiteY4" fmla="*/ 4371371 h 5153516"/>
                <a:gd name="connsiteX5" fmla="*/ 1763418 w 2269301"/>
                <a:gd name="connsiteY5" fmla="*/ 5099203 h 5153516"/>
                <a:gd name="connsiteX6" fmla="*/ 28419 w 2269301"/>
                <a:gd name="connsiteY6" fmla="*/ 5001232 h 5153516"/>
                <a:gd name="connsiteX7" fmla="*/ 19586 w 2269301"/>
                <a:gd name="connsiteY7" fmla="*/ 370417 h 5153516"/>
                <a:gd name="connsiteX0" fmla="*/ 19586 w 2269301"/>
                <a:gd name="connsiteY0" fmla="*/ 370417 h 5153516"/>
                <a:gd name="connsiteX1" fmla="*/ 593204 w 2269301"/>
                <a:gd name="connsiteY1" fmla="*/ 0 h 5153516"/>
                <a:gd name="connsiteX2" fmla="*/ 2044026 w 2269301"/>
                <a:gd name="connsiteY2" fmla="*/ 0 h 5153516"/>
                <a:gd name="connsiteX3" fmla="*/ 2269301 w 2269301"/>
                <a:gd name="connsiteY3" fmla="*/ 225275 h 5153516"/>
                <a:gd name="connsiteX4" fmla="*/ 2269301 w 2269301"/>
                <a:gd name="connsiteY4" fmla="*/ 4371371 h 5153516"/>
                <a:gd name="connsiteX5" fmla="*/ 1763418 w 2269301"/>
                <a:gd name="connsiteY5" fmla="*/ 5099203 h 5153516"/>
                <a:gd name="connsiteX6" fmla="*/ 28419 w 2269301"/>
                <a:gd name="connsiteY6" fmla="*/ 5001232 h 5153516"/>
                <a:gd name="connsiteX7" fmla="*/ 19586 w 2269301"/>
                <a:gd name="connsiteY7" fmla="*/ 370417 h 5153516"/>
                <a:gd name="connsiteX0" fmla="*/ 19586 w 2269301"/>
                <a:gd name="connsiteY0" fmla="*/ 370417 h 5138611"/>
                <a:gd name="connsiteX1" fmla="*/ 593204 w 2269301"/>
                <a:gd name="connsiteY1" fmla="*/ 0 h 5138611"/>
                <a:gd name="connsiteX2" fmla="*/ 2044026 w 2269301"/>
                <a:gd name="connsiteY2" fmla="*/ 0 h 5138611"/>
                <a:gd name="connsiteX3" fmla="*/ 2269301 w 2269301"/>
                <a:gd name="connsiteY3" fmla="*/ 225275 h 5138611"/>
                <a:gd name="connsiteX4" fmla="*/ 2269301 w 2269301"/>
                <a:gd name="connsiteY4" fmla="*/ 4371371 h 5138611"/>
                <a:gd name="connsiteX5" fmla="*/ 1763418 w 2269301"/>
                <a:gd name="connsiteY5" fmla="*/ 5099203 h 5138611"/>
                <a:gd name="connsiteX6" fmla="*/ 28419 w 2269301"/>
                <a:gd name="connsiteY6" fmla="*/ 5001232 h 5138611"/>
                <a:gd name="connsiteX7" fmla="*/ 19586 w 2269301"/>
                <a:gd name="connsiteY7" fmla="*/ 370417 h 5138611"/>
                <a:gd name="connsiteX0" fmla="*/ 19586 w 2269301"/>
                <a:gd name="connsiteY0" fmla="*/ 370417 h 5145104"/>
                <a:gd name="connsiteX1" fmla="*/ 593204 w 2269301"/>
                <a:gd name="connsiteY1" fmla="*/ 0 h 5145104"/>
                <a:gd name="connsiteX2" fmla="*/ 2044026 w 2269301"/>
                <a:gd name="connsiteY2" fmla="*/ 0 h 5145104"/>
                <a:gd name="connsiteX3" fmla="*/ 2269301 w 2269301"/>
                <a:gd name="connsiteY3" fmla="*/ 225275 h 5145104"/>
                <a:gd name="connsiteX4" fmla="*/ 2269301 w 2269301"/>
                <a:gd name="connsiteY4" fmla="*/ 4371371 h 5145104"/>
                <a:gd name="connsiteX5" fmla="*/ 1890418 w 2269301"/>
                <a:gd name="connsiteY5" fmla="*/ 5111906 h 5145104"/>
                <a:gd name="connsiteX6" fmla="*/ 28419 w 2269301"/>
                <a:gd name="connsiteY6" fmla="*/ 5001232 h 5145104"/>
                <a:gd name="connsiteX7" fmla="*/ 19586 w 2269301"/>
                <a:gd name="connsiteY7" fmla="*/ 370417 h 5145104"/>
                <a:gd name="connsiteX0" fmla="*/ 19586 w 2269301"/>
                <a:gd name="connsiteY0" fmla="*/ 370417 h 5145104"/>
                <a:gd name="connsiteX1" fmla="*/ 593204 w 2269301"/>
                <a:gd name="connsiteY1" fmla="*/ 0 h 5145104"/>
                <a:gd name="connsiteX2" fmla="*/ 2044026 w 2269301"/>
                <a:gd name="connsiteY2" fmla="*/ 0 h 5145104"/>
                <a:gd name="connsiteX3" fmla="*/ 2269301 w 2269301"/>
                <a:gd name="connsiteY3" fmla="*/ 225275 h 5145104"/>
                <a:gd name="connsiteX4" fmla="*/ 2269301 w 2269301"/>
                <a:gd name="connsiteY4" fmla="*/ 4371371 h 5145104"/>
                <a:gd name="connsiteX5" fmla="*/ 1890418 w 2269301"/>
                <a:gd name="connsiteY5" fmla="*/ 5111906 h 5145104"/>
                <a:gd name="connsiteX6" fmla="*/ 28419 w 2269301"/>
                <a:gd name="connsiteY6" fmla="*/ 5001232 h 5145104"/>
                <a:gd name="connsiteX7" fmla="*/ 19586 w 2269301"/>
                <a:gd name="connsiteY7" fmla="*/ 370417 h 5145104"/>
                <a:gd name="connsiteX0" fmla="*/ 19586 w 2269301"/>
                <a:gd name="connsiteY0" fmla="*/ 370417 h 5127087"/>
                <a:gd name="connsiteX1" fmla="*/ 593204 w 2269301"/>
                <a:gd name="connsiteY1" fmla="*/ 0 h 5127087"/>
                <a:gd name="connsiteX2" fmla="*/ 2044026 w 2269301"/>
                <a:gd name="connsiteY2" fmla="*/ 0 h 5127087"/>
                <a:gd name="connsiteX3" fmla="*/ 2269301 w 2269301"/>
                <a:gd name="connsiteY3" fmla="*/ 225275 h 5127087"/>
                <a:gd name="connsiteX4" fmla="*/ 2269301 w 2269301"/>
                <a:gd name="connsiteY4" fmla="*/ 4371371 h 5127087"/>
                <a:gd name="connsiteX5" fmla="*/ 1953918 w 2269301"/>
                <a:gd name="connsiteY5" fmla="*/ 5073797 h 5127087"/>
                <a:gd name="connsiteX6" fmla="*/ 28419 w 2269301"/>
                <a:gd name="connsiteY6" fmla="*/ 5001232 h 5127087"/>
                <a:gd name="connsiteX7" fmla="*/ 19586 w 2269301"/>
                <a:gd name="connsiteY7" fmla="*/ 370417 h 5127087"/>
                <a:gd name="connsiteX0" fmla="*/ 19586 w 2269301"/>
                <a:gd name="connsiteY0" fmla="*/ 370417 h 5097544"/>
                <a:gd name="connsiteX1" fmla="*/ 593204 w 2269301"/>
                <a:gd name="connsiteY1" fmla="*/ 0 h 5097544"/>
                <a:gd name="connsiteX2" fmla="*/ 2044026 w 2269301"/>
                <a:gd name="connsiteY2" fmla="*/ 0 h 5097544"/>
                <a:gd name="connsiteX3" fmla="*/ 2269301 w 2269301"/>
                <a:gd name="connsiteY3" fmla="*/ 225275 h 5097544"/>
                <a:gd name="connsiteX4" fmla="*/ 2269301 w 2269301"/>
                <a:gd name="connsiteY4" fmla="*/ 4371371 h 5097544"/>
                <a:gd name="connsiteX5" fmla="*/ 1953918 w 2269301"/>
                <a:gd name="connsiteY5" fmla="*/ 5073797 h 5097544"/>
                <a:gd name="connsiteX6" fmla="*/ 28419 w 2269301"/>
                <a:gd name="connsiteY6" fmla="*/ 5001232 h 5097544"/>
                <a:gd name="connsiteX7" fmla="*/ 19586 w 2269301"/>
                <a:gd name="connsiteY7" fmla="*/ 370417 h 5097544"/>
                <a:gd name="connsiteX0" fmla="*/ 19586 w 2269301"/>
                <a:gd name="connsiteY0" fmla="*/ 370417 h 5126161"/>
                <a:gd name="connsiteX1" fmla="*/ 593204 w 2269301"/>
                <a:gd name="connsiteY1" fmla="*/ 0 h 5126161"/>
                <a:gd name="connsiteX2" fmla="*/ 2044026 w 2269301"/>
                <a:gd name="connsiteY2" fmla="*/ 0 h 5126161"/>
                <a:gd name="connsiteX3" fmla="*/ 2269301 w 2269301"/>
                <a:gd name="connsiteY3" fmla="*/ 225275 h 5126161"/>
                <a:gd name="connsiteX4" fmla="*/ 2269301 w 2269301"/>
                <a:gd name="connsiteY4" fmla="*/ 4371371 h 5126161"/>
                <a:gd name="connsiteX5" fmla="*/ 1953918 w 2269301"/>
                <a:gd name="connsiteY5" fmla="*/ 5073797 h 5126161"/>
                <a:gd name="connsiteX6" fmla="*/ 28419 w 2269301"/>
                <a:gd name="connsiteY6" fmla="*/ 5052045 h 5126161"/>
                <a:gd name="connsiteX7" fmla="*/ 19586 w 2269301"/>
                <a:gd name="connsiteY7" fmla="*/ 370417 h 5126161"/>
                <a:gd name="connsiteX0" fmla="*/ 19586 w 2269301"/>
                <a:gd name="connsiteY0" fmla="*/ 370417 h 5097544"/>
                <a:gd name="connsiteX1" fmla="*/ 593204 w 2269301"/>
                <a:gd name="connsiteY1" fmla="*/ 0 h 5097544"/>
                <a:gd name="connsiteX2" fmla="*/ 2044026 w 2269301"/>
                <a:gd name="connsiteY2" fmla="*/ 0 h 5097544"/>
                <a:gd name="connsiteX3" fmla="*/ 2269301 w 2269301"/>
                <a:gd name="connsiteY3" fmla="*/ 225275 h 5097544"/>
                <a:gd name="connsiteX4" fmla="*/ 2269301 w 2269301"/>
                <a:gd name="connsiteY4" fmla="*/ 4371371 h 5097544"/>
                <a:gd name="connsiteX5" fmla="*/ 1953918 w 2269301"/>
                <a:gd name="connsiteY5" fmla="*/ 5073797 h 5097544"/>
                <a:gd name="connsiteX6" fmla="*/ 28419 w 2269301"/>
                <a:gd name="connsiteY6" fmla="*/ 5001232 h 5097544"/>
                <a:gd name="connsiteX7" fmla="*/ 19586 w 2269301"/>
                <a:gd name="connsiteY7" fmla="*/ 370417 h 5097544"/>
                <a:gd name="connsiteX0" fmla="*/ 19586 w 2269301"/>
                <a:gd name="connsiteY0" fmla="*/ 370417 h 5126161"/>
                <a:gd name="connsiteX1" fmla="*/ 593204 w 2269301"/>
                <a:gd name="connsiteY1" fmla="*/ 0 h 5126161"/>
                <a:gd name="connsiteX2" fmla="*/ 2044026 w 2269301"/>
                <a:gd name="connsiteY2" fmla="*/ 0 h 5126161"/>
                <a:gd name="connsiteX3" fmla="*/ 2269301 w 2269301"/>
                <a:gd name="connsiteY3" fmla="*/ 225275 h 5126161"/>
                <a:gd name="connsiteX4" fmla="*/ 2269301 w 2269301"/>
                <a:gd name="connsiteY4" fmla="*/ 4371371 h 5126161"/>
                <a:gd name="connsiteX5" fmla="*/ 1953918 w 2269301"/>
                <a:gd name="connsiteY5" fmla="*/ 5073797 h 5126161"/>
                <a:gd name="connsiteX6" fmla="*/ 28419 w 2269301"/>
                <a:gd name="connsiteY6" fmla="*/ 5052045 h 5126161"/>
                <a:gd name="connsiteX7" fmla="*/ 19586 w 2269301"/>
                <a:gd name="connsiteY7" fmla="*/ 370417 h 5126161"/>
                <a:gd name="connsiteX0" fmla="*/ 13406 w 2263121"/>
                <a:gd name="connsiteY0" fmla="*/ 370417 h 5097544"/>
                <a:gd name="connsiteX1" fmla="*/ 587024 w 2263121"/>
                <a:gd name="connsiteY1" fmla="*/ 0 h 5097544"/>
                <a:gd name="connsiteX2" fmla="*/ 2037846 w 2263121"/>
                <a:gd name="connsiteY2" fmla="*/ 0 h 5097544"/>
                <a:gd name="connsiteX3" fmla="*/ 2263121 w 2263121"/>
                <a:gd name="connsiteY3" fmla="*/ 225275 h 5097544"/>
                <a:gd name="connsiteX4" fmla="*/ 2263121 w 2263121"/>
                <a:gd name="connsiteY4" fmla="*/ 4371371 h 5097544"/>
                <a:gd name="connsiteX5" fmla="*/ 1947738 w 2263121"/>
                <a:gd name="connsiteY5" fmla="*/ 5073797 h 5097544"/>
                <a:gd name="connsiteX6" fmla="*/ 60339 w 2263121"/>
                <a:gd name="connsiteY6" fmla="*/ 5001232 h 5097544"/>
                <a:gd name="connsiteX7" fmla="*/ 13406 w 2263121"/>
                <a:gd name="connsiteY7" fmla="*/ 370417 h 5097544"/>
                <a:gd name="connsiteX0" fmla="*/ 13406 w 2263121"/>
                <a:gd name="connsiteY0" fmla="*/ 370417 h 5132334"/>
                <a:gd name="connsiteX1" fmla="*/ 587024 w 2263121"/>
                <a:gd name="connsiteY1" fmla="*/ 0 h 5132334"/>
                <a:gd name="connsiteX2" fmla="*/ 2037846 w 2263121"/>
                <a:gd name="connsiteY2" fmla="*/ 0 h 5132334"/>
                <a:gd name="connsiteX3" fmla="*/ 2263121 w 2263121"/>
                <a:gd name="connsiteY3" fmla="*/ 225275 h 5132334"/>
                <a:gd name="connsiteX4" fmla="*/ 2263121 w 2263121"/>
                <a:gd name="connsiteY4" fmla="*/ 4371371 h 5132334"/>
                <a:gd name="connsiteX5" fmla="*/ 1947738 w 2263121"/>
                <a:gd name="connsiteY5" fmla="*/ 5073797 h 5132334"/>
                <a:gd name="connsiteX6" fmla="*/ 60339 w 2263121"/>
                <a:gd name="connsiteY6" fmla="*/ 5001232 h 5132334"/>
                <a:gd name="connsiteX7" fmla="*/ 13406 w 2263121"/>
                <a:gd name="connsiteY7" fmla="*/ 370417 h 5132334"/>
                <a:gd name="connsiteX0" fmla="*/ 13406 w 2263121"/>
                <a:gd name="connsiteY0" fmla="*/ 370417 h 5116785"/>
                <a:gd name="connsiteX1" fmla="*/ 587024 w 2263121"/>
                <a:gd name="connsiteY1" fmla="*/ 0 h 5116785"/>
                <a:gd name="connsiteX2" fmla="*/ 2037846 w 2263121"/>
                <a:gd name="connsiteY2" fmla="*/ 0 h 5116785"/>
                <a:gd name="connsiteX3" fmla="*/ 2263121 w 2263121"/>
                <a:gd name="connsiteY3" fmla="*/ 225275 h 5116785"/>
                <a:gd name="connsiteX4" fmla="*/ 2263121 w 2263121"/>
                <a:gd name="connsiteY4" fmla="*/ 4371371 h 5116785"/>
                <a:gd name="connsiteX5" fmla="*/ 1947738 w 2263121"/>
                <a:gd name="connsiteY5" fmla="*/ 5073797 h 5116785"/>
                <a:gd name="connsiteX6" fmla="*/ 60339 w 2263121"/>
                <a:gd name="connsiteY6" fmla="*/ 5001232 h 5116785"/>
                <a:gd name="connsiteX7" fmla="*/ 13406 w 2263121"/>
                <a:gd name="connsiteY7" fmla="*/ 370417 h 511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3121" h="5116785">
                  <a:moveTo>
                    <a:pt x="13406" y="370417"/>
                  </a:moveTo>
                  <a:cubicBezTo>
                    <a:pt x="13406" y="246001"/>
                    <a:pt x="462608" y="0"/>
                    <a:pt x="587024" y="0"/>
                  </a:cubicBezTo>
                  <a:lnTo>
                    <a:pt x="2037846" y="0"/>
                  </a:lnTo>
                  <a:cubicBezTo>
                    <a:pt x="2162262" y="0"/>
                    <a:pt x="2263121" y="100859"/>
                    <a:pt x="2263121" y="225275"/>
                  </a:cubicBezTo>
                  <a:lnTo>
                    <a:pt x="2263121" y="4371371"/>
                  </a:lnTo>
                  <a:cubicBezTo>
                    <a:pt x="2229607" y="4629030"/>
                    <a:pt x="2077802" y="4970937"/>
                    <a:pt x="1947738" y="5073797"/>
                  </a:cubicBezTo>
                  <a:cubicBezTo>
                    <a:pt x="1783254" y="5090730"/>
                    <a:pt x="62808" y="5194574"/>
                    <a:pt x="60339" y="5001232"/>
                  </a:cubicBezTo>
                  <a:cubicBezTo>
                    <a:pt x="54241" y="4279927"/>
                    <a:pt x="-32646" y="1044601"/>
                    <a:pt x="13406" y="370417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FD213F5-00D7-0310-D473-9FAC601180EC}"/>
                </a:ext>
              </a:extLst>
            </p:cNvPr>
            <p:cNvSpPr/>
            <p:nvPr/>
          </p:nvSpPr>
          <p:spPr>
            <a:xfrm>
              <a:off x="2226250" y="1961956"/>
              <a:ext cx="2207055" cy="1738586"/>
            </a:xfrm>
            <a:custGeom>
              <a:avLst/>
              <a:gdLst>
                <a:gd name="connsiteX0" fmla="*/ 590609 w 2266706"/>
                <a:gd name="connsiteY0" fmla="*/ 0 h 1738586"/>
                <a:gd name="connsiteX1" fmla="*/ 2041431 w 2266706"/>
                <a:gd name="connsiteY1" fmla="*/ 0 h 1738586"/>
                <a:gd name="connsiteX2" fmla="*/ 2266706 w 2266706"/>
                <a:gd name="connsiteY2" fmla="*/ 225275 h 1738586"/>
                <a:gd name="connsiteX3" fmla="*/ 2266706 w 2266706"/>
                <a:gd name="connsiteY3" fmla="*/ 1738586 h 1738586"/>
                <a:gd name="connsiteX4" fmla="*/ 1025 w 2266706"/>
                <a:gd name="connsiteY4" fmla="*/ 1738586 h 1738586"/>
                <a:gd name="connsiteX5" fmla="*/ 351 w 2266706"/>
                <a:gd name="connsiteY5" fmla="*/ 1594972 h 1738586"/>
                <a:gd name="connsiteX6" fmla="*/ 16991 w 2266706"/>
                <a:gd name="connsiteY6" fmla="*/ 370417 h 1738586"/>
                <a:gd name="connsiteX7" fmla="*/ 590609 w 2266706"/>
                <a:gd name="connsiteY7" fmla="*/ 0 h 1738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6706" h="1738586">
                  <a:moveTo>
                    <a:pt x="590609" y="0"/>
                  </a:moveTo>
                  <a:lnTo>
                    <a:pt x="2041431" y="0"/>
                  </a:lnTo>
                  <a:cubicBezTo>
                    <a:pt x="2165847" y="0"/>
                    <a:pt x="2266706" y="100859"/>
                    <a:pt x="2266706" y="225275"/>
                  </a:cubicBezTo>
                  <a:lnTo>
                    <a:pt x="2266706" y="1738586"/>
                  </a:lnTo>
                  <a:lnTo>
                    <a:pt x="1025" y="1738586"/>
                  </a:lnTo>
                  <a:lnTo>
                    <a:pt x="351" y="1594972"/>
                  </a:lnTo>
                  <a:cubicBezTo>
                    <a:pt x="-1290" y="1040653"/>
                    <a:pt x="2600" y="581100"/>
                    <a:pt x="16991" y="370417"/>
                  </a:cubicBezTo>
                  <a:cubicBezTo>
                    <a:pt x="16991" y="246001"/>
                    <a:pt x="466193" y="0"/>
                    <a:pt x="590609" y="0"/>
                  </a:cubicBezTo>
                  <a:close/>
                </a:path>
              </a:pathLst>
            </a:custGeom>
            <a:solidFill>
              <a:srgbClr val="D65033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25CA6B-0C51-9856-6B40-91F1C58CE6CD}"/>
                </a:ext>
              </a:extLst>
            </p:cNvPr>
            <p:cNvCxnSpPr>
              <a:cxnSpLocks/>
              <a:endCxn id="3" idx="6"/>
            </p:cNvCxnSpPr>
            <p:nvPr/>
          </p:nvCxnSpPr>
          <p:spPr>
            <a:xfrm flipH="1">
              <a:off x="2299643" y="6273800"/>
              <a:ext cx="430857" cy="675456"/>
            </a:xfrm>
            <a:prstGeom prst="line">
              <a:avLst/>
            </a:prstGeom>
            <a:ln w="571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E2A959-8E1E-8F11-B91F-0E2C4B61B593}"/>
                </a:ext>
              </a:extLst>
            </p:cNvPr>
            <p:cNvSpPr/>
            <p:nvPr/>
          </p:nvSpPr>
          <p:spPr>
            <a:xfrm>
              <a:off x="2518468" y="1949296"/>
              <a:ext cx="1901372" cy="4596646"/>
            </a:xfrm>
            <a:prstGeom prst="roundRect">
              <a:avLst>
                <a:gd name="adj" fmla="val 11848"/>
              </a:avLst>
            </a:prstGeom>
            <a:solidFill>
              <a:schemeClr val="accent5">
                <a:lumMod val="75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7F51E25-C7F1-CF63-19C8-86B4FB68B9EB}"/>
                </a:ext>
              </a:extLst>
            </p:cNvPr>
            <p:cNvSpPr/>
            <p:nvPr/>
          </p:nvSpPr>
          <p:spPr>
            <a:xfrm>
              <a:off x="2241564" y="3675054"/>
              <a:ext cx="2193589" cy="520619"/>
            </a:xfrm>
            <a:custGeom>
              <a:avLst/>
              <a:gdLst>
                <a:gd name="connsiteX0" fmla="*/ 0 w 2264700"/>
                <a:gd name="connsiteY0" fmla="*/ 0 h 520619"/>
                <a:gd name="connsiteX1" fmla="*/ 2264700 w 2264700"/>
                <a:gd name="connsiteY1" fmla="*/ 0 h 520619"/>
                <a:gd name="connsiteX2" fmla="*/ 2264700 w 2264700"/>
                <a:gd name="connsiteY2" fmla="*/ 520619 h 520619"/>
                <a:gd name="connsiteX3" fmla="*/ 4284 w 2264700"/>
                <a:gd name="connsiteY3" fmla="*/ 520619 h 520619"/>
                <a:gd name="connsiteX4" fmla="*/ 2649 w 2264700"/>
                <a:gd name="connsiteY4" fmla="*/ 351908 h 520619"/>
                <a:gd name="connsiteX5" fmla="*/ 0 w 2264700"/>
                <a:gd name="connsiteY5" fmla="*/ 0 h 52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64700" h="520619">
                  <a:moveTo>
                    <a:pt x="0" y="0"/>
                  </a:moveTo>
                  <a:lnTo>
                    <a:pt x="2264700" y="0"/>
                  </a:lnTo>
                  <a:lnTo>
                    <a:pt x="2264700" y="520619"/>
                  </a:lnTo>
                  <a:lnTo>
                    <a:pt x="4284" y="520619"/>
                  </a:lnTo>
                  <a:lnTo>
                    <a:pt x="2649" y="351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DCAE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8A084F2-35C9-53D1-FDDE-D51A1F1B4B5A}"/>
                </a:ext>
              </a:extLst>
            </p:cNvPr>
            <p:cNvSpPr/>
            <p:nvPr/>
          </p:nvSpPr>
          <p:spPr>
            <a:xfrm>
              <a:off x="2513037" y="1936594"/>
              <a:ext cx="1914835" cy="1738461"/>
            </a:xfrm>
            <a:custGeom>
              <a:avLst/>
              <a:gdLst>
                <a:gd name="connsiteX0" fmla="*/ 225275 w 1901372"/>
                <a:gd name="connsiteY0" fmla="*/ 0 h 1738461"/>
                <a:gd name="connsiteX1" fmla="*/ 1676097 w 1901372"/>
                <a:gd name="connsiteY1" fmla="*/ 0 h 1738461"/>
                <a:gd name="connsiteX2" fmla="*/ 1901372 w 1901372"/>
                <a:gd name="connsiteY2" fmla="*/ 225275 h 1738461"/>
                <a:gd name="connsiteX3" fmla="*/ 1901372 w 1901372"/>
                <a:gd name="connsiteY3" fmla="*/ 1738461 h 1738461"/>
                <a:gd name="connsiteX4" fmla="*/ 0 w 1901372"/>
                <a:gd name="connsiteY4" fmla="*/ 1738461 h 1738461"/>
                <a:gd name="connsiteX5" fmla="*/ 0 w 1901372"/>
                <a:gd name="connsiteY5" fmla="*/ 225275 h 1738461"/>
                <a:gd name="connsiteX6" fmla="*/ 225275 w 1901372"/>
                <a:gd name="connsiteY6" fmla="*/ 0 h 17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1738461">
                  <a:moveTo>
                    <a:pt x="225275" y="0"/>
                  </a:moveTo>
                  <a:lnTo>
                    <a:pt x="1676097" y="0"/>
                  </a:lnTo>
                  <a:cubicBezTo>
                    <a:pt x="1800513" y="0"/>
                    <a:pt x="1901372" y="100859"/>
                    <a:pt x="1901372" y="225275"/>
                  </a:cubicBezTo>
                  <a:lnTo>
                    <a:pt x="1901372" y="1738461"/>
                  </a:lnTo>
                  <a:lnTo>
                    <a:pt x="0" y="1738461"/>
                  </a:lnTo>
                  <a:lnTo>
                    <a:pt x="0" y="225275"/>
                  </a:lnTo>
                  <a:cubicBezTo>
                    <a:pt x="0" y="100859"/>
                    <a:pt x="100859" y="0"/>
                    <a:pt x="225275" y="0"/>
                  </a:cubicBezTo>
                  <a:close/>
                </a:path>
              </a:pathLst>
            </a:custGeom>
            <a:solidFill>
              <a:srgbClr val="D65033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19F8BA-63D7-1D8F-EB6B-19BFC23C0255}"/>
              </a:ext>
            </a:extLst>
          </p:cNvPr>
          <p:cNvGrpSpPr/>
          <p:nvPr/>
        </p:nvGrpSpPr>
        <p:grpSpPr>
          <a:xfrm>
            <a:off x="4760891" y="1961956"/>
            <a:ext cx="2191740" cy="5128186"/>
            <a:chOff x="2241565" y="1936594"/>
            <a:chExt cx="2191740" cy="5128186"/>
          </a:xfrm>
          <a:solidFill>
            <a:schemeClr val="bg1"/>
          </a:solidFill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76D21F54-730C-5E8E-91F4-C1D72F44731F}"/>
                </a:ext>
              </a:extLst>
            </p:cNvPr>
            <p:cNvSpPr/>
            <p:nvPr/>
          </p:nvSpPr>
          <p:spPr>
            <a:xfrm>
              <a:off x="2241566" y="1949298"/>
              <a:ext cx="2178273" cy="5115482"/>
            </a:xfrm>
            <a:custGeom>
              <a:avLst/>
              <a:gdLst>
                <a:gd name="connsiteX0" fmla="*/ 0 w 1901372"/>
                <a:gd name="connsiteY0" fmla="*/ 225275 h 4596646"/>
                <a:gd name="connsiteX1" fmla="*/ 225275 w 1901372"/>
                <a:gd name="connsiteY1" fmla="*/ 0 h 4596646"/>
                <a:gd name="connsiteX2" fmla="*/ 1676097 w 1901372"/>
                <a:gd name="connsiteY2" fmla="*/ 0 h 4596646"/>
                <a:gd name="connsiteX3" fmla="*/ 1901372 w 1901372"/>
                <a:gd name="connsiteY3" fmla="*/ 225275 h 4596646"/>
                <a:gd name="connsiteX4" fmla="*/ 1901372 w 1901372"/>
                <a:gd name="connsiteY4" fmla="*/ 4371371 h 4596646"/>
                <a:gd name="connsiteX5" fmla="*/ 1676097 w 1901372"/>
                <a:gd name="connsiteY5" fmla="*/ 4596646 h 4596646"/>
                <a:gd name="connsiteX6" fmla="*/ 225275 w 1901372"/>
                <a:gd name="connsiteY6" fmla="*/ 4596646 h 4596646"/>
                <a:gd name="connsiteX7" fmla="*/ 0 w 1901372"/>
                <a:gd name="connsiteY7" fmla="*/ 4371371 h 4596646"/>
                <a:gd name="connsiteX8" fmla="*/ 0 w 1901372"/>
                <a:gd name="connsiteY8" fmla="*/ 225275 h 4596646"/>
                <a:gd name="connsiteX0" fmla="*/ 4212 w 1905584"/>
                <a:gd name="connsiteY0" fmla="*/ 225275 h 4596646"/>
                <a:gd name="connsiteX1" fmla="*/ 229487 w 1905584"/>
                <a:gd name="connsiteY1" fmla="*/ 0 h 4596646"/>
                <a:gd name="connsiteX2" fmla="*/ 1680309 w 1905584"/>
                <a:gd name="connsiteY2" fmla="*/ 0 h 4596646"/>
                <a:gd name="connsiteX3" fmla="*/ 1905584 w 1905584"/>
                <a:gd name="connsiteY3" fmla="*/ 225275 h 4596646"/>
                <a:gd name="connsiteX4" fmla="*/ 1905584 w 1905584"/>
                <a:gd name="connsiteY4" fmla="*/ 4371371 h 4596646"/>
                <a:gd name="connsiteX5" fmla="*/ 1680309 w 1905584"/>
                <a:gd name="connsiteY5" fmla="*/ 4596646 h 4596646"/>
                <a:gd name="connsiteX6" fmla="*/ 229487 w 1905584"/>
                <a:gd name="connsiteY6" fmla="*/ 4596646 h 4596646"/>
                <a:gd name="connsiteX7" fmla="*/ 4212 w 1905584"/>
                <a:gd name="connsiteY7" fmla="*/ 225275 h 4596646"/>
                <a:gd name="connsiteX0" fmla="*/ 97818 w 1999190"/>
                <a:gd name="connsiteY0" fmla="*/ 225275 h 4596646"/>
                <a:gd name="connsiteX1" fmla="*/ 323093 w 1999190"/>
                <a:gd name="connsiteY1" fmla="*/ 0 h 4596646"/>
                <a:gd name="connsiteX2" fmla="*/ 1773915 w 1999190"/>
                <a:gd name="connsiteY2" fmla="*/ 0 h 4596646"/>
                <a:gd name="connsiteX3" fmla="*/ 1999190 w 1999190"/>
                <a:gd name="connsiteY3" fmla="*/ 225275 h 4596646"/>
                <a:gd name="connsiteX4" fmla="*/ 1999190 w 1999190"/>
                <a:gd name="connsiteY4" fmla="*/ 4371371 h 4596646"/>
                <a:gd name="connsiteX5" fmla="*/ 1773915 w 1999190"/>
                <a:gd name="connsiteY5" fmla="*/ 4596646 h 4596646"/>
                <a:gd name="connsiteX6" fmla="*/ 134407 w 1999190"/>
                <a:gd name="connsiteY6" fmla="*/ 4553103 h 4596646"/>
                <a:gd name="connsiteX7" fmla="*/ 97818 w 1999190"/>
                <a:gd name="connsiteY7" fmla="*/ 225275 h 4596646"/>
                <a:gd name="connsiteX0" fmla="*/ 254366 w 2155738"/>
                <a:gd name="connsiteY0" fmla="*/ 225275 h 5213937"/>
                <a:gd name="connsiteX1" fmla="*/ 479641 w 2155738"/>
                <a:gd name="connsiteY1" fmla="*/ 0 h 5213937"/>
                <a:gd name="connsiteX2" fmla="*/ 1930463 w 2155738"/>
                <a:gd name="connsiteY2" fmla="*/ 0 h 5213937"/>
                <a:gd name="connsiteX3" fmla="*/ 2155738 w 2155738"/>
                <a:gd name="connsiteY3" fmla="*/ 225275 h 5213937"/>
                <a:gd name="connsiteX4" fmla="*/ 2155738 w 2155738"/>
                <a:gd name="connsiteY4" fmla="*/ 4371371 h 5213937"/>
                <a:gd name="connsiteX5" fmla="*/ 1930463 w 2155738"/>
                <a:gd name="connsiteY5" fmla="*/ 4596646 h 5213937"/>
                <a:gd name="connsiteX6" fmla="*/ 290955 w 2155738"/>
                <a:gd name="connsiteY6" fmla="*/ 4553103 h 5213937"/>
                <a:gd name="connsiteX7" fmla="*/ 127 w 2155738"/>
                <a:gd name="connsiteY7" fmla="*/ 4988532 h 5213937"/>
                <a:gd name="connsiteX8" fmla="*/ 254366 w 2155738"/>
                <a:gd name="connsiteY8" fmla="*/ 225275 h 5213937"/>
                <a:gd name="connsiteX0" fmla="*/ 9611 w 2259326"/>
                <a:gd name="connsiteY0" fmla="*/ 370417 h 5213937"/>
                <a:gd name="connsiteX1" fmla="*/ 583229 w 2259326"/>
                <a:gd name="connsiteY1" fmla="*/ 0 h 5213937"/>
                <a:gd name="connsiteX2" fmla="*/ 2034051 w 2259326"/>
                <a:gd name="connsiteY2" fmla="*/ 0 h 5213937"/>
                <a:gd name="connsiteX3" fmla="*/ 2259326 w 2259326"/>
                <a:gd name="connsiteY3" fmla="*/ 225275 h 5213937"/>
                <a:gd name="connsiteX4" fmla="*/ 2259326 w 2259326"/>
                <a:gd name="connsiteY4" fmla="*/ 4371371 h 5213937"/>
                <a:gd name="connsiteX5" fmla="*/ 2034051 w 2259326"/>
                <a:gd name="connsiteY5" fmla="*/ 4596646 h 5213937"/>
                <a:gd name="connsiteX6" fmla="*/ 394543 w 2259326"/>
                <a:gd name="connsiteY6" fmla="*/ 4553103 h 5213937"/>
                <a:gd name="connsiteX7" fmla="*/ 103715 w 2259326"/>
                <a:gd name="connsiteY7" fmla="*/ 4988532 h 5213937"/>
                <a:gd name="connsiteX8" fmla="*/ 9611 w 2259326"/>
                <a:gd name="connsiteY8" fmla="*/ 370417 h 5213937"/>
                <a:gd name="connsiteX0" fmla="*/ 16990 w 2266705"/>
                <a:gd name="connsiteY0" fmla="*/ 370417 h 5213937"/>
                <a:gd name="connsiteX1" fmla="*/ 590608 w 2266705"/>
                <a:gd name="connsiteY1" fmla="*/ 0 h 5213937"/>
                <a:gd name="connsiteX2" fmla="*/ 2041430 w 2266705"/>
                <a:gd name="connsiteY2" fmla="*/ 0 h 5213937"/>
                <a:gd name="connsiteX3" fmla="*/ 2266705 w 2266705"/>
                <a:gd name="connsiteY3" fmla="*/ 225275 h 5213937"/>
                <a:gd name="connsiteX4" fmla="*/ 2266705 w 2266705"/>
                <a:gd name="connsiteY4" fmla="*/ 4371371 h 5213937"/>
                <a:gd name="connsiteX5" fmla="*/ 2041430 w 2266705"/>
                <a:gd name="connsiteY5" fmla="*/ 4596646 h 5213937"/>
                <a:gd name="connsiteX6" fmla="*/ 401922 w 2266705"/>
                <a:gd name="connsiteY6" fmla="*/ 4553103 h 5213937"/>
                <a:gd name="connsiteX7" fmla="*/ 38523 w 2266705"/>
                <a:gd name="connsiteY7" fmla="*/ 4988532 h 5213937"/>
                <a:gd name="connsiteX8" fmla="*/ 16990 w 2266705"/>
                <a:gd name="connsiteY8" fmla="*/ 370417 h 5213937"/>
                <a:gd name="connsiteX0" fmla="*/ 16990 w 2266705"/>
                <a:gd name="connsiteY0" fmla="*/ 370417 h 5234353"/>
                <a:gd name="connsiteX1" fmla="*/ 590608 w 2266705"/>
                <a:gd name="connsiteY1" fmla="*/ 0 h 5234353"/>
                <a:gd name="connsiteX2" fmla="*/ 2041430 w 2266705"/>
                <a:gd name="connsiteY2" fmla="*/ 0 h 5234353"/>
                <a:gd name="connsiteX3" fmla="*/ 2266705 w 2266705"/>
                <a:gd name="connsiteY3" fmla="*/ 225275 h 5234353"/>
                <a:gd name="connsiteX4" fmla="*/ 2266705 w 2266705"/>
                <a:gd name="connsiteY4" fmla="*/ 4371371 h 5234353"/>
                <a:gd name="connsiteX5" fmla="*/ 2041430 w 2266705"/>
                <a:gd name="connsiteY5" fmla="*/ 4596646 h 5234353"/>
                <a:gd name="connsiteX6" fmla="*/ 401922 w 2266705"/>
                <a:gd name="connsiteY6" fmla="*/ 4553103 h 5234353"/>
                <a:gd name="connsiteX7" fmla="*/ 38523 w 2266705"/>
                <a:gd name="connsiteY7" fmla="*/ 4988532 h 5234353"/>
                <a:gd name="connsiteX8" fmla="*/ 16990 w 2266705"/>
                <a:gd name="connsiteY8" fmla="*/ 370417 h 5234353"/>
                <a:gd name="connsiteX0" fmla="*/ 16990 w 2266705"/>
                <a:gd name="connsiteY0" fmla="*/ 370417 h 5050175"/>
                <a:gd name="connsiteX1" fmla="*/ 590608 w 2266705"/>
                <a:gd name="connsiteY1" fmla="*/ 0 h 5050175"/>
                <a:gd name="connsiteX2" fmla="*/ 2041430 w 2266705"/>
                <a:gd name="connsiteY2" fmla="*/ 0 h 5050175"/>
                <a:gd name="connsiteX3" fmla="*/ 2266705 w 2266705"/>
                <a:gd name="connsiteY3" fmla="*/ 225275 h 5050175"/>
                <a:gd name="connsiteX4" fmla="*/ 2266705 w 2266705"/>
                <a:gd name="connsiteY4" fmla="*/ 4371371 h 5050175"/>
                <a:gd name="connsiteX5" fmla="*/ 2041430 w 2266705"/>
                <a:gd name="connsiteY5" fmla="*/ 4596646 h 5050175"/>
                <a:gd name="connsiteX6" fmla="*/ 401922 w 2266705"/>
                <a:gd name="connsiteY6" fmla="*/ 4553103 h 5050175"/>
                <a:gd name="connsiteX7" fmla="*/ 38523 w 2266705"/>
                <a:gd name="connsiteY7" fmla="*/ 4988532 h 5050175"/>
                <a:gd name="connsiteX8" fmla="*/ 16990 w 2266705"/>
                <a:gd name="connsiteY8" fmla="*/ 370417 h 5050175"/>
                <a:gd name="connsiteX0" fmla="*/ 16990 w 2266705"/>
                <a:gd name="connsiteY0" fmla="*/ 370417 h 5054293"/>
                <a:gd name="connsiteX1" fmla="*/ 590608 w 2266705"/>
                <a:gd name="connsiteY1" fmla="*/ 0 h 5054293"/>
                <a:gd name="connsiteX2" fmla="*/ 2041430 w 2266705"/>
                <a:gd name="connsiteY2" fmla="*/ 0 h 5054293"/>
                <a:gd name="connsiteX3" fmla="*/ 2266705 w 2266705"/>
                <a:gd name="connsiteY3" fmla="*/ 225275 h 5054293"/>
                <a:gd name="connsiteX4" fmla="*/ 2266705 w 2266705"/>
                <a:gd name="connsiteY4" fmla="*/ 4371371 h 5054293"/>
                <a:gd name="connsiteX5" fmla="*/ 2041430 w 2266705"/>
                <a:gd name="connsiteY5" fmla="*/ 4596646 h 5054293"/>
                <a:gd name="connsiteX6" fmla="*/ 363822 w 2266705"/>
                <a:gd name="connsiteY6" fmla="*/ 4603903 h 5054293"/>
                <a:gd name="connsiteX7" fmla="*/ 38523 w 2266705"/>
                <a:gd name="connsiteY7" fmla="*/ 4988532 h 5054293"/>
                <a:gd name="connsiteX8" fmla="*/ 16990 w 2266705"/>
                <a:gd name="connsiteY8" fmla="*/ 370417 h 5054293"/>
                <a:gd name="connsiteX0" fmla="*/ 16990 w 2266705"/>
                <a:gd name="connsiteY0" fmla="*/ 370417 h 5054293"/>
                <a:gd name="connsiteX1" fmla="*/ 590608 w 2266705"/>
                <a:gd name="connsiteY1" fmla="*/ 0 h 5054293"/>
                <a:gd name="connsiteX2" fmla="*/ 2041430 w 2266705"/>
                <a:gd name="connsiteY2" fmla="*/ 0 h 5054293"/>
                <a:gd name="connsiteX3" fmla="*/ 2266705 w 2266705"/>
                <a:gd name="connsiteY3" fmla="*/ 225275 h 5054293"/>
                <a:gd name="connsiteX4" fmla="*/ 2266705 w 2266705"/>
                <a:gd name="connsiteY4" fmla="*/ 4371371 h 5054293"/>
                <a:gd name="connsiteX5" fmla="*/ 2041430 w 2266705"/>
                <a:gd name="connsiteY5" fmla="*/ 4596646 h 5054293"/>
                <a:gd name="connsiteX6" fmla="*/ 363822 w 2266705"/>
                <a:gd name="connsiteY6" fmla="*/ 4603903 h 5054293"/>
                <a:gd name="connsiteX7" fmla="*/ 38523 w 2266705"/>
                <a:gd name="connsiteY7" fmla="*/ 4988532 h 5054293"/>
                <a:gd name="connsiteX8" fmla="*/ 16990 w 2266705"/>
                <a:gd name="connsiteY8" fmla="*/ 370417 h 5054293"/>
                <a:gd name="connsiteX0" fmla="*/ 16990 w 2266705"/>
                <a:gd name="connsiteY0" fmla="*/ 370417 h 5141513"/>
                <a:gd name="connsiteX1" fmla="*/ 590608 w 2266705"/>
                <a:gd name="connsiteY1" fmla="*/ 0 h 5141513"/>
                <a:gd name="connsiteX2" fmla="*/ 2041430 w 2266705"/>
                <a:gd name="connsiteY2" fmla="*/ 0 h 5141513"/>
                <a:gd name="connsiteX3" fmla="*/ 2266705 w 2266705"/>
                <a:gd name="connsiteY3" fmla="*/ 225275 h 5141513"/>
                <a:gd name="connsiteX4" fmla="*/ 2266705 w 2266705"/>
                <a:gd name="connsiteY4" fmla="*/ 4371371 h 5141513"/>
                <a:gd name="connsiteX5" fmla="*/ 2041430 w 2266705"/>
                <a:gd name="connsiteY5" fmla="*/ 4596646 h 5141513"/>
                <a:gd name="connsiteX6" fmla="*/ 998822 w 2266705"/>
                <a:gd name="connsiteY6" fmla="*/ 5048403 h 5141513"/>
                <a:gd name="connsiteX7" fmla="*/ 38523 w 2266705"/>
                <a:gd name="connsiteY7" fmla="*/ 4988532 h 5141513"/>
                <a:gd name="connsiteX8" fmla="*/ 16990 w 2266705"/>
                <a:gd name="connsiteY8" fmla="*/ 370417 h 5141513"/>
                <a:gd name="connsiteX0" fmla="*/ 16990 w 2266705"/>
                <a:gd name="connsiteY0" fmla="*/ 370417 h 5141513"/>
                <a:gd name="connsiteX1" fmla="*/ 590608 w 2266705"/>
                <a:gd name="connsiteY1" fmla="*/ 0 h 5141513"/>
                <a:gd name="connsiteX2" fmla="*/ 2041430 w 2266705"/>
                <a:gd name="connsiteY2" fmla="*/ 0 h 5141513"/>
                <a:gd name="connsiteX3" fmla="*/ 2266705 w 2266705"/>
                <a:gd name="connsiteY3" fmla="*/ 225275 h 5141513"/>
                <a:gd name="connsiteX4" fmla="*/ 2266705 w 2266705"/>
                <a:gd name="connsiteY4" fmla="*/ 4371371 h 5141513"/>
                <a:gd name="connsiteX5" fmla="*/ 998822 w 2266705"/>
                <a:gd name="connsiteY5" fmla="*/ 5048403 h 5141513"/>
                <a:gd name="connsiteX6" fmla="*/ 38523 w 2266705"/>
                <a:gd name="connsiteY6" fmla="*/ 4988532 h 5141513"/>
                <a:gd name="connsiteX7" fmla="*/ 16990 w 2266705"/>
                <a:gd name="connsiteY7" fmla="*/ 370417 h 5141513"/>
                <a:gd name="connsiteX0" fmla="*/ 16990 w 2266705"/>
                <a:gd name="connsiteY0" fmla="*/ 370417 h 5165890"/>
                <a:gd name="connsiteX1" fmla="*/ 590608 w 2266705"/>
                <a:gd name="connsiteY1" fmla="*/ 0 h 5165890"/>
                <a:gd name="connsiteX2" fmla="*/ 2041430 w 2266705"/>
                <a:gd name="connsiteY2" fmla="*/ 0 h 5165890"/>
                <a:gd name="connsiteX3" fmla="*/ 2266705 w 2266705"/>
                <a:gd name="connsiteY3" fmla="*/ 225275 h 5165890"/>
                <a:gd name="connsiteX4" fmla="*/ 2266705 w 2266705"/>
                <a:gd name="connsiteY4" fmla="*/ 4371371 h 5165890"/>
                <a:gd name="connsiteX5" fmla="*/ 1760822 w 2266705"/>
                <a:gd name="connsiteY5" fmla="*/ 5099203 h 5165890"/>
                <a:gd name="connsiteX6" fmla="*/ 38523 w 2266705"/>
                <a:gd name="connsiteY6" fmla="*/ 4988532 h 5165890"/>
                <a:gd name="connsiteX7" fmla="*/ 16990 w 2266705"/>
                <a:gd name="connsiteY7" fmla="*/ 370417 h 5165890"/>
                <a:gd name="connsiteX0" fmla="*/ 19586 w 2269301"/>
                <a:gd name="connsiteY0" fmla="*/ 370417 h 5171948"/>
                <a:gd name="connsiteX1" fmla="*/ 593204 w 2269301"/>
                <a:gd name="connsiteY1" fmla="*/ 0 h 5171948"/>
                <a:gd name="connsiteX2" fmla="*/ 2044026 w 2269301"/>
                <a:gd name="connsiteY2" fmla="*/ 0 h 5171948"/>
                <a:gd name="connsiteX3" fmla="*/ 2269301 w 2269301"/>
                <a:gd name="connsiteY3" fmla="*/ 225275 h 5171948"/>
                <a:gd name="connsiteX4" fmla="*/ 2269301 w 2269301"/>
                <a:gd name="connsiteY4" fmla="*/ 4371371 h 5171948"/>
                <a:gd name="connsiteX5" fmla="*/ 1763418 w 2269301"/>
                <a:gd name="connsiteY5" fmla="*/ 5099203 h 5171948"/>
                <a:gd name="connsiteX6" fmla="*/ 28419 w 2269301"/>
                <a:gd name="connsiteY6" fmla="*/ 5001232 h 5171948"/>
                <a:gd name="connsiteX7" fmla="*/ 19586 w 2269301"/>
                <a:gd name="connsiteY7" fmla="*/ 370417 h 5171948"/>
                <a:gd name="connsiteX0" fmla="*/ 19586 w 2269301"/>
                <a:gd name="connsiteY0" fmla="*/ 370417 h 5171948"/>
                <a:gd name="connsiteX1" fmla="*/ 593204 w 2269301"/>
                <a:gd name="connsiteY1" fmla="*/ 0 h 5171948"/>
                <a:gd name="connsiteX2" fmla="*/ 2044026 w 2269301"/>
                <a:gd name="connsiteY2" fmla="*/ 0 h 5171948"/>
                <a:gd name="connsiteX3" fmla="*/ 2269301 w 2269301"/>
                <a:gd name="connsiteY3" fmla="*/ 225275 h 5171948"/>
                <a:gd name="connsiteX4" fmla="*/ 2269301 w 2269301"/>
                <a:gd name="connsiteY4" fmla="*/ 4371371 h 5171948"/>
                <a:gd name="connsiteX5" fmla="*/ 1763418 w 2269301"/>
                <a:gd name="connsiteY5" fmla="*/ 5099203 h 5171948"/>
                <a:gd name="connsiteX6" fmla="*/ 28419 w 2269301"/>
                <a:gd name="connsiteY6" fmla="*/ 5001232 h 5171948"/>
                <a:gd name="connsiteX7" fmla="*/ 19586 w 2269301"/>
                <a:gd name="connsiteY7" fmla="*/ 370417 h 5171948"/>
                <a:gd name="connsiteX0" fmla="*/ 19586 w 2269301"/>
                <a:gd name="connsiteY0" fmla="*/ 370417 h 5171948"/>
                <a:gd name="connsiteX1" fmla="*/ 593204 w 2269301"/>
                <a:gd name="connsiteY1" fmla="*/ 0 h 5171948"/>
                <a:gd name="connsiteX2" fmla="*/ 2044026 w 2269301"/>
                <a:gd name="connsiteY2" fmla="*/ 0 h 5171948"/>
                <a:gd name="connsiteX3" fmla="*/ 2269301 w 2269301"/>
                <a:gd name="connsiteY3" fmla="*/ 225275 h 5171948"/>
                <a:gd name="connsiteX4" fmla="*/ 2269301 w 2269301"/>
                <a:gd name="connsiteY4" fmla="*/ 4371371 h 5171948"/>
                <a:gd name="connsiteX5" fmla="*/ 1763418 w 2269301"/>
                <a:gd name="connsiteY5" fmla="*/ 5099203 h 5171948"/>
                <a:gd name="connsiteX6" fmla="*/ 28419 w 2269301"/>
                <a:gd name="connsiteY6" fmla="*/ 5001232 h 5171948"/>
                <a:gd name="connsiteX7" fmla="*/ 19586 w 2269301"/>
                <a:gd name="connsiteY7" fmla="*/ 370417 h 5171948"/>
                <a:gd name="connsiteX0" fmla="*/ 19586 w 2269301"/>
                <a:gd name="connsiteY0" fmla="*/ 370417 h 5153516"/>
                <a:gd name="connsiteX1" fmla="*/ 593204 w 2269301"/>
                <a:gd name="connsiteY1" fmla="*/ 0 h 5153516"/>
                <a:gd name="connsiteX2" fmla="*/ 2044026 w 2269301"/>
                <a:gd name="connsiteY2" fmla="*/ 0 h 5153516"/>
                <a:gd name="connsiteX3" fmla="*/ 2269301 w 2269301"/>
                <a:gd name="connsiteY3" fmla="*/ 225275 h 5153516"/>
                <a:gd name="connsiteX4" fmla="*/ 2269301 w 2269301"/>
                <a:gd name="connsiteY4" fmla="*/ 4371371 h 5153516"/>
                <a:gd name="connsiteX5" fmla="*/ 1763418 w 2269301"/>
                <a:gd name="connsiteY5" fmla="*/ 5099203 h 5153516"/>
                <a:gd name="connsiteX6" fmla="*/ 28419 w 2269301"/>
                <a:gd name="connsiteY6" fmla="*/ 5001232 h 5153516"/>
                <a:gd name="connsiteX7" fmla="*/ 19586 w 2269301"/>
                <a:gd name="connsiteY7" fmla="*/ 370417 h 5153516"/>
                <a:gd name="connsiteX0" fmla="*/ 19586 w 2269301"/>
                <a:gd name="connsiteY0" fmla="*/ 370417 h 5153516"/>
                <a:gd name="connsiteX1" fmla="*/ 593204 w 2269301"/>
                <a:gd name="connsiteY1" fmla="*/ 0 h 5153516"/>
                <a:gd name="connsiteX2" fmla="*/ 2044026 w 2269301"/>
                <a:gd name="connsiteY2" fmla="*/ 0 h 5153516"/>
                <a:gd name="connsiteX3" fmla="*/ 2269301 w 2269301"/>
                <a:gd name="connsiteY3" fmla="*/ 225275 h 5153516"/>
                <a:gd name="connsiteX4" fmla="*/ 2269301 w 2269301"/>
                <a:gd name="connsiteY4" fmla="*/ 4371371 h 5153516"/>
                <a:gd name="connsiteX5" fmla="*/ 1763418 w 2269301"/>
                <a:gd name="connsiteY5" fmla="*/ 5099203 h 5153516"/>
                <a:gd name="connsiteX6" fmla="*/ 28419 w 2269301"/>
                <a:gd name="connsiteY6" fmla="*/ 5001232 h 5153516"/>
                <a:gd name="connsiteX7" fmla="*/ 19586 w 2269301"/>
                <a:gd name="connsiteY7" fmla="*/ 370417 h 5153516"/>
                <a:gd name="connsiteX0" fmla="*/ 19586 w 2269301"/>
                <a:gd name="connsiteY0" fmla="*/ 370417 h 5153516"/>
                <a:gd name="connsiteX1" fmla="*/ 593204 w 2269301"/>
                <a:gd name="connsiteY1" fmla="*/ 0 h 5153516"/>
                <a:gd name="connsiteX2" fmla="*/ 2044026 w 2269301"/>
                <a:gd name="connsiteY2" fmla="*/ 0 h 5153516"/>
                <a:gd name="connsiteX3" fmla="*/ 2269301 w 2269301"/>
                <a:gd name="connsiteY3" fmla="*/ 225275 h 5153516"/>
                <a:gd name="connsiteX4" fmla="*/ 2269301 w 2269301"/>
                <a:gd name="connsiteY4" fmla="*/ 4371371 h 5153516"/>
                <a:gd name="connsiteX5" fmla="*/ 1763418 w 2269301"/>
                <a:gd name="connsiteY5" fmla="*/ 5099203 h 5153516"/>
                <a:gd name="connsiteX6" fmla="*/ 28419 w 2269301"/>
                <a:gd name="connsiteY6" fmla="*/ 5001232 h 5153516"/>
                <a:gd name="connsiteX7" fmla="*/ 19586 w 2269301"/>
                <a:gd name="connsiteY7" fmla="*/ 370417 h 5153516"/>
                <a:gd name="connsiteX0" fmla="*/ 19586 w 2269301"/>
                <a:gd name="connsiteY0" fmla="*/ 370417 h 5138611"/>
                <a:gd name="connsiteX1" fmla="*/ 593204 w 2269301"/>
                <a:gd name="connsiteY1" fmla="*/ 0 h 5138611"/>
                <a:gd name="connsiteX2" fmla="*/ 2044026 w 2269301"/>
                <a:gd name="connsiteY2" fmla="*/ 0 h 5138611"/>
                <a:gd name="connsiteX3" fmla="*/ 2269301 w 2269301"/>
                <a:gd name="connsiteY3" fmla="*/ 225275 h 5138611"/>
                <a:gd name="connsiteX4" fmla="*/ 2269301 w 2269301"/>
                <a:gd name="connsiteY4" fmla="*/ 4371371 h 5138611"/>
                <a:gd name="connsiteX5" fmla="*/ 1763418 w 2269301"/>
                <a:gd name="connsiteY5" fmla="*/ 5099203 h 5138611"/>
                <a:gd name="connsiteX6" fmla="*/ 28419 w 2269301"/>
                <a:gd name="connsiteY6" fmla="*/ 5001232 h 5138611"/>
                <a:gd name="connsiteX7" fmla="*/ 19586 w 2269301"/>
                <a:gd name="connsiteY7" fmla="*/ 370417 h 5138611"/>
                <a:gd name="connsiteX0" fmla="*/ 19586 w 2269301"/>
                <a:gd name="connsiteY0" fmla="*/ 370417 h 5145104"/>
                <a:gd name="connsiteX1" fmla="*/ 593204 w 2269301"/>
                <a:gd name="connsiteY1" fmla="*/ 0 h 5145104"/>
                <a:gd name="connsiteX2" fmla="*/ 2044026 w 2269301"/>
                <a:gd name="connsiteY2" fmla="*/ 0 h 5145104"/>
                <a:gd name="connsiteX3" fmla="*/ 2269301 w 2269301"/>
                <a:gd name="connsiteY3" fmla="*/ 225275 h 5145104"/>
                <a:gd name="connsiteX4" fmla="*/ 2269301 w 2269301"/>
                <a:gd name="connsiteY4" fmla="*/ 4371371 h 5145104"/>
                <a:gd name="connsiteX5" fmla="*/ 1890418 w 2269301"/>
                <a:gd name="connsiteY5" fmla="*/ 5111906 h 5145104"/>
                <a:gd name="connsiteX6" fmla="*/ 28419 w 2269301"/>
                <a:gd name="connsiteY6" fmla="*/ 5001232 h 5145104"/>
                <a:gd name="connsiteX7" fmla="*/ 19586 w 2269301"/>
                <a:gd name="connsiteY7" fmla="*/ 370417 h 5145104"/>
                <a:gd name="connsiteX0" fmla="*/ 19586 w 2269301"/>
                <a:gd name="connsiteY0" fmla="*/ 370417 h 5145104"/>
                <a:gd name="connsiteX1" fmla="*/ 593204 w 2269301"/>
                <a:gd name="connsiteY1" fmla="*/ 0 h 5145104"/>
                <a:gd name="connsiteX2" fmla="*/ 2044026 w 2269301"/>
                <a:gd name="connsiteY2" fmla="*/ 0 h 5145104"/>
                <a:gd name="connsiteX3" fmla="*/ 2269301 w 2269301"/>
                <a:gd name="connsiteY3" fmla="*/ 225275 h 5145104"/>
                <a:gd name="connsiteX4" fmla="*/ 2269301 w 2269301"/>
                <a:gd name="connsiteY4" fmla="*/ 4371371 h 5145104"/>
                <a:gd name="connsiteX5" fmla="*/ 1890418 w 2269301"/>
                <a:gd name="connsiteY5" fmla="*/ 5111906 h 5145104"/>
                <a:gd name="connsiteX6" fmla="*/ 28419 w 2269301"/>
                <a:gd name="connsiteY6" fmla="*/ 5001232 h 5145104"/>
                <a:gd name="connsiteX7" fmla="*/ 19586 w 2269301"/>
                <a:gd name="connsiteY7" fmla="*/ 370417 h 5145104"/>
                <a:gd name="connsiteX0" fmla="*/ 19586 w 2269301"/>
                <a:gd name="connsiteY0" fmla="*/ 370417 h 5127087"/>
                <a:gd name="connsiteX1" fmla="*/ 593204 w 2269301"/>
                <a:gd name="connsiteY1" fmla="*/ 0 h 5127087"/>
                <a:gd name="connsiteX2" fmla="*/ 2044026 w 2269301"/>
                <a:gd name="connsiteY2" fmla="*/ 0 h 5127087"/>
                <a:gd name="connsiteX3" fmla="*/ 2269301 w 2269301"/>
                <a:gd name="connsiteY3" fmla="*/ 225275 h 5127087"/>
                <a:gd name="connsiteX4" fmla="*/ 2269301 w 2269301"/>
                <a:gd name="connsiteY4" fmla="*/ 4371371 h 5127087"/>
                <a:gd name="connsiteX5" fmla="*/ 1953918 w 2269301"/>
                <a:gd name="connsiteY5" fmla="*/ 5073797 h 5127087"/>
                <a:gd name="connsiteX6" fmla="*/ 28419 w 2269301"/>
                <a:gd name="connsiteY6" fmla="*/ 5001232 h 5127087"/>
                <a:gd name="connsiteX7" fmla="*/ 19586 w 2269301"/>
                <a:gd name="connsiteY7" fmla="*/ 370417 h 5127087"/>
                <a:gd name="connsiteX0" fmla="*/ 19586 w 2269301"/>
                <a:gd name="connsiteY0" fmla="*/ 370417 h 5097544"/>
                <a:gd name="connsiteX1" fmla="*/ 593204 w 2269301"/>
                <a:gd name="connsiteY1" fmla="*/ 0 h 5097544"/>
                <a:gd name="connsiteX2" fmla="*/ 2044026 w 2269301"/>
                <a:gd name="connsiteY2" fmla="*/ 0 h 5097544"/>
                <a:gd name="connsiteX3" fmla="*/ 2269301 w 2269301"/>
                <a:gd name="connsiteY3" fmla="*/ 225275 h 5097544"/>
                <a:gd name="connsiteX4" fmla="*/ 2269301 w 2269301"/>
                <a:gd name="connsiteY4" fmla="*/ 4371371 h 5097544"/>
                <a:gd name="connsiteX5" fmla="*/ 1953918 w 2269301"/>
                <a:gd name="connsiteY5" fmla="*/ 5073797 h 5097544"/>
                <a:gd name="connsiteX6" fmla="*/ 28419 w 2269301"/>
                <a:gd name="connsiteY6" fmla="*/ 5001232 h 5097544"/>
                <a:gd name="connsiteX7" fmla="*/ 19586 w 2269301"/>
                <a:gd name="connsiteY7" fmla="*/ 370417 h 5097544"/>
                <a:gd name="connsiteX0" fmla="*/ 19586 w 2269301"/>
                <a:gd name="connsiteY0" fmla="*/ 370417 h 5126161"/>
                <a:gd name="connsiteX1" fmla="*/ 593204 w 2269301"/>
                <a:gd name="connsiteY1" fmla="*/ 0 h 5126161"/>
                <a:gd name="connsiteX2" fmla="*/ 2044026 w 2269301"/>
                <a:gd name="connsiteY2" fmla="*/ 0 h 5126161"/>
                <a:gd name="connsiteX3" fmla="*/ 2269301 w 2269301"/>
                <a:gd name="connsiteY3" fmla="*/ 225275 h 5126161"/>
                <a:gd name="connsiteX4" fmla="*/ 2269301 w 2269301"/>
                <a:gd name="connsiteY4" fmla="*/ 4371371 h 5126161"/>
                <a:gd name="connsiteX5" fmla="*/ 1953918 w 2269301"/>
                <a:gd name="connsiteY5" fmla="*/ 5073797 h 5126161"/>
                <a:gd name="connsiteX6" fmla="*/ 28419 w 2269301"/>
                <a:gd name="connsiteY6" fmla="*/ 5052045 h 5126161"/>
                <a:gd name="connsiteX7" fmla="*/ 19586 w 2269301"/>
                <a:gd name="connsiteY7" fmla="*/ 370417 h 5126161"/>
                <a:gd name="connsiteX0" fmla="*/ 19586 w 2269301"/>
                <a:gd name="connsiteY0" fmla="*/ 370417 h 5097544"/>
                <a:gd name="connsiteX1" fmla="*/ 593204 w 2269301"/>
                <a:gd name="connsiteY1" fmla="*/ 0 h 5097544"/>
                <a:gd name="connsiteX2" fmla="*/ 2044026 w 2269301"/>
                <a:gd name="connsiteY2" fmla="*/ 0 h 5097544"/>
                <a:gd name="connsiteX3" fmla="*/ 2269301 w 2269301"/>
                <a:gd name="connsiteY3" fmla="*/ 225275 h 5097544"/>
                <a:gd name="connsiteX4" fmla="*/ 2269301 w 2269301"/>
                <a:gd name="connsiteY4" fmla="*/ 4371371 h 5097544"/>
                <a:gd name="connsiteX5" fmla="*/ 1953918 w 2269301"/>
                <a:gd name="connsiteY5" fmla="*/ 5073797 h 5097544"/>
                <a:gd name="connsiteX6" fmla="*/ 28419 w 2269301"/>
                <a:gd name="connsiteY6" fmla="*/ 5001232 h 5097544"/>
                <a:gd name="connsiteX7" fmla="*/ 19586 w 2269301"/>
                <a:gd name="connsiteY7" fmla="*/ 370417 h 5097544"/>
                <a:gd name="connsiteX0" fmla="*/ 19586 w 2269301"/>
                <a:gd name="connsiteY0" fmla="*/ 370417 h 5126161"/>
                <a:gd name="connsiteX1" fmla="*/ 593204 w 2269301"/>
                <a:gd name="connsiteY1" fmla="*/ 0 h 5126161"/>
                <a:gd name="connsiteX2" fmla="*/ 2044026 w 2269301"/>
                <a:gd name="connsiteY2" fmla="*/ 0 h 5126161"/>
                <a:gd name="connsiteX3" fmla="*/ 2269301 w 2269301"/>
                <a:gd name="connsiteY3" fmla="*/ 225275 h 5126161"/>
                <a:gd name="connsiteX4" fmla="*/ 2269301 w 2269301"/>
                <a:gd name="connsiteY4" fmla="*/ 4371371 h 5126161"/>
                <a:gd name="connsiteX5" fmla="*/ 1953918 w 2269301"/>
                <a:gd name="connsiteY5" fmla="*/ 5073797 h 5126161"/>
                <a:gd name="connsiteX6" fmla="*/ 28419 w 2269301"/>
                <a:gd name="connsiteY6" fmla="*/ 5052045 h 5126161"/>
                <a:gd name="connsiteX7" fmla="*/ 19586 w 2269301"/>
                <a:gd name="connsiteY7" fmla="*/ 370417 h 5126161"/>
                <a:gd name="connsiteX0" fmla="*/ 13406 w 2263121"/>
                <a:gd name="connsiteY0" fmla="*/ 370417 h 5097544"/>
                <a:gd name="connsiteX1" fmla="*/ 587024 w 2263121"/>
                <a:gd name="connsiteY1" fmla="*/ 0 h 5097544"/>
                <a:gd name="connsiteX2" fmla="*/ 2037846 w 2263121"/>
                <a:gd name="connsiteY2" fmla="*/ 0 h 5097544"/>
                <a:gd name="connsiteX3" fmla="*/ 2263121 w 2263121"/>
                <a:gd name="connsiteY3" fmla="*/ 225275 h 5097544"/>
                <a:gd name="connsiteX4" fmla="*/ 2263121 w 2263121"/>
                <a:gd name="connsiteY4" fmla="*/ 4371371 h 5097544"/>
                <a:gd name="connsiteX5" fmla="*/ 1947738 w 2263121"/>
                <a:gd name="connsiteY5" fmla="*/ 5073797 h 5097544"/>
                <a:gd name="connsiteX6" fmla="*/ 60339 w 2263121"/>
                <a:gd name="connsiteY6" fmla="*/ 5001232 h 5097544"/>
                <a:gd name="connsiteX7" fmla="*/ 13406 w 2263121"/>
                <a:gd name="connsiteY7" fmla="*/ 370417 h 5097544"/>
                <a:gd name="connsiteX0" fmla="*/ 13406 w 2263121"/>
                <a:gd name="connsiteY0" fmla="*/ 370417 h 5132334"/>
                <a:gd name="connsiteX1" fmla="*/ 587024 w 2263121"/>
                <a:gd name="connsiteY1" fmla="*/ 0 h 5132334"/>
                <a:gd name="connsiteX2" fmla="*/ 2037846 w 2263121"/>
                <a:gd name="connsiteY2" fmla="*/ 0 h 5132334"/>
                <a:gd name="connsiteX3" fmla="*/ 2263121 w 2263121"/>
                <a:gd name="connsiteY3" fmla="*/ 225275 h 5132334"/>
                <a:gd name="connsiteX4" fmla="*/ 2263121 w 2263121"/>
                <a:gd name="connsiteY4" fmla="*/ 4371371 h 5132334"/>
                <a:gd name="connsiteX5" fmla="*/ 1947738 w 2263121"/>
                <a:gd name="connsiteY5" fmla="*/ 5073797 h 5132334"/>
                <a:gd name="connsiteX6" fmla="*/ 60339 w 2263121"/>
                <a:gd name="connsiteY6" fmla="*/ 5001232 h 5132334"/>
                <a:gd name="connsiteX7" fmla="*/ 13406 w 2263121"/>
                <a:gd name="connsiteY7" fmla="*/ 370417 h 5132334"/>
                <a:gd name="connsiteX0" fmla="*/ 13406 w 2263121"/>
                <a:gd name="connsiteY0" fmla="*/ 370417 h 5116785"/>
                <a:gd name="connsiteX1" fmla="*/ 587024 w 2263121"/>
                <a:gd name="connsiteY1" fmla="*/ 0 h 5116785"/>
                <a:gd name="connsiteX2" fmla="*/ 2037846 w 2263121"/>
                <a:gd name="connsiteY2" fmla="*/ 0 h 5116785"/>
                <a:gd name="connsiteX3" fmla="*/ 2263121 w 2263121"/>
                <a:gd name="connsiteY3" fmla="*/ 225275 h 5116785"/>
                <a:gd name="connsiteX4" fmla="*/ 2263121 w 2263121"/>
                <a:gd name="connsiteY4" fmla="*/ 4371371 h 5116785"/>
                <a:gd name="connsiteX5" fmla="*/ 1947738 w 2263121"/>
                <a:gd name="connsiteY5" fmla="*/ 5073797 h 5116785"/>
                <a:gd name="connsiteX6" fmla="*/ 60339 w 2263121"/>
                <a:gd name="connsiteY6" fmla="*/ 5001232 h 5116785"/>
                <a:gd name="connsiteX7" fmla="*/ 13406 w 2263121"/>
                <a:gd name="connsiteY7" fmla="*/ 370417 h 511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3121" h="5116785">
                  <a:moveTo>
                    <a:pt x="13406" y="370417"/>
                  </a:moveTo>
                  <a:cubicBezTo>
                    <a:pt x="13406" y="246001"/>
                    <a:pt x="462608" y="0"/>
                    <a:pt x="587024" y="0"/>
                  </a:cubicBezTo>
                  <a:lnTo>
                    <a:pt x="2037846" y="0"/>
                  </a:lnTo>
                  <a:cubicBezTo>
                    <a:pt x="2162262" y="0"/>
                    <a:pt x="2263121" y="100859"/>
                    <a:pt x="2263121" y="225275"/>
                  </a:cubicBezTo>
                  <a:lnTo>
                    <a:pt x="2263121" y="4371371"/>
                  </a:lnTo>
                  <a:cubicBezTo>
                    <a:pt x="2229607" y="4629030"/>
                    <a:pt x="2077802" y="4970937"/>
                    <a:pt x="1947738" y="5073797"/>
                  </a:cubicBezTo>
                  <a:cubicBezTo>
                    <a:pt x="1783254" y="5090730"/>
                    <a:pt x="62808" y="5194574"/>
                    <a:pt x="60339" y="5001232"/>
                  </a:cubicBezTo>
                  <a:cubicBezTo>
                    <a:pt x="54241" y="4279927"/>
                    <a:pt x="-32646" y="1044601"/>
                    <a:pt x="13406" y="370417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37E91EA-FE90-5C95-41E4-9EFEA942F378}"/>
                </a:ext>
              </a:extLst>
            </p:cNvPr>
            <p:cNvSpPr/>
            <p:nvPr/>
          </p:nvSpPr>
          <p:spPr>
            <a:xfrm>
              <a:off x="2241565" y="1961956"/>
              <a:ext cx="2191740" cy="1738586"/>
            </a:xfrm>
            <a:custGeom>
              <a:avLst/>
              <a:gdLst>
                <a:gd name="connsiteX0" fmla="*/ 590609 w 2266706"/>
                <a:gd name="connsiteY0" fmla="*/ 0 h 1738586"/>
                <a:gd name="connsiteX1" fmla="*/ 2041431 w 2266706"/>
                <a:gd name="connsiteY1" fmla="*/ 0 h 1738586"/>
                <a:gd name="connsiteX2" fmla="*/ 2266706 w 2266706"/>
                <a:gd name="connsiteY2" fmla="*/ 225275 h 1738586"/>
                <a:gd name="connsiteX3" fmla="*/ 2266706 w 2266706"/>
                <a:gd name="connsiteY3" fmla="*/ 1738586 h 1738586"/>
                <a:gd name="connsiteX4" fmla="*/ 1025 w 2266706"/>
                <a:gd name="connsiteY4" fmla="*/ 1738586 h 1738586"/>
                <a:gd name="connsiteX5" fmla="*/ 351 w 2266706"/>
                <a:gd name="connsiteY5" fmla="*/ 1594972 h 1738586"/>
                <a:gd name="connsiteX6" fmla="*/ 16991 w 2266706"/>
                <a:gd name="connsiteY6" fmla="*/ 370417 h 1738586"/>
                <a:gd name="connsiteX7" fmla="*/ 590609 w 2266706"/>
                <a:gd name="connsiteY7" fmla="*/ 0 h 1738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6706" h="1738586">
                  <a:moveTo>
                    <a:pt x="590609" y="0"/>
                  </a:moveTo>
                  <a:lnTo>
                    <a:pt x="2041431" y="0"/>
                  </a:lnTo>
                  <a:cubicBezTo>
                    <a:pt x="2165847" y="0"/>
                    <a:pt x="2266706" y="100859"/>
                    <a:pt x="2266706" y="225275"/>
                  </a:cubicBezTo>
                  <a:lnTo>
                    <a:pt x="2266706" y="1738586"/>
                  </a:lnTo>
                  <a:lnTo>
                    <a:pt x="1025" y="1738586"/>
                  </a:lnTo>
                  <a:lnTo>
                    <a:pt x="351" y="1594972"/>
                  </a:lnTo>
                  <a:cubicBezTo>
                    <a:pt x="-1290" y="1040653"/>
                    <a:pt x="2600" y="581100"/>
                    <a:pt x="16991" y="370417"/>
                  </a:cubicBezTo>
                  <a:cubicBezTo>
                    <a:pt x="16991" y="246001"/>
                    <a:pt x="466193" y="0"/>
                    <a:pt x="590609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2488A33-1C47-6882-3512-A2A9A1F77157}"/>
                </a:ext>
              </a:extLst>
            </p:cNvPr>
            <p:cNvSpPr/>
            <p:nvPr/>
          </p:nvSpPr>
          <p:spPr>
            <a:xfrm>
              <a:off x="2268798" y="3674442"/>
              <a:ext cx="2151041" cy="520619"/>
            </a:xfrm>
            <a:custGeom>
              <a:avLst/>
              <a:gdLst>
                <a:gd name="connsiteX0" fmla="*/ 0 w 2264700"/>
                <a:gd name="connsiteY0" fmla="*/ 0 h 520619"/>
                <a:gd name="connsiteX1" fmla="*/ 2264700 w 2264700"/>
                <a:gd name="connsiteY1" fmla="*/ 0 h 520619"/>
                <a:gd name="connsiteX2" fmla="*/ 2264700 w 2264700"/>
                <a:gd name="connsiteY2" fmla="*/ 520619 h 520619"/>
                <a:gd name="connsiteX3" fmla="*/ 4284 w 2264700"/>
                <a:gd name="connsiteY3" fmla="*/ 520619 h 520619"/>
                <a:gd name="connsiteX4" fmla="*/ 2649 w 2264700"/>
                <a:gd name="connsiteY4" fmla="*/ 351908 h 520619"/>
                <a:gd name="connsiteX5" fmla="*/ 0 w 2264700"/>
                <a:gd name="connsiteY5" fmla="*/ 0 h 52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64700" h="520619">
                  <a:moveTo>
                    <a:pt x="0" y="0"/>
                  </a:moveTo>
                  <a:lnTo>
                    <a:pt x="2264700" y="0"/>
                  </a:lnTo>
                  <a:lnTo>
                    <a:pt x="2264700" y="520619"/>
                  </a:lnTo>
                  <a:lnTo>
                    <a:pt x="4284" y="520619"/>
                  </a:lnTo>
                  <a:lnTo>
                    <a:pt x="2649" y="35190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8E93943-FBCA-E53A-970A-6DDD4BAD5797}"/>
                </a:ext>
              </a:extLst>
            </p:cNvPr>
            <p:cNvCxnSpPr>
              <a:cxnSpLocks/>
              <a:endCxn id="14" idx="6"/>
            </p:cNvCxnSpPr>
            <p:nvPr/>
          </p:nvCxnSpPr>
          <p:spPr>
            <a:xfrm flipH="1">
              <a:off x="2299643" y="6273800"/>
              <a:ext cx="430857" cy="675456"/>
            </a:xfrm>
            <a:prstGeom prst="lin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8D89529-DD31-FD07-CEED-3E9CEE8FAF50}"/>
                </a:ext>
              </a:extLst>
            </p:cNvPr>
            <p:cNvSpPr/>
            <p:nvPr/>
          </p:nvSpPr>
          <p:spPr>
            <a:xfrm>
              <a:off x="2518468" y="1949296"/>
              <a:ext cx="1901372" cy="4596646"/>
            </a:xfrm>
            <a:prstGeom prst="roundRect">
              <a:avLst>
                <a:gd name="adj" fmla="val 11848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2867F73-D59A-A36B-4C52-8B669E977840}"/>
                </a:ext>
              </a:extLst>
            </p:cNvPr>
            <p:cNvSpPr/>
            <p:nvPr/>
          </p:nvSpPr>
          <p:spPr>
            <a:xfrm>
              <a:off x="2534510" y="3675054"/>
              <a:ext cx="1897675" cy="520619"/>
            </a:xfrm>
            <a:custGeom>
              <a:avLst/>
              <a:gdLst>
                <a:gd name="connsiteX0" fmla="*/ 0 w 2264700"/>
                <a:gd name="connsiteY0" fmla="*/ 0 h 520619"/>
                <a:gd name="connsiteX1" fmla="*/ 2264700 w 2264700"/>
                <a:gd name="connsiteY1" fmla="*/ 0 h 520619"/>
                <a:gd name="connsiteX2" fmla="*/ 2264700 w 2264700"/>
                <a:gd name="connsiteY2" fmla="*/ 520619 h 520619"/>
                <a:gd name="connsiteX3" fmla="*/ 4284 w 2264700"/>
                <a:gd name="connsiteY3" fmla="*/ 520619 h 520619"/>
                <a:gd name="connsiteX4" fmla="*/ 2649 w 2264700"/>
                <a:gd name="connsiteY4" fmla="*/ 351908 h 520619"/>
                <a:gd name="connsiteX5" fmla="*/ 0 w 2264700"/>
                <a:gd name="connsiteY5" fmla="*/ 0 h 52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64700" h="520619">
                  <a:moveTo>
                    <a:pt x="0" y="0"/>
                  </a:moveTo>
                  <a:lnTo>
                    <a:pt x="2264700" y="0"/>
                  </a:lnTo>
                  <a:lnTo>
                    <a:pt x="2264700" y="520619"/>
                  </a:lnTo>
                  <a:lnTo>
                    <a:pt x="4284" y="520619"/>
                  </a:lnTo>
                  <a:lnTo>
                    <a:pt x="2649" y="35190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0504899-3297-2060-ACAD-A291493B4D04}"/>
                </a:ext>
              </a:extLst>
            </p:cNvPr>
            <p:cNvSpPr/>
            <p:nvPr/>
          </p:nvSpPr>
          <p:spPr>
            <a:xfrm>
              <a:off x="2530814" y="1936594"/>
              <a:ext cx="1897058" cy="1738461"/>
            </a:xfrm>
            <a:custGeom>
              <a:avLst/>
              <a:gdLst>
                <a:gd name="connsiteX0" fmla="*/ 225275 w 1901372"/>
                <a:gd name="connsiteY0" fmla="*/ 0 h 1738461"/>
                <a:gd name="connsiteX1" fmla="*/ 1676097 w 1901372"/>
                <a:gd name="connsiteY1" fmla="*/ 0 h 1738461"/>
                <a:gd name="connsiteX2" fmla="*/ 1901372 w 1901372"/>
                <a:gd name="connsiteY2" fmla="*/ 225275 h 1738461"/>
                <a:gd name="connsiteX3" fmla="*/ 1901372 w 1901372"/>
                <a:gd name="connsiteY3" fmla="*/ 1738461 h 1738461"/>
                <a:gd name="connsiteX4" fmla="*/ 0 w 1901372"/>
                <a:gd name="connsiteY4" fmla="*/ 1738461 h 1738461"/>
                <a:gd name="connsiteX5" fmla="*/ 0 w 1901372"/>
                <a:gd name="connsiteY5" fmla="*/ 225275 h 1738461"/>
                <a:gd name="connsiteX6" fmla="*/ 225275 w 1901372"/>
                <a:gd name="connsiteY6" fmla="*/ 0 h 17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372" h="1738461">
                  <a:moveTo>
                    <a:pt x="225275" y="0"/>
                  </a:moveTo>
                  <a:lnTo>
                    <a:pt x="1676097" y="0"/>
                  </a:lnTo>
                  <a:cubicBezTo>
                    <a:pt x="1800513" y="0"/>
                    <a:pt x="1901372" y="100859"/>
                    <a:pt x="1901372" y="225275"/>
                  </a:cubicBezTo>
                  <a:lnTo>
                    <a:pt x="1901372" y="1738461"/>
                  </a:lnTo>
                  <a:lnTo>
                    <a:pt x="0" y="1738461"/>
                  </a:lnTo>
                  <a:lnTo>
                    <a:pt x="0" y="225275"/>
                  </a:lnTo>
                  <a:cubicBezTo>
                    <a:pt x="0" y="100859"/>
                    <a:pt x="100859" y="0"/>
                    <a:pt x="225275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18611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FDC4FE-36AA-49E2-807E-D4ADE2376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975" y="2400300"/>
            <a:ext cx="2971800" cy="2971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479011" y="795135"/>
            <a:ext cx="5492510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Sharpener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C7A08F-95FA-C013-2AA0-28CCA88453D8}"/>
              </a:ext>
            </a:extLst>
          </p:cNvPr>
          <p:cNvGrpSpPr/>
          <p:nvPr/>
        </p:nvGrpSpPr>
        <p:grpSpPr>
          <a:xfrm>
            <a:off x="1114736" y="1847731"/>
            <a:ext cx="3367418" cy="5185132"/>
            <a:chOff x="1114736" y="1847731"/>
            <a:chExt cx="3367418" cy="5185132"/>
          </a:xfrm>
        </p:grpSpPr>
        <p:sp>
          <p:nvSpPr>
            <p:cNvPr id="4" name="Rectangle: Rounded Corners 2">
              <a:extLst>
                <a:ext uri="{FF2B5EF4-FFF2-40B4-BE49-F238E27FC236}">
                  <a16:creationId xmlns:a16="http://schemas.microsoft.com/office/drawing/2014/main" id="{5BC2F3A9-D7F4-B125-CFC0-F468FC25C07F}"/>
                </a:ext>
              </a:extLst>
            </p:cNvPr>
            <p:cNvSpPr/>
            <p:nvPr/>
          </p:nvSpPr>
          <p:spPr>
            <a:xfrm>
              <a:off x="1136776" y="1949297"/>
              <a:ext cx="3342236" cy="508356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202621 w 3367418"/>
                <a:gd name="connsiteY12" fmla="*/ 2392006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576 w 3367960"/>
                <a:gd name="connsiteY0" fmla="*/ 266059 h 4766556"/>
                <a:gd name="connsiteX1" fmla="*/ 318635 w 3367960"/>
                <a:gd name="connsiteY1" fmla="*/ 0 h 4766556"/>
                <a:gd name="connsiteX2" fmla="*/ 3056660 w 3367960"/>
                <a:gd name="connsiteY2" fmla="*/ 0 h 4766556"/>
                <a:gd name="connsiteX3" fmla="*/ 3322719 w 3367960"/>
                <a:gd name="connsiteY3" fmla="*/ 266059 h 4766556"/>
                <a:gd name="connsiteX4" fmla="*/ 3333821 w 3367960"/>
                <a:gd name="connsiteY4" fmla="*/ 1112445 h 4766556"/>
                <a:gd name="connsiteX5" fmla="*/ 2853373 w 3367960"/>
                <a:gd name="connsiteY5" fmla="*/ 2507293 h 4766556"/>
                <a:gd name="connsiteX6" fmla="*/ 3333820 w 3367960"/>
                <a:gd name="connsiteY6" fmla="*/ 3762655 h 4766556"/>
                <a:gd name="connsiteX7" fmla="*/ 3322719 w 3367960"/>
                <a:gd name="connsiteY7" fmla="*/ 4500497 h 4766556"/>
                <a:gd name="connsiteX8" fmla="*/ 3056660 w 3367960"/>
                <a:gd name="connsiteY8" fmla="*/ 4766556 h 4766556"/>
                <a:gd name="connsiteX9" fmla="*/ 318635 w 3367960"/>
                <a:gd name="connsiteY9" fmla="*/ 4766556 h 4766556"/>
                <a:gd name="connsiteX10" fmla="*/ 52576 w 3367960"/>
                <a:gd name="connsiteY10" fmla="*/ 4500497 h 4766556"/>
                <a:gd name="connsiteX11" fmla="*/ 32682 w 3367960"/>
                <a:gd name="connsiteY11" fmla="*/ 3515615 h 4766556"/>
                <a:gd name="connsiteX12" fmla="*/ 203163 w 3367960"/>
                <a:gd name="connsiteY12" fmla="*/ 2392006 h 4766556"/>
                <a:gd name="connsiteX13" fmla="*/ 32681 w 3367960"/>
                <a:gd name="connsiteY13" fmla="*/ 1112445 h 4766556"/>
                <a:gd name="connsiteX14" fmla="*/ 52576 w 3367960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1112445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7 w 3379567"/>
                <a:gd name="connsiteY5" fmla="*/ 223118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79567" h="4766556">
                  <a:moveTo>
                    <a:pt x="64183" y="266059"/>
                  </a:moveTo>
                  <a:cubicBezTo>
                    <a:pt x="64183" y="119119"/>
                    <a:pt x="183302" y="0"/>
                    <a:pt x="330242" y="0"/>
                  </a:cubicBezTo>
                  <a:lnTo>
                    <a:pt x="3068267" y="0"/>
                  </a:lnTo>
                  <a:cubicBezTo>
                    <a:pt x="3215207" y="0"/>
                    <a:pt x="3334326" y="119119"/>
                    <a:pt x="3334326" y="266059"/>
                  </a:cubicBezTo>
                  <a:cubicBezTo>
                    <a:pt x="3344357" y="454050"/>
                    <a:pt x="3423652" y="535460"/>
                    <a:pt x="3345428" y="908999"/>
                  </a:cubicBezTo>
                  <a:cubicBezTo>
                    <a:pt x="3267204" y="1054896"/>
                    <a:pt x="3047645" y="1669097"/>
                    <a:pt x="3081957" y="2231189"/>
                  </a:cubicBezTo>
                  <a:cubicBezTo>
                    <a:pt x="3097456" y="2732635"/>
                    <a:pt x="3143949" y="3071295"/>
                    <a:pt x="3345427" y="3501083"/>
                  </a:cubicBezTo>
                  <a:lnTo>
                    <a:pt x="3334326" y="4500497"/>
                  </a:lnTo>
                  <a:cubicBezTo>
                    <a:pt x="3334326" y="4647437"/>
                    <a:pt x="3215207" y="4766556"/>
                    <a:pt x="3068267" y="4766556"/>
                  </a:cubicBezTo>
                  <a:lnTo>
                    <a:pt x="330242" y="4766556"/>
                  </a:lnTo>
                  <a:cubicBezTo>
                    <a:pt x="183302" y="4766556"/>
                    <a:pt x="64183" y="4647437"/>
                    <a:pt x="64183" y="4500497"/>
                  </a:cubicBezTo>
                  <a:cubicBezTo>
                    <a:pt x="42355" y="4328014"/>
                    <a:pt x="-29887" y="3845233"/>
                    <a:pt x="44289" y="3515615"/>
                  </a:cubicBezTo>
                  <a:cubicBezTo>
                    <a:pt x="257950" y="2873062"/>
                    <a:pt x="178608" y="2973861"/>
                    <a:pt x="261265" y="2406538"/>
                  </a:cubicBezTo>
                  <a:cubicBezTo>
                    <a:pt x="239868" y="1783735"/>
                    <a:pt x="195956" y="1216363"/>
                    <a:pt x="28790" y="1010723"/>
                  </a:cubicBezTo>
                  <a:cubicBezTo>
                    <a:pt x="-45386" y="634601"/>
                    <a:pt x="44938" y="451466"/>
                    <a:pt x="64183" y="266059"/>
                  </a:cubicBezTo>
                  <a:close/>
                </a:path>
              </a:pathLst>
            </a:custGeom>
            <a:solidFill>
              <a:srgbClr val="F3B42E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DB658FA-9494-EEB6-5C85-D0CE1631A2D9}"/>
                </a:ext>
              </a:extLst>
            </p:cNvPr>
            <p:cNvSpPr/>
            <p:nvPr/>
          </p:nvSpPr>
          <p:spPr>
            <a:xfrm>
              <a:off x="1114736" y="1847731"/>
              <a:ext cx="3367418" cy="476655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04098 w 3367418"/>
                <a:gd name="connsiteY12" fmla="*/ 2507293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67418" h="4766556">
                  <a:moveTo>
                    <a:pt x="52034" y="266059"/>
                  </a:moveTo>
                  <a:cubicBezTo>
                    <a:pt x="52034" y="119119"/>
                    <a:pt x="171153" y="0"/>
                    <a:pt x="318093" y="0"/>
                  </a:cubicBezTo>
                  <a:lnTo>
                    <a:pt x="3056118" y="0"/>
                  </a:lnTo>
                  <a:cubicBezTo>
                    <a:pt x="3203058" y="0"/>
                    <a:pt x="3322177" y="119119"/>
                    <a:pt x="3322177" y="266059"/>
                  </a:cubicBezTo>
                  <a:cubicBezTo>
                    <a:pt x="3332208" y="454050"/>
                    <a:pt x="3411503" y="738906"/>
                    <a:pt x="3333279" y="1112445"/>
                  </a:cubicBezTo>
                  <a:cubicBezTo>
                    <a:pt x="3146567" y="1331001"/>
                    <a:pt x="2896011" y="1945201"/>
                    <a:pt x="2930323" y="2507293"/>
                  </a:cubicBezTo>
                  <a:cubicBezTo>
                    <a:pt x="2992316" y="3075564"/>
                    <a:pt x="3131799" y="3426858"/>
                    <a:pt x="3333278" y="3762655"/>
                  </a:cubicBezTo>
                  <a:lnTo>
                    <a:pt x="3322177" y="4500497"/>
                  </a:lnTo>
                  <a:cubicBezTo>
                    <a:pt x="3322177" y="4647437"/>
                    <a:pt x="3203058" y="4766556"/>
                    <a:pt x="3056118" y="4766556"/>
                  </a:cubicBezTo>
                  <a:lnTo>
                    <a:pt x="318093" y="4766556"/>
                  </a:lnTo>
                  <a:cubicBezTo>
                    <a:pt x="171153" y="4766556"/>
                    <a:pt x="52034" y="4647437"/>
                    <a:pt x="52034" y="4500497"/>
                  </a:cubicBezTo>
                  <a:cubicBezTo>
                    <a:pt x="30206" y="4328014"/>
                    <a:pt x="-26538" y="4092273"/>
                    <a:pt x="47638" y="3762655"/>
                  </a:cubicBezTo>
                  <a:cubicBezTo>
                    <a:pt x="245801" y="3541525"/>
                    <a:pt x="429929" y="2943829"/>
                    <a:pt x="404098" y="2507293"/>
                  </a:cubicBezTo>
                  <a:cubicBezTo>
                    <a:pt x="429196" y="1942618"/>
                    <a:pt x="199305" y="1318085"/>
                    <a:pt x="32139" y="1112445"/>
                  </a:cubicBezTo>
                  <a:cubicBezTo>
                    <a:pt x="-42037" y="736323"/>
                    <a:pt x="32789" y="451466"/>
                    <a:pt x="52034" y="266059"/>
                  </a:cubicBezTo>
                  <a:close/>
                </a:path>
              </a:pathLst>
            </a:custGeom>
            <a:solidFill>
              <a:srgbClr val="F3B42E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4F977BF-2641-438D-094A-9B0A8ACF56E1}"/>
                </a:ext>
              </a:extLst>
            </p:cNvPr>
            <p:cNvSpPr/>
            <p:nvPr/>
          </p:nvSpPr>
          <p:spPr>
            <a:xfrm>
              <a:off x="2076830" y="2185232"/>
              <a:ext cx="1459484" cy="4100803"/>
            </a:xfrm>
            <a:custGeom>
              <a:avLst/>
              <a:gdLst>
                <a:gd name="connsiteX0" fmla="*/ 0 w 1456841"/>
                <a:gd name="connsiteY0" fmla="*/ 444293 h 4091553"/>
                <a:gd name="connsiteX1" fmla="*/ 444293 w 1456841"/>
                <a:gd name="connsiteY1" fmla="*/ 0 h 4091553"/>
                <a:gd name="connsiteX2" fmla="*/ 1012548 w 1456841"/>
                <a:gd name="connsiteY2" fmla="*/ 0 h 4091553"/>
                <a:gd name="connsiteX3" fmla="*/ 1456841 w 1456841"/>
                <a:gd name="connsiteY3" fmla="*/ 444293 h 4091553"/>
                <a:gd name="connsiteX4" fmla="*/ 1456841 w 1456841"/>
                <a:gd name="connsiteY4" fmla="*/ 3647260 h 4091553"/>
                <a:gd name="connsiteX5" fmla="*/ 1012548 w 1456841"/>
                <a:gd name="connsiteY5" fmla="*/ 4091553 h 4091553"/>
                <a:gd name="connsiteX6" fmla="*/ 444293 w 1456841"/>
                <a:gd name="connsiteY6" fmla="*/ 4091553 h 4091553"/>
                <a:gd name="connsiteX7" fmla="*/ 0 w 1456841"/>
                <a:gd name="connsiteY7" fmla="*/ 3647260 h 4091553"/>
                <a:gd name="connsiteX8" fmla="*/ 0 w 1456841"/>
                <a:gd name="connsiteY8" fmla="*/ 444293 h 4091553"/>
                <a:gd name="connsiteX0" fmla="*/ 2643 w 1459484"/>
                <a:gd name="connsiteY0" fmla="*/ 444293 h 4100803"/>
                <a:gd name="connsiteX1" fmla="*/ 446936 w 1459484"/>
                <a:gd name="connsiteY1" fmla="*/ 0 h 4100803"/>
                <a:gd name="connsiteX2" fmla="*/ 1015191 w 1459484"/>
                <a:gd name="connsiteY2" fmla="*/ 0 h 4100803"/>
                <a:gd name="connsiteX3" fmla="*/ 1459484 w 1459484"/>
                <a:gd name="connsiteY3" fmla="*/ 444293 h 4100803"/>
                <a:gd name="connsiteX4" fmla="*/ 1459484 w 1459484"/>
                <a:gd name="connsiteY4" fmla="*/ 3647260 h 4100803"/>
                <a:gd name="connsiteX5" fmla="*/ 1015191 w 1459484"/>
                <a:gd name="connsiteY5" fmla="*/ 4091553 h 4100803"/>
                <a:gd name="connsiteX6" fmla="*/ 446936 w 1459484"/>
                <a:gd name="connsiteY6" fmla="*/ 4091553 h 4100803"/>
                <a:gd name="connsiteX7" fmla="*/ 2643 w 1459484"/>
                <a:gd name="connsiteY7" fmla="*/ 3647260 h 4100803"/>
                <a:gd name="connsiteX8" fmla="*/ 2643 w 1459484"/>
                <a:gd name="connsiteY8" fmla="*/ 444293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484" h="4100803">
                  <a:moveTo>
                    <a:pt x="2643" y="444293"/>
                  </a:moveTo>
                  <a:cubicBezTo>
                    <a:pt x="2643" y="198917"/>
                    <a:pt x="201560" y="0"/>
                    <a:pt x="446936" y="0"/>
                  </a:cubicBezTo>
                  <a:lnTo>
                    <a:pt x="1015191" y="0"/>
                  </a:lnTo>
                  <a:cubicBezTo>
                    <a:pt x="1260567" y="0"/>
                    <a:pt x="1459484" y="198917"/>
                    <a:pt x="1459484" y="444293"/>
                  </a:cubicBezTo>
                  <a:lnTo>
                    <a:pt x="1459484" y="3647260"/>
                  </a:lnTo>
                  <a:cubicBezTo>
                    <a:pt x="1459484" y="3892636"/>
                    <a:pt x="1260567" y="4091553"/>
                    <a:pt x="1015191" y="4091553"/>
                  </a:cubicBezTo>
                  <a:lnTo>
                    <a:pt x="446936" y="4091553"/>
                  </a:lnTo>
                  <a:cubicBezTo>
                    <a:pt x="-61911" y="4153546"/>
                    <a:pt x="2643" y="3892636"/>
                    <a:pt x="2643" y="3647260"/>
                  </a:cubicBezTo>
                  <a:lnTo>
                    <a:pt x="2643" y="444293"/>
                  </a:lnTo>
                  <a:close/>
                </a:path>
              </a:pathLst>
            </a:custGeom>
            <a:solidFill>
              <a:srgbClr val="B2AFA8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85DDC91-9173-88AE-3185-54041F1FFF9B}"/>
                </a:ext>
              </a:extLst>
            </p:cNvPr>
            <p:cNvSpPr/>
            <p:nvPr/>
          </p:nvSpPr>
          <p:spPr>
            <a:xfrm>
              <a:off x="2747496" y="3886200"/>
              <a:ext cx="643208" cy="643208"/>
            </a:xfrm>
            <a:prstGeom prst="ellipse">
              <a:avLst/>
            </a:prstGeom>
            <a:solidFill>
              <a:srgbClr val="B2AFA8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187C9E8C-2DB9-7A64-0221-F6C0F5B6A71D}"/>
                </a:ext>
              </a:extLst>
            </p:cNvPr>
            <p:cNvSpPr/>
            <p:nvPr/>
          </p:nvSpPr>
          <p:spPr>
            <a:xfrm rot="1011054">
              <a:off x="2934260" y="4096170"/>
              <a:ext cx="269680" cy="269680"/>
            </a:xfrm>
            <a:prstGeom prst="plus">
              <a:avLst>
                <a:gd name="adj" fmla="val 38559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098767-4619-27E4-1D90-A5F14757662C}"/>
                </a:ext>
              </a:extLst>
            </p:cNvPr>
            <p:cNvSpPr/>
            <p:nvPr/>
          </p:nvSpPr>
          <p:spPr>
            <a:xfrm>
              <a:off x="2062280" y="2185232"/>
              <a:ext cx="543872" cy="4100803"/>
            </a:xfrm>
            <a:custGeom>
              <a:avLst/>
              <a:gdLst>
                <a:gd name="connsiteX0" fmla="*/ 446937 w 543872"/>
                <a:gd name="connsiteY0" fmla="*/ 0 h 4100803"/>
                <a:gd name="connsiteX1" fmla="*/ 543872 w 543872"/>
                <a:gd name="connsiteY1" fmla="*/ 0 h 4100803"/>
                <a:gd name="connsiteX2" fmla="*/ 543872 w 543872"/>
                <a:gd name="connsiteY2" fmla="*/ 4091553 h 4100803"/>
                <a:gd name="connsiteX3" fmla="*/ 446937 w 543872"/>
                <a:gd name="connsiteY3" fmla="*/ 4091553 h 4100803"/>
                <a:gd name="connsiteX4" fmla="*/ 2644 w 543872"/>
                <a:gd name="connsiteY4" fmla="*/ 3647260 h 4100803"/>
                <a:gd name="connsiteX5" fmla="*/ 2644 w 543872"/>
                <a:gd name="connsiteY5" fmla="*/ 444293 h 4100803"/>
                <a:gd name="connsiteX6" fmla="*/ 446937 w 543872"/>
                <a:gd name="connsiteY6" fmla="*/ 0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3872" h="4100803">
                  <a:moveTo>
                    <a:pt x="446937" y="0"/>
                  </a:moveTo>
                  <a:lnTo>
                    <a:pt x="543872" y="0"/>
                  </a:lnTo>
                  <a:lnTo>
                    <a:pt x="543872" y="4091553"/>
                  </a:lnTo>
                  <a:lnTo>
                    <a:pt x="446937" y="4091553"/>
                  </a:lnTo>
                  <a:cubicBezTo>
                    <a:pt x="-61910" y="4153546"/>
                    <a:pt x="2644" y="3892636"/>
                    <a:pt x="2644" y="3647260"/>
                  </a:cubicBezTo>
                  <a:lnTo>
                    <a:pt x="2644" y="444293"/>
                  </a:lnTo>
                  <a:cubicBezTo>
                    <a:pt x="2644" y="198917"/>
                    <a:pt x="201561" y="0"/>
                    <a:pt x="446937" y="0"/>
                  </a:cubicBezTo>
                  <a:close/>
                </a:path>
              </a:pathLst>
            </a:custGeom>
            <a:solidFill>
              <a:srgbClr val="7C7C7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B2B4EB-A8D4-2733-7589-77E71884937A}"/>
              </a:ext>
            </a:extLst>
          </p:cNvPr>
          <p:cNvGrpSpPr/>
          <p:nvPr/>
        </p:nvGrpSpPr>
        <p:grpSpPr>
          <a:xfrm>
            <a:off x="5611113" y="1981614"/>
            <a:ext cx="3367418" cy="5185132"/>
            <a:chOff x="1114736" y="1847731"/>
            <a:chExt cx="3367418" cy="5185132"/>
          </a:xfrm>
        </p:grpSpPr>
        <p:sp>
          <p:nvSpPr>
            <p:cNvPr id="19" name="Rectangle: Rounded Corners 2">
              <a:extLst>
                <a:ext uri="{FF2B5EF4-FFF2-40B4-BE49-F238E27FC236}">
                  <a16:creationId xmlns:a16="http://schemas.microsoft.com/office/drawing/2014/main" id="{43D28F20-8AC1-1C6C-4A0D-44E9F255A7B8}"/>
                </a:ext>
              </a:extLst>
            </p:cNvPr>
            <p:cNvSpPr/>
            <p:nvPr/>
          </p:nvSpPr>
          <p:spPr>
            <a:xfrm>
              <a:off x="1136776" y="1949297"/>
              <a:ext cx="3342236" cy="508356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202621 w 3367418"/>
                <a:gd name="connsiteY12" fmla="*/ 2392006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576 w 3367960"/>
                <a:gd name="connsiteY0" fmla="*/ 266059 h 4766556"/>
                <a:gd name="connsiteX1" fmla="*/ 318635 w 3367960"/>
                <a:gd name="connsiteY1" fmla="*/ 0 h 4766556"/>
                <a:gd name="connsiteX2" fmla="*/ 3056660 w 3367960"/>
                <a:gd name="connsiteY2" fmla="*/ 0 h 4766556"/>
                <a:gd name="connsiteX3" fmla="*/ 3322719 w 3367960"/>
                <a:gd name="connsiteY3" fmla="*/ 266059 h 4766556"/>
                <a:gd name="connsiteX4" fmla="*/ 3333821 w 3367960"/>
                <a:gd name="connsiteY4" fmla="*/ 1112445 h 4766556"/>
                <a:gd name="connsiteX5" fmla="*/ 2853373 w 3367960"/>
                <a:gd name="connsiteY5" fmla="*/ 2507293 h 4766556"/>
                <a:gd name="connsiteX6" fmla="*/ 3333820 w 3367960"/>
                <a:gd name="connsiteY6" fmla="*/ 3762655 h 4766556"/>
                <a:gd name="connsiteX7" fmla="*/ 3322719 w 3367960"/>
                <a:gd name="connsiteY7" fmla="*/ 4500497 h 4766556"/>
                <a:gd name="connsiteX8" fmla="*/ 3056660 w 3367960"/>
                <a:gd name="connsiteY8" fmla="*/ 4766556 h 4766556"/>
                <a:gd name="connsiteX9" fmla="*/ 318635 w 3367960"/>
                <a:gd name="connsiteY9" fmla="*/ 4766556 h 4766556"/>
                <a:gd name="connsiteX10" fmla="*/ 52576 w 3367960"/>
                <a:gd name="connsiteY10" fmla="*/ 4500497 h 4766556"/>
                <a:gd name="connsiteX11" fmla="*/ 32682 w 3367960"/>
                <a:gd name="connsiteY11" fmla="*/ 3515615 h 4766556"/>
                <a:gd name="connsiteX12" fmla="*/ 203163 w 3367960"/>
                <a:gd name="connsiteY12" fmla="*/ 2392006 h 4766556"/>
                <a:gd name="connsiteX13" fmla="*/ 32681 w 3367960"/>
                <a:gd name="connsiteY13" fmla="*/ 1112445 h 4766556"/>
                <a:gd name="connsiteX14" fmla="*/ 52576 w 3367960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1112445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7 w 3379567"/>
                <a:gd name="connsiteY5" fmla="*/ 223118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79567" h="4766556">
                  <a:moveTo>
                    <a:pt x="64183" y="266059"/>
                  </a:moveTo>
                  <a:cubicBezTo>
                    <a:pt x="64183" y="119119"/>
                    <a:pt x="183302" y="0"/>
                    <a:pt x="330242" y="0"/>
                  </a:cubicBezTo>
                  <a:lnTo>
                    <a:pt x="3068267" y="0"/>
                  </a:lnTo>
                  <a:cubicBezTo>
                    <a:pt x="3215207" y="0"/>
                    <a:pt x="3334326" y="119119"/>
                    <a:pt x="3334326" y="266059"/>
                  </a:cubicBezTo>
                  <a:cubicBezTo>
                    <a:pt x="3344357" y="454050"/>
                    <a:pt x="3423652" y="535460"/>
                    <a:pt x="3345428" y="908999"/>
                  </a:cubicBezTo>
                  <a:cubicBezTo>
                    <a:pt x="3267204" y="1054896"/>
                    <a:pt x="3047645" y="1669097"/>
                    <a:pt x="3081957" y="2231189"/>
                  </a:cubicBezTo>
                  <a:cubicBezTo>
                    <a:pt x="3097456" y="2732635"/>
                    <a:pt x="3143949" y="3071295"/>
                    <a:pt x="3345427" y="3501083"/>
                  </a:cubicBezTo>
                  <a:lnTo>
                    <a:pt x="3334326" y="4500497"/>
                  </a:lnTo>
                  <a:cubicBezTo>
                    <a:pt x="3334326" y="4647437"/>
                    <a:pt x="3215207" y="4766556"/>
                    <a:pt x="3068267" y="4766556"/>
                  </a:cubicBezTo>
                  <a:lnTo>
                    <a:pt x="330242" y="4766556"/>
                  </a:lnTo>
                  <a:cubicBezTo>
                    <a:pt x="183302" y="4766556"/>
                    <a:pt x="64183" y="4647437"/>
                    <a:pt x="64183" y="4500497"/>
                  </a:cubicBezTo>
                  <a:cubicBezTo>
                    <a:pt x="42355" y="4328014"/>
                    <a:pt x="-29887" y="3845233"/>
                    <a:pt x="44289" y="3515615"/>
                  </a:cubicBezTo>
                  <a:cubicBezTo>
                    <a:pt x="257950" y="2873062"/>
                    <a:pt x="178608" y="2973861"/>
                    <a:pt x="261265" y="2406538"/>
                  </a:cubicBezTo>
                  <a:cubicBezTo>
                    <a:pt x="239868" y="1783735"/>
                    <a:pt x="195956" y="1216363"/>
                    <a:pt x="28790" y="1010723"/>
                  </a:cubicBezTo>
                  <a:cubicBezTo>
                    <a:pt x="-45386" y="634601"/>
                    <a:pt x="44938" y="451466"/>
                    <a:pt x="64183" y="266059"/>
                  </a:cubicBezTo>
                  <a:close/>
                </a:path>
              </a:pathLst>
            </a:custGeom>
            <a:solidFill>
              <a:srgbClr val="F3B42E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2">
              <a:extLst>
                <a:ext uri="{FF2B5EF4-FFF2-40B4-BE49-F238E27FC236}">
                  <a16:creationId xmlns:a16="http://schemas.microsoft.com/office/drawing/2014/main" id="{5A366012-7BC3-0ABD-E0C7-358F7DB2CF9C}"/>
                </a:ext>
              </a:extLst>
            </p:cNvPr>
            <p:cNvSpPr/>
            <p:nvPr/>
          </p:nvSpPr>
          <p:spPr>
            <a:xfrm>
              <a:off x="1114736" y="1847731"/>
              <a:ext cx="3367418" cy="476655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04098 w 3367418"/>
                <a:gd name="connsiteY12" fmla="*/ 2507293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67418" h="4766556">
                  <a:moveTo>
                    <a:pt x="52034" y="266059"/>
                  </a:moveTo>
                  <a:cubicBezTo>
                    <a:pt x="52034" y="119119"/>
                    <a:pt x="171153" y="0"/>
                    <a:pt x="318093" y="0"/>
                  </a:cubicBezTo>
                  <a:lnTo>
                    <a:pt x="3056118" y="0"/>
                  </a:lnTo>
                  <a:cubicBezTo>
                    <a:pt x="3203058" y="0"/>
                    <a:pt x="3322177" y="119119"/>
                    <a:pt x="3322177" y="266059"/>
                  </a:cubicBezTo>
                  <a:cubicBezTo>
                    <a:pt x="3332208" y="454050"/>
                    <a:pt x="3411503" y="738906"/>
                    <a:pt x="3333279" y="1112445"/>
                  </a:cubicBezTo>
                  <a:cubicBezTo>
                    <a:pt x="3146567" y="1331001"/>
                    <a:pt x="2896011" y="1945201"/>
                    <a:pt x="2930323" y="2507293"/>
                  </a:cubicBezTo>
                  <a:cubicBezTo>
                    <a:pt x="2992316" y="3075564"/>
                    <a:pt x="3131799" y="3426858"/>
                    <a:pt x="3333278" y="3762655"/>
                  </a:cubicBezTo>
                  <a:lnTo>
                    <a:pt x="3322177" y="4500497"/>
                  </a:lnTo>
                  <a:cubicBezTo>
                    <a:pt x="3322177" y="4647437"/>
                    <a:pt x="3203058" y="4766556"/>
                    <a:pt x="3056118" y="4766556"/>
                  </a:cubicBezTo>
                  <a:lnTo>
                    <a:pt x="318093" y="4766556"/>
                  </a:lnTo>
                  <a:cubicBezTo>
                    <a:pt x="171153" y="4766556"/>
                    <a:pt x="52034" y="4647437"/>
                    <a:pt x="52034" y="4500497"/>
                  </a:cubicBezTo>
                  <a:cubicBezTo>
                    <a:pt x="30206" y="4328014"/>
                    <a:pt x="-26538" y="4092273"/>
                    <a:pt x="47638" y="3762655"/>
                  </a:cubicBezTo>
                  <a:cubicBezTo>
                    <a:pt x="245801" y="3541525"/>
                    <a:pt x="429929" y="2943829"/>
                    <a:pt x="404098" y="2507293"/>
                  </a:cubicBezTo>
                  <a:cubicBezTo>
                    <a:pt x="429196" y="1942618"/>
                    <a:pt x="199305" y="1318085"/>
                    <a:pt x="32139" y="1112445"/>
                  </a:cubicBezTo>
                  <a:cubicBezTo>
                    <a:pt x="-42037" y="736323"/>
                    <a:pt x="32789" y="451466"/>
                    <a:pt x="52034" y="266059"/>
                  </a:cubicBezTo>
                  <a:close/>
                </a:path>
              </a:pathLst>
            </a:custGeom>
            <a:solidFill>
              <a:srgbClr val="F3B42E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46A11246-470A-E0A2-B6B0-D8979C0247B3}"/>
                </a:ext>
              </a:extLst>
            </p:cNvPr>
            <p:cNvSpPr/>
            <p:nvPr/>
          </p:nvSpPr>
          <p:spPr>
            <a:xfrm>
              <a:off x="2076830" y="2185232"/>
              <a:ext cx="1459484" cy="4100803"/>
            </a:xfrm>
            <a:custGeom>
              <a:avLst/>
              <a:gdLst>
                <a:gd name="connsiteX0" fmla="*/ 0 w 1456841"/>
                <a:gd name="connsiteY0" fmla="*/ 444293 h 4091553"/>
                <a:gd name="connsiteX1" fmla="*/ 444293 w 1456841"/>
                <a:gd name="connsiteY1" fmla="*/ 0 h 4091553"/>
                <a:gd name="connsiteX2" fmla="*/ 1012548 w 1456841"/>
                <a:gd name="connsiteY2" fmla="*/ 0 h 4091553"/>
                <a:gd name="connsiteX3" fmla="*/ 1456841 w 1456841"/>
                <a:gd name="connsiteY3" fmla="*/ 444293 h 4091553"/>
                <a:gd name="connsiteX4" fmla="*/ 1456841 w 1456841"/>
                <a:gd name="connsiteY4" fmla="*/ 3647260 h 4091553"/>
                <a:gd name="connsiteX5" fmla="*/ 1012548 w 1456841"/>
                <a:gd name="connsiteY5" fmla="*/ 4091553 h 4091553"/>
                <a:gd name="connsiteX6" fmla="*/ 444293 w 1456841"/>
                <a:gd name="connsiteY6" fmla="*/ 4091553 h 4091553"/>
                <a:gd name="connsiteX7" fmla="*/ 0 w 1456841"/>
                <a:gd name="connsiteY7" fmla="*/ 3647260 h 4091553"/>
                <a:gd name="connsiteX8" fmla="*/ 0 w 1456841"/>
                <a:gd name="connsiteY8" fmla="*/ 444293 h 4091553"/>
                <a:gd name="connsiteX0" fmla="*/ 2643 w 1459484"/>
                <a:gd name="connsiteY0" fmla="*/ 444293 h 4100803"/>
                <a:gd name="connsiteX1" fmla="*/ 446936 w 1459484"/>
                <a:gd name="connsiteY1" fmla="*/ 0 h 4100803"/>
                <a:gd name="connsiteX2" fmla="*/ 1015191 w 1459484"/>
                <a:gd name="connsiteY2" fmla="*/ 0 h 4100803"/>
                <a:gd name="connsiteX3" fmla="*/ 1459484 w 1459484"/>
                <a:gd name="connsiteY3" fmla="*/ 444293 h 4100803"/>
                <a:gd name="connsiteX4" fmla="*/ 1459484 w 1459484"/>
                <a:gd name="connsiteY4" fmla="*/ 3647260 h 4100803"/>
                <a:gd name="connsiteX5" fmla="*/ 1015191 w 1459484"/>
                <a:gd name="connsiteY5" fmla="*/ 4091553 h 4100803"/>
                <a:gd name="connsiteX6" fmla="*/ 446936 w 1459484"/>
                <a:gd name="connsiteY6" fmla="*/ 4091553 h 4100803"/>
                <a:gd name="connsiteX7" fmla="*/ 2643 w 1459484"/>
                <a:gd name="connsiteY7" fmla="*/ 3647260 h 4100803"/>
                <a:gd name="connsiteX8" fmla="*/ 2643 w 1459484"/>
                <a:gd name="connsiteY8" fmla="*/ 444293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484" h="4100803">
                  <a:moveTo>
                    <a:pt x="2643" y="444293"/>
                  </a:moveTo>
                  <a:cubicBezTo>
                    <a:pt x="2643" y="198917"/>
                    <a:pt x="201560" y="0"/>
                    <a:pt x="446936" y="0"/>
                  </a:cubicBezTo>
                  <a:lnTo>
                    <a:pt x="1015191" y="0"/>
                  </a:lnTo>
                  <a:cubicBezTo>
                    <a:pt x="1260567" y="0"/>
                    <a:pt x="1459484" y="198917"/>
                    <a:pt x="1459484" y="444293"/>
                  </a:cubicBezTo>
                  <a:lnTo>
                    <a:pt x="1459484" y="3647260"/>
                  </a:lnTo>
                  <a:cubicBezTo>
                    <a:pt x="1459484" y="3892636"/>
                    <a:pt x="1260567" y="4091553"/>
                    <a:pt x="1015191" y="4091553"/>
                  </a:cubicBezTo>
                  <a:lnTo>
                    <a:pt x="446936" y="4091553"/>
                  </a:lnTo>
                  <a:cubicBezTo>
                    <a:pt x="-61911" y="4153546"/>
                    <a:pt x="2643" y="3892636"/>
                    <a:pt x="2643" y="3647260"/>
                  </a:cubicBezTo>
                  <a:lnTo>
                    <a:pt x="2643" y="444293"/>
                  </a:lnTo>
                  <a:close/>
                </a:path>
              </a:pathLst>
            </a:custGeom>
            <a:solidFill>
              <a:srgbClr val="B2AFA8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5C2EDB2-89E1-D25D-502E-2E48DF1C32BE}"/>
                </a:ext>
              </a:extLst>
            </p:cNvPr>
            <p:cNvSpPr/>
            <p:nvPr/>
          </p:nvSpPr>
          <p:spPr>
            <a:xfrm>
              <a:off x="2747496" y="3886200"/>
              <a:ext cx="643208" cy="643208"/>
            </a:xfrm>
            <a:prstGeom prst="ellipse">
              <a:avLst/>
            </a:prstGeom>
            <a:solidFill>
              <a:srgbClr val="7C7C74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0752CAA8-628C-5093-E1D1-2FD03FBF202E}"/>
                </a:ext>
              </a:extLst>
            </p:cNvPr>
            <p:cNvSpPr/>
            <p:nvPr/>
          </p:nvSpPr>
          <p:spPr>
            <a:xfrm rot="1011054">
              <a:off x="2934260" y="4096170"/>
              <a:ext cx="269680" cy="269680"/>
            </a:xfrm>
            <a:prstGeom prst="plus">
              <a:avLst>
                <a:gd name="adj" fmla="val 3855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5E56887-959A-C63D-C92B-FA5703EED0D2}"/>
                </a:ext>
              </a:extLst>
            </p:cNvPr>
            <p:cNvSpPr/>
            <p:nvPr/>
          </p:nvSpPr>
          <p:spPr>
            <a:xfrm>
              <a:off x="2062280" y="2185232"/>
              <a:ext cx="543872" cy="4100803"/>
            </a:xfrm>
            <a:custGeom>
              <a:avLst/>
              <a:gdLst>
                <a:gd name="connsiteX0" fmla="*/ 446937 w 543872"/>
                <a:gd name="connsiteY0" fmla="*/ 0 h 4100803"/>
                <a:gd name="connsiteX1" fmla="*/ 543872 w 543872"/>
                <a:gd name="connsiteY1" fmla="*/ 0 h 4100803"/>
                <a:gd name="connsiteX2" fmla="*/ 543872 w 543872"/>
                <a:gd name="connsiteY2" fmla="*/ 4091553 h 4100803"/>
                <a:gd name="connsiteX3" fmla="*/ 446937 w 543872"/>
                <a:gd name="connsiteY3" fmla="*/ 4091553 h 4100803"/>
                <a:gd name="connsiteX4" fmla="*/ 2644 w 543872"/>
                <a:gd name="connsiteY4" fmla="*/ 3647260 h 4100803"/>
                <a:gd name="connsiteX5" fmla="*/ 2644 w 543872"/>
                <a:gd name="connsiteY5" fmla="*/ 444293 h 4100803"/>
                <a:gd name="connsiteX6" fmla="*/ 446937 w 543872"/>
                <a:gd name="connsiteY6" fmla="*/ 0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3872" h="4100803">
                  <a:moveTo>
                    <a:pt x="446937" y="0"/>
                  </a:moveTo>
                  <a:lnTo>
                    <a:pt x="543872" y="0"/>
                  </a:lnTo>
                  <a:lnTo>
                    <a:pt x="543872" y="4091553"/>
                  </a:lnTo>
                  <a:lnTo>
                    <a:pt x="446937" y="4091553"/>
                  </a:lnTo>
                  <a:cubicBezTo>
                    <a:pt x="-61910" y="4153546"/>
                    <a:pt x="2644" y="3892636"/>
                    <a:pt x="2644" y="3647260"/>
                  </a:cubicBezTo>
                  <a:lnTo>
                    <a:pt x="2644" y="444293"/>
                  </a:lnTo>
                  <a:cubicBezTo>
                    <a:pt x="2644" y="198917"/>
                    <a:pt x="201561" y="0"/>
                    <a:pt x="446937" y="0"/>
                  </a:cubicBezTo>
                  <a:close/>
                </a:path>
              </a:pathLst>
            </a:custGeom>
            <a:solidFill>
              <a:srgbClr val="7C7C74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9E2884-347B-C66B-6154-9F312C9BF125}"/>
              </a:ext>
            </a:extLst>
          </p:cNvPr>
          <p:cNvGrpSpPr/>
          <p:nvPr/>
        </p:nvGrpSpPr>
        <p:grpSpPr>
          <a:xfrm>
            <a:off x="-3019114" y="1981614"/>
            <a:ext cx="3367418" cy="5185132"/>
            <a:chOff x="1114736" y="1847731"/>
            <a:chExt cx="3367418" cy="5185132"/>
          </a:xfrm>
          <a:solidFill>
            <a:schemeClr val="bg1"/>
          </a:solidFill>
        </p:grpSpPr>
        <p:sp>
          <p:nvSpPr>
            <p:cNvPr id="26" name="Rectangle: Rounded Corners 2">
              <a:extLst>
                <a:ext uri="{FF2B5EF4-FFF2-40B4-BE49-F238E27FC236}">
                  <a16:creationId xmlns:a16="http://schemas.microsoft.com/office/drawing/2014/main" id="{D351351D-D99D-E240-7584-7FC087D92FB9}"/>
                </a:ext>
              </a:extLst>
            </p:cNvPr>
            <p:cNvSpPr/>
            <p:nvPr/>
          </p:nvSpPr>
          <p:spPr>
            <a:xfrm>
              <a:off x="1136776" y="1949297"/>
              <a:ext cx="3342236" cy="508356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202621 w 3367418"/>
                <a:gd name="connsiteY12" fmla="*/ 2392006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576 w 3367960"/>
                <a:gd name="connsiteY0" fmla="*/ 266059 h 4766556"/>
                <a:gd name="connsiteX1" fmla="*/ 318635 w 3367960"/>
                <a:gd name="connsiteY1" fmla="*/ 0 h 4766556"/>
                <a:gd name="connsiteX2" fmla="*/ 3056660 w 3367960"/>
                <a:gd name="connsiteY2" fmla="*/ 0 h 4766556"/>
                <a:gd name="connsiteX3" fmla="*/ 3322719 w 3367960"/>
                <a:gd name="connsiteY3" fmla="*/ 266059 h 4766556"/>
                <a:gd name="connsiteX4" fmla="*/ 3333821 w 3367960"/>
                <a:gd name="connsiteY4" fmla="*/ 1112445 h 4766556"/>
                <a:gd name="connsiteX5" fmla="*/ 2853373 w 3367960"/>
                <a:gd name="connsiteY5" fmla="*/ 2507293 h 4766556"/>
                <a:gd name="connsiteX6" fmla="*/ 3333820 w 3367960"/>
                <a:gd name="connsiteY6" fmla="*/ 3762655 h 4766556"/>
                <a:gd name="connsiteX7" fmla="*/ 3322719 w 3367960"/>
                <a:gd name="connsiteY7" fmla="*/ 4500497 h 4766556"/>
                <a:gd name="connsiteX8" fmla="*/ 3056660 w 3367960"/>
                <a:gd name="connsiteY8" fmla="*/ 4766556 h 4766556"/>
                <a:gd name="connsiteX9" fmla="*/ 318635 w 3367960"/>
                <a:gd name="connsiteY9" fmla="*/ 4766556 h 4766556"/>
                <a:gd name="connsiteX10" fmla="*/ 52576 w 3367960"/>
                <a:gd name="connsiteY10" fmla="*/ 4500497 h 4766556"/>
                <a:gd name="connsiteX11" fmla="*/ 32682 w 3367960"/>
                <a:gd name="connsiteY11" fmla="*/ 3515615 h 4766556"/>
                <a:gd name="connsiteX12" fmla="*/ 203163 w 3367960"/>
                <a:gd name="connsiteY12" fmla="*/ 2392006 h 4766556"/>
                <a:gd name="connsiteX13" fmla="*/ 32681 w 3367960"/>
                <a:gd name="connsiteY13" fmla="*/ 1112445 h 4766556"/>
                <a:gd name="connsiteX14" fmla="*/ 52576 w 3367960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1112445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2864980 w 3379567"/>
                <a:gd name="connsiteY5" fmla="*/ 2507293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762655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14770 w 3379567"/>
                <a:gd name="connsiteY12" fmla="*/ 2392006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6 w 3379567"/>
                <a:gd name="connsiteY5" fmla="*/ 231837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  <a:gd name="connsiteX0" fmla="*/ 64183 w 3379567"/>
                <a:gd name="connsiteY0" fmla="*/ 266059 h 4766556"/>
                <a:gd name="connsiteX1" fmla="*/ 330242 w 3379567"/>
                <a:gd name="connsiteY1" fmla="*/ 0 h 4766556"/>
                <a:gd name="connsiteX2" fmla="*/ 3068267 w 3379567"/>
                <a:gd name="connsiteY2" fmla="*/ 0 h 4766556"/>
                <a:gd name="connsiteX3" fmla="*/ 3334326 w 3379567"/>
                <a:gd name="connsiteY3" fmla="*/ 266059 h 4766556"/>
                <a:gd name="connsiteX4" fmla="*/ 3345428 w 3379567"/>
                <a:gd name="connsiteY4" fmla="*/ 908999 h 4766556"/>
                <a:gd name="connsiteX5" fmla="*/ 3081957 w 3379567"/>
                <a:gd name="connsiteY5" fmla="*/ 2231189 h 4766556"/>
                <a:gd name="connsiteX6" fmla="*/ 3345427 w 3379567"/>
                <a:gd name="connsiteY6" fmla="*/ 3501083 h 4766556"/>
                <a:gd name="connsiteX7" fmla="*/ 3334326 w 3379567"/>
                <a:gd name="connsiteY7" fmla="*/ 4500497 h 4766556"/>
                <a:gd name="connsiteX8" fmla="*/ 3068267 w 3379567"/>
                <a:gd name="connsiteY8" fmla="*/ 4766556 h 4766556"/>
                <a:gd name="connsiteX9" fmla="*/ 330242 w 3379567"/>
                <a:gd name="connsiteY9" fmla="*/ 4766556 h 4766556"/>
                <a:gd name="connsiteX10" fmla="*/ 64183 w 3379567"/>
                <a:gd name="connsiteY10" fmla="*/ 4500497 h 4766556"/>
                <a:gd name="connsiteX11" fmla="*/ 44289 w 3379567"/>
                <a:gd name="connsiteY11" fmla="*/ 3515615 h 4766556"/>
                <a:gd name="connsiteX12" fmla="*/ 261265 w 3379567"/>
                <a:gd name="connsiteY12" fmla="*/ 2406538 h 4766556"/>
                <a:gd name="connsiteX13" fmla="*/ 28790 w 3379567"/>
                <a:gd name="connsiteY13" fmla="*/ 1010723 h 4766556"/>
                <a:gd name="connsiteX14" fmla="*/ 64183 w 3379567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79567" h="4766556">
                  <a:moveTo>
                    <a:pt x="64183" y="266059"/>
                  </a:moveTo>
                  <a:cubicBezTo>
                    <a:pt x="64183" y="119119"/>
                    <a:pt x="183302" y="0"/>
                    <a:pt x="330242" y="0"/>
                  </a:cubicBezTo>
                  <a:lnTo>
                    <a:pt x="3068267" y="0"/>
                  </a:lnTo>
                  <a:cubicBezTo>
                    <a:pt x="3215207" y="0"/>
                    <a:pt x="3334326" y="119119"/>
                    <a:pt x="3334326" y="266059"/>
                  </a:cubicBezTo>
                  <a:cubicBezTo>
                    <a:pt x="3344357" y="454050"/>
                    <a:pt x="3423652" y="535460"/>
                    <a:pt x="3345428" y="908999"/>
                  </a:cubicBezTo>
                  <a:cubicBezTo>
                    <a:pt x="3267204" y="1054896"/>
                    <a:pt x="3047645" y="1669097"/>
                    <a:pt x="3081957" y="2231189"/>
                  </a:cubicBezTo>
                  <a:cubicBezTo>
                    <a:pt x="3097456" y="2732635"/>
                    <a:pt x="3143949" y="3071295"/>
                    <a:pt x="3345427" y="3501083"/>
                  </a:cubicBezTo>
                  <a:lnTo>
                    <a:pt x="3334326" y="4500497"/>
                  </a:lnTo>
                  <a:cubicBezTo>
                    <a:pt x="3334326" y="4647437"/>
                    <a:pt x="3215207" y="4766556"/>
                    <a:pt x="3068267" y="4766556"/>
                  </a:cubicBezTo>
                  <a:lnTo>
                    <a:pt x="330242" y="4766556"/>
                  </a:lnTo>
                  <a:cubicBezTo>
                    <a:pt x="183302" y="4766556"/>
                    <a:pt x="64183" y="4647437"/>
                    <a:pt x="64183" y="4500497"/>
                  </a:cubicBezTo>
                  <a:cubicBezTo>
                    <a:pt x="42355" y="4328014"/>
                    <a:pt x="-29887" y="3845233"/>
                    <a:pt x="44289" y="3515615"/>
                  </a:cubicBezTo>
                  <a:cubicBezTo>
                    <a:pt x="257950" y="2873062"/>
                    <a:pt x="178608" y="2973861"/>
                    <a:pt x="261265" y="2406538"/>
                  </a:cubicBezTo>
                  <a:cubicBezTo>
                    <a:pt x="239868" y="1783735"/>
                    <a:pt x="195956" y="1216363"/>
                    <a:pt x="28790" y="1010723"/>
                  </a:cubicBezTo>
                  <a:cubicBezTo>
                    <a:pt x="-45386" y="634601"/>
                    <a:pt x="44938" y="451466"/>
                    <a:pt x="64183" y="266059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">
              <a:extLst>
                <a:ext uri="{FF2B5EF4-FFF2-40B4-BE49-F238E27FC236}">
                  <a16:creationId xmlns:a16="http://schemas.microsoft.com/office/drawing/2014/main" id="{A93250DD-95DE-1AC3-DA11-CE9C7BDA8574}"/>
                </a:ext>
              </a:extLst>
            </p:cNvPr>
            <p:cNvSpPr/>
            <p:nvPr/>
          </p:nvSpPr>
          <p:spPr>
            <a:xfrm>
              <a:off x="1114736" y="1847731"/>
              <a:ext cx="3367418" cy="4766556"/>
            </a:xfrm>
            <a:custGeom>
              <a:avLst/>
              <a:gdLst>
                <a:gd name="connsiteX0" fmla="*/ 0 w 3270143"/>
                <a:gd name="connsiteY0" fmla="*/ 266059 h 4766556"/>
                <a:gd name="connsiteX1" fmla="*/ 266059 w 3270143"/>
                <a:gd name="connsiteY1" fmla="*/ 0 h 4766556"/>
                <a:gd name="connsiteX2" fmla="*/ 3004084 w 3270143"/>
                <a:gd name="connsiteY2" fmla="*/ 0 h 4766556"/>
                <a:gd name="connsiteX3" fmla="*/ 3270143 w 3270143"/>
                <a:gd name="connsiteY3" fmla="*/ 266059 h 4766556"/>
                <a:gd name="connsiteX4" fmla="*/ 3270143 w 3270143"/>
                <a:gd name="connsiteY4" fmla="*/ 4500497 h 4766556"/>
                <a:gd name="connsiteX5" fmla="*/ 3004084 w 3270143"/>
                <a:gd name="connsiteY5" fmla="*/ 4766556 h 4766556"/>
                <a:gd name="connsiteX6" fmla="*/ 266059 w 3270143"/>
                <a:gd name="connsiteY6" fmla="*/ 4766556 h 4766556"/>
                <a:gd name="connsiteX7" fmla="*/ 0 w 3270143"/>
                <a:gd name="connsiteY7" fmla="*/ 4500497 h 4766556"/>
                <a:gd name="connsiteX8" fmla="*/ 0 w 3270143"/>
                <a:gd name="connsiteY8" fmla="*/ 266059 h 4766556"/>
                <a:gd name="connsiteX0" fmla="*/ 71 w 3270214"/>
                <a:gd name="connsiteY0" fmla="*/ 266059 h 4766556"/>
                <a:gd name="connsiteX1" fmla="*/ 266130 w 3270214"/>
                <a:gd name="connsiteY1" fmla="*/ 0 h 4766556"/>
                <a:gd name="connsiteX2" fmla="*/ 3004155 w 3270214"/>
                <a:gd name="connsiteY2" fmla="*/ 0 h 4766556"/>
                <a:gd name="connsiteX3" fmla="*/ 3270214 w 3270214"/>
                <a:gd name="connsiteY3" fmla="*/ 266059 h 4766556"/>
                <a:gd name="connsiteX4" fmla="*/ 3270214 w 3270214"/>
                <a:gd name="connsiteY4" fmla="*/ 4500497 h 4766556"/>
                <a:gd name="connsiteX5" fmla="*/ 3004155 w 3270214"/>
                <a:gd name="connsiteY5" fmla="*/ 4766556 h 4766556"/>
                <a:gd name="connsiteX6" fmla="*/ 266130 w 3270214"/>
                <a:gd name="connsiteY6" fmla="*/ 4766556 h 4766556"/>
                <a:gd name="connsiteX7" fmla="*/ 71 w 3270214"/>
                <a:gd name="connsiteY7" fmla="*/ 4500497 h 4766556"/>
                <a:gd name="connsiteX8" fmla="*/ 445125 w 3270214"/>
                <a:gd name="connsiteY8" fmla="*/ 2522791 h 4766556"/>
                <a:gd name="connsiteX9" fmla="*/ 71 w 3270214"/>
                <a:gd name="connsiteY9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97088 w 3322177"/>
                <a:gd name="connsiteY8" fmla="*/ 2522791 h 4766556"/>
                <a:gd name="connsiteX9" fmla="*/ 32139 w 3322177"/>
                <a:gd name="connsiteY9" fmla="*/ 1112445 h 4766556"/>
                <a:gd name="connsiteX10" fmla="*/ 52034 w 3322177"/>
                <a:gd name="connsiteY10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3322177 w 3322177"/>
                <a:gd name="connsiteY4" fmla="*/ 4500497 h 4766556"/>
                <a:gd name="connsiteX5" fmla="*/ 3056118 w 3322177"/>
                <a:gd name="connsiteY5" fmla="*/ 4766556 h 4766556"/>
                <a:gd name="connsiteX6" fmla="*/ 318093 w 3322177"/>
                <a:gd name="connsiteY6" fmla="*/ 4766556 h 4766556"/>
                <a:gd name="connsiteX7" fmla="*/ 52034 w 3322177"/>
                <a:gd name="connsiteY7" fmla="*/ 4500497 h 4766556"/>
                <a:gd name="connsiteX8" fmla="*/ 47638 w 3322177"/>
                <a:gd name="connsiteY8" fmla="*/ 3762655 h 4766556"/>
                <a:gd name="connsiteX9" fmla="*/ 497088 w 3322177"/>
                <a:gd name="connsiteY9" fmla="*/ 2522791 h 4766556"/>
                <a:gd name="connsiteX10" fmla="*/ 32139 w 3322177"/>
                <a:gd name="connsiteY10" fmla="*/ 1112445 h 4766556"/>
                <a:gd name="connsiteX11" fmla="*/ 52034 w 3322177"/>
                <a:gd name="connsiteY11" fmla="*/ 266059 h 4766556"/>
                <a:gd name="connsiteX0" fmla="*/ 52034 w 3322177"/>
                <a:gd name="connsiteY0" fmla="*/ 266059 h 4766556"/>
                <a:gd name="connsiteX1" fmla="*/ 318093 w 3322177"/>
                <a:gd name="connsiteY1" fmla="*/ 0 h 4766556"/>
                <a:gd name="connsiteX2" fmla="*/ 3056118 w 3322177"/>
                <a:gd name="connsiteY2" fmla="*/ 0 h 4766556"/>
                <a:gd name="connsiteX3" fmla="*/ 3322177 w 3322177"/>
                <a:gd name="connsiteY3" fmla="*/ 266059 h 4766556"/>
                <a:gd name="connsiteX4" fmla="*/ 2852831 w 3322177"/>
                <a:gd name="connsiteY4" fmla="*/ 2507293 h 4766556"/>
                <a:gd name="connsiteX5" fmla="*/ 3322177 w 3322177"/>
                <a:gd name="connsiteY5" fmla="*/ 4500497 h 4766556"/>
                <a:gd name="connsiteX6" fmla="*/ 3056118 w 3322177"/>
                <a:gd name="connsiteY6" fmla="*/ 4766556 h 4766556"/>
                <a:gd name="connsiteX7" fmla="*/ 318093 w 3322177"/>
                <a:gd name="connsiteY7" fmla="*/ 4766556 h 4766556"/>
                <a:gd name="connsiteX8" fmla="*/ 52034 w 3322177"/>
                <a:gd name="connsiteY8" fmla="*/ 4500497 h 4766556"/>
                <a:gd name="connsiteX9" fmla="*/ 47638 w 3322177"/>
                <a:gd name="connsiteY9" fmla="*/ 3762655 h 4766556"/>
                <a:gd name="connsiteX10" fmla="*/ 497088 w 3322177"/>
                <a:gd name="connsiteY10" fmla="*/ 2522791 h 4766556"/>
                <a:gd name="connsiteX11" fmla="*/ 32139 w 3322177"/>
                <a:gd name="connsiteY11" fmla="*/ 1112445 h 4766556"/>
                <a:gd name="connsiteX12" fmla="*/ 52034 w 3322177"/>
                <a:gd name="connsiteY12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22177 w 3367418"/>
                <a:gd name="connsiteY6" fmla="*/ 4500497 h 4766556"/>
                <a:gd name="connsiteX7" fmla="*/ 3056118 w 3367418"/>
                <a:gd name="connsiteY7" fmla="*/ 4766556 h 4766556"/>
                <a:gd name="connsiteX8" fmla="*/ 318093 w 3367418"/>
                <a:gd name="connsiteY8" fmla="*/ 4766556 h 4766556"/>
                <a:gd name="connsiteX9" fmla="*/ 52034 w 3367418"/>
                <a:gd name="connsiteY9" fmla="*/ 4500497 h 4766556"/>
                <a:gd name="connsiteX10" fmla="*/ 47638 w 3367418"/>
                <a:gd name="connsiteY10" fmla="*/ 3762655 h 4766556"/>
                <a:gd name="connsiteX11" fmla="*/ 497088 w 3367418"/>
                <a:gd name="connsiteY11" fmla="*/ 2522791 h 4766556"/>
                <a:gd name="connsiteX12" fmla="*/ 32139 w 3367418"/>
                <a:gd name="connsiteY12" fmla="*/ 1112445 h 4766556"/>
                <a:gd name="connsiteX13" fmla="*/ 52034 w 3367418"/>
                <a:gd name="connsiteY13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852831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97088 w 3367418"/>
                <a:gd name="connsiteY12" fmla="*/ 2522791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  <a:gd name="connsiteX0" fmla="*/ 52034 w 3367418"/>
                <a:gd name="connsiteY0" fmla="*/ 266059 h 4766556"/>
                <a:gd name="connsiteX1" fmla="*/ 318093 w 3367418"/>
                <a:gd name="connsiteY1" fmla="*/ 0 h 4766556"/>
                <a:gd name="connsiteX2" fmla="*/ 3056118 w 3367418"/>
                <a:gd name="connsiteY2" fmla="*/ 0 h 4766556"/>
                <a:gd name="connsiteX3" fmla="*/ 3322177 w 3367418"/>
                <a:gd name="connsiteY3" fmla="*/ 266059 h 4766556"/>
                <a:gd name="connsiteX4" fmla="*/ 3333279 w 3367418"/>
                <a:gd name="connsiteY4" fmla="*/ 1112445 h 4766556"/>
                <a:gd name="connsiteX5" fmla="*/ 2930323 w 3367418"/>
                <a:gd name="connsiteY5" fmla="*/ 2507293 h 4766556"/>
                <a:gd name="connsiteX6" fmla="*/ 3333278 w 3367418"/>
                <a:gd name="connsiteY6" fmla="*/ 3762655 h 4766556"/>
                <a:gd name="connsiteX7" fmla="*/ 3322177 w 3367418"/>
                <a:gd name="connsiteY7" fmla="*/ 4500497 h 4766556"/>
                <a:gd name="connsiteX8" fmla="*/ 3056118 w 3367418"/>
                <a:gd name="connsiteY8" fmla="*/ 4766556 h 4766556"/>
                <a:gd name="connsiteX9" fmla="*/ 318093 w 3367418"/>
                <a:gd name="connsiteY9" fmla="*/ 4766556 h 4766556"/>
                <a:gd name="connsiteX10" fmla="*/ 52034 w 3367418"/>
                <a:gd name="connsiteY10" fmla="*/ 4500497 h 4766556"/>
                <a:gd name="connsiteX11" fmla="*/ 47638 w 3367418"/>
                <a:gd name="connsiteY11" fmla="*/ 3762655 h 4766556"/>
                <a:gd name="connsiteX12" fmla="*/ 404098 w 3367418"/>
                <a:gd name="connsiteY12" fmla="*/ 2507293 h 4766556"/>
                <a:gd name="connsiteX13" fmla="*/ 32139 w 3367418"/>
                <a:gd name="connsiteY13" fmla="*/ 1112445 h 4766556"/>
                <a:gd name="connsiteX14" fmla="*/ 52034 w 3367418"/>
                <a:gd name="connsiteY14" fmla="*/ 266059 h 476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67418" h="4766556">
                  <a:moveTo>
                    <a:pt x="52034" y="266059"/>
                  </a:moveTo>
                  <a:cubicBezTo>
                    <a:pt x="52034" y="119119"/>
                    <a:pt x="171153" y="0"/>
                    <a:pt x="318093" y="0"/>
                  </a:cubicBezTo>
                  <a:lnTo>
                    <a:pt x="3056118" y="0"/>
                  </a:lnTo>
                  <a:cubicBezTo>
                    <a:pt x="3203058" y="0"/>
                    <a:pt x="3322177" y="119119"/>
                    <a:pt x="3322177" y="266059"/>
                  </a:cubicBezTo>
                  <a:cubicBezTo>
                    <a:pt x="3332208" y="454050"/>
                    <a:pt x="3411503" y="738906"/>
                    <a:pt x="3333279" y="1112445"/>
                  </a:cubicBezTo>
                  <a:cubicBezTo>
                    <a:pt x="3146567" y="1331001"/>
                    <a:pt x="2896011" y="1945201"/>
                    <a:pt x="2930323" y="2507293"/>
                  </a:cubicBezTo>
                  <a:cubicBezTo>
                    <a:pt x="2992316" y="3075564"/>
                    <a:pt x="3131799" y="3426858"/>
                    <a:pt x="3333278" y="3762655"/>
                  </a:cubicBezTo>
                  <a:lnTo>
                    <a:pt x="3322177" y="4500497"/>
                  </a:lnTo>
                  <a:cubicBezTo>
                    <a:pt x="3322177" y="4647437"/>
                    <a:pt x="3203058" y="4766556"/>
                    <a:pt x="3056118" y="4766556"/>
                  </a:cubicBezTo>
                  <a:lnTo>
                    <a:pt x="318093" y="4766556"/>
                  </a:lnTo>
                  <a:cubicBezTo>
                    <a:pt x="171153" y="4766556"/>
                    <a:pt x="52034" y="4647437"/>
                    <a:pt x="52034" y="4500497"/>
                  </a:cubicBezTo>
                  <a:cubicBezTo>
                    <a:pt x="30206" y="4328014"/>
                    <a:pt x="-26538" y="4092273"/>
                    <a:pt x="47638" y="3762655"/>
                  </a:cubicBezTo>
                  <a:cubicBezTo>
                    <a:pt x="245801" y="3541525"/>
                    <a:pt x="429929" y="2943829"/>
                    <a:pt x="404098" y="2507293"/>
                  </a:cubicBezTo>
                  <a:cubicBezTo>
                    <a:pt x="429196" y="1942618"/>
                    <a:pt x="199305" y="1318085"/>
                    <a:pt x="32139" y="1112445"/>
                  </a:cubicBezTo>
                  <a:cubicBezTo>
                    <a:pt x="-42037" y="736323"/>
                    <a:pt x="32789" y="451466"/>
                    <a:pt x="52034" y="266059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3B6DBE24-41D8-B164-C240-A28BFBA53AC3}"/>
                </a:ext>
              </a:extLst>
            </p:cNvPr>
            <p:cNvSpPr/>
            <p:nvPr/>
          </p:nvSpPr>
          <p:spPr>
            <a:xfrm>
              <a:off x="2076830" y="2185232"/>
              <a:ext cx="1459484" cy="4100803"/>
            </a:xfrm>
            <a:custGeom>
              <a:avLst/>
              <a:gdLst>
                <a:gd name="connsiteX0" fmla="*/ 0 w 1456841"/>
                <a:gd name="connsiteY0" fmla="*/ 444293 h 4091553"/>
                <a:gd name="connsiteX1" fmla="*/ 444293 w 1456841"/>
                <a:gd name="connsiteY1" fmla="*/ 0 h 4091553"/>
                <a:gd name="connsiteX2" fmla="*/ 1012548 w 1456841"/>
                <a:gd name="connsiteY2" fmla="*/ 0 h 4091553"/>
                <a:gd name="connsiteX3" fmla="*/ 1456841 w 1456841"/>
                <a:gd name="connsiteY3" fmla="*/ 444293 h 4091553"/>
                <a:gd name="connsiteX4" fmla="*/ 1456841 w 1456841"/>
                <a:gd name="connsiteY4" fmla="*/ 3647260 h 4091553"/>
                <a:gd name="connsiteX5" fmla="*/ 1012548 w 1456841"/>
                <a:gd name="connsiteY5" fmla="*/ 4091553 h 4091553"/>
                <a:gd name="connsiteX6" fmla="*/ 444293 w 1456841"/>
                <a:gd name="connsiteY6" fmla="*/ 4091553 h 4091553"/>
                <a:gd name="connsiteX7" fmla="*/ 0 w 1456841"/>
                <a:gd name="connsiteY7" fmla="*/ 3647260 h 4091553"/>
                <a:gd name="connsiteX8" fmla="*/ 0 w 1456841"/>
                <a:gd name="connsiteY8" fmla="*/ 444293 h 4091553"/>
                <a:gd name="connsiteX0" fmla="*/ 2643 w 1459484"/>
                <a:gd name="connsiteY0" fmla="*/ 444293 h 4100803"/>
                <a:gd name="connsiteX1" fmla="*/ 446936 w 1459484"/>
                <a:gd name="connsiteY1" fmla="*/ 0 h 4100803"/>
                <a:gd name="connsiteX2" fmla="*/ 1015191 w 1459484"/>
                <a:gd name="connsiteY2" fmla="*/ 0 h 4100803"/>
                <a:gd name="connsiteX3" fmla="*/ 1459484 w 1459484"/>
                <a:gd name="connsiteY3" fmla="*/ 444293 h 4100803"/>
                <a:gd name="connsiteX4" fmla="*/ 1459484 w 1459484"/>
                <a:gd name="connsiteY4" fmla="*/ 3647260 h 4100803"/>
                <a:gd name="connsiteX5" fmla="*/ 1015191 w 1459484"/>
                <a:gd name="connsiteY5" fmla="*/ 4091553 h 4100803"/>
                <a:gd name="connsiteX6" fmla="*/ 446936 w 1459484"/>
                <a:gd name="connsiteY6" fmla="*/ 4091553 h 4100803"/>
                <a:gd name="connsiteX7" fmla="*/ 2643 w 1459484"/>
                <a:gd name="connsiteY7" fmla="*/ 3647260 h 4100803"/>
                <a:gd name="connsiteX8" fmla="*/ 2643 w 1459484"/>
                <a:gd name="connsiteY8" fmla="*/ 444293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9484" h="4100803">
                  <a:moveTo>
                    <a:pt x="2643" y="444293"/>
                  </a:moveTo>
                  <a:cubicBezTo>
                    <a:pt x="2643" y="198917"/>
                    <a:pt x="201560" y="0"/>
                    <a:pt x="446936" y="0"/>
                  </a:cubicBezTo>
                  <a:lnTo>
                    <a:pt x="1015191" y="0"/>
                  </a:lnTo>
                  <a:cubicBezTo>
                    <a:pt x="1260567" y="0"/>
                    <a:pt x="1459484" y="198917"/>
                    <a:pt x="1459484" y="444293"/>
                  </a:cubicBezTo>
                  <a:lnTo>
                    <a:pt x="1459484" y="3647260"/>
                  </a:lnTo>
                  <a:cubicBezTo>
                    <a:pt x="1459484" y="3892636"/>
                    <a:pt x="1260567" y="4091553"/>
                    <a:pt x="1015191" y="4091553"/>
                  </a:cubicBezTo>
                  <a:lnTo>
                    <a:pt x="446936" y="4091553"/>
                  </a:lnTo>
                  <a:cubicBezTo>
                    <a:pt x="-61911" y="4153546"/>
                    <a:pt x="2643" y="3892636"/>
                    <a:pt x="2643" y="3647260"/>
                  </a:cubicBezTo>
                  <a:lnTo>
                    <a:pt x="2643" y="444293"/>
                  </a:ln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C3D0E1A-0EBA-B631-F0A7-3020F5CD3FA3}"/>
                </a:ext>
              </a:extLst>
            </p:cNvPr>
            <p:cNvSpPr/>
            <p:nvPr/>
          </p:nvSpPr>
          <p:spPr>
            <a:xfrm>
              <a:off x="2747496" y="3886200"/>
              <a:ext cx="643208" cy="643208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8D7F338B-8B41-C1B9-62EE-28223172AD4F}"/>
                </a:ext>
              </a:extLst>
            </p:cNvPr>
            <p:cNvSpPr/>
            <p:nvPr/>
          </p:nvSpPr>
          <p:spPr>
            <a:xfrm rot="1011054">
              <a:off x="2934260" y="4096170"/>
              <a:ext cx="269680" cy="269680"/>
            </a:xfrm>
            <a:prstGeom prst="plus">
              <a:avLst>
                <a:gd name="adj" fmla="val 38559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AC61AE1-81B2-8A20-37E8-671E88A48EA0}"/>
                </a:ext>
              </a:extLst>
            </p:cNvPr>
            <p:cNvSpPr/>
            <p:nvPr/>
          </p:nvSpPr>
          <p:spPr>
            <a:xfrm>
              <a:off x="2062280" y="2185232"/>
              <a:ext cx="543872" cy="4100803"/>
            </a:xfrm>
            <a:custGeom>
              <a:avLst/>
              <a:gdLst>
                <a:gd name="connsiteX0" fmla="*/ 446937 w 543872"/>
                <a:gd name="connsiteY0" fmla="*/ 0 h 4100803"/>
                <a:gd name="connsiteX1" fmla="*/ 543872 w 543872"/>
                <a:gd name="connsiteY1" fmla="*/ 0 h 4100803"/>
                <a:gd name="connsiteX2" fmla="*/ 543872 w 543872"/>
                <a:gd name="connsiteY2" fmla="*/ 4091553 h 4100803"/>
                <a:gd name="connsiteX3" fmla="*/ 446937 w 543872"/>
                <a:gd name="connsiteY3" fmla="*/ 4091553 h 4100803"/>
                <a:gd name="connsiteX4" fmla="*/ 2644 w 543872"/>
                <a:gd name="connsiteY4" fmla="*/ 3647260 h 4100803"/>
                <a:gd name="connsiteX5" fmla="*/ 2644 w 543872"/>
                <a:gd name="connsiteY5" fmla="*/ 444293 h 4100803"/>
                <a:gd name="connsiteX6" fmla="*/ 446937 w 543872"/>
                <a:gd name="connsiteY6" fmla="*/ 0 h 41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3872" h="4100803">
                  <a:moveTo>
                    <a:pt x="446937" y="0"/>
                  </a:moveTo>
                  <a:lnTo>
                    <a:pt x="543872" y="0"/>
                  </a:lnTo>
                  <a:lnTo>
                    <a:pt x="543872" y="4091553"/>
                  </a:lnTo>
                  <a:lnTo>
                    <a:pt x="446937" y="4091553"/>
                  </a:lnTo>
                  <a:cubicBezTo>
                    <a:pt x="-61910" y="4153546"/>
                    <a:pt x="2644" y="3892636"/>
                    <a:pt x="2644" y="3647260"/>
                  </a:cubicBezTo>
                  <a:lnTo>
                    <a:pt x="2644" y="444293"/>
                  </a:lnTo>
                  <a:cubicBezTo>
                    <a:pt x="2644" y="198917"/>
                    <a:pt x="201561" y="0"/>
                    <a:pt x="446937" y="0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015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749143" y="795135"/>
            <a:ext cx="3222378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Ruler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8830FE7-CFC0-CC6F-9F65-BF96C2405FBD}"/>
              </a:ext>
            </a:extLst>
          </p:cNvPr>
          <p:cNvGrpSpPr/>
          <p:nvPr/>
        </p:nvGrpSpPr>
        <p:grpSpPr>
          <a:xfrm>
            <a:off x="2472295" y="2383181"/>
            <a:ext cx="1359582" cy="4785608"/>
            <a:chOff x="5138227" y="2361424"/>
            <a:chExt cx="1359582" cy="478560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06BAAF6-3FB5-4A9F-7B41-A4E06FD291B9}"/>
                </a:ext>
              </a:extLst>
            </p:cNvPr>
            <p:cNvSpPr/>
            <p:nvPr/>
          </p:nvSpPr>
          <p:spPr>
            <a:xfrm>
              <a:off x="5162495" y="2361424"/>
              <a:ext cx="1335314" cy="4785608"/>
            </a:xfrm>
            <a:prstGeom prst="roundRect">
              <a:avLst>
                <a:gd name="adj" fmla="val 8560"/>
              </a:avLst>
            </a:prstGeom>
            <a:solidFill>
              <a:srgbClr val="F3B42E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B8807BC-9FB3-4C3C-3400-28ECA32F7C65}"/>
                </a:ext>
              </a:extLst>
            </p:cNvPr>
            <p:cNvGrpSpPr/>
            <p:nvPr/>
          </p:nvGrpSpPr>
          <p:grpSpPr>
            <a:xfrm>
              <a:off x="5138227" y="2721983"/>
              <a:ext cx="713934" cy="4156982"/>
              <a:chOff x="2234846" y="2534073"/>
              <a:chExt cx="1248708" cy="4156982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69C4D322-A53B-055F-E25B-BD8A7EED1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6" y="2534073"/>
                <a:ext cx="863955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E73A1A3A-0E8E-9DBE-9902-0CD648CC34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7293" y="2693730"/>
                <a:ext cx="114094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2ECDDEF9-5514-534F-305D-F32CDAB70D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7293" y="2886498"/>
                <a:ext cx="82150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5D58D57-3539-F0AB-F35E-738C8FC25A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6" y="3046155"/>
                <a:ext cx="1139373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2A180F1-46DD-3E22-6C49-EC182CA509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7293" y="3229398"/>
                <a:ext cx="84351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7DCC9F4-8D02-A905-77E7-8E2D992A3E9F}"/>
                  </a:ext>
                </a:extLst>
              </p:cNvPr>
              <p:cNvCxnSpPr/>
              <p:nvPr/>
            </p:nvCxnSpPr>
            <p:spPr>
              <a:xfrm>
                <a:off x="2278867" y="3393137"/>
                <a:ext cx="1204687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A3FF3BC-D0B2-036E-9F15-CE2E0882B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7293" y="3600873"/>
                <a:ext cx="82150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5839FB-8FE4-FC84-BC2C-130D12B224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7" y="3760530"/>
                <a:ext cx="1139372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8FD4340-3113-2CE0-671E-A314A58A89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7293" y="3953298"/>
                <a:ext cx="79949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BDCC036-0309-00FA-C0D5-DD842347F3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77293" y="4112955"/>
                <a:ext cx="1096926" cy="408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AC25020-29C3-7D71-5EB7-23FCD056B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6" y="4296198"/>
                <a:ext cx="86395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60CF346-2E3C-B7B3-933E-F3F5E840B4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7" y="4455855"/>
                <a:ext cx="1139372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8494EB8-7524-5F94-8E48-D37D8C036C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7" y="4624130"/>
                <a:ext cx="951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57F00EE-0A46-77D7-B70D-BF0ECCCC3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7" y="4783787"/>
                <a:ext cx="1226697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0F476F5-68AE-4D30-3038-32B4225C59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7" y="4976555"/>
                <a:ext cx="92926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E7EBD9F-2CC6-A4F1-DD48-DC96B647B37A}"/>
                  </a:ext>
                </a:extLst>
              </p:cNvPr>
              <p:cNvCxnSpPr/>
              <p:nvPr/>
            </p:nvCxnSpPr>
            <p:spPr>
              <a:xfrm>
                <a:off x="2256857" y="5136212"/>
                <a:ext cx="120468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39B6FCD-7EF6-65FC-AF2D-254BBF90BC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7" y="5319455"/>
                <a:ext cx="951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3A7FB5C-FEE2-E18E-640A-9622E74D9BAC}"/>
                  </a:ext>
                </a:extLst>
              </p:cNvPr>
              <p:cNvCxnSpPr/>
              <p:nvPr/>
            </p:nvCxnSpPr>
            <p:spPr>
              <a:xfrm>
                <a:off x="2278868" y="5479112"/>
                <a:ext cx="120468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A68A6BA-083C-597E-EFD7-E657D41D5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7" y="5690930"/>
                <a:ext cx="907257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F7C4B33-91E3-A37B-81D6-A5BBBB9C1D06}"/>
                  </a:ext>
                </a:extLst>
              </p:cNvPr>
              <p:cNvCxnSpPr/>
              <p:nvPr/>
            </p:nvCxnSpPr>
            <p:spPr>
              <a:xfrm>
                <a:off x="2256857" y="5850587"/>
                <a:ext cx="120468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EDCEFEF-F837-EF05-6EEF-4072F06E3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7" y="6043355"/>
                <a:ext cx="90725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81081E9-3D9D-E4F8-8DC2-2C68C65183A2}"/>
                  </a:ext>
                </a:extLst>
              </p:cNvPr>
              <p:cNvCxnSpPr/>
              <p:nvPr/>
            </p:nvCxnSpPr>
            <p:spPr>
              <a:xfrm>
                <a:off x="2234846" y="6203012"/>
                <a:ext cx="120468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B9CAB99-1184-4132-66C4-B8932AAAB9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7" y="6386255"/>
                <a:ext cx="92926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614DAB2-4EC0-232E-2AB1-9DBF5C3E151E}"/>
                  </a:ext>
                </a:extLst>
              </p:cNvPr>
              <p:cNvCxnSpPr/>
              <p:nvPr/>
            </p:nvCxnSpPr>
            <p:spPr>
              <a:xfrm>
                <a:off x="2256857" y="6545912"/>
                <a:ext cx="120468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F5CE7E5-9ACB-A2B0-3828-21D0EAE035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7" y="6691055"/>
                <a:ext cx="88524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6B48625-67D2-91F3-8F07-BB8283479E69}"/>
              </a:ext>
            </a:extLst>
          </p:cNvPr>
          <p:cNvGrpSpPr/>
          <p:nvPr/>
        </p:nvGrpSpPr>
        <p:grpSpPr>
          <a:xfrm>
            <a:off x="4287632" y="2081194"/>
            <a:ext cx="1335314" cy="4785608"/>
            <a:chOff x="4287632" y="2081194"/>
            <a:chExt cx="1335314" cy="4785608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A0375C89-EE16-E2EF-9377-57A84625603B}"/>
                </a:ext>
              </a:extLst>
            </p:cNvPr>
            <p:cNvSpPr/>
            <p:nvPr/>
          </p:nvSpPr>
          <p:spPr>
            <a:xfrm>
              <a:off x="4287632" y="2081194"/>
              <a:ext cx="1335314" cy="4785608"/>
            </a:xfrm>
            <a:prstGeom prst="roundRect">
              <a:avLst>
                <a:gd name="adj" fmla="val 8560"/>
              </a:avLst>
            </a:prstGeom>
            <a:solidFill>
              <a:srgbClr val="F3B42E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F42E6288-D5EA-D7BE-A589-6BF8E3BA1A5A}"/>
                </a:ext>
              </a:extLst>
            </p:cNvPr>
            <p:cNvGrpSpPr/>
            <p:nvPr/>
          </p:nvGrpSpPr>
          <p:grpSpPr>
            <a:xfrm>
              <a:off x="4313700" y="2459203"/>
              <a:ext cx="701351" cy="4156982"/>
              <a:chOff x="4313700" y="2459203"/>
              <a:chExt cx="701351" cy="4156982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8EFBE923-FE6A-BA63-9AF7-B5450E8AF1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1" y="2459203"/>
                <a:ext cx="49395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521BC07-035F-6C72-F74F-975C701751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2618860"/>
                <a:ext cx="664009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00621CE2-6664-6832-3885-27BB828037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2811628"/>
                <a:ext cx="481373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DE8363B-1DF3-3C91-8851-3700D70D58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1" y="2971285"/>
                <a:ext cx="651423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C072A82F-FE4A-6712-34E6-D072DAB887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3154528"/>
                <a:ext cx="493957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3CB75E03-49AE-3955-70EE-4D742CA0E8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3314185"/>
                <a:ext cx="664009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3CCEC954-C8BB-1D5F-22B5-D2187D3C96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3526003"/>
                <a:ext cx="481373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40D124C-C39F-7D90-77B7-D162CACDA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2" y="3685660"/>
                <a:ext cx="651422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7470B4BE-839C-BFAC-66AD-56BC908A4C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3878428"/>
                <a:ext cx="46878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0047A547-9DD1-023F-E39C-CA0290C0CE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4038085"/>
                <a:ext cx="63884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31EA412F-A8D5-B610-BDBE-879BCB5F7A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4221328"/>
                <a:ext cx="481374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D5AA9AF-66EC-BDFA-1F93-DC7E366353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2" y="4380985"/>
                <a:ext cx="651422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45134E78-3A5C-5B3B-670D-6E6F03FC15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2" y="4708917"/>
                <a:ext cx="701349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37E9E6B-94E2-895D-EAA7-FB22F5C1C4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4901685"/>
                <a:ext cx="51871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69E93088-091A-A77F-2B6C-1159931B0831}"/>
                  </a:ext>
                </a:extLst>
              </p:cNvPr>
              <p:cNvCxnSpPr/>
              <p:nvPr/>
            </p:nvCxnSpPr>
            <p:spPr>
              <a:xfrm>
                <a:off x="4313702" y="5061342"/>
                <a:ext cx="688765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D1384DE5-0110-0364-A810-0859025031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5244585"/>
                <a:ext cx="5313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329D2F1-F7D1-D952-1DDF-AFFE97E702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5404242"/>
                <a:ext cx="70135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B575B40C-4FB0-1D47-404B-A7340E3746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2" y="5616060"/>
                <a:ext cx="518713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C98218C2-5337-FCA4-83A0-102F0AA79C56}"/>
                  </a:ext>
                </a:extLst>
              </p:cNvPr>
              <p:cNvCxnSpPr/>
              <p:nvPr/>
            </p:nvCxnSpPr>
            <p:spPr>
              <a:xfrm>
                <a:off x="4313702" y="5775717"/>
                <a:ext cx="688765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273D46B-4CB2-243E-7D93-DB850EF1D1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5968485"/>
                <a:ext cx="50613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DB2995A-7A88-37EF-0EF0-9F1C8ED607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6128142"/>
                <a:ext cx="676182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9E7B08C-BE4D-2185-5318-973A7C9251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6311385"/>
                <a:ext cx="518716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660877D6-C6D1-F637-3875-3CD28E95F7DD}"/>
                  </a:ext>
                </a:extLst>
              </p:cNvPr>
              <p:cNvCxnSpPr/>
              <p:nvPr/>
            </p:nvCxnSpPr>
            <p:spPr>
              <a:xfrm>
                <a:off x="4313702" y="6471042"/>
                <a:ext cx="688765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C99750ED-813F-0333-F79E-9C5CE1E4D1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2" y="6616185"/>
                <a:ext cx="506129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BFECF0D-5B2E-7A2B-EEF8-940281C030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13700" y="4545178"/>
                <a:ext cx="481374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12856AF-7D65-CC92-7D02-F4FB7C602609}"/>
              </a:ext>
            </a:extLst>
          </p:cNvPr>
          <p:cNvGrpSpPr/>
          <p:nvPr/>
        </p:nvGrpSpPr>
        <p:grpSpPr>
          <a:xfrm>
            <a:off x="725946" y="2022622"/>
            <a:ext cx="1359582" cy="4785608"/>
            <a:chOff x="5138227" y="2361424"/>
            <a:chExt cx="1359582" cy="4785608"/>
          </a:xfrm>
          <a:solidFill>
            <a:schemeClr val="bg1"/>
          </a:solidFill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2B1382E7-1AF4-6DA3-8C25-7A88BEF48C5A}"/>
                </a:ext>
              </a:extLst>
            </p:cNvPr>
            <p:cNvSpPr/>
            <p:nvPr/>
          </p:nvSpPr>
          <p:spPr>
            <a:xfrm>
              <a:off x="5162495" y="2361424"/>
              <a:ext cx="1335314" cy="4785608"/>
            </a:xfrm>
            <a:prstGeom prst="roundRect">
              <a:avLst>
                <a:gd name="adj" fmla="val 8560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5EE7031E-D10F-22F4-984D-3F225B4BF0E6}"/>
                </a:ext>
              </a:extLst>
            </p:cNvPr>
            <p:cNvGrpSpPr/>
            <p:nvPr/>
          </p:nvGrpSpPr>
          <p:grpSpPr>
            <a:xfrm>
              <a:off x="5138227" y="2721983"/>
              <a:ext cx="713934" cy="4156982"/>
              <a:chOff x="2234846" y="2534073"/>
              <a:chExt cx="1248708" cy="4156982"/>
            </a:xfrm>
            <a:grpFill/>
          </p:grpSpPr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D96194AF-6DED-8591-8921-5410DEF40F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6" y="2534073"/>
                <a:ext cx="863955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AFD31AB2-70FE-9D42-3FEE-3FBCCF28FC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5" y="2693730"/>
                <a:ext cx="116138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469ED30E-97DC-16E0-A1E8-3702ED1F26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7293" y="2886498"/>
                <a:ext cx="821508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0E8AAF6F-09BD-0DD1-0A05-9AA875675D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6" y="3046155"/>
                <a:ext cx="1139373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7250F0E-64CD-C11B-2042-2CF6454CAC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7293" y="3229398"/>
                <a:ext cx="843518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FB54D617-94D0-A4BA-AE98-B245FEA5FC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5" y="3389055"/>
                <a:ext cx="116138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FA5327EA-E2F4-F3DF-9868-75763FC10D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7293" y="3600873"/>
                <a:ext cx="821508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3AE1B3E9-5CCF-E741-4881-FDC6DC1253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7" y="3760530"/>
                <a:ext cx="1139372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7674C01C-EBD3-C871-2741-644BDA75F9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7293" y="3953298"/>
                <a:ext cx="79949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75A3ED19-0A55-72B7-D119-E1E8CC26C5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7293" y="4112955"/>
                <a:ext cx="109692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C082A146-11EB-D6BA-2FAF-E0355F183B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6" y="4296198"/>
                <a:ext cx="86395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5F969133-95DD-2479-7C33-F241C7675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7" y="4455855"/>
                <a:ext cx="1139372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BBC0E49B-02F8-6157-CE7C-93E5F34D07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7" y="4624130"/>
                <a:ext cx="951278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F36AA783-33EE-6D6A-5C95-468CF0D407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7" y="4783787"/>
                <a:ext cx="1226697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B9E68905-2F40-6C97-329A-7219F65555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7" y="4976555"/>
                <a:ext cx="929268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F75D53A9-8AD7-FFC5-E43B-DAFA1822DE20}"/>
                  </a:ext>
                </a:extLst>
              </p:cNvPr>
              <p:cNvCxnSpPr/>
              <p:nvPr/>
            </p:nvCxnSpPr>
            <p:spPr>
              <a:xfrm>
                <a:off x="2256857" y="5136212"/>
                <a:ext cx="120468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610E6B14-2147-EB4A-C818-4E5D55BECD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7" y="5319455"/>
                <a:ext cx="951278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884E2013-D1BE-E40F-3018-F7F3135EB3E1}"/>
                  </a:ext>
                </a:extLst>
              </p:cNvPr>
              <p:cNvCxnSpPr/>
              <p:nvPr/>
            </p:nvCxnSpPr>
            <p:spPr>
              <a:xfrm>
                <a:off x="2278868" y="5479112"/>
                <a:ext cx="120468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7BF143EF-488B-2086-0FFB-5A47A0D67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7" y="5690930"/>
                <a:ext cx="907257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549DDCEF-A016-8CE9-61E1-1EFD80F54FB5}"/>
                  </a:ext>
                </a:extLst>
              </p:cNvPr>
              <p:cNvCxnSpPr/>
              <p:nvPr/>
            </p:nvCxnSpPr>
            <p:spPr>
              <a:xfrm>
                <a:off x="2256857" y="5850587"/>
                <a:ext cx="120468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6234623F-2BD5-8C0E-DD74-E136E97D7C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7" y="6043355"/>
                <a:ext cx="90725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B777F702-2361-E82C-1465-BBA21AFDC1C5}"/>
                  </a:ext>
                </a:extLst>
              </p:cNvPr>
              <p:cNvCxnSpPr/>
              <p:nvPr/>
            </p:nvCxnSpPr>
            <p:spPr>
              <a:xfrm>
                <a:off x="2234846" y="6203012"/>
                <a:ext cx="120468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8AC6B498-191F-F04C-048B-D2E2E52C8A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4847" y="6386255"/>
                <a:ext cx="929268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3ADCD8AD-3686-EDF0-B01F-9705FDD535FA}"/>
                  </a:ext>
                </a:extLst>
              </p:cNvPr>
              <p:cNvCxnSpPr/>
              <p:nvPr/>
            </p:nvCxnSpPr>
            <p:spPr>
              <a:xfrm>
                <a:off x="2256857" y="6545912"/>
                <a:ext cx="120468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3426D920-BAA6-4FFA-760A-0A10E931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56857" y="6691055"/>
                <a:ext cx="885246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28035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718368" y="795135"/>
            <a:ext cx="2966286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Book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44F300C-A0C9-3D9C-A323-40CEA2468F59}"/>
              </a:ext>
            </a:extLst>
          </p:cNvPr>
          <p:cNvGrpSpPr/>
          <p:nvPr/>
        </p:nvGrpSpPr>
        <p:grpSpPr>
          <a:xfrm>
            <a:off x="1635180" y="1667555"/>
            <a:ext cx="4502136" cy="3119091"/>
            <a:chOff x="1209003" y="3167409"/>
            <a:chExt cx="3032108" cy="210065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7F4AD1-E135-412D-9B2B-AEC472A9ADDE}"/>
                </a:ext>
              </a:extLst>
            </p:cNvPr>
            <p:cNvGrpSpPr/>
            <p:nvPr/>
          </p:nvGrpSpPr>
          <p:grpSpPr>
            <a:xfrm>
              <a:off x="1209003" y="3167409"/>
              <a:ext cx="3032108" cy="2100652"/>
              <a:chOff x="4942803" y="100359"/>
              <a:chExt cx="3032108" cy="2100652"/>
            </a:xfrm>
          </p:grpSpPr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854B2C46-D6F9-39FA-159B-65B11AEE775D}"/>
                  </a:ext>
                </a:extLst>
              </p:cNvPr>
              <p:cNvSpPr/>
              <p:nvPr/>
            </p:nvSpPr>
            <p:spPr>
              <a:xfrm>
                <a:off x="4942803" y="100359"/>
                <a:ext cx="3032108" cy="2100652"/>
              </a:xfrm>
              <a:custGeom>
                <a:avLst/>
                <a:gdLst>
                  <a:gd name="connsiteX0" fmla="*/ 0 w 2612571"/>
                  <a:gd name="connsiteY0" fmla="*/ 0 h 1538514"/>
                  <a:gd name="connsiteX1" fmla="*/ 2612571 w 2612571"/>
                  <a:gd name="connsiteY1" fmla="*/ 0 h 1538514"/>
                  <a:gd name="connsiteX2" fmla="*/ 2612571 w 2612571"/>
                  <a:gd name="connsiteY2" fmla="*/ 1538514 h 1538514"/>
                  <a:gd name="connsiteX3" fmla="*/ 0 w 2612571"/>
                  <a:gd name="connsiteY3" fmla="*/ 1538514 h 1538514"/>
                  <a:gd name="connsiteX4" fmla="*/ 0 w 2612571"/>
                  <a:gd name="connsiteY4" fmla="*/ 0 h 1538514"/>
                  <a:gd name="connsiteX0" fmla="*/ 0 w 2612571"/>
                  <a:gd name="connsiteY0" fmla="*/ 0 h 1538514"/>
                  <a:gd name="connsiteX1" fmla="*/ 1320800 w 2612571"/>
                  <a:gd name="connsiteY1" fmla="*/ 304800 h 1538514"/>
                  <a:gd name="connsiteX2" fmla="*/ 2612571 w 2612571"/>
                  <a:gd name="connsiteY2" fmla="*/ 0 h 1538514"/>
                  <a:gd name="connsiteX3" fmla="*/ 2612571 w 2612571"/>
                  <a:gd name="connsiteY3" fmla="*/ 1538514 h 1538514"/>
                  <a:gd name="connsiteX4" fmla="*/ 0 w 2612571"/>
                  <a:gd name="connsiteY4" fmla="*/ 1538514 h 1538514"/>
                  <a:gd name="connsiteX5" fmla="*/ 0 w 2612571"/>
                  <a:gd name="connsiteY5" fmla="*/ 0 h 1538514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70628"/>
                  <a:gd name="connsiteY0" fmla="*/ 0 h 1814286"/>
                  <a:gd name="connsiteX1" fmla="*/ 1378857 w 2670628"/>
                  <a:gd name="connsiteY1" fmla="*/ 304800 h 1814286"/>
                  <a:gd name="connsiteX2" fmla="*/ 2670628 w 2670628"/>
                  <a:gd name="connsiteY2" fmla="*/ 0 h 1814286"/>
                  <a:gd name="connsiteX3" fmla="*/ 2670628 w 2670628"/>
                  <a:gd name="connsiteY3" fmla="*/ 1538514 h 1814286"/>
                  <a:gd name="connsiteX4" fmla="*/ 1378857 w 2670628"/>
                  <a:gd name="connsiteY4" fmla="*/ 1814286 h 1814286"/>
                  <a:gd name="connsiteX5" fmla="*/ 58057 w 2670628"/>
                  <a:gd name="connsiteY5" fmla="*/ 1596572 h 1814286"/>
                  <a:gd name="connsiteX6" fmla="*/ 0 w 2670628"/>
                  <a:gd name="connsiteY6" fmla="*/ 0 h 1814286"/>
                  <a:gd name="connsiteX0" fmla="*/ 0 w 2670628"/>
                  <a:gd name="connsiteY0" fmla="*/ 58257 h 1872543"/>
                  <a:gd name="connsiteX1" fmla="*/ 1378857 w 2670628"/>
                  <a:gd name="connsiteY1" fmla="*/ 363057 h 1872543"/>
                  <a:gd name="connsiteX2" fmla="*/ 2670628 w 2670628"/>
                  <a:gd name="connsiteY2" fmla="*/ 58257 h 1872543"/>
                  <a:gd name="connsiteX3" fmla="*/ 2670628 w 2670628"/>
                  <a:gd name="connsiteY3" fmla="*/ 1596771 h 1872543"/>
                  <a:gd name="connsiteX4" fmla="*/ 1378857 w 2670628"/>
                  <a:gd name="connsiteY4" fmla="*/ 1872543 h 1872543"/>
                  <a:gd name="connsiteX5" fmla="*/ 58057 w 2670628"/>
                  <a:gd name="connsiteY5" fmla="*/ 1654829 h 1872543"/>
                  <a:gd name="connsiteX6" fmla="*/ 0 w 2670628"/>
                  <a:gd name="connsiteY6" fmla="*/ 58257 h 1872543"/>
                  <a:gd name="connsiteX0" fmla="*/ 0 w 2670628"/>
                  <a:gd name="connsiteY0" fmla="*/ 68764 h 1883050"/>
                  <a:gd name="connsiteX1" fmla="*/ 1378857 w 2670628"/>
                  <a:gd name="connsiteY1" fmla="*/ 373564 h 1883050"/>
                  <a:gd name="connsiteX2" fmla="*/ 2670628 w 2670628"/>
                  <a:gd name="connsiteY2" fmla="*/ 68764 h 1883050"/>
                  <a:gd name="connsiteX3" fmla="*/ 2670628 w 2670628"/>
                  <a:gd name="connsiteY3" fmla="*/ 1607278 h 1883050"/>
                  <a:gd name="connsiteX4" fmla="*/ 1378857 w 2670628"/>
                  <a:gd name="connsiteY4" fmla="*/ 1883050 h 1883050"/>
                  <a:gd name="connsiteX5" fmla="*/ 58057 w 2670628"/>
                  <a:gd name="connsiteY5" fmla="*/ 1665336 h 1883050"/>
                  <a:gd name="connsiteX6" fmla="*/ 0 w 2670628"/>
                  <a:gd name="connsiteY6" fmla="*/ 68764 h 1883050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0628" h="1850218">
                    <a:moveTo>
                      <a:pt x="0" y="35932"/>
                    </a:moveTo>
                    <a:cubicBezTo>
                      <a:pt x="628952" y="-109211"/>
                      <a:pt x="1054705" y="224618"/>
                      <a:pt x="1378857" y="340732"/>
                    </a:cubicBezTo>
                    <a:cubicBezTo>
                      <a:pt x="1780419" y="-22125"/>
                      <a:pt x="2181981" y="-36640"/>
                      <a:pt x="2670628" y="35932"/>
                    </a:cubicBezTo>
                    <a:lnTo>
                      <a:pt x="2670628" y="1574446"/>
                    </a:lnTo>
                    <a:cubicBezTo>
                      <a:pt x="2235200" y="1574446"/>
                      <a:pt x="1698171" y="1719590"/>
                      <a:pt x="1378857" y="1850218"/>
                    </a:cubicBezTo>
                    <a:cubicBezTo>
                      <a:pt x="938590" y="1656694"/>
                      <a:pt x="425753" y="1579285"/>
                      <a:pt x="58057" y="1632504"/>
                    </a:cubicBezTo>
                    <a:lnTo>
                      <a:pt x="0" y="35932"/>
                    </a:lnTo>
                    <a:close/>
                  </a:path>
                </a:pathLst>
              </a:custGeom>
              <a:solidFill>
                <a:srgbClr val="92D050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C782F3-7AEA-8B12-4495-2B600C39C51A}"/>
                  </a:ext>
                </a:extLst>
              </p:cNvPr>
              <p:cNvSpPr/>
              <p:nvPr/>
            </p:nvSpPr>
            <p:spPr>
              <a:xfrm>
                <a:off x="5123543" y="123724"/>
                <a:ext cx="2670628" cy="1850218"/>
              </a:xfrm>
              <a:custGeom>
                <a:avLst/>
                <a:gdLst>
                  <a:gd name="connsiteX0" fmla="*/ 0 w 2612571"/>
                  <a:gd name="connsiteY0" fmla="*/ 0 h 1538514"/>
                  <a:gd name="connsiteX1" fmla="*/ 2612571 w 2612571"/>
                  <a:gd name="connsiteY1" fmla="*/ 0 h 1538514"/>
                  <a:gd name="connsiteX2" fmla="*/ 2612571 w 2612571"/>
                  <a:gd name="connsiteY2" fmla="*/ 1538514 h 1538514"/>
                  <a:gd name="connsiteX3" fmla="*/ 0 w 2612571"/>
                  <a:gd name="connsiteY3" fmla="*/ 1538514 h 1538514"/>
                  <a:gd name="connsiteX4" fmla="*/ 0 w 2612571"/>
                  <a:gd name="connsiteY4" fmla="*/ 0 h 1538514"/>
                  <a:gd name="connsiteX0" fmla="*/ 0 w 2612571"/>
                  <a:gd name="connsiteY0" fmla="*/ 0 h 1538514"/>
                  <a:gd name="connsiteX1" fmla="*/ 1320800 w 2612571"/>
                  <a:gd name="connsiteY1" fmla="*/ 304800 h 1538514"/>
                  <a:gd name="connsiteX2" fmla="*/ 2612571 w 2612571"/>
                  <a:gd name="connsiteY2" fmla="*/ 0 h 1538514"/>
                  <a:gd name="connsiteX3" fmla="*/ 2612571 w 2612571"/>
                  <a:gd name="connsiteY3" fmla="*/ 1538514 h 1538514"/>
                  <a:gd name="connsiteX4" fmla="*/ 0 w 2612571"/>
                  <a:gd name="connsiteY4" fmla="*/ 1538514 h 1538514"/>
                  <a:gd name="connsiteX5" fmla="*/ 0 w 2612571"/>
                  <a:gd name="connsiteY5" fmla="*/ 0 h 1538514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70628"/>
                  <a:gd name="connsiteY0" fmla="*/ 0 h 1814286"/>
                  <a:gd name="connsiteX1" fmla="*/ 1378857 w 2670628"/>
                  <a:gd name="connsiteY1" fmla="*/ 304800 h 1814286"/>
                  <a:gd name="connsiteX2" fmla="*/ 2670628 w 2670628"/>
                  <a:gd name="connsiteY2" fmla="*/ 0 h 1814286"/>
                  <a:gd name="connsiteX3" fmla="*/ 2670628 w 2670628"/>
                  <a:gd name="connsiteY3" fmla="*/ 1538514 h 1814286"/>
                  <a:gd name="connsiteX4" fmla="*/ 1378857 w 2670628"/>
                  <a:gd name="connsiteY4" fmla="*/ 1814286 h 1814286"/>
                  <a:gd name="connsiteX5" fmla="*/ 58057 w 2670628"/>
                  <a:gd name="connsiteY5" fmla="*/ 1596572 h 1814286"/>
                  <a:gd name="connsiteX6" fmla="*/ 0 w 2670628"/>
                  <a:gd name="connsiteY6" fmla="*/ 0 h 1814286"/>
                  <a:gd name="connsiteX0" fmla="*/ 0 w 2670628"/>
                  <a:gd name="connsiteY0" fmla="*/ 58257 h 1872543"/>
                  <a:gd name="connsiteX1" fmla="*/ 1378857 w 2670628"/>
                  <a:gd name="connsiteY1" fmla="*/ 363057 h 1872543"/>
                  <a:gd name="connsiteX2" fmla="*/ 2670628 w 2670628"/>
                  <a:gd name="connsiteY2" fmla="*/ 58257 h 1872543"/>
                  <a:gd name="connsiteX3" fmla="*/ 2670628 w 2670628"/>
                  <a:gd name="connsiteY3" fmla="*/ 1596771 h 1872543"/>
                  <a:gd name="connsiteX4" fmla="*/ 1378857 w 2670628"/>
                  <a:gd name="connsiteY4" fmla="*/ 1872543 h 1872543"/>
                  <a:gd name="connsiteX5" fmla="*/ 58057 w 2670628"/>
                  <a:gd name="connsiteY5" fmla="*/ 1654829 h 1872543"/>
                  <a:gd name="connsiteX6" fmla="*/ 0 w 2670628"/>
                  <a:gd name="connsiteY6" fmla="*/ 58257 h 1872543"/>
                  <a:gd name="connsiteX0" fmla="*/ 0 w 2670628"/>
                  <a:gd name="connsiteY0" fmla="*/ 68764 h 1883050"/>
                  <a:gd name="connsiteX1" fmla="*/ 1378857 w 2670628"/>
                  <a:gd name="connsiteY1" fmla="*/ 373564 h 1883050"/>
                  <a:gd name="connsiteX2" fmla="*/ 2670628 w 2670628"/>
                  <a:gd name="connsiteY2" fmla="*/ 68764 h 1883050"/>
                  <a:gd name="connsiteX3" fmla="*/ 2670628 w 2670628"/>
                  <a:gd name="connsiteY3" fmla="*/ 1607278 h 1883050"/>
                  <a:gd name="connsiteX4" fmla="*/ 1378857 w 2670628"/>
                  <a:gd name="connsiteY4" fmla="*/ 1883050 h 1883050"/>
                  <a:gd name="connsiteX5" fmla="*/ 58057 w 2670628"/>
                  <a:gd name="connsiteY5" fmla="*/ 1665336 h 1883050"/>
                  <a:gd name="connsiteX6" fmla="*/ 0 w 2670628"/>
                  <a:gd name="connsiteY6" fmla="*/ 68764 h 1883050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0628" h="1850218">
                    <a:moveTo>
                      <a:pt x="0" y="35932"/>
                    </a:moveTo>
                    <a:cubicBezTo>
                      <a:pt x="628952" y="-109211"/>
                      <a:pt x="1054705" y="224618"/>
                      <a:pt x="1378857" y="340732"/>
                    </a:cubicBezTo>
                    <a:cubicBezTo>
                      <a:pt x="1780419" y="-22125"/>
                      <a:pt x="2181981" y="-36640"/>
                      <a:pt x="2670628" y="35932"/>
                    </a:cubicBezTo>
                    <a:lnTo>
                      <a:pt x="2670628" y="1574446"/>
                    </a:lnTo>
                    <a:cubicBezTo>
                      <a:pt x="2235200" y="1574446"/>
                      <a:pt x="1698171" y="1719590"/>
                      <a:pt x="1378857" y="1850218"/>
                    </a:cubicBezTo>
                    <a:cubicBezTo>
                      <a:pt x="938590" y="1656694"/>
                      <a:pt x="425753" y="1579285"/>
                      <a:pt x="58057" y="1632504"/>
                    </a:cubicBezTo>
                    <a:lnTo>
                      <a:pt x="0" y="35932"/>
                    </a:lnTo>
                    <a:close/>
                  </a:path>
                </a:pathLst>
              </a:cu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ABF29F-A369-FDA8-0BC2-B829A3BFA070}"/>
                </a:ext>
              </a:extLst>
            </p:cNvPr>
            <p:cNvCxnSpPr>
              <a:cxnSpLocks/>
              <a:stCxn id="4" idx="1"/>
              <a:endCxn id="3" idx="4"/>
            </p:cNvCxnSpPr>
            <p:nvPr/>
          </p:nvCxnSpPr>
          <p:spPr>
            <a:xfrm flipH="1">
              <a:off x="2768600" y="3554260"/>
              <a:ext cx="5894" cy="14867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9868A5-F7B7-510B-3D1B-0FEC5519664C}"/>
              </a:ext>
            </a:extLst>
          </p:cNvPr>
          <p:cNvGrpSpPr/>
          <p:nvPr/>
        </p:nvGrpSpPr>
        <p:grpSpPr>
          <a:xfrm>
            <a:off x="5556264" y="2534073"/>
            <a:ext cx="4502136" cy="3119091"/>
            <a:chOff x="1209003" y="3167409"/>
            <a:chExt cx="3032108" cy="210065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80DDD8A-2E92-446C-C918-935A0C19EEE5}"/>
                </a:ext>
              </a:extLst>
            </p:cNvPr>
            <p:cNvGrpSpPr/>
            <p:nvPr/>
          </p:nvGrpSpPr>
          <p:grpSpPr>
            <a:xfrm>
              <a:off x="1209003" y="3167409"/>
              <a:ext cx="3032108" cy="2100652"/>
              <a:chOff x="4942803" y="100359"/>
              <a:chExt cx="3032108" cy="2100652"/>
            </a:xfrm>
          </p:grpSpPr>
          <p:sp>
            <p:nvSpPr>
              <p:cNvPr id="17" name="Rectangle 2">
                <a:extLst>
                  <a:ext uri="{FF2B5EF4-FFF2-40B4-BE49-F238E27FC236}">
                    <a16:creationId xmlns:a16="http://schemas.microsoft.com/office/drawing/2014/main" id="{E3D863D4-D72F-28A7-715E-8C7582ED81D6}"/>
                  </a:ext>
                </a:extLst>
              </p:cNvPr>
              <p:cNvSpPr/>
              <p:nvPr/>
            </p:nvSpPr>
            <p:spPr>
              <a:xfrm>
                <a:off x="4942803" y="100359"/>
                <a:ext cx="3032108" cy="2100652"/>
              </a:xfrm>
              <a:custGeom>
                <a:avLst/>
                <a:gdLst>
                  <a:gd name="connsiteX0" fmla="*/ 0 w 2612571"/>
                  <a:gd name="connsiteY0" fmla="*/ 0 h 1538514"/>
                  <a:gd name="connsiteX1" fmla="*/ 2612571 w 2612571"/>
                  <a:gd name="connsiteY1" fmla="*/ 0 h 1538514"/>
                  <a:gd name="connsiteX2" fmla="*/ 2612571 w 2612571"/>
                  <a:gd name="connsiteY2" fmla="*/ 1538514 h 1538514"/>
                  <a:gd name="connsiteX3" fmla="*/ 0 w 2612571"/>
                  <a:gd name="connsiteY3" fmla="*/ 1538514 h 1538514"/>
                  <a:gd name="connsiteX4" fmla="*/ 0 w 2612571"/>
                  <a:gd name="connsiteY4" fmla="*/ 0 h 1538514"/>
                  <a:gd name="connsiteX0" fmla="*/ 0 w 2612571"/>
                  <a:gd name="connsiteY0" fmla="*/ 0 h 1538514"/>
                  <a:gd name="connsiteX1" fmla="*/ 1320800 w 2612571"/>
                  <a:gd name="connsiteY1" fmla="*/ 304800 h 1538514"/>
                  <a:gd name="connsiteX2" fmla="*/ 2612571 w 2612571"/>
                  <a:gd name="connsiteY2" fmla="*/ 0 h 1538514"/>
                  <a:gd name="connsiteX3" fmla="*/ 2612571 w 2612571"/>
                  <a:gd name="connsiteY3" fmla="*/ 1538514 h 1538514"/>
                  <a:gd name="connsiteX4" fmla="*/ 0 w 2612571"/>
                  <a:gd name="connsiteY4" fmla="*/ 1538514 h 1538514"/>
                  <a:gd name="connsiteX5" fmla="*/ 0 w 2612571"/>
                  <a:gd name="connsiteY5" fmla="*/ 0 h 1538514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70628"/>
                  <a:gd name="connsiteY0" fmla="*/ 0 h 1814286"/>
                  <a:gd name="connsiteX1" fmla="*/ 1378857 w 2670628"/>
                  <a:gd name="connsiteY1" fmla="*/ 304800 h 1814286"/>
                  <a:gd name="connsiteX2" fmla="*/ 2670628 w 2670628"/>
                  <a:gd name="connsiteY2" fmla="*/ 0 h 1814286"/>
                  <a:gd name="connsiteX3" fmla="*/ 2670628 w 2670628"/>
                  <a:gd name="connsiteY3" fmla="*/ 1538514 h 1814286"/>
                  <a:gd name="connsiteX4" fmla="*/ 1378857 w 2670628"/>
                  <a:gd name="connsiteY4" fmla="*/ 1814286 h 1814286"/>
                  <a:gd name="connsiteX5" fmla="*/ 58057 w 2670628"/>
                  <a:gd name="connsiteY5" fmla="*/ 1596572 h 1814286"/>
                  <a:gd name="connsiteX6" fmla="*/ 0 w 2670628"/>
                  <a:gd name="connsiteY6" fmla="*/ 0 h 1814286"/>
                  <a:gd name="connsiteX0" fmla="*/ 0 w 2670628"/>
                  <a:gd name="connsiteY0" fmla="*/ 58257 h 1872543"/>
                  <a:gd name="connsiteX1" fmla="*/ 1378857 w 2670628"/>
                  <a:gd name="connsiteY1" fmla="*/ 363057 h 1872543"/>
                  <a:gd name="connsiteX2" fmla="*/ 2670628 w 2670628"/>
                  <a:gd name="connsiteY2" fmla="*/ 58257 h 1872543"/>
                  <a:gd name="connsiteX3" fmla="*/ 2670628 w 2670628"/>
                  <a:gd name="connsiteY3" fmla="*/ 1596771 h 1872543"/>
                  <a:gd name="connsiteX4" fmla="*/ 1378857 w 2670628"/>
                  <a:gd name="connsiteY4" fmla="*/ 1872543 h 1872543"/>
                  <a:gd name="connsiteX5" fmla="*/ 58057 w 2670628"/>
                  <a:gd name="connsiteY5" fmla="*/ 1654829 h 1872543"/>
                  <a:gd name="connsiteX6" fmla="*/ 0 w 2670628"/>
                  <a:gd name="connsiteY6" fmla="*/ 58257 h 1872543"/>
                  <a:gd name="connsiteX0" fmla="*/ 0 w 2670628"/>
                  <a:gd name="connsiteY0" fmla="*/ 68764 h 1883050"/>
                  <a:gd name="connsiteX1" fmla="*/ 1378857 w 2670628"/>
                  <a:gd name="connsiteY1" fmla="*/ 373564 h 1883050"/>
                  <a:gd name="connsiteX2" fmla="*/ 2670628 w 2670628"/>
                  <a:gd name="connsiteY2" fmla="*/ 68764 h 1883050"/>
                  <a:gd name="connsiteX3" fmla="*/ 2670628 w 2670628"/>
                  <a:gd name="connsiteY3" fmla="*/ 1607278 h 1883050"/>
                  <a:gd name="connsiteX4" fmla="*/ 1378857 w 2670628"/>
                  <a:gd name="connsiteY4" fmla="*/ 1883050 h 1883050"/>
                  <a:gd name="connsiteX5" fmla="*/ 58057 w 2670628"/>
                  <a:gd name="connsiteY5" fmla="*/ 1665336 h 1883050"/>
                  <a:gd name="connsiteX6" fmla="*/ 0 w 2670628"/>
                  <a:gd name="connsiteY6" fmla="*/ 68764 h 1883050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0628" h="1850218">
                    <a:moveTo>
                      <a:pt x="0" y="35932"/>
                    </a:moveTo>
                    <a:cubicBezTo>
                      <a:pt x="628952" y="-109211"/>
                      <a:pt x="1054705" y="224618"/>
                      <a:pt x="1378857" y="340732"/>
                    </a:cubicBezTo>
                    <a:cubicBezTo>
                      <a:pt x="1780419" y="-22125"/>
                      <a:pt x="2181981" y="-36640"/>
                      <a:pt x="2670628" y="35932"/>
                    </a:cubicBezTo>
                    <a:lnTo>
                      <a:pt x="2670628" y="1574446"/>
                    </a:lnTo>
                    <a:cubicBezTo>
                      <a:pt x="2235200" y="1574446"/>
                      <a:pt x="1698171" y="1719590"/>
                      <a:pt x="1378857" y="1850218"/>
                    </a:cubicBezTo>
                    <a:cubicBezTo>
                      <a:pt x="938590" y="1656694"/>
                      <a:pt x="425753" y="1579285"/>
                      <a:pt x="58057" y="1632504"/>
                    </a:cubicBezTo>
                    <a:lnTo>
                      <a:pt x="0" y="35932"/>
                    </a:lnTo>
                    <a:close/>
                  </a:path>
                </a:pathLst>
              </a:custGeom>
              <a:solidFill>
                <a:srgbClr val="92D050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2">
                <a:extLst>
                  <a:ext uri="{FF2B5EF4-FFF2-40B4-BE49-F238E27FC236}">
                    <a16:creationId xmlns:a16="http://schemas.microsoft.com/office/drawing/2014/main" id="{B529B36C-B37B-E175-E17A-79A276FC89B4}"/>
                  </a:ext>
                </a:extLst>
              </p:cNvPr>
              <p:cNvSpPr/>
              <p:nvPr/>
            </p:nvSpPr>
            <p:spPr>
              <a:xfrm>
                <a:off x="5123543" y="165774"/>
                <a:ext cx="2670628" cy="1850218"/>
              </a:xfrm>
              <a:custGeom>
                <a:avLst/>
                <a:gdLst>
                  <a:gd name="connsiteX0" fmla="*/ 0 w 2612571"/>
                  <a:gd name="connsiteY0" fmla="*/ 0 h 1538514"/>
                  <a:gd name="connsiteX1" fmla="*/ 2612571 w 2612571"/>
                  <a:gd name="connsiteY1" fmla="*/ 0 h 1538514"/>
                  <a:gd name="connsiteX2" fmla="*/ 2612571 w 2612571"/>
                  <a:gd name="connsiteY2" fmla="*/ 1538514 h 1538514"/>
                  <a:gd name="connsiteX3" fmla="*/ 0 w 2612571"/>
                  <a:gd name="connsiteY3" fmla="*/ 1538514 h 1538514"/>
                  <a:gd name="connsiteX4" fmla="*/ 0 w 2612571"/>
                  <a:gd name="connsiteY4" fmla="*/ 0 h 1538514"/>
                  <a:gd name="connsiteX0" fmla="*/ 0 w 2612571"/>
                  <a:gd name="connsiteY0" fmla="*/ 0 h 1538514"/>
                  <a:gd name="connsiteX1" fmla="*/ 1320800 w 2612571"/>
                  <a:gd name="connsiteY1" fmla="*/ 304800 h 1538514"/>
                  <a:gd name="connsiteX2" fmla="*/ 2612571 w 2612571"/>
                  <a:gd name="connsiteY2" fmla="*/ 0 h 1538514"/>
                  <a:gd name="connsiteX3" fmla="*/ 2612571 w 2612571"/>
                  <a:gd name="connsiteY3" fmla="*/ 1538514 h 1538514"/>
                  <a:gd name="connsiteX4" fmla="*/ 0 w 2612571"/>
                  <a:gd name="connsiteY4" fmla="*/ 1538514 h 1538514"/>
                  <a:gd name="connsiteX5" fmla="*/ 0 w 2612571"/>
                  <a:gd name="connsiteY5" fmla="*/ 0 h 1538514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70628"/>
                  <a:gd name="connsiteY0" fmla="*/ 0 h 1814286"/>
                  <a:gd name="connsiteX1" fmla="*/ 1378857 w 2670628"/>
                  <a:gd name="connsiteY1" fmla="*/ 304800 h 1814286"/>
                  <a:gd name="connsiteX2" fmla="*/ 2670628 w 2670628"/>
                  <a:gd name="connsiteY2" fmla="*/ 0 h 1814286"/>
                  <a:gd name="connsiteX3" fmla="*/ 2670628 w 2670628"/>
                  <a:gd name="connsiteY3" fmla="*/ 1538514 h 1814286"/>
                  <a:gd name="connsiteX4" fmla="*/ 1378857 w 2670628"/>
                  <a:gd name="connsiteY4" fmla="*/ 1814286 h 1814286"/>
                  <a:gd name="connsiteX5" fmla="*/ 58057 w 2670628"/>
                  <a:gd name="connsiteY5" fmla="*/ 1596572 h 1814286"/>
                  <a:gd name="connsiteX6" fmla="*/ 0 w 2670628"/>
                  <a:gd name="connsiteY6" fmla="*/ 0 h 1814286"/>
                  <a:gd name="connsiteX0" fmla="*/ 0 w 2670628"/>
                  <a:gd name="connsiteY0" fmla="*/ 58257 h 1872543"/>
                  <a:gd name="connsiteX1" fmla="*/ 1378857 w 2670628"/>
                  <a:gd name="connsiteY1" fmla="*/ 363057 h 1872543"/>
                  <a:gd name="connsiteX2" fmla="*/ 2670628 w 2670628"/>
                  <a:gd name="connsiteY2" fmla="*/ 58257 h 1872543"/>
                  <a:gd name="connsiteX3" fmla="*/ 2670628 w 2670628"/>
                  <a:gd name="connsiteY3" fmla="*/ 1596771 h 1872543"/>
                  <a:gd name="connsiteX4" fmla="*/ 1378857 w 2670628"/>
                  <a:gd name="connsiteY4" fmla="*/ 1872543 h 1872543"/>
                  <a:gd name="connsiteX5" fmla="*/ 58057 w 2670628"/>
                  <a:gd name="connsiteY5" fmla="*/ 1654829 h 1872543"/>
                  <a:gd name="connsiteX6" fmla="*/ 0 w 2670628"/>
                  <a:gd name="connsiteY6" fmla="*/ 58257 h 1872543"/>
                  <a:gd name="connsiteX0" fmla="*/ 0 w 2670628"/>
                  <a:gd name="connsiteY0" fmla="*/ 68764 h 1883050"/>
                  <a:gd name="connsiteX1" fmla="*/ 1378857 w 2670628"/>
                  <a:gd name="connsiteY1" fmla="*/ 373564 h 1883050"/>
                  <a:gd name="connsiteX2" fmla="*/ 2670628 w 2670628"/>
                  <a:gd name="connsiteY2" fmla="*/ 68764 h 1883050"/>
                  <a:gd name="connsiteX3" fmla="*/ 2670628 w 2670628"/>
                  <a:gd name="connsiteY3" fmla="*/ 1607278 h 1883050"/>
                  <a:gd name="connsiteX4" fmla="*/ 1378857 w 2670628"/>
                  <a:gd name="connsiteY4" fmla="*/ 1883050 h 1883050"/>
                  <a:gd name="connsiteX5" fmla="*/ 58057 w 2670628"/>
                  <a:gd name="connsiteY5" fmla="*/ 1665336 h 1883050"/>
                  <a:gd name="connsiteX6" fmla="*/ 0 w 2670628"/>
                  <a:gd name="connsiteY6" fmla="*/ 68764 h 1883050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0628" h="1850218">
                    <a:moveTo>
                      <a:pt x="0" y="35932"/>
                    </a:moveTo>
                    <a:cubicBezTo>
                      <a:pt x="628952" y="-109211"/>
                      <a:pt x="1054705" y="224618"/>
                      <a:pt x="1378857" y="340732"/>
                    </a:cubicBezTo>
                    <a:cubicBezTo>
                      <a:pt x="1780419" y="-22125"/>
                      <a:pt x="2181981" y="-36640"/>
                      <a:pt x="2670628" y="35932"/>
                    </a:cubicBezTo>
                    <a:lnTo>
                      <a:pt x="2670628" y="1574446"/>
                    </a:lnTo>
                    <a:cubicBezTo>
                      <a:pt x="2235200" y="1574446"/>
                      <a:pt x="1698171" y="1719590"/>
                      <a:pt x="1378857" y="1850218"/>
                    </a:cubicBezTo>
                    <a:cubicBezTo>
                      <a:pt x="938590" y="1656694"/>
                      <a:pt x="425753" y="1579285"/>
                      <a:pt x="58057" y="1632504"/>
                    </a:cubicBezTo>
                    <a:lnTo>
                      <a:pt x="0" y="35932"/>
                    </a:lnTo>
                    <a:close/>
                  </a:path>
                </a:pathLst>
              </a:custGeom>
              <a:solidFill>
                <a:schemeClr val="bg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5BDD1D6-20B0-A759-FAED-18CF8BACAD1C}"/>
                </a:ext>
              </a:extLst>
            </p:cNvPr>
            <p:cNvCxnSpPr>
              <a:cxnSpLocks/>
              <a:stCxn id="17" idx="1"/>
              <a:endCxn id="18" idx="4"/>
            </p:cNvCxnSpPr>
            <p:nvPr/>
          </p:nvCxnSpPr>
          <p:spPr>
            <a:xfrm flipH="1">
              <a:off x="2768600" y="3554260"/>
              <a:ext cx="5894" cy="1528782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8BF2322-4ED4-F922-0F4A-3B274D54EB54}"/>
              </a:ext>
            </a:extLst>
          </p:cNvPr>
          <p:cNvGrpSpPr/>
          <p:nvPr/>
        </p:nvGrpSpPr>
        <p:grpSpPr>
          <a:xfrm>
            <a:off x="-1331123" y="3108477"/>
            <a:ext cx="4502136" cy="3119091"/>
            <a:chOff x="1209003" y="3167409"/>
            <a:chExt cx="3032108" cy="2100652"/>
          </a:xfrm>
          <a:solidFill>
            <a:schemeClr val="bg1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49A9D99-90ED-4479-DF96-8104B7275F85}"/>
                </a:ext>
              </a:extLst>
            </p:cNvPr>
            <p:cNvGrpSpPr/>
            <p:nvPr/>
          </p:nvGrpSpPr>
          <p:grpSpPr>
            <a:xfrm>
              <a:off x="1209003" y="3167409"/>
              <a:ext cx="3032108" cy="2100652"/>
              <a:chOff x="4942803" y="100359"/>
              <a:chExt cx="3032108" cy="2100652"/>
            </a:xfrm>
            <a:grpFill/>
          </p:grpSpPr>
          <p:sp>
            <p:nvSpPr>
              <p:cNvPr id="23" name="Rectangle 2">
                <a:extLst>
                  <a:ext uri="{FF2B5EF4-FFF2-40B4-BE49-F238E27FC236}">
                    <a16:creationId xmlns:a16="http://schemas.microsoft.com/office/drawing/2014/main" id="{EB40D86F-AB59-9360-6DAA-BC56BEB14F37}"/>
                  </a:ext>
                </a:extLst>
              </p:cNvPr>
              <p:cNvSpPr/>
              <p:nvPr/>
            </p:nvSpPr>
            <p:spPr>
              <a:xfrm>
                <a:off x="4942803" y="100359"/>
                <a:ext cx="3032108" cy="2100652"/>
              </a:xfrm>
              <a:custGeom>
                <a:avLst/>
                <a:gdLst>
                  <a:gd name="connsiteX0" fmla="*/ 0 w 2612571"/>
                  <a:gd name="connsiteY0" fmla="*/ 0 h 1538514"/>
                  <a:gd name="connsiteX1" fmla="*/ 2612571 w 2612571"/>
                  <a:gd name="connsiteY1" fmla="*/ 0 h 1538514"/>
                  <a:gd name="connsiteX2" fmla="*/ 2612571 w 2612571"/>
                  <a:gd name="connsiteY2" fmla="*/ 1538514 h 1538514"/>
                  <a:gd name="connsiteX3" fmla="*/ 0 w 2612571"/>
                  <a:gd name="connsiteY3" fmla="*/ 1538514 h 1538514"/>
                  <a:gd name="connsiteX4" fmla="*/ 0 w 2612571"/>
                  <a:gd name="connsiteY4" fmla="*/ 0 h 1538514"/>
                  <a:gd name="connsiteX0" fmla="*/ 0 w 2612571"/>
                  <a:gd name="connsiteY0" fmla="*/ 0 h 1538514"/>
                  <a:gd name="connsiteX1" fmla="*/ 1320800 w 2612571"/>
                  <a:gd name="connsiteY1" fmla="*/ 304800 h 1538514"/>
                  <a:gd name="connsiteX2" fmla="*/ 2612571 w 2612571"/>
                  <a:gd name="connsiteY2" fmla="*/ 0 h 1538514"/>
                  <a:gd name="connsiteX3" fmla="*/ 2612571 w 2612571"/>
                  <a:gd name="connsiteY3" fmla="*/ 1538514 h 1538514"/>
                  <a:gd name="connsiteX4" fmla="*/ 0 w 2612571"/>
                  <a:gd name="connsiteY4" fmla="*/ 1538514 h 1538514"/>
                  <a:gd name="connsiteX5" fmla="*/ 0 w 2612571"/>
                  <a:gd name="connsiteY5" fmla="*/ 0 h 1538514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70628"/>
                  <a:gd name="connsiteY0" fmla="*/ 0 h 1814286"/>
                  <a:gd name="connsiteX1" fmla="*/ 1378857 w 2670628"/>
                  <a:gd name="connsiteY1" fmla="*/ 304800 h 1814286"/>
                  <a:gd name="connsiteX2" fmla="*/ 2670628 w 2670628"/>
                  <a:gd name="connsiteY2" fmla="*/ 0 h 1814286"/>
                  <a:gd name="connsiteX3" fmla="*/ 2670628 w 2670628"/>
                  <a:gd name="connsiteY3" fmla="*/ 1538514 h 1814286"/>
                  <a:gd name="connsiteX4" fmla="*/ 1378857 w 2670628"/>
                  <a:gd name="connsiteY4" fmla="*/ 1814286 h 1814286"/>
                  <a:gd name="connsiteX5" fmla="*/ 58057 w 2670628"/>
                  <a:gd name="connsiteY5" fmla="*/ 1596572 h 1814286"/>
                  <a:gd name="connsiteX6" fmla="*/ 0 w 2670628"/>
                  <a:gd name="connsiteY6" fmla="*/ 0 h 1814286"/>
                  <a:gd name="connsiteX0" fmla="*/ 0 w 2670628"/>
                  <a:gd name="connsiteY0" fmla="*/ 58257 h 1872543"/>
                  <a:gd name="connsiteX1" fmla="*/ 1378857 w 2670628"/>
                  <a:gd name="connsiteY1" fmla="*/ 363057 h 1872543"/>
                  <a:gd name="connsiteX2" fmla="*/ 2670628 w 2670628"/>
                  <a:gd name="connsiteY2" fmla="*/ 58257 h 1872543"/>
                  <a:gd name="connsiteX3" fmla="*/ 2670628 w 2670628"/>
                  <a:gd name="connsiteY3" fmla="*/ 1596771 h 1872543"/>
                  <a:gd name="connsiteX4" fmla="*/ 1378857 w 2670628"/>
                  <a:gd name="connsiteY4" fmla="*/ 1872543 h 1872543"/>
                  <a:gd name="connsiteX5" fmla="*/ 58057 w 2670628"/>
                  <a:gd name="connsiteY5" fmla="*/ 1654829 h 1872543"/>
                  <a:gd name="connsiteX6" fmla="*/ 0 w 2670628"/>
                  <a:gd name="connsiteY6" fmla="*/ 58257 h 1872543"/>
                  <a:gd name="connsiteX0" fmla="*/ 0 w 2670628"/>
                  <a:gd name="connsiteY0" fmla="*/ 68764 h 1883050"/>
                  <a:gd name="connsiteX1" fmla="*/ 1378857 w 2670628"/>
                  <a:gd name="connsiteY1" fmla="*/ 373564 h 1883050"/>
                  <a:gd name="connsiteX2" fmla="*/ 2670628 w 2670628"/>
                  <a:gd name="connsiteY2" fmla="*/ 68764 h 1883050"/>
                  <a:gd name="connsiteX3" fmla="*/ 2670628 w 2670628"/>
                  <a:gd name="connsiteY3" fmla="*/ 1607278 h 1883050"/>
                  <a:gd name="connsiteX4" fmla="*/ 1378857 w 2670628"/>
                  <a:gd name="connsiteY4" fmla="*/ 1883050 h 1883050"/>
                  <a:gd name="connsiteX5" fmla="*/ 58057 w 2670628"/>
                  <a:gd name="connsiteY5" fmla="*/ 1665336 h 1883050"/>
                  <a:gd name="connsiteX6" fmla="*/ 0 w 2670628"/>
                  <a:gd name="connsiteY6" fmla="*/ 68764 h 1883050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0628" h="1850218">
                    <a:moveTo>
                      <a:pt x="0" y="35932"/>
                    </a:moveTo>
                    <a:cubicBezTo>
                      <a:pt x="628952" y="-109211"/>
                      <a:pt x="1054705" y="224618"/>
                      <a:pt x="1378857" y="340732"/>
                    </a:cubicBezTo>
                    <a:cubicBezTo>
                      <a:pt x="1780419" y="-22125"/>
                      <a:pt x="2181981" y="-36640"/>
                      <a:pt x="2670628" y="35932"/>
                    </a:cubicBezTo>
                    <a:lnTo>
                      <a:pt x="2670628" y="1574446"/>
                    </a:lnTo>
                    <a:cubicBezTo>
                      <a:pt x="2235200" y="1574446"/>
                      <a:pt x="1698171" y="1719590"/>
                      <a:pt x="1378857" y="1850218"/>
                    </a:cubicBezTo>
                    <a:cubicBezTo>
                      <a:pt x="938590" y="1656694"/>
                      <a:pt x="425753" y="1579285"/>
                      <a:pt x="58057" y="1632504"/>
                    </a:cubicBezTo>
                    <a:lnTo>
                      <a:pt x="0" y="35932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">
                <a:extLst>
                  <a:ext uri="{FF2B5EF4-FFF2-40B4-BE49-F238E27FC236}">
                    <a16:creationId xmlns:a16="http://schemas.microsoft.com/office/drawing/2014/main" id="{A3FCB748-ED0E-1335-B443-7A93A8CAD3D9}"/>
                  </a:ext>
                </a:extLst>
              </p:cNvPr>
              <p:cNvSpPr/>
              <p:nvPr/>
            </p:nvSpPr>
            <p:spPr>
              <a:xfrm>
                <a:off x="5123543" y="123724"/>
                <a:ext cx="2670628" cy="1850218"/>
              </a:xfrm>
              <a:custGeom>
                <a:avLst/>
                <a:gdLst>
                  <a:gd name="connsiteX0" fmla="*/ 0 w 2612571"/>
                  <a:gd name="connsiteY0" fmla="*/ 0 h 1538514"/>
                  <a:gd name="connsiteX1" fmla="*/ 2612571 w 2612571"/>
                  <a:gd name="connsiteY1" fmla="*/ 0 h 1538514"/>
                  <a:gd name="connsiteX2" fmla="*/ 2612571 w 2612571"/>
                  <a:gd name="connsiteY2" fmla="*/ 1538514 h 1538514"/>
                  <a:gd name="connsiteX3" fmla="*/ 0 w 2612571"/>
                  <a:gd name="connsiteY3" fmla="*/ 1538514 h 1538514"/>
                  <a:gd name="connsiteX4" fmla="*/ 0 w 2612571"/>
                  <a:gd name="connsiteY4" fmla="*/ 0 h 1538514"/>
                  <a:gd name="connsiteX0" fmla="*/ 0 w 2612571"/>
                  <a:gd name="connsiteY0" fmla="*/ 0 h 1538514"/>
                  <a:gd name="connsiteX1" fmla="*/ 1320800 w 2612571"/>
                  <a:gd name="connsiteY1" fmla="*/ 304800 h 1538514"/>
                  <a:gd name="connsiteX2" fmla="*/ 2612571 w 2612571"/>
                  <a:gd name="connsiteY2" fmla="*/ 0 h 1538514"/>
                  <a:gd name="connsiteX3" fmla="*/ 2612571 w 2612571"/>
                  <a:gd name="connsiteY3" fmla="*/ 1538514 h 1538514"/>
                  <a:gd name="connsiteX4" fmla="*/ 0 w 2612571"/>
                  <a:gd name="connsiteY4" fmla="*/ 1538514 h 1538514"/>
                  <a:gd name="connsiteX5" fmla="*/ 0 w 2612571"/>
                  <a:gd name="connsiteY5" fmla="*/ 0 h 1538514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38514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12571"/>
                  <a:gd name="connsiteY0" fmla="*/ 0 h 1814286"/>
                  <a:gd name="connsiteX1" fmla="*/ 1320800 w 2612571"/>
                  <a:gd name="connsiteY1" fmla="*/ 304800 h 1814286"/>
                  <a:gd name="connsiteX2" fmla="*/ 2612571 w 2612571"/>
                  <a:gd name="connsiteY2" fmla="*/ 0 h 1814286"/>
                  <a:gd name="connsiteX3" fmla="*/ 2612571 w 2612571"/>
                  <a:gd name="connsiteY3" fmla="*/ 1538514 h 1814286"/>
                  <a:gd name="connsiteX4" fmla="*/ 1320800 w 2612571"/>
                  <a:gd name="connsiteY4" fmla="*/ 1814286 h 1814286"/>
                  <a:gd name="connsiteX5" fmla="*/ 0 w 2612571"/>
                  <a:gd name="connsiteY5" fmla="*/ 1596572 h 1814286"/>
                  <a:gd name="connsiteX6" fmla="*/ 0 w 2612571"/>
                  <a:gd name="connsiteY6" fmla="*/ 0 h 1814286"/>
                  <a:gd name="connsiteX0" fmla="*/ 0 w 2670628"/>
                  <a:gd name="connsiteY0" fmla="*/ 0 h 1814286"/>
                  <a:gd name="connsiteX1" fmla="*/ 1378857 w 2670628"/>
                  <a:gd name="connsiteY1" fmla="*/ 304800 h 1814286"/>
                  <a:gd name="connsiteX2" fmla="*/ 2670628 w 2670628"/>
                  <a:gd name="connsiteY2" fmla="*/ 0 h 1814286"/>
                  <a:gd name="connsiteX3" fmla="*/ 2670628 w 2670628"/>
                  <a:gd name="connsiteY3" fmla="*/ 1538514 h 1814286"/>
                  <a:gd name="connsiteX4" fmla="*/ 1378857 w 2670628"/>
                  <a:gd name="connsiteY4" fmla="*/ 1814286 h 1814286"/>
                  <a:gd name="connsiteX5" fmla="*/ 58057 w 2670628"/>
                  <a:gd name="connsiteY5" fmla="*/ 1596572 h 1814286"/>
                  <a:gd name="connsiteX6" fmla="*/ 0 w 2670628"/>
                  <a:gd name="connsiteY6" fmla="*/ 0 h 1814286"/>
                  <a:gd name="connsiteX0" fmla="*/ 0 w 2670628"/>
                  <a:gd name="connsiteY0" fmla="*/ 58257 h 1872543"/>
                  <a:gd name="connsiteX1" fmla="*/ 1378857 w 2670628"/>
                  <a:gd name="connsiteY1" fmla="*/ 363057 h 1872543"/>
                  <a:gd name="connsiteX2" fmla="*/ 2670628 w 2670628"/>
                  <a:gd name="connsiteY2" fmla="*/ 58257 h 1872543"/>
                  <a:gd name="connsiteX3" fmla="*/ 2670628 w 2670628"/>
                  <a:gd name="connsiteY3" fmla="*/ 1596771 h 1872543"/>
                  <a:gd name="connsiteX4" fmla="*/ 1378857 w 2670628"/>
                  <a:gd name="connsiteY4" fmla="*/ 1872543 h 1872543"/>
                  <a:gd name="connsiteX5" fmla="*/ 58057 w 2670628"/>
                  <a:gd name="connsiteY5" fmla="*/ 1654829 h 1872543"/>
                  <a:gd name="connsiteX6" fmla="*/ 0 w 2670628"/>
                  <a:gd name="connsiteY6" fmla="*/ 58257 h 1872543"/>
                  <a:gd name="connsiteX0" fmla="*/ 0 w 2670628"/>
                  <a:gd name="connsiteY0" fmla="*/ 68764 h 1883050"/>
                  <a:gd name="connsiteX1" fmla="*/ 1378857 w 2670628"/>
                  <a:gd name="connsiteY1" fmla="*/ 373564 h 1883050"/>
                  <a:gd name="connsiteX2" fmla="*/ 2670628 w 2670628"/>
                  <a:gd name="connsiteY2" fmla="*/ 68764 h 1883050"/>
                  <a:gd name="connsiteX3" fmla="*/ 2670628 w 2670628"/>
                  <a:gd name="connsiteY3" fmla="*/ 1607278 h 1883050"/>
                  <a:gd name="connsiteX4" fmla="*/ 1378857 w 2670628"/>
                  <a:gd name="connsiteY4" fmla="*/ 1883050 h 1883050"/>
                  <a:gd name="connsiteX5" fmla="*/ 58057 w 2670628"/>
                  <a:gd name="connsiteY5" fmla="*/ 1665336 h 1883050"/>
                  <a:gd name="connsiteX6" fmla="*/ 0 w 2670628"/>
                  <a:gd name="connsiteY6" fmla="*/ 68764 h 1883050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  <a:gd name="connsiteX0" fmla="*/ 0 w 2670628"/>
                  <a:gd name="connsiteY0" fmla="*/ 35932 h 1850218"/>
                  <a:gd name="connsiteX1" fmla="*/ 1378857 w 2670628"/>
                  <a:gd name="connsiteY1" fmla="*/ 340732 h 1850218"/>
                  <a:gd name="connsiteX2" fmla="*/ 2670628 w 2670628"/>
                  <a:gd name="connsiteY2" fmla="*/ 35932 h 1850218"/>
                  <a:gd name="connsiteX3" fmla="*/ 2670628 w 2670628"/>
                  <a:gd name="connsiteY3" fmla="*/ 1574446 h 1850218"/>
                  <a:gd name="connsiteX4" fmla="*/ 1378857 w 2670628"/>
                  <a:gd name="connsiteY4" fmla="*/ 1850218 h 1850218"/>
                  <a:gd name="connsiteX5" fmla="*/ 58057 w 2670628"/>
                  <a:gd name="connsiteY5" fmla="*/ 1632504 h 1850218"/>
                  <a:gd name="connsiteX6" fmla="*/ 0 w 2670628"/>
                  <a:gd name="connsiteY6" fmla="*/ 35932 h 1850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0628" h="1850218">
                    <a:moveTo>
                      <a:pt x="0" y="35932"/>
                    </a:moveTo>
                    <a:cubicBezTo>
                      <a:pt x="628952" y="-109211"/>
                      <a:pt x="1054705" y="224618"/>
                      <a:pt x="1378857" y="340732"/>
                    </a:cubicBezTo>
                    <a:cubicBezTo>
                      <a:pt x="1780419" y="-22125"/>
                      <a:pt x="2181981" y="-36640"/>
                      <a:pt x="2670628" y="35932"/>
                    </a:cubicBezTo>
                    <a:lnTo>
                      <a:pt x="2670628" y="1574446"/>
                    </a:lnTo>
                    <a:cubicBezTo>
                      <a:pt x="2235200" y="1574446"/>
                      <a:pt x="1698171" y="1719590"/>
                      <a:pt x="1378857" y="1850218"/>
                    </a:cubicBezTo>
                    <a:cubicBezTo>
                      <a:pt x="938590" y="1656694"/>
                      <a:pt x="425753" y="1579285"/>
                      <a:pt x="58057" y="1632504"/>
                    </a:cubicBezTo>
                    <a:lnTo>
                      <a:pt x="0" y="35932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D69EF01-31EF-A04E-4E05-29510C44395A}"/>
                </a:ext>
              </a:extLst>
            </p:cNvPr>
            <p:cNvCxnSpPr>
              <a:cxnSpLocks/>
              <a:stCxn id="23" idx="1"/>
              <a:endCxn id="24" idx="4"/>
            </p:cNvCxnSpPr>
            <p:nvPr/>
          </p:nvCxnSpPr>
          <p:spPr>
            <a:xfrm flipH="1">
              <a:off x="2768600" y="3554260"/>
              <a:ext cx="5894" cy="1486732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81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886362" y="795135"/>
            <a:ext cx="5036937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700" dirty="0" err="1">
                <a:solidFill>
                  <a:prstClr val="black"/>
                </a:solidFill>
                <a:latin typeface="Teaching Print Dotted" pitchFamily="50" charset="0"/>
              </a:rPr>
              <a:t>Noteb</a:t>
            </a:r>
            <a:r>
              <a:rPr kumimoji="0" lang="en-US" sz="10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ook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197E344-351D-5D99-24FC-7538CE9F1E82}"/>
              </a:ext>
            </a:extLst>
          </p:cNvPr>
          <p:cNvGrpSpPr/>
          <p:nvPr/>
        </p:nvGrpSpPr>
        <p:grpSpPr>
          <a:xfrm>
            <a:off x="2203683" y="2067150"/>
            <a:ext cx="4348514" cy="4217798"/>
            <a:chOff x="834642" y="2642509"/>
            <a:chExt cx="4348514" cy="4217798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4E6FE3CF-B126-7DC9-9014-6F3B7112E985}"/>
                </a:ext>
              </a:extLst>
            </p:cNvPr>
            <p:cNvSpPr/>
            <p:nvPr/>
          </p:nvSpPr>
          <p:spPr>
            <a:xfrm rot="20828152">
              <a:off x="1551475" y="6191616"/>
              <a:ext cx="3631681" cy="668691"/>
            </a:xfrm>
            <a:prstGeom prst="roundRect">
              <a:avLst>
                <a:gd name="adj" fmla="val 50000"/>
              </a:avLst>
            </a:prstGeom>
            <a:solidFill>
              <a:srgbClr val="F4DCAE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CF228622-642C-0529-B1C2-92E1FCB01C4D}"/>
                </a:ext>
              </a:extLst>
            </p:cNvPr>
            <p:cNvSpPr/>
            <p:nvPr/>
          </p:nvSpPr>
          <p:spPr>
            <a:xfrm rot="20837913">
              <a:off x="1136830" y="2642509"/>
              <a:ext cx="3684417" cy="3862841"/>
            </a:xfrm>
            <a:custGeom>
              <a:avLst/>
              <a:gdLst>
                <a:gd name="connsiteX0" fmla="*/ 0 w 3604559"/>
                <a:gd name="connsiteY0" fmla="*/ 443649 h 3843797"/>
                <a:gd name="connsiteX1" fmla="*/ 443649 w 3604559"/>
                <a:gd name="connsiteY1" fmla="*/ 0 h 3843797"/>
                <a:gd name="connsiteX2" fmla="*/ 3160910 w 3604559"/>
                <a:gd name="connsiteY2" fmla="*/ 0 h 3843797"/>
                <a:gd name="connsiteX3" fmla="*/ 3604559 w 3604559"/>
                <a:gd name="connsiteY3" fmla="*/ 443649 h 3843797"/>
                <a:gd name="connsiteX4" fmla="*/ 3604559 w 3604559"/>
                <a:gd name="connsiteY4" fmla="*/ 3400148 h 3843797"/>
                <a:gd name="connsiteX5" fmla="*/ 3160910 w 3604559"/>
                <a:gd name="connsiteY5" fmla="*/ 3843797 h 3843797"/>
                <a:gd name="connsiteX6" fmla="*/ 443649 w 3604559"/>
                <a:gd name="connsiteY6" fmla="*/ 3843797 h 3843797"/>
                <a:gd name="connsiteX7" fmla="*/ 0 w 3604559"/>
                <a:gd name="connsiteY7" fmla="*/ 3400148 h 3843797"/>
                <a:gd name="connsiteX8" fmla="*/ 0 w 3604559"/>
                <a:gd name="connsiteY8" fmla="*/ 443649 h 3843797"/>
                <a:gd name="connsiteX0" fmla="*/ 13958 w 3618517"/>
                <a:gd name="connsiteY0" fmla="*/ 443649 h 3863688"/>
                <a:gd name="connsiteX1" fmla="*/ 457607 w 3618517"/>
                <a:gd name="connsiteY1" fmla="*/ 0 h 3863688"/>
                <a:gd name="connsiteX2" fmla="*/ 3174868 w 3618517"/>
                <a:gd name="connsiteY2" fmla="*/ 0 h 3863688"/>
                <a:gd name="connsiteX3" fmla="*/ 3618517 w 3618517"/>
                <a:gd name="connsiteY3" fmla="*/ 443649 h 3863688"/>
                <a:gd name="connsiteX4" fmla="*/ 3618517 w 3618517"/>
                <a:gd name="connsiteY4" fmla="*/ 3400148 h 3863688"/>
                <a:gd name="connsiteX5" fmla="*/ 3174868 w 3618517"/>
                <a:gd name="connsiteY5" fmla="*/ 3843797 h 3863688"/>
                <a:gd name="connsiteX6" fmla="*/ 457607 w 3618517"/>
                <a:gd name="connsiteY6" fmla="*/ 3843797 h 3863688"/>
                <a:gd name="connsiteX7" fmla="*/ 13958 w 3618517"/>
                <a:gd name="connsiteY7" fmla="*/ 3400148 h 3863688"/>
                <a:gd name="connsiteX8" fmla="*/ 13958 w 3618517"/>
                <a:gd name="connsiteY8" fmla="*/ 443649 h 3863688"/>
                <a:gd name="connsiteX0" fmla="*/ 15710 w 3620269"/>
                <a:gd name="connsiteY0" fmla="*/ 443649 h 3857467"/>
                <a:gd name="connsiteX1" fmla="*/ 459359 w 3620269"/>
                <a:gd name="connsiteY1" fmla="*/ 0 h 3857467"/>
                <a:gd name="connsiteX2" fmla="*/ 3176620 w 3620269"/>
                <a:gd name="connsiteY2" fmla="*/ 0 h 3857467"/>
                <a:gd name="connsiteX3" fmla="*/ 3620269 w 3620269"/>
                <a:gd name="connsiteY3" fmla="*/ 443649 h 3857467"/>
                <a:gd name="connsiteX4" fmla="*/ 3620269 w 3620269"/>
                <a:gd name="connsiteY4" fmla="*/ 3400148 h 3857467"/>
                <a:gd name="connsiteX5" fmla="*/ 3176620 w 3620269"/>
                <a:gd name="connsiteY5" fmla="*/ 3843797 h 3857467"/>
                <a:gd name="connsiteX6" fmla="*/ 459359 w 3620269"/>
                <a:gd name="connsiteY6" fmla="*/ 3843797 h 3857467"/>
                <a:gd name="connsiteX7" fmla="*/ 15710 w 3620269"/>
                <a:gd name="connsiteY7" fmla="*/ 3400148 h 3857467"/>
                <a:gd name="connsiteX8" fmla="*/ 15710 w 3620269"/>
                <a:gd name="connsiteY8" fmla="*/ 443649 h 3857467"/>
                <a:gd name="connsiteX0" fmla="*/ 14806 w 3619365"/>
                <a:gd name="connsiteY0" fmla="*/ 443649 h 3852638"/>
                <a:gd name="connsiteX1" fmla="*/ 458455 w 3619365"/>
                <a:gd name="connsiteY1" fmla="*/ 0 h 3852638"/>
                <a:gd name="connsiteX2" fmla="*/ 3175716 w 3619365"/>
                <a:gd name="connsiteY2" fmla="*/ 0 h 3852638"/>
                <a:gd name="connsiteX3" fmla="*/ 3619365 w 3619365"/>
                <a:gd name="connsiteY3" fmla="*/ 443649 h 3852638"/>
                <a:gd name="connsiteX4" fmla="*/ 3619365 w 3619365"/>
                <a:gd name="connsiteY4" fmla="*/ 3400148 h 3852638"/>
                <a:gd name="connsiteX5" fmla="*/ 3175716 w 3619365"/>
                <a:gd name="connsiteY5" fmla="*/ 3843797 h 3852638"/>
                <a:gd name="connsiteX6" fmla="*/ 458455 w 3619365"/>
                <a:gd name="connsiteY6" fmla="*/ 3843797 h 3852638"/>
                <a:gd name="connsiteX7" fmla="*/ 14806 w 3619365"/>
                <a:gd name="connsiteY7" fmla="*/ 3400148 h 3852638"/>
                <a:gd name="connsiteX8" fmla="*/ 14806 w 3619365"/>
                <a:gd name="connsiteY8" fmla="*/ 443649 h 3852638"/>
                <a:gd name="connsiteX0" fmla="*/ 16635 w 3621194"/>
                <a:gd name="connsiteY0" fmla="*/ 443649 h 3862841"/>
                <a:gd name="connsiteX1" fmla="*/ 460284 w 3621194"/>
                <a:gd name="connsiteY1" fmla="*/ 0 h 3862841"/>
                <a:gd name="connsiteX2" fmla="*/ 3177545 w 3621194"/>
                <a:gd name="connsiteY2" fmla="*/ 0 h 3862841"/>
                <a:gd name="connsiteX3" fmla="*/ 3621194 w 3621194"/>
                <a:gd name="connsiteY3" fmla="*/ 443649 h 3862841"/>
                <a:gd name="connsiteX4" fmla="*/ 3621194 w 3621194"/>
                <a:gd name="connsiteY4" fmla="*/ 3400148 h 3862841"/>
                <a:gd name="connsiteX5" fmla="*/ 3177545 w 3621194"/>
                <a:gd name="connsiteY5" fmla="*/ 3843797 h 3862841"/>
                <a:gd name="connsiteX6" fmla="*/ 460284 w 3621194"/>
                <a:gd name="connsiteY6" fmla="*/ 3843797 h 3862841"/>
                <a:gd name="connsiteX7" fmla="*/ 16635 w 3621194"/>
                <a:gd name="connsiteY7" fmla="*/ 3400148 h 3862841"/>
                <a:gd name="connsiteX8" fmla="*/ 16635 w 3621194"/>
                <a:gd name="connsiteY8" fmla="*/ 443649 h 3862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94" h="3862841">
                  <a:moveTo>
                    <a:pt x="16635" y="443649"/>
                  </a:moveTo>
                  <a:cubicBezTo>
                    <a:pt x="16635" y="198628"/>
                    <a:pt x="215263" y="0"/>
                    <a:pt x="460284" y="0"/>
                  </a:cubicBezTo>
                  <a:lnTo>
                    <a:pt x="3177545" y="0"/>
                  </a:lnTo>
                  <a:cubicBezTo>
                    <a:pt x="3422566" y="0"/>
                    <a:pt x="3621194" y="198628"/>
                    <a:pt x="3621194" y="443649"/>
                  </a:cubicBezTo>
                  <a:lnTo>
                    <a:pt x="3621194" y="3400148"/>
                  </a:lnTo>
                  <a:cubicBezTo>
                    <a:pt x="3621194" y="3645169"/>
                    <a:pt x="3422566" y="3843797"/>
                    <a:pt x="3177545" y="3843797"/>
                  </a:cubicBezTo>
                  <a:lnTo>
                    <a:pt x="460284" y="3843797"/>
                  </a:lnTo>
                  <a:cubicBezTo>
                    <a:pt x="-132165" y="3941242"/>
                    <a:pt x="16635" y="3645169"/>
                    <a:pt x="16635" y="3400148"/>
                  </a:cubicBezTo>
                  <a:lnTo>
                    <a:pt x="16635" y="443649"/>
                  </a:lnTo>
                  <a:close/>
                </a:path>
              </a:pathLst>
            </a:custGeom>
            <a:solidFill>
              <a:srgbClr val="C4915B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5E33DC7-B355-1281-0F2C-D95D6D0174AD}"/>
                </a:ext>
              </a:extLst>
            </p:cNvPr>
            <p:cNvGrpSpPr/>
            <p:nvPr/>
          </p:nvGrpSpPr>
          <p:grpSpPr>
            <a:xfrm>
              <a:off x="1512996" y="6083544"/>
              <a:ext cx="630035" cy="679205"/>
              <a:chOff x="1512996" y="6083544"/>
              <a:chExt cx="630035" cy="679205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8C00608-B0D2-D6EA-E75B-3C7FEEA5A0A9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DFE173E-AC38-077F-8FA0-626375F0A112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F8ABE90-7C41-A629-1420-A95F5F2DA8D6}"/>
                </a:ext>
              </a:extLst>
            </p:cNvPr>
            <p:cNvGrpSpPr/>
            <p:nvPr/>
          </p:nvGrpSpPr>
          <p:grpSpPr>
            <a:xfrm>
              <a:off x="1398972" y="5605040"/>
              <a:ext cx="630035" cy="679205"/>
              <a:chOff x="1512996" y="6083544"/>
              <a:chExt cx="630035" cy="679205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26B494C-5319-F8A6-D1CB-B4E004F4CFE8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48E4079D-6557-1406-502D-A855D7BBD309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F0E7506-5550-C5A7-BDB5-878FABCACAD3}"/>
                </a:ext>
              </a:extLst>
            </p:cNvPr>
            <p:cNvGrpSpPr/>
            <p:nvPr/>
          </p:nvGrpSpPr>
          <p:grpSpPr>
            <a:xfrm>
              <a:off x="1286878" y="5108645"/>
              <a:ext cx="630035" cy="679205"/>
              <a:chOff x="1512996" y="6083544"/>
              <a:chExt cx="630035" cy="67920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6009FDE-188E-A309-3302-04F9442FE27E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5">
                <a:extLst>
                  <a:ext uri="{FF2B5EF4-FFF2-40B4-BE49-F238E27FC236}">
                    <a16:creationId xmlns:a16="http://schemas.microsoft.com/office/drawing/2014/main" id="{16339B9D-7920-1886-8BCE-A38F0F78757D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A64C3F7-47A8-E345-B2CA-C125E47A5EAA}"/>
                </a:ext>
              </a:extLst>
            </p:cNvPr>
            <p:cNvGrpSpPr/>
            <p:nvPr/>
          </p:nvGrpSpPr>
          <p:grpSpPr>
            <a:xfrm>
              <a:off x="1172854" y="4573929"/>
              <a:ext cx="630035" cy="679205"/>
              <a:chOff x="1512996" y="6083544"/>
              <a:chExt cx="630035" cy="679205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D9326D5-6222-0441-78A7-8CB94486E6DD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5">
                <a:extLst>
                  <a:ext uri="{FF2B5EF4-FFF2-40B4-BE49-F238E27FC236}">
                    <a16:creationId xmlns:a16="http://schemas.microsoft.com/office/drawing/2014/main" id="{DAA5D9A7-F1E6-DAF5-486F-86B3976FED9E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C25AF68-E5F2-9EA6-C3BA-AB2F1F9E1DD0}"/>
                </a:ext>
              </a:extLst>
            </p:cNvPr>
            <p:cNvGrpSpPr/>
            <p:nvPr/>
          </p:nvGrpSpPr>
          <p:grpSpPr>
            <a:xfrm>
              <a:off x="1060760" y="4090340"/>
              <a:ext cx="630035" cy="679205"/>
              <a:chOff x="1512996" y="6083544"/>
              <a:chExt cx="630035" cy="679205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7C963C7-2F0E-E6D1-9ABD-FFAC6A685386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5">
                <a:extLst>
                  <a:ext uri="{FF2B5EF4-FFF2-40B4-BE49-F238E27FC236}">
                    <a16:creationId xmlns:a16="http://schemas.microsoft.com/office/drawing/2014/main" id="{1EFE2A73-95C0-AD32-0356-4C05B4C18A4C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AEE2CCC-1BF5-E1EE-0DFF-AFDA9FF22D79}"/>
                </a:ext>
              </a:extLst>
            </p:cNvPr>
            <p:cNvGrpSpPr/>
            <p:nvPr/>
          </p:nvGrpSpPr>
          <p:grpSpPr>
            <a:xfrm>
              <a:off x="946736" y="3605280"/>
              <a:ext cx="630035" cy="679205"/>
              <a:chOff x="1512996" y="6083544"/>
              <a:chExt cx="630035" cy="679205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C2BDCD0-E93F-AF6D-F1BF-190A01537D06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79E44704-1AD0-A350-DE82-806868948922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4C09322-93EC-111C-64CF-C392B0B9D623}"/>
                </a:ext>
              </a:extLst>
            </p:cNvPr>
            <p:cNvGrpSpPr/>
            <p:nvPr/>
          </p:nvGrpSpPr>
          <p:grpSpPr>
            <a:xfrm>
              <a:off x="834642" y="3127337"/>
              <a:ext cx="630035" cy="679205"/>
              <a:chOff x="1512996" y="6083544"/>
              <a:chExt cx="630035" cy="67920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AEBDDB7-F18B-AE33-F1CC-4A19CA862137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">
                <a:extLst>
                  <a:ext uri="{FF2B5EF4-FFF2-40B4-BE49-F238E27FC236}">
                    <a16:creationId xmlns:a16="http://schemas.microsoft.com/office/drawing/2014/main" id="{2AFC6768-F22E-B2BE-1B79-E96ABA6DCC4D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12AB147-5EF6-FBCE-3D47-2C44D3F508F6}"/>
              </a:ext>
            </a:extLst>
          </p:cNvPr>
          <p:cNvGrpSpPr/>
          <p:nvPr/>
        </p:nvGrpSpPr>
        <p:grpSpPr>
          <a:xfrm>
            <a:off x="5036937" y="2534073"/>
            <a:ext cx="4348514" cy="4217798"/>
            <a:chOff x="834642" y="2642509"/>
            <a:chExt cx="4348514" cy="4217798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EA95FB2D-71DF-8FCD-3E4A-37AB8BB0E7B6}"/>
                </a:ext>
              </a:extLst>
            </p:cNvPr>
            <p:cNvSpPr/>
            <p:nvPr/>
          </p:nvSpPr>
          <p:spPr>
            <a:xfrm rot="20828152">
              <a:off x="1551475" y="6191616"/>
              <a:ext cx="3631681" cy="668691"/>
            </a:xfrm>
            <a:prstGeom prst="roundRect">
              <a:avLst>
                <a:gd name="adj" fmla="val 50000"/>
              </a:avLst>
            </a:prstGeom>
            <a:solidFill>
              <a:srgbClr val="F4DCAE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1">
              <a:extLst>
                <a:ext uri="{FF2B5EF4-FFF2-40B4-BE49-F238E27FC236}">
                  <a16:creationId xmlns:a16="http://schemas.microsoft.com/office/drawing/2014/main" id="{C61F910E-546B-1077-2E8D-96F5D8587531}"/>
                </a:ext>
              </a:extLst>
            </p:cNvPr>
            <p:cNvSpPr/>
            <p:nvPr/>
          </p:nvSpPr>
          <p:spPr>
            <a:xfrm rot="20837913">
              <a:off x="1136830" y="2642509"/>
              <a:ext cx="3684417" cy="3862841"/>
            </a:xfrm>
            <a:custGeom>
              <a:avLst/>
              <a:gdLst>
                <a:gd name="connsiteX0" fmla="*/ 0 w 3604559"/>
                <a:gd name="connsiteY0" fmla="*/ 443649 h 3843797"/>
                <a:gd name="connsiteX1" fmla="*/ 443649 w 3604559"/>
                <a:gd name="connsiteY1" fmla="*/ 0 h 3843797"/>
                <a:gd name="connsiteX2" fmla="*/ 3160910 w 3604559"/>
                <a:gd name="connsiteY2" fmla="*/ 0 h 3843797"/>
                <a:gd name="connsiteX3" fmla="*/ 3604559 w 3604559"/>
                <a:gd name="connsiteY3" fmla="*/ 443649 h 3843797"/>
                <a:gd name="connsiteX4" fmla="*/ 3604559 w 3604559"/>
                <a:gd name="connsiteY4" fmla="*/ 3400148 h 3843797"/>
                <a:gd name="connsiteX5" fmla="*/ 3160910 w 3604559"/>
                <a:gd name="connsiteY5" fmla="*/ 3843797 h 3843797"/>
                <a:gd name="connsiteX6" fmla="*/ 443649 w 3604559"/>
                <a:gd name="connsiteY6" fmla="*/ 3843797 h 3843797"/>
                <a:gd name="connsiteX7" fmla="*/ 0 w 3604559"/>
                <a:gd name="connsiteY7" fmla="*/ 3400148 h 3843797"/>
                <a:gd name="connsiteX8" fmla="*/ 0 w 3604559"/>
                <a:gd name="connsiteY8" fmla="*/ 443649 h 3843797"/>
                <a:gd name="connsiteX0" fmla="*/ 13958 w 3618517"/>
                <a:gd name="connsiteY0" fmla="*/ 443649 h 3863688"/>
                <a:gd name="connsiteX1" fmla="*/ 457607 w 3618517"/>
                <a:gd name="connsiteY1" fmla="*/ 0 h 3863688"/>
                <a:gd name="connsiteX2" fmla="*/ 3174868 w 3618517"/>
                <a:gd name="connsiteY2" fmla="*/ 0 h 3863688"/>
                <a:gd name="connsiteX3" fmla="*/ 3618517 w 3618517"/>
                <a:gd name="connsiteY3" fmla="*/ 443649 h 3863688"/>
                <a:gd name="connsiteX4" fmla="*/ 3618517 w 3618517"/>
                <a:gd name="connsiteY4" fmla="*/ 3400148 h 3863688"/>
                <a:gd name="connsiteX5" fmla="*/ 3174868 w 3618517"/>
                <a:gd name="connsiteY5" fmla="*/ 3843797 h 3863688"/>
                <a:gd name="connsiteX6" fmla="*/ 457607 w 3618517"/>
                <a:gd name="connsiteY6" fmla="*/ 3843797 h 3863688"/>
                <a:gd name="connsiteX7" fmla="*/ 13958 w 3618517"/>
                <a:gd name="connsiteY7" fmla="*/ 3400148 h 3863688"/>
                <a:gd name="connsiteX8" fmla="*/ 13958 w 3618517"/>
                <a:gd name="connsiteY8" fmla="*/ 443649 h 3863688"/>
                <a:gd name="connsiteX0" fmla="*/ 15710 w 3620269"/>
                <a:gd name="connsiteY0" fmla="*/ 443649 h 3857467"/>
                <a:gd name="connsiteX1" fmla="*/ 459359 w 3620269"/>
                <a:gd name="connsiteY1" fmla="*/ 0 h 3857467"/>
                <a:gd name="connsiteX2" fmla="*/ 3176620 w 3620269"/>
                <a:gd name="connsiteY2" fmla="*/ 0 h 3857467"/>
                <a:gd name="connsiteX3" fmla="*/ 3620269 w 3620269"/>
                <a:gd name="connsiteY3" fmla="*/ 443649 h 3857467"/>
                <a:gd name="connsiteX4" fmla="*/ 3620269 w 3620269"/>
                <a:gd name="connsiteY4" fmla="*/ 3400148 h 3857467"/>
                <a:gd name="connsiteX5" fmla="*/ 3176620 w 3620269"/>
                <a:gd name="connsiteY5" fmla="*/ 3843797 h 3857467"/>
                <a:gd name="connsiteX6" fmla="*/ 459359 w 3620269"/>
                <a:gd name="connsiteY6" fmla="*/ 3843797 h 3857467"/>
                <a:gd name="connsiteX7" fmla="*/ 15710 w 3620269"/>
                <a:gd name="connsiteY7" fmla="*/ 3400148 h 3857467"/>
                <a:gd name="connsiteX8" fmla="*/ 15710 w 3620269"/>
                <a:gd name="connsiteY8" fmla="*/ 443649 h 3857467"/>
                <a:gd name="connsiteX0" fmla="*/ 14806 w 3619365"/>
                <a:gd name="connsiteY0" fmla="*/ 443649 h 3852638"/>
                <a:gd name="connsiteX1" fmla="*/ 458455 w 3619365"/>
                <a:gd name="connsiteY1" fmla="*/ 0 h 3852638"/>
                <a:gd name="connsiteX2" fmla="*/ 3175716 w 3619365"/>
                <a:gd name="connsiteY2" fmla="*/ 0 h 3852638"/>
                <a:gd name="connsiteX3" fmla="*/ 3619365 w 3619365"/>
                <a:gd name="connsiteY3" fmla="*/ 443649 h 3852638"/>
                <a:gd name="connsiteX4" fmla="*/ 3619365 w 3619365"/>
                <a:gd name="connsiteY4" fmla="*/ 3400148 h 3852638"/>
                <a:gd name="connsiteX5" fmla="*/ 3175716 w 3619365"/>
                <a:gd name="connsiteY5" fmla="*/ 3843797 h 3852638"/>
                <a:gd name="connsiteX6" fmla="*/ 458455 w 3619365"/>
                <a:gd name="connsiteY6" fmla="*/ 3843797 h 3852638"/>
                <a:gd name="connsiteX7" fmla="*/ 14806 w 3619365"/>
                <a:gd name="connsiteY7" fmla="*/ 3400148 h 3852638"/>
                <a:gd name="connsiteX8" fmla="*/ 14806 w 3619365"/>
                <a:gd name="connsiteY8" fmla="*/ 443649 h 3852638"/>
                <a:gd name="connsiteX0" fmla="*/ 16635 w 3621194"/>
                <a:gd name="connsiteY0" fmla="*/ 443649 h 3862841"/>
                <a:gd name="connsiteX1" fmla="*/ 460284 w 3621194"/>
                <a:gd name="connsiteY1" fmla="*/ 0 h 3862841"/>
                <a:gd name="connsiteX2" fmla="*/ 3177545 w 3621194"/>
                <a:gd name="connsiteY2" fmla="*/ 0 h 3862841"/>
                <a:gd name="connsiteX3" fmla="*/ 3621194 w 3621194"/>
                <a:gd name="connsiteY3" fmla="*/ 443649 h 3862841"/>
                <a:gd name="connsiteX4" fmla="*/ 3621194 w 3621194"/>
                <a:gd name="connsiteY4" fmla="*/ 3400148 h 3862841"/>
                <a:gd name="connsiteX5" fmla="*/ 3177545 w 3621194"/>
                <a:gd name="connsiteY5" fmla="*/ 3843797 h 3862841"/>
                <a:gd name="connsiteX6" fmla="*/ 460284 w 3621194"/>
                <a:gd name="connsiteY6" fmla="*/ 3843797 h 3862841"/>
                <a:gd name="connsiteX7" fmla="*/ 16635 w 3621194"/>
                <a:gd name="connsiteY7" fmla="*/ 3400148 h 3862841"/>
                <a:gd name="connsiteX8" fmla="*/ 16635 w 3621194"/>
                <a:gd name="connsiteY8" fmla="*/ 443649 h 3862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94" h="3862841">
                  <a:moveTo>
                    <a:pt x="16635" y="443649"/>
                  </a:moveTo>
                  <a:cubicBezTo>
                    <a:pt x="16635" y="198628"/>
                    <a:pt x="215263" y="0"/>
                    <a:pt x="460284" y="0"/>
                  </a:cubicBezTo>
                  <a:lnTo>
                    <a:pt x="3177545" y="0"/>
                  </a:lnTo>
                  <a:cubicBezTo>
                    <a:pt x="3422566" y="0"/>
                    <a:pt x="3621194" y="198628"/>
                    <a:pt x="3621194" y="443649"/>
                  </a:cubicBezTo>
                  <a:lnTo>
                    <a:pt x="3621194" y="3400148"/>
                  </a:lnTo>
                  <a:cubicBezTo>
                    <a:pt x="3621194" y="3645169"/>
                    <a:pt x="3422566" y="3843797"/>
                    <a:pt x="3177545" y="3843797"/>
                  </a:cubicBezTo>
                  <a:lnTo>
                    <a:pt x="460284" y="3843797"/>
                  </a:lnTo>
                  <a:cubicBezTo>
                    <a:pt x="-132165" y="3941242"/>
                    <a:pt x="16635" y="3645169"/>
                    <a:pt x="16635" y="3400148"/>
                  </a:cubicBezTo>
                  <a:lnTo>
                    <a:pt x="16635" y="443649"/>
                  </a:lnTo>
                  <a:close/>
                </a:path>
              </a:pathLst>
            </a:custGeom>
            <a:solidFill>
              <a:srgbClr val="C4915B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754AF41-5FA8-92BA-D69C-2C91AC3304B8}"/>
                </a:ext>
              </a:extLst>
            </p:cNvPr>
            <p:cNvGrpSpPr/>
            <p:nvPr/>
          </p:nvGrpSpPr>
          <p:grpSpPr>
            <a:xfrm>
              <a:off x="1512996" y="6083544"/>
              <a:ext cx="630035" cy="679205"/>
              <a:chOff x="1512996" y="6083544"/>
              <a:chExt cx="630035" cy="679205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D2B477B3-9F67-CFF5-668D-9AD255B85624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5">
                <a:extLst>
                  <a:ext uri="{FF2B5EF4-FFF2-40B4-BE49-F238E27FC236}">
                    <a16:creationId xmlns:a16="http://schemas.microsoft.com/office/drawing/2014/main" id="{F14A05F9-2D32-2048-EBA8-DE79972C1201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93EBBFB-2A66-1BD1-4021-04E7D4893674}"/>
                </a:ext>
              </a:extLst>
            </p:cNvPr>
            <p:cNvGrpSpPr/>
            <p:nvPr/>
          </p:nvGrpSpPr>
          <p:grpSpPr>
            <a:xfrm>
              <a:off x="1398972" y="5605040"/>
              <a:ext cx="630035" cy="679205"/>
              <a:chOff x="1512996" y="6083544"/>
              <a:chExt cx="630035" cy="679205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42F53DD-DA3F-0E75-2A7F-01F5C87252CC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5">
                <a:extLst>
                  <a:ext uri="{FF2B5EF4-FFF2-40B4-BE49-F238E27FC236}">
                    <a16:creationId xmlns:a16="http://schemas.microsoft.com/office/drawing/2014/main" id="{2CFCB360-38A3-7CDE-D69B-2A749808FB6E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66B92F8-5F3E-3EF3-8CBB-BFDB02FCECE6}"/>
                </a:ext>
              </a:extLst>
            </p:cNvPr>
            <p:cNvGrpSpPr/>
            <p:nvPr/>
          </p:nvGrpSpPr>
          <p:grpSpPr>
            <a:xfrm>
              <a:off x="1286878" y="5108645"/>
              <a:ext cx="630035" cy="679205"/>
              <a:chOff x="1512996" y="6083544"/>
              <a:chExt cx="630035" cy="679205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D93E2581-1980-68B0-E177-A4DDFA8F212F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5">
                <a:extLst>
                  <a:ext uri="{FF2B5EF4-FFF2-40B4-BE49-F238E27FC236}">
                    <a16:creationId xmlns:a16="http://schemas.microsoft.com/office/drawing/2014/main" id="{DA61DF56-37D7-479F-7416-5A4748F7C319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9DD5F70-C968-D253-3463-47754CC6B998}"/>
                </a:ext>
              </a:extLst>
            </p:cNvPr>
            <p:cNvGrpSpPr/>
            <p:nvPr/>
          </p:nvGrpSpPr>
          <p:grpSpPr>
            <a:xfrm>
              <a:off x="1172854" y="4573929"/>
              <a:ext cx="630035" cy="679205"/>
              <a:chOff x="1512996" y="6083544"/>
              <a:chExt cx="630035" cy="679205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07BAB2BC-76A0-7706-8B07-51BAC0E084C9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5">
                <a:extLst>
                  <a:ext uri="{FF2B5EF4-FFF2-40B4-BE49-F238E27FC236}">
                    <a16:creationId xmlns:a16="http://schemas.microsoft.com/office/drawing/2014/main" id="{0F0BEE72-CFAD-E78C-C274-841CBA51CB67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4405836-16C2-A363-C274-58333889928F}"/>
                </a:ext>
              </a:extLst>
            </p:cNvPr>
            <p:cNvGrpSpPr/>
            <p:nvPr/>
          </p:nvGrpSpPr>
          <p:grpSpPr>
            <a:xfrm>
              <a:off x="1060760" y="4090340"/>
              <a:ext cx="630035" cy="679205"/>
              <a:chOff x="1512996" y="6083544"/>
              <a:chExt cx="630035" cy="679205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463EAF7E-19B6-3CD9-EDD4-7C649FB7CED6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5">
                <a:extLst>
                  <a:ext uri="{FF2B5EF4-FFF2-40B4-BE49-F238E27FC236}">
                    <a16:creationId xmlns:a16="http://schemas.microsoft.com/office/drawing/2014/main" id="{E2826366-863C-A60F-9CA6-963A99229F51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F75C1CE-3ED5-000D-6906-F0E3E70C4FD1}"/>
                </a:ext>
              </a:extLst>
            </p:cNvPr>
            <p:cNvGrpSpPr/>
            <p:nvPr/>
          </p:nvGrpSpPr>
          <p:grpSpPr>
            <a:xfrm>
              <a:off x="946736" y="3605280"/>
              <a:ext cx="630035" cy="679205"/>
              <a:chOff x="1512996" y="6083544"/>
              <a:chExt cx="630035" cy="679205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E310CDC1-CEB1-C5E5-35F9-9DAD1BA7ACBF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5">
                <a:extLst>
                  <a:ext uri="{FF2B5EF4-FFF2-40B4-BE49-F238E27FC236}">
                    <a16:creationId xmlns:a16="http://schemas.microsoft.com/office/drawing/2014/main" id="{474F93E8-BB88-C028-F7CA-377A8817C82D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8E9E477-86CF-8CC0-2ADD-3A593BDDFA8B}"/>
                </a:ext>
              </a:extLst>
            </p:cNvPr>
            <p:cNvGrpSpPr/>
            <p:nvPr/>
          </p:nvGrpSpPr>
          <p:grpSpPr>
            <a:xfrm>
              <a:off x="834642" y="3127337"/>
              <a:ext cx="630035" cy="679205"/>
              <a:chOff x="1512996" y="6083544"/>
              <a:chExt cx="630035" cy="679205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A9C10E2-AEB7-BC01-34E5-6D04DEA79455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5">
                <a:extLst>
                  <a:ext uri="{FF2B5EF4-FFF2-40B4-BE49-F238E27FC236}">
                    <a16:creationId xmlns:a16="http://schemas.microsoft.com/office/drawing/2014/main" id="{5E9AB2B6-5541-CB2F-F954-F96BB8827E90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solidFill>
                <a:srgbClr val="F4DCA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AA3EAB6-F708-F0B7-08E1-8AB958E28154}"/>
              </a:ext>
            </a:extLst>
          </p:cNvPr>
          <p:cNvGrpSpPr/>
          <p:nvPr/>
        </p:nvGrpSpPr>
        <p:grpSpPr>
          <a:xfrm>
            <a:off x="-1709141" y="2534073"/>
            <a:ext cx="4348514" cy="4217798"/>
            <a:chOff x="834642" y="2642509"/>
            <a:chExt cx="4348514" cy="4217798"/>
          </a:xfrm>
          <a:solidFill>
            <a:schemeClr val="bg1"/>
          </a:solidFill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8C6CCA3-1BEF-442F-9562-920FA17316DE}"/>
                </a:ext>
              </a:extLst>
            </p:cNvPr>
            <p:cNvSpPr/>
            <p:nvPr/>
          </p:nvSpPr>
          <p:spPr>
            <a:xfrm rot="20828152">
              <a:off x="1551475" y="6191616"/>
              <a:ext cx="3631681" cy="668691"/>
            </a:xfrm>
            <a:prstGeom prst="roundRect">
              <a:avLst>
                <a:gd name="adj" fmla="val 50000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: Rounded Corners 1">
              <a:extLst>
                <a:ext uri="{FF2B5EF4-FFF2-40B4-BE49-F238E27FC236}">
                  <a16:creationId xmlns:a16="http://schemas.microsoft.com/office/drawing/2014/main" id="{6C84B30E-F1EA-0F42-3E57-84900099BC61}"/>
                </a:ext>
              </a:extLst>
            </p:cNvPr>
            <p:cNvSpPr/>
            <p:nvPr/>
          </p:nvSpPr>
          <p:spPr>
            <a:xfrm rot="20837913">
              <a:off x="1136830" y="2642509"/>
              <a:ext cx="3684417" cy="3862841"/>
            </a:xfrm>
            <a:custGeom>
              <a:avLst/>
              <a:gdLst>
                <a:gd name="connsiteX0" fmla="*/ 0 w 3604559"/>
                <a:gd name="connsiteY0" fmla="*/ 443649 h 3843797"/>
                <a:gd name="connsiteX1" fmla="*/ 443649 w 3604559"/>
                <a:gd name="connsiteY1" fmla="*/ 0 h 3843797"/>
                <a:gd name="connsiteX2" fmla="*/ 3160910 w 3604559"/>
                <a:gd name="connsiteY2" fmla="*/ 0 h 3843797"/>
                <a:gd name="connsiteX3" fmla="*/ 3604559 w 3604559"/>
                <a:gd name="connsiteY3" fmla="*/ 443649 h 3843797"/>
                <a:gd name="connsiteX4" fmla="*/ 3604559 w 3604559"/>
                <a:gd name="connsiteY4" fmla="*/ 3400148 h 3843797"/>
                <a:gd name="connsiteX5" fmla="*/ 3160910 w 3604559"/>
                <a:gd name="connsiteY5" fmla="*/ 3843797 h 3843797"/>
                <a:gd name="connsiteX6" fmla="*/ 443649 w 3604559"/>
                <a:gd name="connsiteY6" fmla="*/ 3843797 h 3843797"/>
                <a:gd name="connsiteX7" fmla="*/ 0 w 3604559"/>
                <a:gd name="connsiteY7" fmla="*/ 3400148 h 3843797"/>
                <a:gd name="connsiteX8" fmla="*/ 0 w 3604559"/>
                <a:gd name="connsiteY8" fmla="*/ 443649 h 3843797"/>
                <a:gd name="connsiteX0" fmla="*/ 13958 w 3618517"/>
                <a:gd name="connsiteY0" fmla="*/ 443649 h 3863688"/>
                <a:gd name="connsiteX1" fmla="*/ 457607 w 3618517"/>
                <a:gd name="connsiteY1" fmla="*/ 0 h 3863688"/>
                <a:gd name="connsiteX2" fmla="*/ 3174868 w 3618517"/>
                <a:gd name="connsiteY2" fmla="*/ 0 h 3863688"/>
                <a:gd name="connsiteX3" fmla="*/ 3618517 w 3618517"/>
                <a:gd name="connsiteY3" fmla="*/ 443649 h 3863688"/>
                <a:gd name="connsiteX4" fmla="*/ 3618517 w 3618517"/>
                <a:gd name="connsiteY4" fmla="*/ 3400148 h 3863688"/>
                <a:gd name="connsiteX5" fmla="*/ 3174868 w 3618517"/>
                <a:gd name="connsiteY5" fmla="*/ 3843797 h 3863688"/>
                <a:gd name="connsiteX6" fmla="*/ 457607 w 3618517"/>
                <a:gd name="connsiteY6" fmla="*/ 3843797 h 3863688"/>
                <a:gd name="connsiteX7" fmla="*/ 13958 w 3618517"/>
                <a:gd name="connsiteY7" fmla="*/ 3400148 h 3863688"/>
                <a:gd name="connsiteX8" fmla="*/ 13958 w 3618517"/>
                <a:gd name="connsiteY8" fmla="*/ 443649 h 3863688"/>
                <a:gd name="connsiteX0" fmla="*/ 15710 w 3620269"/>
                <a:gd name="connsiteY0" fmla="*/ 443649 h 3857467"/>
                <a:gd name="connsiteX1" fmla="*/ 459359 w 3620269"/>
                <a:gd name="connsiteY1" fmla="*/ 0 h 3857467"/>
                <a:gd name="connsiteX2" fmla="*/ 3176620 w 3620269"/>
                <a:gd name="connsiteY2" fmla="*/ 0 h 3857467"/>
                <a:gd name="connsiteX3" fmla="*/ 3620269 w 3620269"/>
                <a:gd name="connsiteY3" fmla="*/ 443649 h 3857467"/>
                <a:gd name="connsiteX4" fmla="*/ 3620269 w 3620269"/>
                <a:gd name="connsiteY4" fmla="*/ 3400148 h 3857467"/>
                <a:gd name="connsiteX5" fmla="*/ 3176620 w 3620269"/>
                <a:gd name="connsiteY5" fmla="*/ 3843797 h 3857467"/>
                <a:gd name="connsiteX6" fmla="*/ 459359 w 3620269"/>
                <a:gd name="connsiteY6" fmla="*/ 3843797 h 3857467"/>
                <a:gd name="connsiteX7" fmla="*/ 15710 w 3620269"/>
                <a:gd name="connsiteY7" fmla="*/ 3400148 h 3857467"/>
                <a:gd name="connsiteX8" fmla="*/ 15710 w 3620269"/>
                <a:gd name="connsiteY8" fmla="*/ 443649 h 3857467"/>
                <a:gd name="connsiteX0" fmla="*/ 14806 w 3619365"/>
                <a:gd name="connsiteY0" fmla="*/ 443649 h 3852638"/>
                <a:gd name="connsiteX1" fmla="*/ 458455 w 3619365"/>
                <a:gd name="connsiteY1" fmla="*/ 0 h 3852638"/>
                <a:gd name="connsiteX2" fmla="*/ 3175716 w 3619365"/>
                <a:gd name="connsiteY2" fmla="*/ 0 h 3852638"/>
                <a:gd name="connsiteX3" fmla="*/ 3619365 w 3619365"/>
                <a:gd name="connsiteY3" fmla="*/ 443649 h 3852638"/>
                <a:gd name="connsiteX4" fmla="*/ 3619365 w 3619365"/>
                <a:gd name="connsiteY4" fmla="*/ 3400148 h 3852638"/>
                <a:gd name="connsiteX5" fmla="*/ 3175716 w 3619365"/>
                <a:gd name="connsiteY5" fmla="*/ 3843797 h 3852638"/>
                <a:gd name="connsiteX6" fmla="*/ 458455 w 3619365"/>
                <a:gd name="connsiteY6" fmla="*/ 3843797 h 3852638"/>
                <a:gd name="connsiteX7" fmla="*/ 14806 w 3619365"/>
                <a:gd name="connsiteY7" fmla="*/ 3400148 h 3852638"/>
                <a:gd name="connsiteX8" fmla="*/ 14806 w 3619365"/>
                <a:gd name="connsiteY8" fmla="*/ 443649 h 3852638"/>
                <a:gd name="connsiteX0" fmla="*/ 16635 w 3621194"/>
                <a:gd name="connsiteY0" fmla="*/ 443649 h 3862841"/>
                <a:gd name="connsiteX1" fmla="*/ 460284 w 3621194"/>
                <a:gd name="connsiteY1" fmla="*/ 0 h 3862841"/>
                <a:gd name="connsiteX2" fmla="*/ 3177545 w 3621194"/>
                <a:gd name="connsiteY2" fmla="*/ 0 h 3862841"/>
                <a:gd name="connsiteX3" fmla="*/ 3621194 w 3621194"/>
                <a:gd name="connsiteY3" fmla="*/ 443649 h 3862841"/>
                <a:gd name="connsiteX4" fmla="*/ 3621194 w 3621194"/>
                <a:gd name="connsiteY4" fmla="*/ 3400148 h 3862841"/>
                <a:gd name="connsiteX5" fmla="*/ 3177545 w 3621194"/>
                <a:gd name="connsiteY5" fmla="*/ 3843797 h 3862841"/>
                <a:gd name="connsiteX6" fmla="*/ 460284 w 3621194"/>
                <a:gd name="connsiteY6" fmla="*/ 3843797 h 3862841"/>
                <a:gd name="connsiteX7" fmla="*/ 16635 w 3621194"/>
                <a:gd name="connsiteY7" fmla="*/ 3400148 h 3862841"/>
                <a:gd name="connsiteX8" fmla="*/ 16635 w 3621194"/>
                <a:gd name="connsiteY8" fmla="*/ 443649 h 3862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1194" h="3862841">
                  <a:moveTo>
                    <a:pt x="16635" y="443649"/>
                  </a:moveTo>
                  <a:cubicBezTo>
                    <a:pt x="16635" y="198628"/>
                    <a:pt x="215263" y="0"/>
                    <a:pt x="460284" y="0"/>
                  </a:cubicBezTo>
                  <a:lnTo>
                    <a:pt x="3177545" y="0"/>
                  </a:lnTo>
                  <a:cubicBezTo>
                    <a:pt x="3422566" y="0"/>
                    <a:pt x="3621194" y="198628"/>
                    <a:pt x="3621194" y="443649"/>
                  </a:cubicBezTo>
                  <a:lnTo>
                    <a:pt x="3621194" y="3400148"/>
                  </a:lnTo>
                  <a:cubicBezTo>
                    <a:pt x="3621194" y="3645169"/>
                    <a:pt x="3422566" y="3843797"/>
                    <a:pt x="3177545" y="3843797"/>
                  </a:cubicBezTo>
                  <a:lnTo>
                    <a:pt x="460284" y="3843797"/>
                  </a:lnTo>
                  <a:cubicBezTo>
                    <a:pt x="-132165" y="3941242"/>
                    <a:pt x="16635" y="3645169"/>
                    <a:pt x="16635" y="3400148"/>
                  </a:cubicBezTo>
                  <a:lnTo>
                    <a:pt x="16635" y="443649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8E1C2656-FBBD-F5A7-2852-08275D46FBB3}"/>
                </a:ext>
              </a:extLst>
            </p:cNvPr>
            <p:cNvGrpSpPr/>
            <p:nvPr/>
          </p:nvGrpSpPr>
          <p:grpSpPr>
            <a:xfrm>
              <a:off x="1512996" y="6083544"/>
              <a:ext cx="630035" cy="679205"/>
              <a:chOff x="1512996" y="6083544"/>
              <a:chExt cx="630035" cy="679205"/>
            </a:xfrm>
            <a:grpFill/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3A3FB85F-80D5-5E4E-321B-C49754BA109A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5">
                <a:extLst>
                  <a:ext uri="{FF2B5EF4-FFF2-40B4-BE49-F238E27FC236}">
                    <a16:creationId xmlns:a16="http://schemas.microsoft.com/office/drawing/2014/main" id="{F36404B5-D30A-C3B9-E994-68F9AE299863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62E5DF74-4EE5-5088-CAF3-35E75C47A97E}"/>
                </a:ext>
              </a:extLst>
            </p:cNvPr>
            <p:cNvGrpSpPr/>
            <p:nvPr/>
          </p:nvGrpSpPr>
          <p:grpSpPr>
            <a:xfrm>
              <a:off x="1398972" y="5605040"/>
              <a:ext cx="630035" cy="679205"/>
              <a:chOff x="1512996" y="6083544"/>
              <a:chExt cx="630035" cy="679205"/>
            </a:xfrm>
            <a:grpFill/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90079027-A11E-1DB9-118F-354835369E27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5">
                <a:extLst>
                  <a:ext uri="{FF2B5EF4-FFF2-40B4-BE49-F238E27FC236}">
                    <a16:creationId xmlns:a16="http://schemas.microsoft.com/office/drawing/2014/main" id="{8BEF25CE-A030-D998-F195-83F772A4E0A2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2195847-B90E-0521-9262-455547BDA2AB}"/>
                </a:ext>
              </a:extLst>
            </p:cNvPr>
            <p:cNvGrpSpPr/>
            <p:nvPr/>
          </p:nvGrpSpPr>
          <p:grpSpPr>
            <a:xfrm>
              <a:off x="1286878" y="5108645"/>
              <a:ext cx="630035" cy="679205"/>
              <a:chOff x="1512996" y="6083544"/>
              <a:chExt cx="630035" cy="679205"/>
            </a:xfrm>
            <a:grpFill/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E9D1E2AC-F191-766A-F263-D3C2E7A4EA28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4634DF99-5D29-AAD0-1A2B-DDCC40850503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E4289FA-D77C-7FC4-E9A6-E2ABDA9F3EDB}"/>
                </a:ext>
              </a:extLst>
            </p:cNvPr>
            <p:cNvGrpSpPr/>
            <p:nvPr/>
          </p:nvGrpSpPr>
          <p:grpSpPr>
            <a:xfrm>
              <a:off x="1172854" y="4573929"/>
              <a:ext cx="630035" cy="679205"/>
              <a:chOff x="1512996" y="6083544"/>
              <a:chExt cx="630035" cy="679205"/>
            </a:xfrm>
            <a:grpFill/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B41101B1-392B-C5A5-A3B4-E57D616F42E9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5">
                <a:extLst>
                  <a:ext uri="{FF2B5EF4-FFF2-40B4-BE49-F238E27FC236}">
                    <a16:creationId xmlns:a16="http://schemas.microsoft.com/office/drawing/2014/main" id="{ECC71547-9B93-EB3B-2774-756BE7398B37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9316084-CEAC-A0EB-859E-49024E4D87B2}"/>
                </a:ext>
              </a:extLst>
            </p:cNvPr>
            <p:cNvGrpSpPr/>
            <p:nvPr/>
          </p:nvGrpSpPr>
          <p:grpSpPr>
            <a:xfrm>
              <a:off x="1060760" y="4090340"/>
              <a:ext cx="630035" cy="679205"/>
              <a:chOff x="1512996" y="6083544"/>
              <a:chExt cx="630035" cy="679205"/>
            </a:xfrm>
            <a:grpFill/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69CDE580-42B2-2390-B27F-031631A46198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5">
                <a:extLst>
                  <a:ext uri="{FF2B5EF4-FFF2-40B4-BE49-F238E27FC236}">
                    <a16:creationId xmlns:a16="http://schemas.microsoft.com/office/drawing/2014/main" id="{E63592D6-290D-3068-5B44-28006D4D4DF7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9CA22CC-E0ED-9025-F98B-464B6CF9B913}"/>
                </a:ext>
              </a:extLst>
            </p:cNvPr>
            <p:cNvGrpSpPr/>
            <p:nvPr/>
          </p:nvGrpSpPr>
          <p:grpSpPr>
            <a:xfrm>
              <a:off x="946736" y="3605280"/>
              <a:ext cx="630035" cy="679205"/>
              <a:chOff x="1512996" y="6083544"/>
              <a:chExt cx="630035" cy="679205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9B98B1D6-0143-62AE-D3BA-22032318912F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5">
                <a:extLst>
                  <a:ext uri="{FF2B5EF4-FFF2-40B4-BE49-F238E27FC236}">
                    <a16:creationId xmlns:a16="http://schemas.microsoft.com/office/drawing/2014/main" id="{17221E73-0D23-167A-943E-53F335068F4C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E0551607-094A-84CF-3CA7-52D214460FCF}"/>
                </a:ext>
              </a:extLst>
            </p:cNvPr>
            <p:cNvGrpSpPr/>
            <p:nvPr/>
          </p:nvGrpSpPr>
          <p:grpSpPr>
            <a:xfrm>
              <a:off x="834642" y="3127337"/>
              <a:ext cx="630035" cy="679205"/>
              <a:chOff x="1512996" y="6083544"/>
              <a:chExt cx="630035" cy="679205"/>
            </a:xfrm>
            <a:grpFill/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5B32D3E-6A0C-6A58-71B9-41677203EB9C}"/>
                  </a:ext>
                </a:extLst>
              </p:cNvPr>
              <p:cNvSpPr/>
              <p:nvPr/>
            </p:nvSpPr>
            <p:spPr>
              <a:xfrm>
                <a:off x="1690796" y="6083544"/>
                <a:ext cx="452235" cy="452235"/>
              </a:xfrm>
              <a:prstGeom prst="ellipse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5">
                <a:extLst>
                  <a:ext uri="{FF2B5EF4-FFF2-40B4-BE49-F238E27FC236}">
                    <a16:creationId xmlns:a16="http://schemas.microsoft.com/office/drawing/2014/main" id="{AE7E84DD-DDD0-E2E1-F718-9770302B67FD}"/>
                  </a:ext>
                </a:extLst>
              </p:cNvPr>
              <p:cNvSpPr/>
              <p:nvPr/>
            </p:nvSpPr>
            <p:spPr>
              <a:xfrm>
                <a:off x="1512996" y="6124697"/>
                <a:ext cx="461853" cy="638052"/>
              </a:xfrm>
              <a:custGeom>
                <a:avLst/>
                <a:gdLst>
                  <a:gd name="connsiteX0" fmla="*/ 0 w 762000"/>
                  <a:gd name="connsiteY0" fmla="*/ 0 h 292100"/>
                  <a:gd name="connsiteX1" fmla="*/ 762000 w 762000"/>
                  <a:gd name="connsiteY1" fmla="*/ 0 h 292100"/>
                  <a:gd name="connsiteX2" fmla="*/ 762000 w 762000"/>
                  <a:gd name="connsiteY2" fmla="*/ 292100 h 292100"/>
                  <a:gd name="connsiteX3" fmla="*/ 0 w 762000"/>
                  <a:gd name="connsiteY3" fmla="*/ 292100 h 292100"/>
                  <a:gd name="connsiteX4" fmla="*/ 0 w 762000"/>
                  <a:gd name="connsiteY4" fmla="*/ 0 h 292100"/>
                  <a:gd name="connsiteX0" fmla="*/ 0 w 762000"/>
                  <a:gd name="connsiteY0" fmla="*/ 25400 h 317500"/>
                  <a:gd name="connsiteX1" fmla="*/ 622300 w 762000"/>
                  <a:gd name="connsiteY1" fmla="*/ 0 h 317500"/>
                  <a:gd name="connsiteX2" fmla="*/ 762000 w 762000"/>
                  <a:gd name="connsiteY2" fmla="*/ 317500 h 317500"/>
                  <a:gd name="connsiteX3" fmla="*/ 0 w 762000"/>
                  <a:gd name="connsiteY3" fmla="*/ 317500 h 317500"/>
                  <a:gd name="connsiteX4" fmla="*/ 0 w 762000"/>
                  <a:gd name="connsiteY4" fmla="*/ 25400 h 317500"/>
                  <a:gd name="connsiteX0" fmla="*/ 0 w 622300"/>
                  <a:gd name="connsiteY0" fmla="*/ 25400 h 317500"/>
                  <a:gd name="connsiteX1" fmla="*/ 622300 w 622300"/>
                  <a:gd name="connsiteY1" fmla="*/ 0 h 317500"/>
                  <a:gd name="connsiteX2" fmla="*/ 603250 w 622300"/>
                  <a:gd name="connsiteY2" fmla="*/ 203200 h 317500"/>
                  <a:gd name="connsiteX3" fmla="*/ 0 w 622300"/>
                  <a:gd name="connsiteY3" fmla="*/ 317500 h 317500"/>
                  <a:gd name="connsiteX4" fmla="*/ 0 w 622300"/>
                  <a:gd name="connsiteY4" fmla="*/ 25400 h 317500"/>
                  <a:gd name="connsiteX0" fmla="*/ 0 w 622300"/>
                  <a:gd name="connsiteY0" fmla="*/ 25400 h 571500"/>
                  <a:gd name="connsiteX1" fmla="*/ 622300 w 622300"/>
                  <a:gd name="connsiteY1" fmla="*/ 0 h 571500"/>
                  <a:gd name="connsiteX2" fmla="*/ 603250 w 622300"/>
                  <a:gd name="connsiteY2" fmla="*/ 203200 h 571500"/>
                  <a:gd name="connsiteX3" fmla="*/ 228600 w 622300"/>
                  <a:gd name="connsiteY3" fmla="*/ 571500 h 571500"/>
                  <a:gd name="connsiteX4" fmla="*/ 0 w 622300"/>
                  <a:gd name="connsiteY4" fmla="*/ 25400 h 571500"/>
                  <a:gd name="connsiteX0" fmla="*/ 0 w 508000"/>
                  <a:gd name="connsiteY0" fmla="*/ 450850 h 571500"/>
                  <a:gd name="connsiteX1" fmla="*/ 508000 w 508000"/>
                  <a:gd name="connsiteY1" fmla="*/ 0 h 571500"/>
                  <a:gd name="connsiteX2" fmla="*/ 488950 w 508000"/>
                  <a:gd name="connsiteY2" fmla="*/ 203200 h 571500"/>
                  <a:gd name="connsiteX3" fmla="*/ 114300 w 508000"/>
                  <a:gd name="connsiteY3" fmla="*/ 571500 h 571500"/>
                  <a:gd name="connsiteX4" fmla="*/ 0 w 508000"/>
                  <a:gd name="connsiteY4" fmla="*/ 450850 h 571500"/>
                  <a:gd name="connsiteX0" fmla="*/ 25835 w 533835"/>
                  <a:gd name="connsiteY0" fmla="*/ 450850 h 571500"/>
                  <a:gd name="connsiteX1" fmla="*/ 533835 w 533835"/>
                  <a:gd name="connsiteY1" fmla="*/ 0 h 571500"/>
                  <a:gd name="connsiteX2" fmla="*/ 514785 w 533835"/>
                  <a:gd name="connsiteY2" fmla="*/ 203200 h 571500"/>
                  <a:gd name="connsiteX3" fmla="*/ 140135 w 533835"/>
                  <a:gd name="connsiteY3" fmla="*/ 571500 h 571500"/>
                  <a:gd name="connsiteX4" fmla="*/ 25835 w 533835"/>
                  <a:gd name="connsiteY4" fmla="*/ 450850 h 571500"/>
                  <a:gd name="connsiteX0" fmla="*/ 22998 w 530998"/>
                  <a:gd name="connsiteY0" fmla="*/ 478711 h 599361"/>
                  <a:gd name="connsiteX1" fmla="*/ 530998 w 530998"/>
                  <a:gd name="connsiteY1" fmla="*/ 27861 h 599361"/>
                  <a:gd name="connsiteX2" fmla="*/ 511948 w 530998"/>
                  <a:gd name="connsiteY2" fmla="*/ 231061 h 599361"/>
                  <a:gd name="connsiteX3" fmla="*/ 137298 w 530998"/>
                  <a:gd name="connsiteY3" fmla="*/ 599361 h 599361"/>
                  <a:gd name="connsiteX4" fmla="*/ 22998 w 530998"/>
                  <a:gd name="connsiteY4" fmla="*/ 478711 h 599361"/>
                  <a:gd name="connsiteX0" fmla="*/ 23679 w 512629"/>
                  <a:gd name="connsiteY0" fmla="*/ 553126 h 673776"/>
                  <a:gd name="connsiteX1" fmla="*/ 512629 w 512629"/>
                  <a:gd name="connsiteY1" fmla="*/ 19726 h 673776"/>
                  <a:gd name="connsiteX2" fmla="*/ 512629 w 512629"/>
                  <a:gd name="connsiteY2" fmla="*/ 305476 h 673776"/>
                  <a:gd name="connsiteX3" fmla="*/ 137979 w 512629"/>
                  <a:gd name="connsiteY3" fmla="*/ 673776 h 673776"/>
                  <a:gd name="connsiteX4" fmla="*/ 23679 w 512629"/>
                  <a:gd name="connsiteY4" fmla="*/ 553126 h 673776"/>
                  <a:gd name="connsiteX0" fmla="*/ 22005 w 510955"/>
                  <a:gd name="connsiteY0" fmla="*/ 542802 h 663452"/>
                  <a:gd name="connsiteX1" fmla="*/ 510955 w 510955"/>
                  <a:gd name="connsiteY1" fmla="*/ 9402 h 663452"/>
                  <a:gd name="connsiteX2" fmla="*/ 510955 w 510955"/>
                  <a:gd name="connsiteY2" fmla="*/ 295152 h 663452"/>
                  <a:gd name="connsiteX3" fmla="*/ 136305 w 510955"/>
                  <a:gd name="connsiteY3" fmla="*/ 663452 h 663452"/>
                  <a:gd name="connsiteX4" fmla="*/ 22005 w 51095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63452"/>
                  <a:gd name="connsiteX1" fmla="*/ 510955 w 568105"/>
                  <a:gd name="connsiteY1" fmla="*/ 9402 h 663452"/>
                  <a:gd name="connsiteX2" fmla="*/ 568105 w 568105"/>
                  <a:gd name="connsiteY2" fmla="*/ 257052 h 663452"/>
                  <a:gd name="connsiteX3" fmla="*/ 136305 w 568105"/>
                  <a:gd name="connsiteY3" fmla="*/ 663452 h 663452"/>
                  <a:gd name="connsiteX4" fmla="*/ 22005 w 568105"/>
                  <a:gd name="connsiteY4" fmla="*/ 542802 h 6634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22005 w 568105"/>
                  <a:gd name="connsiteY0" fmla="*/ 542802 h 638052"/>
                  <a:gd name="connsiteX1" fmla="*/ 510955 w 568105"/>
                  <a:gd name="connsiteY1" fmla="*/ 9402 h 638052"/>
                  <a:gd name="connsiteX2" fmla="*/ 568105 w 568105"/>
                  <a:gd name="connsiteY2" fmla="*/ 257052 h 638052"/>
                  <a:gd name="connsiteX3" fmla="*/ 98205 w 568105"/>
                  <a:gd name="connsiteY3" fmla="*/ 638052 h 638052"/>
                  <a:gd name="connsiteX4" fmla="*/ 22005 w 568105"/>
                  <a:gd name="connsiteY4" fmla="*/ 542802 h 638052"/>
                  <a:gd name="connsiteX0" fmla="*/ 568105 w 659545"/>
                  <a:gd name="connsiteY0" fmla="*/ 257052 h 638052"/>
                  <a:gd name="connsiteX1" fmla="*/ 98205 w 659545"/>
                  <a:gd name="connsiteY1" fmla="*/ 638052 h 638052"/>
                  <a:gd name="connsiteX2" fmla="*/ 22005 w 659545"/>
                  <a:gd name="connsiteY2" fmla="*/ 542802 h 638052"/>
                  <a:gd name="connsiteX3" fmla="*/ 510955 w 659545"/>
                  <a:gd name="connsiteY3" fmla="*/ 9402 h 638052"/>
                  <a:gd name="connsiteX4" fmla="*/ 659545 w 659545"/>
                  <a:gd name="connsiteY4" fmla="*/ 348492 h 638052"/>
                  <a:gd name="connsiteX0" fmla="*/ 568105 w 568105"/>
                  <a:gd name="connsiteY0" fmla="*/ 257052 h 638052"/>
                  <a:gd name="connsiteX1" fmla="*/ 98205 w 568105"/>
                  <a:gd name="connsiteY1" fmla="*/ 638052 h 638052"/>
                  <a:gd name="connsiteX2" fmla="*/ 22005 w 568105"/>
                  <a:gd name="connsiteY2" fmla="*/ 542802 h 638052"/>
                  <a:gd name="connsiteX3" fmla="*/ 510955 w 568105"/>
                  <a:gd name="connsiteY3" fmla="*/ 9402 h 63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105" h="638052">
                    <a:moveTo>
                      <a:pt x="568105" y="257052"/>
                    </a:moveTo>
                    <a:cubicBezTo>
                      <a:pt x="233672" y="303619"/>
                      <a:pt x="248488" y="400985"/>
                      <a:pt x="98205" y="638052"/>
                    </a:cubicBezTo>
                    <a:lnTo>
                      <a:pt x="22005" y="542802"/>
                    </a:lnTo>
                    <a:cubicBezTo>
                      <a:pt x="-119812" y="81369"/>
                      <a:pt x="468622" y="-37165"/>
                      <a:pt x="510955" y="9402"/>
                    </a:cubicBezTo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48251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637787" y="795135"/>
            <a:ext cx="4333734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Crayons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64E4EA-B314-2A91-56CF-8C9F1A286F0D}"/>
              </a:ext>
            </a:extLst>
          </p:cNvPr>
          <p:cNvGrpSpPr/>
          <p:nvPr/>
        </p:nvGrpSpPr>
        <p:grpSpPr>
          <a:xfrm>
            <a:off x="-1066440" y="4548141"/>
            <a:ext cx="6103377" cy="2949266"/>
            <a:chOff x="3029794" y="3908734"/>
            <a:chExt cx="6103377" cy="294926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A8CBB70-CC03-2DA1-5A0E-97F6B4ECBBEA}"/>
                </a:ext>
              </a:extLst>
            </p:cNvPr>
            <p:cNvGrpSpPr/>
            <p:nvPr/>
          </p:nvGrpSpPr>
          <p:grpSpPr>
            <a:xfrm>
              <a:off x="3029794" y="3908736"/>
              <a:ext cx="673909" cy="2949264"/>
              <a:chOff x="4129088" y="1073146"/>
              <a:chExt cx="871340" cy="3813293"/>
            </a:xfrm>
          </p:grpSpPr>
          <p:sp>
            <p:nvSpPr>
              <p:cNvPr id="114" name="Flowchart: Manual Operation 2">
                <a:extLst>
                  <a:ext uri="{FF2B5EF4-FFF2-40B4-BE49-F238E27FC236}">
                    <a16:creationId xmlns:a16="http://schemas.microsoft.com/office/drawing/2014/main" id="{47678790-06F9-EE4E-7C10-426F480FBDFF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FF5353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0F81911E-EA52-F14F-ABE3-BEA606744445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FF5353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7698548-F860-72C4-142E-C58C4E9CF91D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3E2FD388-08DA-A819-D6B3-EC9EF830CB10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8D465C39-BA32-160B-B1CA-B7507F00EA59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535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ACC9E0C1-2FCA-7048-E75E-73D46999D3F6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535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4691EA0F-7F24-11B5-4F2D-FF9866C326F7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535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3EEC3398-9BB4-C563-642A-18A6CA697586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535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E6B0C096-5B98-9166-3ECD-49B169CDAD97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118" name="Rectangle: Rounded Corners 117">
                  <a:extLst>
                    <a:ext uri="{FF2B5EF4-FFF2-40B4-BE49-F238E27FC236}">
                      <a16:creationId xmlns:a16="http://schemas.microsoft.com/office/drawing/2014/main" id="{2DEFABFD-C3E4-AB8A-EE90-1E0CADCBAC6D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1C14637E-5ED7-69EA-49E8-29B42E38A1E7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535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58B5A49B-58A0-E2E9-2F80-F001131AEEE2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535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6DF5CC9F-B0B8-381F-41A6-1C4119E41019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535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4E35E496-6991-998F-3395-4408E66E94BA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535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86C9190-889F-1808-C860-8178C21ABEF4}"/>
                </a:ext>
              </a:extLst>
            </p:cNvPr>
            <p:cNvGrpSpPr/>
            <p:nvPr/>
          </p:nvGrpSpPr>
          <p:grpSpPr>
            <a:xfrm>
              <a:off x="3805072" y="3908736"/>
              <a:ext cx="673909" cy="2949264"/>
              <a:chOff x="4129088" y="1073146"/>
              <a:chExt cx="871340" cy="3813293"/>
            </a:xfrm>
          </p:grpSpPr>
          <p:sp>
            <p:nvSpPr>
              <p:cNvPr id="100" name="Flowchart: Manual Operation 2">
                <a:extLst>
                  <a:ext uri="{FF2B5EF4-FFF2-40B4-BE49-F238E27FC236}">
                    <a16:creationId xmlns:a16="http://schemas.microsoft.com/office/drawing/2014/main" id="{16B4E441-3B73-19F2-C459-C6D777A82214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70AD47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EACB1D6D-08E2-5949-E2F3-146C78D8C1D1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70AD47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D4777BD5-6BBA-96CC-6A2A-6B767AC24CAA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659FAFE1-7EDD-BBE1-6521-7113B65FA441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5F4B6AA8-A501-F2FB-3EA8-49F69FD2391F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70AD47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7FC6A10C-B33D-3BA9-D0D0-7143954B85EF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70AD47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4DC3B6F2-9639-C748-A288-9E06C1C63B77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70AD47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047587C9-6E25-A941-4FDE-2D42C722A684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70AD47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0D6C6EBA-6F91-4BDA-25A4-F16A5FD305F6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65EA8D30-16BF-2698-6598-E6411F8FB16A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22319187-5499-C2F0-D4A6-CB15B5FF0781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70AD47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A6884C6F-D64B-E483-59C0-A3844741F952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70AD47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5B19E336-8A34-C72C-4350-B114B94D4594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70AD47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49294E19-17F8-7EDA-4AB9-E8ADEA81559D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70AD47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DF40129-E72E-E1AC-6E00-E2CFBA45626F}"/>
                </a:ext>
              </a:extLst>
            </p:cNvPr>
            <p:cNvGrpSpPr/>
            <p:nvPr/>
          </p:nvGrpSpPr>
          <p:grpSpPr>
            <a:xfrm>
              <a:off x="4582805" y="3908736"/>
              <a:ext cx="673909" cy="2949264"/>
              <a:chOff x="4129088" y="1073146"/>
              <a:chExt cx="871340" cy="3813293"/>
            </a:xfrm>
          </p:grpSpPr>
          <p:sp>
            <p:nvSpPr>
              <p:cNvPr id="86" name="Flowchart: Manual Operation 2">
                <a:extLst>
                  <a:ext uri="{FF2B5EF4-FFF2-40B4-BE49-F238E27FC236}">
                    <a16:creationId xmlns:a16="http://schemas.microsoft.com/office/drawing/2014/main" id="{81B337CF-BBFB-21CC-7412-AE54AD15AD24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FFFF43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F01181DA-3A2D-981E-E366-D14A88C62889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FFFF43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00459553-4FEF-6E4C-4B0A-90E4A6AF77DD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C49DB1B3-AEB3-085F-BD32-75FF45692405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BAABE118-FEB2-DC09-07D7-782370D40590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FF4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98B565DF-0BD7-EAF1-DD16-D8B3D3047238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FF4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A0472395-9976-796B-375A-C0C45F0BD515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FF4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F1763DF8-5FDA-889A-3D51-BAEF9AFC42C0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FF4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359C17BD-C901-64D1-F3B4-A466402A1770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90" name="Rectangle: Rounded Corners 89">
                  <a:extLst>
                    <a:ext uri="{FF2B5EF4-FFF2-40B4-BE49-F238E27FC236}">
                      <a16:creationId xmlns:a16="http://schemas.microsoft.com/office/drawing/2014/main" id="{382C9087-5BD5-3210-2FA0-D2AB3137030D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C902705F-DEB4-F4D1-5E5A-495196A48A08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FF4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54AC6117-91CB-7B55-15F1-3736A753B2B9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FF4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DE35FC1B-AE65-ACDB-C444-240DA5DE6CFB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FF4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CE2B84F7-A081-876E-B7B5-328E4407C33E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FF4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BB91B67-024A-C151-C5AE-90FE4750E5F7}"/>
                </a:ext>
              </a:extLst>
            </p:cNvPr>
            <p:cNvGrpSpPr/>
            <p:nvPr/>
          </p:nvGrpSpPr>
          <p:grpSpPr>
            <a:xfrm>
              <a:off x="5358083" y="3908736"/>
              <a:ext cx="673909" cy="2949264"/>
              <a:chOff x="4129088" y="1073146"/>
              <a:chExt cx="871340" cy="3813293"/>
            </a:xfrm>
          </p:grpSpPr>
          <p:sp>
            <p:nvSpPr>
              <p:cNvPr id="72" name="Flowchart: Manual Operation 2">
                <a:extLst>
                  <a:ext uri="{FF2B5EF4-FFF2-40B4-BE49-F238E27FC236}">
                    <a16:creationId xmlns:a16="http://schemas.microsoft.com/office/drawing/2014/main" id="{3724FFC8-FAA1-DE1A-5CFC-0F6A94986A6C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409C9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40C01853-F0A5-8A74-29EA-2CD72580AA24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409C9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610628B5-9660-2EB7-59F3-DA7E61E5A8F7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4D4BB035-271C-E902-1563-C274F144DBBC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7AC8C163-F19F-F1AD-302B-709A23D722BF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409C9B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F9AE8176-56C0-0325-1D87-F6ACEC67F90F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409C9B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81DCDC47-921C-9A9C-6E39-DAA43621C445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409C9B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65086253-15D8-312C-6E75-0AE10C99924F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409C9B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F58D95FF-366F-5A7C-D8B3-83349C10524E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76" name="Rectangle: Rounded Corners 75">
                  <a:extLst>
                    <a:ext uri="{FF2B5EF4-FFF2-40B4-BE49-F238E27FC236}">
                      <a16:creationId xmlns:a16="http://schemas.microsoft.com/office/drawing/2014/main" id="{ED52B567-B31D-89A7-4FCA-39ED0FEDF885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10C65DEC-22AF-F6BC-A27C-5174E023A3E1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409C9B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C138ACA0-EA3A-F1EE-A731-4894C237E8E6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409C9B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C487016C-A75E-7499-156C-DEA33AEFA441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409C9B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9D7AA2C8-23F0-AEE2-BCF2-EA5720057393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409C9B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A14DBFC-6891-1703-9907-6A1BDC17BDEF}"/>
                </a:ext>
              </a:extLst>
            </p:cNvPr>
            <p:cNvGrpSpPr/>
            <p:nvPr/>
          </p:nvGrpSpPr>
          <p:grpSpPr>
            <a:xfrm>
              <a:off x="6136169" y="3908736"/>
              <a:ext cx="673909" cy="2949264"/>
              <a:chOff x="4129088" y="1073146"/>
              <a:chExt cx="871340" cy="3813293"/>
            </a:xfrm>
          </p:grpSpPr>
          <p:sp>
            <p:nvSpPr>
              <p:cNvPr id="58" name="Flowchart: Manual Operation 2">
                <a:extLst>
                  <a:ext uri="{FF2B5EF4-FFF2-40B4-BE49-F238E27FC236}">
                    <a16:creationId xmlns:a16="http://schemas.microsoft.com/office/drawing/2014/main" id="{F94B2040-6A59-F094-5CD2-4C6E0C3BF11F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9C44B4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9E9AEF6A-38FA-7165-5464-4EA7841999B9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9C44B4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DBCCB01E-EF11-83F7-77FE-390DCFB42066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DFFB3811-F209-FBA4-A5AB-D220C8C52616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04D2A7C3-A18A-593A-BCA6-C5B03E5E610D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9C44B4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3D1CE0A8-1510-1D80-7B41-E8C55D43D6C4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9C44B4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B7132C2E-6ABA-24D2-D29A-7A79B07C72BD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9C44B4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847D5F0D-F901-34C3-559A-54CC9E6A52EE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9C44B4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7E6BA2EC-32EC-2B73-CF71-F039E4C774FF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BD7C6F1E-CF24-05F0-2631-B87205B2F3BA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45ABDF0-89DD-CF4E-F7AD-D1AA205A6C4A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9C44B4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E675DECF-6720-8FD7-3BD2-7D46799F290D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9C44B4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FC4A06C1-2DE1-E248-20D5-7C15C9D88A82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9C44B4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6E24A643-A321-2060-1452-D5EE27B23CB0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9C44B4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CC0AB27-FAB8-F8C9-F5D0-F47E627A0CFC}"/>
                </a:ext>
              </a:extLst>
            </p:cNvPr>
            <p:cNvGrpSpPr/>
            <p:nvPr/>
          </p:nvGrpSpPr>
          <p:grpSpPr>
            <a:xfrm>
              <a:off x="6903179" y="3908735"/>
              <a:ext cx="673909" cy="2949264"/>
              <a:chOff x="4129088" y="1073146"/>
              <a:chExt cx="871340" cy="3813293"/>
            </a:xfrm>
          </p:grpSpPr>
          <p:sp>
            <p:nvSpPr>
              <p:cNvPr id="44" name="Flowchart: Manual Operation 2">
                <a:extLst>
                  <a:ext uri="{FF2B5EF4-FFF2-40B4-BE49-F238E27FC236}">
                    <a16:creationId xmlns:a16="http://schemas.microsoft.com/office/drawing/2014/main" id="{F2F3EE0A-EC89-68C1-AE4A-C6789F9C5B56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CD4583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CFEAF9AE-B9B4-607B-5487-214223863C3C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CD4583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DC939DEF-9C03-4417-BDA3-1C33ED0831E2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53" name="Rectangle: Rounded Corners 52">
                  <a:extLst>
                    <a:ext uri="{FF2B5EF4-FFF2-40B4-BE49-F238E27FC236}">
                      <a16:creationId xmlns:a16="http://schemas.microsoft.com/office/drawing/2014/main" id="{8568AA8D-CEE4-4E22-CD4D-43A5C0062411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7ABE676D-4372-D729-3FDB-277234296055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CD458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1C430A2-5273-EB43-DB25-BFE03255E7FB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CD458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14ABEA5E-65E1-DDAA-6149-462DF714CF4F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CD458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BB454257-294E-0E51-722A-C840171FBD3F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CD458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B429471C-41B8-D053-3871-26DD175E2BAC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E0E9F419-0DB9-A3B8-90E9-8A4610154EF7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1A96D1F-A77E-24BE-9187-29DABFE36905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CD458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FEA5ECD-7E7C-32D4-EF58-380B2A826781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CD458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A6F820E0-3467-777D-3AA5-2D0752FE969B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CD458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96CDD96D-C218-79DF-9ABA-B1CD569E2D05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CD4583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9E957EC-8C2D-EFA2-4BF3-2E8C07304D1D}"/>
                </a:ext>
              </a:extLst>
            </p:cNvPr>
            <p:cNvGrpSpPr/>
            <p:nvPr/>
          </p:nvGrpSpPr>
          <p:grpSpPr>
            <a:xfrm>
              <a:off x="7682986" y="3908736"/>
              <a:ext cx="673909" cy="2949264"/>
              <a:chOff x="4129088" y="1073146"/>
              <a:chExt cx="871340" cy="3813293"/>
            </a:xfrm>
          </p:grpSpPr>
          <p:sp>
            <p:nvSpPr>
              <p:cNvPr id="30" name="Flowchart: Manual Operation 2">
                <a:extLst>
                  <a:ext uri="{FF2B5EF4-FFF2-40B4-BE49-F238E27FC236}">
                    <a16:creationId xmlns:a16="http://schemas.microsoft.com/office/drawing/2014/main" id="{CA3A2BE0-430F-836F-8669-C23E7234E69D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FF971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50A3C450-CFEF-62A9-53CA-33AF1B193AFA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FF971A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61160334-F068-75C1-AF18-8C9720E92F09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23751577-F122-EE32-FDC0-E2C2D9934AAC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987EFCE2-EB53-F115-A334-63567D3F267F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971A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7CCBA994-299A-17D4-E4FE-CFCEE6851BCA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971A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C2EC21B3-475C-3127-DAFE-A3496780D62B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971A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3FDCA74A-542A-3B74-683E-C40A9F3EF45E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971A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275E2EFB-6B15-BF86-16D7-9C3BAE3690FC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D1F36B0E-D7AF-2F99-CA96-2D80D1E108EA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9117981F-011B-1642-4951-0DDB633D70DC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971A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3C7507E2-BDD8-84A7-5B95-11F0EA040C56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971A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4FA12959-A2E9-5F34-7ECC-2CAACB6C6BC2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971A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4D92CB1C-40F0-A7C0-85B8-2D612B65F966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971A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35F6E75-E95A-92C7-538B-1839D1831CCD}"/>
                </a:ext>
              </a:extLst>
            </p:cNvPr>
            <p:cNvGrpSpPr/>
            <p:nvPr/>
          </p:nvGrpSpPr>
          <p:grpSpPr>
            <a:xfrm>
              <a:off x="8459262" y="3908734"/>
              <a:ext cx="673909" cy="2949264"/>
              <a:chOff x="4129088" y="1073146"/>
              <a:chExt cx="871340" cy="3813293"/>
            </a:xfrm>
          </p:grpSpPr>
          <p:sp>
            <p:nvSpPr>
              <p:cNvPr id="14" name="Flowchart: Manual Operation 2">
                <a:extLst>
                  <a:ext uri="{FF2B5EF4-FFF2-40B4-BE49-F238E27FC236}">
                    <a16:creationId xmlns:a16="http://schemas.microsoft.com/office/drawing/2014/main" id="{1F76A199-0E12-A16A-5031-D4C46D1F704B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B7825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26EB4A3-400C-6D43-3623-BB778C1550D4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B7825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34D4303-2F1F-2F6C-A260-E1067B28F892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47D5371F-BEDF-DF4B-8A31-977763EB8D59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87BFC0E9-76B5-B808-9E1F-0566271BA08E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B7825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30CDAF9-6DBF-CE7E-BF51-30E4B76313D2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B7825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9F65698C-9E83-DD58-713D-58A472E1B1BA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B7825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E4BBD36D-694A-A0F3-1E19-ABCEA78BEF3B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B7825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D841DD1-B150-284E-2723-FEEADE757B7D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97ADD7A1-3B36-D3B5-C207-DF0930A345F6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EEB94AB4-5F3F-200A-8B84-194759104C08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B7825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244DA73-31F9-D920-8F44-22B91FEB6EDA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B7825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16A6A7F2-05D3-C829-0AA8-A815A77506A3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B7825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213D3F91-269C-E405-F634-DC2AE25452AB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B7825F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E79F727-9D4B-9D66-6492-D164727DECED}"/>
              </a:ext>
            </a:extLst>
          </p:cNvPr>
          <p:cNvGrpSpPr/>
          <p:nvPr/>
        </p:nvGrpSpPr>
        <p:grpSpPr>
          <a:xfrm>
            <a:off x="-341376" y="1499449"/>
            <a:ext cx="6103377" cy="2949266"/>
            <a:chOff x="3029794" y="3908734"/>
            <a:chExt cx="6103377" cy="2949266"/>
          </a:xfrm>
          <a:solidFill>
            <a:schemeClr val="bg1"/>
          </a:solidFill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4C49DD0-3084-F71C-FAA6-23C157B56E90}"/>
                </a:ext>
              </a:extLst>
            </p:cNvPr>
            <p:cNvGrpSpPr/>
            <p:nvPr/>
          </p:nvGrpSpPr>
          <p:grpSpPr>
            <a:xfrm>
              <a:off x="3029794" y="3908736"/>
              <a:ext cx="673909" cy="2949264"/>
              <a:chOff x="4129088" y="1073146"/>
              <a:chExt cx="871340" cy="3813293"/>
            </a:xfrm>
            <a:grpFill/>
          </p:grpSpPr>
          <p:sp>
            <p:nvSpPr>
              <p:cNvPr id="235" name="Flowchart: Manual Operation 2">
                <a:extLst>
                  <a:ext uri="{FF2B5EF4-FFF2-40B4-BE49-F238E27FC236}">
                    <a16:creationId xmlns:a16="http://schemas.microsoft.com/office/drawing/2014/main" id="{AE2EB357-B9EC-E3BF-AB37-7701A33E3DCC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Rectangle: Rounded Corners 235">
                <a:extLst>
                  <a:ext uri="{FF2B5EF4-FFF2-40B4-BE49-F238E27FC236}">
                    <a16:creationId xmlns:a16="http://schemas.microsoft.com/office/drawing/2014/main" id="{4E8AE6A7-FDBE-6939-F38A-76A1B55C34A1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50E2CB12-0ECB-B8E7-5D7B-222F6F9F6805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244" name="Rectangle: Rounded Corners 243">
                  <a:extLst>
                    <a:ext uri="{FF2B5EF4-FFF2-40B4-BE49-F238E27FC236}">
                      <a16:creationId xmlns:a16="http://schemas.microsoft.com/office/drawing/2014/main" id="{31FB4F03-4487-ADD3-4A1B-35E66290FB61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5B4A9F82-7214-F45A-78B6-83AFC5B54A4B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CCE21886-5522-71B2-CCC9-7BFF816AAC5D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Freeform: Shape 246">
                  <a:extLst>
                    <a:ext uri="{FF2B5EF4-FFF2-40B4-BE49-F238E27FC236}">
                      <a16:creationId xmlns:a16="http://schemas.microsoft.com/office/drawing/2014/main" id="{5BD2C519-CF5F-10C9-C4E5-F9310FDC2A8B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Freeform: Shape 247">
                  <a:extLst>
                    <a:ext uri="{FF2B5EF4-FFF2-40B4-BE49-F238E27FC236}">
                      <a16:creationId xmlns:a16="http://schemas.microsoft.com/office/drawing/2014/main" id="{AE2217F5-9B13-6B6C-E725-0B120D92DE18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1B038D76-0D5F-90A9-062F-AD4189DD44A0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239" name="Rectangle: Rounded Corners 238">
                  <a:extLst>
                    <a:ext uri="{FF2B5EF4-FFF2-40B4-BE49-F238E27FC236}">
                      <a16:creationId xmlns:a16="http://schemas.microsoft.com/office/drawing/2014/main" id="{454FD79B-15AE-A0AA-C1CD-8A6F474F073A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7996C56B-7002-5239-F0E2-918428DB2735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6ABD2EB6-221B-8F6F-1065-86F2B2188369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7DDE6784-276E-C27A-1A35-5BDE56D44EB3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3ACCA966-2275-F3C9-9250-089021AB2E73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9658131A-CB1A-ADBF-8DFD-7C7BD093C736}"/>
                </a:ext>
              </a:extLst>
            </p:cNvPr>
            <p:cNvGrpSpPr/>
            <p:nvPr/>
          </p:nvGrpSpPr>
          <p:grpSpPr>
            <a:xfrm>
              <a:off x="3805072" y="3908736"/>
              <a:ext cx="673909" cy="2949264"/>
              <a:chOff x="4129088" y="1073146"/>
              <a:chExt cx="871340" cy="3813293"/>
            </a:xfrm>
            <a:grpFill/>
          </p:grpSpPr>
          <p:sp>
            <p:nvSpPr>
              <p:cNvPr id="221" name="Flowchart: Manual Operation 2">
                <a:extLst>
                  <a:ext uri="{FF2B5EF4-FFF2-40B4-BE49-F238E27FC236}">
                    <a16:creationId xmlns:a16="http://schemas.microsoft.com/office/drawing/2014/main" id="{922F2694-34E1-3152-FD49-72754D79C06D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Rectangle: Rounded Corners 221">
                <a:extLst>
                  <a:ext uri="{FF2B5EF4-FFF2-40B4-BE49-F238E27FC236}">
                    <a16:creationId xmlns:a16="http://schemas.microsoft.com/office/drawing/2014/main" id="{0F4CA7BB-7113-7D3B-D554-490875601D9F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6137DA02-851C-0D01-4690-98333EDEE8EF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230" name="Rectangle: Rounded Corners 229">
                  <a:extLst>
                    <a:ext uri="{FF2B5EF4-FFF2-40B4-BE49-F238E27FC236}">
                      <a16:creationId xmlns:a16="http://schemas.microsoft.com/office/drawing/2014/main" id="{E542E245-6C33-0082-7444-3871A0D2DAD1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B2A4044D-C79F-BEB8-0007-FF736568F389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BB4925E9-C7D5-24F8-741A-6EEB126C7952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5B75C471-5A56-8C98-FD98-365993450FCC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F745BC4B-452C-BF36-F9E5-A636E618C2AC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C9A438C2-EAC6-D4AC-6E41-AC8F011B2121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225" name="Rectangle: Rounded Corners 224">
                  <a:extLst>
                    <a:ext uri="{FF2B5EF4-FFF2-40B4-BE49-F238E27FC236}">
                      <a16:creationId xmlns:a16="http://schemas.microsoft.com/office/drawing/2014/main" id="{8DC06F6F-85DB-29F0-E0C0-C08087C46B69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DBEC83C1-BA3C-586E-DE75-13C0BEF0576B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B1A32AD0-AE35-3E66-0F0E-5798B293FF9B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A06DB05E-C919-569F-B249-80E067540CA5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1EB2D252-7AC1-1098-7ADC-0850FD29633A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EF033F30-CC9E-21BB-D00D-08C2582E2B99}"/>
                </a:ext>
              </a:extLst>
            </p:cNvPr>
            <p:cNvGrpSpPr/>
            <p:nvPr/>
          </p:nvGrpSpPr>
          <p:grpSpPr>
            <a:xfrm>
              <a:off x="4582805" y="3908736"/>
              <a:ext cx="673909" cy="2949264"/>
              <a:chOff x="4129088" y="1073146"/>
              <a:chExt cx="871340" cy="3813293"/>
            </a:xfrm>
            <a:grpFill/>
          </p:grpSpPr>
          <p:sp>
            <p:nvSpPr>
              <p:cNvPr id="207" name="Flowchart: Manual Operation 2">
                <a:extLst>
                  <a:ext uri="{FF2B5EF4-FFF2-40B4-BE49-F238E27FC236}">
                    <a16:creationId xmlns:a16="http://schemas.microsoft.com/office/drawing/2014/main" id="{BB5FE5AE-4B81-9012-3486-5411784BC787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Rectangle: Rounded Corners 207">
                <a:extLst>
                  <a:ext uri="{FF2B5EF4-FFF2-40B4-BE49-F238E27FC236}">
                    <a16:creationId xmlns:a16="http://schemas.microsoft.com/office/drawing/2014/main" id="{20110281-A1C1-729F-B67E-2B54BC554512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D98C6F46-08A5-FB26-D690-452D51A3FF58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216" name="Rectangle: Rounded Corners 215">
                  <a:extLst>
                    <a:ext uri="{FF2B5EF4-FFF2-40B4-BE49-F238E27FC236}">
                      <a16:creationId xmlns:a16="http://schemas.microsoft.com/office/drawing/2014/main" id="{02D8B28A-8220-51E2-6B61-6B5C857B8B95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8C1F7305-5231-841D-CAE2-AC83731BC912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B5315312-5412-7406-1C99-44A8E3A7A3D7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Freeform: Shape 218">
                  <a:extLst>
                    <a:ext uri="{FF2B5EF4-FFF2-40B4-BE49-F238E27FC236}">
                      <a16:creationId xmlns:a16="http://schemas.microsoft.com/office/drawing/2014/main" id="{1DC58789-11DE-CCD0-D4CD-562B00D7C670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: Shape 219">
                  <a:extLst>
                    <a:ext uri="{FF2B5EF4-FFF2-40B4-BE49-F238E27FC236}">
                      <a16:creationId xmlns:a16="http://schemas.microsoft.com/office/drawing/2014/main" id="{A6995A75-F61D-B72D-10EF-8B3766E985AC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932D22E6-D5DC-1730-A9CF-CE7FDDD388A6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211" name="Rectangle: Rounded Corners 210">
                  <a:extLst>
                    <a:ext uri="{FF2B5EF4-FFF2-40B4-BE49-F238E27FC236}">
                      <a16:creationId xmlns:a16="http://schemas.microsoft.com/office/drawing/2014/main" id="{5EE30F13-CD94-72D5-CA8B-EDB44A8C60A6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7B246353-8D2F-E312-C7CB-43CE9BAE3641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B01991F9-48F4-78FC-24F3-57516036EFE1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D6EA329D-A7B9-183D-ECB7-DD3078BAECA4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A985B8AC-AF28-B98C-EFE9-18BB7346C05D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4491B14B-00BB-5ACF-E6CB-54EB943727E9}"/>
                </a:ext>
              </a:extLst>
            </p:cNvPr>
            <p:cNvGrpSpPr/>
            <p:nvPr/>
          </p:nvGrpSpPr>
          <p:grpSpPr>
            <a:xfrm>
              <a:off x="5358083" y="3908736"/>
              <a:ext cx="673909" cy="2949264"/>
              <a:chOff x="4129088" y="1073146"/>
              <a:chExt cx="871340" cy="3813293"/>
            </a:xfrm>
            <a:grpFill/>
          </p:grpSpPr>
          <p:sp>
            <p:nvSpPr>
              <p:cNvPr id="193" name="Flowchart: Manual Operation 2">
                <a:extLst>
                  <a:ext uri="{FF2B5EF4-FFF2-40B4-BE49-F238E27FC236}">
                    <a16:creationId xmlns:a16="http://schemas.microsoft.com/office/drawing/2014/main" id="{0CACC5B4-91F1-A52F-53A4-773A4A0CD026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Rectangle: Rounded Corners 193">
                <a:extLst>
                  <a:ext uri="{FF2B5EF4-FFF2-40B4-BE49-F238E27FC236}">
                    <a16:creationId xmlns:a16="http://schemas.microsoft.com/office/drawing/2014/main" id="{5AF50AD6-FCED-0AF9-AF91-16347C4C248A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C6E2698F-408A-66B2-0EE5-8F72A4052A96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202" name="Rectangle: Rounded Corners 201">
                  <a:extLst>
                    <a:ext uri="{FF2B5EF4-FFF2-40B4-BE49-F238E27FC236}">
                      <a16:creationId xmlns:a16="http://schemas.microsoft.com/office/drawing/2014/main" id="{9FB72B4B-10E4-208E-AC9A-EF1A9C4D6ABB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66D1BCC6-C63F-5120-BE1B-E5607A9699DB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9A26AB74-5CBD-BDDB-3BE4-20637C658013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F117728D-0A78-A494-CA45-D30F41AC11DF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Freeform: Shape 205">
                  <a:extLst>
                    <a:ext uri="{FF2B5EF4-FFF2-40B4-BE49-F238E27FC236}">
                      <a16:creationId xmlns:a16="http://schemas.microsoft.com/office/drawing/2014/main" id="{F7DF15C5-0E93-1E0C-6629-E067F701F9AC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D2C27EFF-38B5-F030-A018-3E04BABE849F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197" name="Rectangle: Rounded Corners 196">
                  <a:extLst>
                    <a:ext uri="{FF2B5EF4-FFF2-40B4-BE49-F238E27FC236}">
                      <a16:creationId xmlns:a16="http://schemas.microsoft.com/office/drawing/2014/main" id="{E4A5DAFD-DF70-10AD-9EE3-251C72FB6A89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13C467CB-E1EB-823E-B1D6-97171707CC88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92A93DD9-55AA-CD5D-5DFD-44C77503045A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Freeform: Shape 199">
                  <a:extLst>
                    <a:ext uri="{FF2B5EF4-FFF2-40B4-BE49-F238E27FC236}">
                      <a16:creationId xmlns:a16="http://schemas.microsoft.com/office/drawing/2014/main" id="{C63C7754-28B9-C21D-703B-8B38F930D7D5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Freeform: Shape 200">
                  <a:extLst>
                    <a:ext uri="{FF2B5EF4-FFF2-40B4-BE49-F238E27FC236}">
                      <a16:creationId xmlns:a16="http://schemas.microsoft.com/office/drawing/2014/main" id="{E5BA68A4-3388-6818-DA29-E3F9F1B50421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8C2B40DD-707B-4408-C948-2194D50A5DAC}"/>
                </a:ext>
              </a:extLst>
            </p:cNvPr>
            <p:cNvGrpSpPr/>
            <p:nvPr/>
          </p:nvGrpSpPr>
          <p:grpSpPr>
            <a:xfrm>
              <a:off x="6136169" y="3908736"/>
              <a:ext cx="673909" cy="2949264"/>
              <a:chOff x="4129088" y="1073146"/>
              <a:chExt cx="871340" cy="3813293"/>
            </a:xfrm>
            <a:grpFill/>
          </p:grpSpPr>
          <p:sp>
            <p:nvSpPr>
              <p:cNvPr id="179" name="Flowchart: Manual Operation 2">
                <a:extLst>
                  <a:ext uri="{FF2B5EF4-FFF2-40B4-BE49-F238E27FC236}">
                    <a16:creationId xmlns:a16="http://schemas.microsoft.com/office/drawing/2014/main" id="{73B3A01D-F5C8-2E0F-2F59-D6A2EC05C559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Rectangle: Rounded Corners 179">
                <a:extLst>
                  <a:ext uri="{FF2B5EF4-FFF2-40B4-BE49-F238E27FC236}">
                    <a16:creationId xmlns:a16="http://schemas.microsoft.com/office/drawing/2014/main" id="{9597FB1D-DE9D-A443-A59F-5DB5ED2B7D97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B6556097-B274-87FF-B9BA-187A5B2A1B07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F424F3D1-C995-0341-8CCC-4AE6F5FE5AD2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022A2737-5AFA-8F39-AD7B-41DE16C49766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3C49C309-9C87-82EA-E315-CE1C38EE7122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2C0B139E-921B-F48A-C30A-ED1B5EE5B90B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53446DAD-4F67-0A38-6F82-6E8B4F7DF7E6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EEBC052F-D6BF-267C-25A9-ADFAB543AA89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6EE90A01-0594-3DEA-4561-C04574AD97E1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204030C5-FA5E-37B4-A5DA-84B0A35B9D48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E3953E77-CFB5-C494-1DDE-C5B09B6D8210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04CF4CF6-B722-85DF-C968-2777631BBF45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Freeform: Shape 186">
                  <a:extLst>
                    <a:ext uri="{FF2B5EF4-FFF2-40B4-BE49-F238E27FC236}">
                      <a16:creationId xmlns:a16="http://schemas.microsoft.com/office/drawing/2014/main" id="{3B930084-9782-1388-95E9-745AB85DF64B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A3EA2485-2F8A-5956-5FD8-D5EC50372106}"/>
                </a:ext>
              </a:extLst>
            </p:cNvPr>
            <p:cNvGrpSpPr/>
            <p:nvPr/>
          </p:nvGrpSpPr>
          <p:grpSpPr>
            <a:xfrm>
              <a:off x="6903179" y="3908735"/>
              <a:ext cx="673909" cy="2949264"/>
              <a:chOff x="4129088" y="1073146"/>
              <a:chExt cx="871340" cy="3813293"/>
            </a:xfrm>
            <a:grpFill/>
          </p:grpSpPr>
          <p:sp>
            <p:nvSpPr>
              <p:cNvPr id="165" name="Flowchart: Manual Operation 2">
                <a:extLst>
                  <a:ext uri="{FF2B5EF4-FFF2-40B4-BE49-F238E27FC236}">
                    <a16:creationId xmlns:a16="http://schemas.microsoft.com/office/drawing/2014/main" id="{7403E8EF-8388-4073-B9C6-09E5DAFF5881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Rectangle: Rounded Corners 165">
                <a:extLst>
                  <a:ext uri="{FF2B5EF4-FFF2-40B4-BE49-F238E27FC236}">
                    <a16:creationId xmlns:a16="http://schemas.microsoft.com/office/drawing/2014/main" id="{6032C3CE-C4D9-4270-83E2-6AEB676DB8E8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CE1B318-C888-2EBC-4E16-8863D94A6D7C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174" name="Rectangle: Rounded Corners 173">
                  <a:extLst>
                    <a:ext uri="{FF2B5EF4-FFF2-40B4-BE49-F238E27FC236}">
                      <a16:creationId xmlns:a16="http://schemas.microsoft.com/office/drawing/2014/main" id="{AD7B2D49-8645-326D-8805-27498EB69C60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DC4F60F2-5967-CAA4-65D7-90655D3B8449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33C4B884-5620-9DA3-0F64-60708326D8DC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8274A353-BB4B-04C7-9E2B-7867B42ECB18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CC34E6F7-952D-B832-7006-41B198838BE0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40630B14-85CB-C1D0-8488-29EC0906DB33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CF6507AE-85A7-D75D-BEC0-3C96114326F9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211F2AE4-FF4C-3759-BA24-200A75AF341B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1422B7CB-B8B2-5DCB-B356-3E591962769C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: Shape 171">
                  <a:extLst>
                    <a:ext uri="{FF2B5EF4-FFF2-40B4-BE49-F238E27FC236}">
                      <a16:creationId xmlns:a16="http://schemas.microsoft.com/office/drawing/2014/main" id="{84FA8404-134D-9C05-4656-4C2BA3AC302B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Freeform: Shape 172">
                  <a:extLst>
                    <a:ext uri="{FF2B5EF4-FFF2-40B4-BE49-F238E27FC236}">
                      <a16:creationId xmlns:a16="http://schemas.microsoft.com/office/drawing/2014/main" id="{0B71EBF5-4BF3-14C3-7264-1B0CB837EBE4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D3DE1DAD-F3DC-CCE4-735C-7B238602ECE4}"/>
                </a:ext>
              </a:extLst>
            </p:cNvPr>
            <p:cNvGrpSpPr/>
            <p:nvPr/>
          </p:nvGrpSpPr>
          <p:grpSpPr>
            <a:xfrm>
              <a:off x="7682986" y="3908736"/>
              <a:ext cx="673909" cy="2949264"/>
              <a:chOff x="4129088" y="1073146"/>
              <a:chExt cx="871340" cy="3813293"/>
            </a:xfrm>
            <a:grpFill/>
          </p:grpSpPr>
          <p:sp>
            <p:nvSpPr>
              <p:cNvPr id="151" name="Flowchart: Manual Operation 2">
                <a:extLst>
                  <a:ext uri="{FF2B5EF4-FFF2-40B4-BE49-F238E27FC236}">
                    <a16:creationId xmlns:a16="http://schemas.microsoft.com/office/drawing/2014/main" id="{55359D28-FB2A-DF27-ED79-E52D9FA940B0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Rectangle: Rounded Corners 151">
                <a:extLst>
                  <a:ext uri="{FF2B5EF4-FFF2-40B4-BE49-F238E27FC236}">
                    <a16:creationId xmlns:a16="http://schemas.microsoft.com/office/drawing/2014/main" id="{067B0D7C-24BE-4017-2EE1-0E5ED06E34F1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062AECF8-29C5-15E3-CF6E-6C847EADB896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8B402145-C606-20F3-5F21-9CEFB5B45DAD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B7610EC6-3A30-565B-FCFE-B165511B6E38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466537AA-A3FB-D54E-DECA-A71E6F1A519A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C05546C7-66BD-2966-6DD4-BFE2F84C954F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DE6682C5-774D-1F74-208A-4EF0BD5DFF16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9669A687-B68A-E6D7-7EB6-D1CC99BD022B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155" name="Rectangle: Rounded Corners 154">
                  <a:extLst>
                    <a:ext uri="{FF2B5EF4-FFF2-40B4-BE49-F238E27FC236}">
                      <a16:creationId xmlns:a16="http://schemas.microsoft.com/office/drawing/2014/main" id="{F0A21D26-23AC-B264-5886-04A234573518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D8A4A425-2BFD-AD5D-0F8E-81F2680FD9F3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091A5B56-B9D5-5C70-D78C-9AEE0EC77758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99F48080-14A6-F386-B2DC-6D2638986789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20410F1D-DD9E-4341-B667-2DF92FAA2CD2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6E6DDCB-DBA4-481D-F432-C468228F1438}"/>
                </a:ext>
              </a:extLst>
            </p:cNvPr>
            <p:cNvGrpSpPr/>
            <p:nvPr/>
          </p:nvGrpSpPr>
          <p:grpSpPr>
            <a:xfrm>
              <a:off x="8459262" y="3908734"/>
              <a:ext cx="673909" cy="2949264"/>
              <a:chOff x="4129088" y="1073146"/>
              <a:chExt cx="871340" cy="3813293"/>
            </a:xfrm>
            <a:grpFill/>
          </p:grpSpPr>
          <p:sp>
            <p:nvSpPr>
              <p:cNvPr id="137" name="Flowchart: Manual Operation 2">
                <a:extLst>
                  <a:ext uri="{FF2B5EF4-FFF2-40B4-BE49-F238E27FC236}">
                    <a16:creationId xmlns:a16="http://schemas.microsoft.com/office/drawing/2014/main" id="{96D01359-F281-D421-09B4-272590F4150D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259FFEBB-002D-38AB-738B-F65B6A45527A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B38A8507-D10B-0622-1CC5-6F9916B1243B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5BDC99A2-30AE-CD3F-BB1B-CABCC97226D0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ED854C86-A0C8-FCBC-6314-A9C758F238A3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5A0783C4-C5A0-4A01-4C45-DB2F97A7277A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F45B2E0A-4AC9-D58A-F59F-54009CF7BEAB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61583FBA-4BF1-A717-E0CF-2CD2B3D53CE4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C242C2C-724B-C31B-1670-14002D4C7E9E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  <a:grpFill/>
            </p:grpSpPr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A71C6185-0186-02A9-321A-67D1052E5934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F1C5497B-356F-71F4-9979-35393343AA16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74E9C808-B182-BC05-161C-663CF56B39D1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EDCDB795-9C15-3181-8E72-C8E8FFF9DD6B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B5C067BE-8A8E-A97C-611F-B18D13148308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EE2FDEC5-B82A-8C92-5BD2-260E8D3B2573}"/>
              </a:ext>
            </a:extLst>
          </p:cNvPr>
          <p:cNvGrpSpPr/>
          <p:nvPr/>
        </p:nvGrpSpPr>
        <p:grpSpPr>
          <a:xfrm>
            <a:off x="5723990" y="4139746"/>
            <a:ext cx="6103377" cy="2949266"/>
            <a:chOff x="3029794" y="3908734"/>
            <a:chExt cx="6103377" cy="2949266"/>
          </a:xfrm>
        </p:grpSpPr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4EBCAA50-4AF8-D6ED-EBA4-62A0EFFB2230}"/>
                </a:ext>
              </a:extLst>
            </p:cNvPr>
            <p:cNvGrpSpPr/>
            <p:nvPr/>
          </p:nvGrpSpPr>
          <p:grpSpPr>
            <a:xfrm>
              <a:off x="3029794" y="3908736"/>
              <a:ext cx="673909" cy="2949264"/>
              <a:chOff x="4129088" y="1073146"/>
              <a:chExt cx="871340" cy="3813293"/>
            </a:xfrm>
          </p:grpSpPr>
          <p:sp>
            <p:nvSpPr>
              <p:cNvPr id="356" name="Flowchart: Manual Operation 2">
                <a:extLst>
                  <a:ext uri="{FF2B5EF4-FFF2-40B4-BE49-F238E27FC236}">
                    <a16:creationId xmlns:a16="http://schemas.microsoft.com/office/drawing/2014/main" id="{614DFFB8-1032-6AA9-9526-BA4102A1B324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FF535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7" name="Rectangle: Rounded Corners 356">
                <a:extLst>
                  <a:ext uri="{FF2B5EF4-FFF2-40B4-BE49-F238E27FC236}">
                    <a16:creationId xmlns:a16="http://schemas.microsoft.com/office/drawing/2014/main" id="{1593A09C-7AFA-F19A-239B-2C00C14173C3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FF535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id="{DC9BC0A1-971D-8167-44B6-93F72C7E6690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365" name="Rectangle: Rounded Corners 364">
                  <a:extLst>
                    <a:ext uri="{FF2B5EF4-FFF2-40B4-BE49-F238E27FC236}">
                      <a16:creationId xmlns:a16="http://schemas.microsoft.com/office/drawing/2014/main" id="{F2C64B6C-5A99-9327-962E-2E2370F877AC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735A2779-0206-E453-7F7C-C3E843838775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535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D5FB933C-78E1-5777-8924-DC526F13ADAB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535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8" name="Freeform: Shape 367">
                  <a:extLst>
                    <a:ext uri="{FF2B5EF4-FFF2-40B4-BE49-F238E27FC236}">
                      <a16:creationId xmlns:a16="http://schemas.microsoft.com/office/drawing/2014/main" id="{86859D80-1D99-BA7B-B494-21F216B14E6D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535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9" name="Freeform: Shape 368">
                  <a:extLst>
                    <a:ext uri="{FF2B5EF4-FFF2-40B4-BE49-F238E27FC236}">
                      <a16:creationId xmlns:a16="http://schemas.microsoft.com/office/drawing/2014/main" id="{EB11CA69-C840-A507-6BC6-84EC215A83AD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535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EA92E5D9-1908-D045-8991-C668C5B42A57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360" name="Rectangle: Rounded Corners 359">
                  <a:extLst>
                    <a:ext uri="{FF2B5EF4-FFF2-40B4-BE49-F238E27FC236}">
                      <a16:creationId xmlns:a16="http://schemas.microsoft.com/office/drawing/2014/main" id="{7A97A8E7-33F0-3821-30D6-C7A048EDBC12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B901E61B-E4BF-0ABD-E149-BE6EEB9B3A7E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535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94CEF3B9-60C7-E5A1-0FD3-D6980E58A2F4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535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Freeform: Shape 362">
                  <a:extLst>
                    <a:ext uri="{FF2B5EF4-FFF2-40B4-BE49-F238E27FC236}">
                      <a16:creationId xmlns:a16="http://schemas.microsoft.com/office/drawing/2014/main" id="{91810C77-2755-CDF2-7370-5A8015EF4985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535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24CE470A-29A6-B2FA-A896-E1800B11F52A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535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771989FE-15ED-3FB8-BEDE-5A4373E56EB5}"/>
                </a:ext>
              </a:extLst>
            </p:cNvPr>
            <p:cNvGrpSpPr/>
            <p:nvPr/>
          </p:nvGrpSpPr>
          <p:grpSpPr>
            <a:xfrm>
              <a:off x="3805072" y="3908736"/>
              <a:ext cx="673909" cy="2949264"/>
              <a:chOff x="4129088" y="1073146"/>
              <a:chExt cx="871340" cy="3813293"/>
            </a:xfrm>
          </p:grpSpPr>
          <p:sp>
            <p:nvSpPr>
              <p:cNvPr id="342" name="Flowchart: Manual Operation 2">
                <a:extLst>
                  <a:ext uri="{FF2B5EF4-FFF2-40B4-BE49-F238E27FC236}">
                    <a16:creationId xmlns:a16="http://schemas.microsoft.com/office/drawing/2014/main" id="{7BEB97BF-361A-10D4-4785-88A84E304EB7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70AD4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3" name="Rectangle: Rounded Corners 342">
                <a:extLst>
                  <a:ext uri="{FF2B5EF4-FFF2-40B4-BE49-F238E27FC236}">
                    <a16:creationId xmlns:a16="http://schemas.microsoft.com/office/drawing/2014/main" id="{D9DFE06A-4108-3482-EA4B-86FA15D7884C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70AD4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44" name="Group 343">
                <a:extLst>
                  <a:ext uri="{FF2B5EF4-FFF2-40B4-BE49-F238E27FC236}">
                    <a16:creationId xmlns:a16="http://schemas.microsoft.com/office/drawing/2014/main" id="{B42ABCD6-F4DF-354B-D968-28C218F5FC81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351" name="Rectangle: Rounded Corners 350">
                  <a:extLst>
                    <a:ext uri="{FF2B5EF4-FFF2-40B4-BE49-F238E27FC236}">
                      <a16:creationId xmlns:a16="http://schemas.microsoft.com/office/drawing/2014/main" id="{BE53DCF9-3096-E639-547E-E3D4E624B008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3DC73874-11E0-2F3C-565E-799089BA4A2B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70AD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78D6E2B6-63A3-37BE-7DD7-BC48C6C9D9B8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70AD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Freeform: Shape 353">
                  <a:extLst>
                    <a:ext uri="{FF2B5EF4-FFF2-40B4-BE49-F238E27FC236}">
                      <a16:creationId xmlns:a16="http://schemas.microsoft.com/office/drawing/2014/main" id="{A513182D-6049-4AB9-0978-281021D25279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70AD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: Shape 354">
                  <a:extLst>
                    <a:ext uri="{FF2B5EF4-FFF2-40B4-BE49-F238E27FC236}">
                      <a16:creationId xmlns:a16="http://schemas.microsoft.com/office/drawing/2014/main" id="{B004701C-6600-DFFF-8EBA-15C5FB06506A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70AD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1BA28F51-B845-52F3-A77A-0CC53B5483A3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346" name="Rectangle: Rounded Corners 345">
                  <a:extLst>
                    <a:ext uri="{FF2B5EF4-FFF2-40B4-BE49-F238E27FC236}">
                      <a16:creationId xmlns:a16="http://schemas.microsoft.com/office/drawing/2014/main" id="{35AFA23A-2D33-FAC3-9975-A1794BA11B7E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488CA7B5-EF80-AFC4-DA20-ACDE70E798D4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70AD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46EBA4C2-65D7-2FEE-8307-4542BE15FDA9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70AD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Freeform: Shape 348">
                  <a:extLst>
                    <a:ext uri="{FF2B5EF4-FFF2-40B4-BE49-F238E27FC236}">
                      <a16:creationId xmlns:a16="http://schemas.microsoft.com/office/drawing/2014/main" id="{7BCA66F3-26C8-CC43-5F72-F08A5D012274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70AD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2351715B-FEA7-F4E0-FF97-CCFB5341F67C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70AD4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BED51F2A-A9E7-EB67-C094-9D1F9B9E6ECB}"/>
                </a:ext>
              </a:extLst>
            </p:cNvPr>
            <p:cNvGrpSpPr/>
            <p:nvPr/>
          </p:nvGrpSpPr>
          <p:grpSpPr>
            <a:xfrm>
              <a:off x="4582805" y="3908736"/>
              <a:ext cx="673909" cy="2949264"/>
              <a:chOff x="4129088" y="1073146"/>
              <a:chExt cx="871340" cy="3813293"/>
            </a:xfrm>
          </p:grpSpPr>
          <p:sp>
            <p:nvSpPr>
              <p:cNvPr id="328" name="Flowchart: Manual Operation 2">
                <a:extLst>
                  <a:ext uri="{FF2B5EF4-FFF2-40B4-BE49-F238E27FC236}">
                    <a16:creationId xmlns:a16="http://schemas.microsoft.com/office/drawing/2014/main" id="{22221C62-E8F4-2F8F-8668-17CA6701021D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FFFF4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Rectangle: Rounded Corners 328">
                <a:extLst>
                  <a:ext uri="{FF2B5EF4-FFF2-40B4-BE49-F238E27FC236}">
                    <a16:creationId xmlns:a16="http://schemas.microsoft.com/office/drawing/2014/main" id="{460F0EF5-BA2E-AA45-C98A-4F5F466025A3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FFFF4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0" name="Group 329">
                <a:extLst>
                  <a:ext uri="{FF2B5EF4-FFF2-40B4-BE49-F238E27FC236}">
                    <a16:creationId xmlns:a16="http://schemas.microsoft.com/office/drawing/2014/main" id="{9E4027BF-B023-6C59-9CB5-AF1CA87FD304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337" name="Rectangle: Rounded Corners 336">
                  <a:extLst>
                    <a:ext uri="{FF2B5EF4-FFF2-40B4-BE49-F238E27FC236}">
                      <a16:creationId xmlns:a16="http://schemas.microsoft.com/office/drawing/2014/main" id="{2BD9515F-D32F-2F7A-47FE-770A428A9F04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88A9F41C-1EA9-D5B0-96F8-F1B6794BB6A1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FF4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91C55CB2-5253-B4E2-6843-8DF37A113E32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FF4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BA87F1D1-CD5B-4C9C-7A39-1A4E41AC7F23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FF4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1" name="Freeform: Shape 340">
                  <a:extLst>
                    <a:ext uri="{FF2B5EF4-FFF2-40B4-BE49-F238E27FC236}">
                      <a16:creationId xmlns:a16="http://schemas.microsoft.com/office/drawing/2014/main" id="{570AE0FB-2C25-E1E7-DFC8-50D56C3A9295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FF4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EF4A042E-6DED-6A1D-DDC6-FA2B3DF86D07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332" name="Rectangle: Rounded Corners 331">
                  <a:extLst>
                    <a:ext uri="{FF2B5EF4-FFF2-40B4-BE49-F238E27FC236}">
                      <a16:creationId xmlns:a16="http://schemas.microsoft.com/office/drawing/2014/main" id="{183DDFBA-4522-9566-2547-4D7B038B158E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E54A6FAF-0DCF-04C8-A7A7-DA426C39D000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FF4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145FF73C-4F27-E63E-B22A-796BD8864DD4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FF4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05EF62EF-084E-A24B-2258-1FB4D5C93E1A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FF4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D7AD58B7-4F6B-1993-4F44-D00AE34D6550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FF4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15493BA5-7F61-2E94-87AA-BD1275820F4C}"/>
                </a:ext>
              </a:extLst>
            </p:cNvPr>
            <p:cNvGrpSpPr/>
            <p:nvPr/>
          </p:nvGrpSpPr>
          <p:grpSpPr>
            <a:xfrm>
              <a:off x="5358083" y="3908736"/>
              <a:ext cx="673909" cy="2949264"/>
              <a:chOff x="4129088" y="1073146"/>
              <a:chExt cx="871340" cy="3813293"/>
            </a:xfrm>
          </p:grpSpPr>
          <p:sp>
            <p:nvSpPr>
              <p:cNvPr id="314" name="Flowchart: Manual Operation 2">
                <a:extLst>
                  <a:ext uri="{FF2B5EF4-FFF2-40B4-BE49-F238E27FC236}">
                    <a16:creationId xmlns:a16="http://schemas.microsoft.com/office/drawing/2014/main" id="{8257EA36-836E-576A-88C0-294CACE8B880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409C9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5" name="Rectangle: Rounded Corners 314">
                <a:extLst>
                  <a:ext uri="{FF2B5EF4-FFF2-40B4-BE49-F238E27FC236}">
                    <a16:creationId xmlns:a16="http://schemas.microsoft.com/office/drawing/2014/main" id="{50353900-8D80-B1BF-FBA6-826FDDD16FDA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409C9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BB25BBAF-DC9B-B0A1-EE86-4C0BA729F561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323" name="Rectangle: Rounded Corners 322">
                  <a:extLst>
                    <a:ext uri="{FF2B5EF4-FFF2-40B4-BE49-F238E27FC236}">
                      <a16:creationId xmlns:a16="http://schemas.microsoft.com/office/drawing/2014/main" id="{7C3989AF-2E10-281B-03BF-4ABB6B9570E5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4" name="Oval 323">
                  <a:extLst>
                    <a:ext uri="{FF2B5EF4-FFF2-40B4-BE49-F238E27FC236}">
                      <a16:creationId xmlns:a16="http://schemas.microsoft.com/office/drawing/2014/main" id="{E388B927-9A5F-07FF-BA36-9DBDB85BB3E5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409C9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CCAE0931-AA85-4C39-3E29-B2F4686F6DFE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409C9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6" name="Freeform: Shape 325">
                  <a:extLst>
                    <a:ext uri="{FF2B5EF4-FFF2-40B4-BE49-F238E27FC236}">
                      <a16:creationId xmlns:a16="http://schemas.microsoft.com/office/drawing/2014/main" id="{70FA2076-58AD-DDB9-20E6-42DED3E42A46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409C9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7" name="Freeform: Shape 326">
                  <a:extLst>
                    <a:ext uri="{FF2B5EF4-FFF2-40B4-BE49-F238E27FC236}">
                      <a16:creationId xmlns:a16="http://schemas.microsoft.com/office/drawing/2014/main" id="{C07613DC-8F13-1A84-9BD0-B8D56F713AED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409C9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A78CC88D-3164-1CE8-A302-0B686CD6688A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318" name="Rectangle: Rounded Corners 317">
                  <a:extLst>
                    <a:ext uri="{FF2B5EF4-FFF2-40B4-BE49-F238E27FC236}">
                      <a16:creationId xmlns:a16="http://schemas.microsoft.com/office/drawing/2014/main" id="{E35142FA-B68E-B84F-D236-C0E07CDB20CA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00267284-AB61-EE5B-5CD6-72CDE5F155DF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409C9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DAE63649-CDA7-CB69-3BD1-3D56E973BCFF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409C9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: Shape 320">
                  <a:extLst>
                    <a:ext uri="{FF2B5EF4-FFF2-40B4-BE49-F238E27FC236}">
                      <a16:creationId xmlns:a16="http://schemas.microsoft.com/office/drawing/2014/main" id="{FA9294A2-E22A-9266-A381-BD61CF01D171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409C9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Freeform: Shape 321">
                  <a:extLst>
                    <a:ext uri="{FF2B5EF4-FFF2-40B4-BE49-F238E27FC236}">
                      <a16:creationId xmlns:a16="http://schemas.microsoft.com/office/drawing/2014/main" id="{12989C3B-2A7C-BB6B-6808-BD98F6180C6F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409C9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F5F8ED88-BAF4-0544-07B2-9212EB2A3BCE}"/>
                </a:ext>
              </a:extLst>
            </p:cNvPr>
            <p:cNvGrpSpPr/>
            <p:nvPr/>
          </p:nvGrpSpPr>
          <p:grpSpPr>
            <a:xfrm>
              <a:off x="6136169" y="3908736"/>
              <a:ext cx="673909" cy="2949264"/>
              <a:chOff x="4129088" y="1073146"/>
              <a:chExt cx="871340" cy="3813293"/>
            </a:xfrm>
          </p:grpSpPr>
          <p:sp>
            <p:nvSpPr>
              <p:cNvPr id="300" name="Flowchart: Manual Operation 2">
                <a:extLst>
                  <a:ext uri="{FF2B5EF4-FFF2-40B4-BE49-F238E27FC236}">
                    <a16:creationId xmlns:a16="http://schemas.microsoft.com/office/drawing/2014/main" id="{2231A443-1B3E-BD2E-D336-92FD1D34BACE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9C44B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Rectangle: Rounded Corners 300">
                <a:extLst>
                  <a:ext uri="{FF2B5EF4-FFF2-40B4-BE49-F238E27FC236}">
                    <a16:creationId xmlns:a16="http://schemas.microsoft.com/office/drawing/2014/main" id="{69B8EF53-76E7-3F3F-0973-F77F0F76E78C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9C44B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02" name="Group 301">
                <a:extLst>
                  <a:ext uri="{FF2B5EF4-FFF2-40B4-BE49-F238E27FC236}">
                    <a16:creationId xmlns:a16="http://schemas.microsoft.com/office/drawing/2014/main" id="{1221AEDB-1267-4492-D45F-6B2DF1D97AB7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309" name="Rectangle: Rounded Corners 308">
                  <a:extLst>
                    <a:ext uri="{FF2B5EF4-FFF2-40B4-BE49-F238E27FC236}">
                      <a16:creationId xmlns:a16="http://schemas.microsoft.com/office/drawing/2014/main" id="{D8FFB950-1504-8095-6E72-CA8E71A4F4B7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198D5B90-2A36-E045-A2ED-4A5B3CD33295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9C44B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3B650273-2E53-40C1-DB28-78397DBF2604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9C44B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2" name="Freeform: Shape 311">
                  <a:extLst>
                    <a:ext uri="{FF2B5EF4-FFF2-40B4-BE49-F238E27FC236}">
                      <a16:creationId xmlns:a16="http://schemas.microsoft.com/office/drawing/2014/main" id="{649F3762-C874-6BBB-99AD-DEEC67E9F210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9C44B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3" name="Freeform: Shape 312">
                  <a:extLst>
                    <a:ext uri="{FF2B5EF4-FFF2-40B4-BE49-F238E27FC236}">
                      <a16:creationId xmlns:a16="http://schemas.microsoft.com/office/drawing/2014/main" id="{E7AB1D6A-5969-B5D5-9D51-9B03D30D24AC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9C44B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03" name="Group 302">
                <a:extLst>
                  <a:ext uri="{FF2B5EF4-FFF2-40B4-BE49-F238E27FC236}">
                    <a16:creationId xmlns:a16="http://schemas.microsoft.com/office/drawing/2014/main" id="{2B9345C8-1D78-72A7-AFBC-D52E72E42807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304" name="Rectangle: Rounded Corners 303">
                  <a:extLst>
                    <a:ext uri="{FF2B5EF4-FFF2-40B4-BE49-F238E27FC236}">
                      <a16:creationId xmlns:a16="http://schemas.microsoft.com/office/drawing/2014/main" id="{4B198F0F-1FA7-D425-75A2-69656F3B6053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F786A051-6A1C-3D2F-5556-4F758CFC5ECC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9C44B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09804E1D-BE9F-5AE2-1C08-C17944BA1C54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9C44B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Freeform: Shape 306">
                  <a:extLst>
                    <a:ext uri="{FF2B5EF4-FFF2-40B4-BE49-F238E27FC236}">
                      <a16:creationId xmlns:a16="http://schemas.microsoft.com/office/drawing/2014/main" id="{2324FFF1-8CBB-45C4-72EA-EBD429216021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9C44B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: Shape 307">
                  <a:extLst>
                    <a:ext uri="{FF2B5EF4-FFF2-40B4-BE49-F238E27FC236}">
                      <a16:creationId xmlns:a16="http://schemas.microsoft.com/office/drawing/2014/main" id="{F3FEE521-28BD-1015-AA7B-2986CEBE14B3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9C44B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53005EAF-534B-9301-4762-608B1DF65B85}"/>
                </a:ext>
              </a:extLst>
            </p:cNvPr>
            <p:cNvGrpSpPr/>
            <p:nvPr/>
          </p:nvGrpSpPr>
          <p:grpSpPr>
            <a:xfrm>
              <a:off x="6903179" y="3908735"/>
              <a:ext cx="673909" cy="2949264"/>
              <a:chOff x="4129088" y="1073146"/>
              <a:chExt cx="871340" cy="3813293"/>
            </a:xfrm>
          </p:grpSpPr>
          <p:sp>
            <p:nvSpPr>
              <p:cNvPr id="286" name="Flowchart: Manual Operation 2">
                <a:extLst>
                  <a:ext uri="{FF2B5EF4-FFF2-40B4-BE49-F238E27FC236}">
                    <a16:creationId xmlns:a16="http://schemas.microsoft.com/office/drawing/2014/main" id="{5133943C-28F3-9F0A-ACC8-1E5DF2A388AD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CD458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7" name="Rectangle: Rounded Corners 286">
                <a:extLst>
                  <a:ext uri="{FF2B5EF4-FFF2-40B4-BE49-F238E27FC236}">
                    <a16:creationId xmlns:a16="http://schemas.microsoft.com/office/drawing/2014/main" id="{0BBCEE1C-2E78-3DA3-AA41-8F343BC57A81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CD458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88" name="Group 287">
                <a:extLst>
                  <a:ext uri="{FF2B5EF4-FFF2-40B4-BE49-F238E27FC236}">
                    <a16:creationId xmlns:a16="http://schemas.microsoft.com/office/drawing/2014/main" id="{0716CDFD-45B4-E8D6-C234-04B133E2EFBB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295" name="Rectangle: Rounded Corners 294">
                  <a:extLst>
                    <a:ext uri="{FF2B5EF4-FFF2-40B4-BE49-F238E27FC236}">
                      <a16:creationId xmlns:a16="http://schemas.microsoft.com/office/drawing/2014/main" id="{DF849BFF-3E76-80EE-D130-3FD1E5C5C1B6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C1AA8BE-58DB-0C43-C89F-0D4F6DD84CE8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CD458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6CCAE67-D7EE-4AC9-F684-B49ABEB528C3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CD458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8" name="Freeform: Shape 297">
                  <a:extLst>
                    <a:ext uri="{FF2B5EF4-FFF2-40B4-BE49-F238E27FC236}">
                      <a16:creationId xmlns:a16="http://schemas.microsoft.com/office/drawing/2014/main" id="{703CE8DA-7B42-8282-E3A3-6B1126BC2EF3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CD458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Freeform: Shape 298">
                  <a:extLst>
                    <a:ext uri="{FF2B5EF4-FFF2-40B4-BE49-F238E27FC236}">
                      <a16:creationId xmlns:a16="http://schemas.microsoft.com/office/drawing/2014/main" id="{D672A243-2A22-36B7-B75A-6724DD6A187B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CD458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89" name="Group 288">
                <a:extLst>
                  <a:ext uri="{FF2B5EF4-FFF2-40B4-BE49-F238E27FC236}">
                    <a16:creationId xmlns:a16="http://schemas.microsoft.com/office/drawing/2014/main" id="{B65E4B95-08C4-772F-7694-FE9A72D9D61C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290" name="Rectangle: Rounded Corners 289">
                  <a:extLst>
                    <a:ext uri="{FF2B5EF4-FFF2-40B4-BE49-F238E27FC236}">
                      <a16:creationId xmlns:a16="http://schemas.microsoft.com/office/drawing/2014/main" id="{873DD393-FA55-2E46-F171-C660B3F89C9D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094DD912-1F13-C0AF-A4CF-AC815AD49E77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CD458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FE7C550B-5EA2-7EE1-A7FB-B466DEB4B252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CD458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Freeform: Shape 292">
                  <a:extLst>
                    <a:ext uri="{FF2B5EF4-FFF2-40B4-BE49-F238E27FC236}">
                      <a16:creationId xmlns:a16="http://schemas.microsoft.com/office/drawing/2014/main" id="{0CD83E60-AF93-73D4-0F8B-61DA9401F53C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CD458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75F8FAEE-860F-22A7-3C01-1A2A860623BA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CD458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249DA341-5FA6-FCF1-BAC5-8AC2CAEFCDBB}"/>
                </a:ext>
              </a:extLst>
            </p:cNvPr>
            <p:cNvGrpSpPr/>
            <p:nvPr/>
          </p:nvGrpSpPr>
          <p:grpSpPr>
            <a:xfrm>
              <a:off x="7682986" y="3908736"/>
              <a:ext cx="673909" cy="2949264"/>
              <a:chOff x="4129088" y="1073146"/>
              <a:chExt cx="871340" cy="3813293"/>
            </a:xfrm>
          </p:grpSpPr>
          <p:sp>
            <p:nvSpPr>
              <p:cNvPr id="272" name="Flowchart: Manual Operation 2">
                <a:extLst>
                  <a:ext uri="{FF2B5EF4-FFF2-40B4-BE49-F238E27FC236}">
                    <a16:creationId xmlns:a16="http://schemas.microsoft.com/office/drawing/2014/main" id="{99BDE6D0-80DF-4362-0671-5C41CC841383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FF971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3" name="Rectangle: Rounded Corners 272">
                <a:extLst>
                  <a:ext uri="{FF2B5EF4-FFF2-40B4-BE49-F238E27FC236}">
                    <a16:creationId xmlns:a16="http://schemas.microsoft.com/office/drawing/2014/main" id="{3AF94C56-AE90-50D7-9615-409F56079015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FF971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FACD6469-F443-36D8-8D6B-0794C3D0A382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281" name="Rectangle: Rounded Corners 280">
                  <a:extLst>
                    <a:ext uri="{FF2B5EF4-FFF2-40B4-BE49-F238E27FC236}">
                      <a16:creationId xmlns:a16="http://schemas.microsoft.com/office/drawing/2014/main" id="{65B1C1B3-10E6-70E8-9DBD-54D51BE1E1D0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0BDB1705-7E53-CCDE-825A-EC6D06BB5A68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971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18CE6635-FD35-0DA8-E0E4-B8ED2D003EC4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971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A615480C-C894-673F-505D-30151721D088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971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4D39CC3B-5C07-EE04-34D0-0E4B46D94724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971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37045CD4-4DB9-C446-4242-61A6D0F34D2F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276" name="Rectangle: Rounded Corners 275">
                  <a:extLst>
                    <a:ext uri="{FF2B5EF4-FFF2-40B4-BE49-F238E27FC236}">
                      <a16:creationId xmlns:a16="http://schemas.microsoft.com/office/drawing/2014/main" id="{585A250A-7FC0-C5C6-B9AC-13738E84BB32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9D826139-F2B1-B5AD-1DA4-6209E6F9BADF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FF971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C1CC7EEF-3925-DBE8-C0F6-9F2A06C63727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FF971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Freeform: Shape 278">
                  <a:extLst>
                    <a:ext uri="{FF2B5EF4-FFF2-40B4-BE49-F238E27FC236}">
                      <a16:creationId xmlns:a16="http://schemas.microsoft.com/office/drawing/2014/main" id="{B81FFB03-31AF-5639-5A15-9C918D2DCDCD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FF971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0" name="Freeform: Shape 279">
                  <a:extLst>
                    <a:ext uri="{FF2B5EF4-FFF2-40B4-BE49-F238E27FC236}">
                      <a16:creationId xmlns:a16="http://schemas.microsoft.com/office/drawing/2014/main" id="{0C3AC21D-1B45-2E57-0284-BF10E2E17383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FF971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CE96B4D2-7674-C6B6-A5C8-D739DAD58E24}"/>
                </a:ext>
              </a:extLst>
            </p:cNvPr>
            <p:cNvGrpSpPr/>
            <p:nvPr/>
          </p:nvGrpSpPr>
          <p:grpSpPr>
            <a:xfrm>
              <a:off x="8459262" y="3908734"/>
              <a:ext cx="673909" cy="2949264"/>
              <a:chOff x="4129088" y="1073146"/>
              <a:chExt cx="871340" cy="3813293"/>
            </a:xfrm>
          </p:grpSpPr>
          <p:sp>
            <p:nvSpPr>
              <p:cNvPr id="258" name="Flowchart: Manual Operation 2">
                <a:extLst>
                  <a:ext uri="{FF2B5EF4-FFF2-40B4-BE49-F238E27FC236}">
                    <a16:creationId xmlns:a16="http://schemas.microsoft.com/office/drawing/2014/main" id="{AF18F7EE-B91E-38FF-3530-99263EDAA688}"/>
                  </a:ext>
                </a:extLst>
              </p:cNvPr>
              <p:cNvSpPr/>
              <p:nvPr/>
            </p:nvSpPr>
            <p:spPr>
              <a:xfrm flipV="1">
                <a:off x="4156075" y="1073146"/>
                <a:ext cx="815975" cy="705187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0 w 12585"/>
                  <a:gd name="connsiteY0" fmla="*/ 0 h 10732"/>
                  <a:gd name="connsiteX1" fmla="*/ 12585 w 12585"/>
                  <a:gd name="connsiteY1" fmla="*/ 732 h 10732"/>
                  <a:gd name="connsiteX2" fmla="*/ 10585 w 12585"/>
                  <a:gd name="connsiteY2" fmla="*/ 10732 h 10732"/>
                  <a:gd name="connsiteX3" fmla="*/ 4585 w 12585"/>
                  <a:gd name="connsiteY3" fmla="*/ 10732 h 10732"/>
                  <a:gd name="connsiteX4" fmla="*/ 0 w 12585"/>
                  <a:gd name="connsiteY4" fmla="*/ 0 h 1073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4585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585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  <a:gd name="connsiteX0" fmla="*/ 0 w 15220"/>
                  <a:gd name="connsiteY0" fmla="*/ 110 h 10842"/>
                  <a:gd name="connsiteX1" fmla="*/ 15220 w 15220"/>
                  <a:gd name="connsiteY1" fmla="*/ 0 h 10842"/>
                  <a:gd name="connsiteX2" fmla="*/ 10038 w 15220"/>
                  <a:gd name="connsiteY2" fmla="*/ 10842 h 10842"/>
                  <a:gd name="connsiteX3" fmla="*/ 5182 w 15220"/>
                  <a:gd name="connsiteY3" fmla="*/ 10842 h 10842"/>
                  <a:gd name="connsiteX4" fmla="*/ 0 w 15220"/>
                  <a:gd name="connsiteY4" fmla="*/ 110 h 10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20" h="10842">
                    <a:moveTo>
                      <a:pt x="0" y="110"/>
                    </a:moveTo>
                    <a:lnTo>
                      <a:pt x="15220" y="0"/>
                    </a:lnTo>
                    <a:lnTo>
                      <a:pt x="10038" y="10842"/>
                    </a:lnTo>
                    <a:lnTo>
                      <a:pt x="5182" y="1084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B7825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" name="Rectangle: Rounded Corners 258">
                <a:extLst>
                  <a:ext uri="{FF2B5EF4-FFF2-40B4-BE49-F238E27FC236}">
                    <a16:creationId xmlns:a16="http://schemas.microsoft.com/office/drawing/2014/main" id="{4ADA0769-FBBB-C820-CBA4-20A86113BA84}"/>
                  </a:ext>
                </a:extLst>
              </p:cNvPr>
              <p:cNvSpPr/>
              <p:nvPr/>
            </p:nvSpPr>
            <p:spPr>
              <a:xfrm>
                <a:off x="4129088" y="1755775"/>
                <a:ext cx="866775" cy="3130664"/>
              </a:xfrm>
              <a:prstGeom prst="roundRect">
                <a:avLst>
                  <a:gd name="adj" fmla="val 4360"/>
                </a:avLst>
              </a:prstGeom>
              <a:solidFill>
                <a:srgbClr val="B7825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60" name="Group 259">
                <a:extLst>
                  <a:ext uri="{FF2B5EF4-FFF2-40B4-BE49-F238E27FC236}">
                    <a16:creationId xmlns:a16="http://schemas.microsoft.com/office/drawing/2014/main" id="{7EF4A744-4364-0583-4156-05DBBC70ECE2}"/>
                  </a:ext>
                </a:extLst>
              </p:cNvPr>
              <p:cNvGrpSpPr/>
              <p:nvPr/>
            </p:nvGrpSpPr>
            <p:grpSpPr>
              <a:xfrm>
                <a:off x="4129088" y="1755175"/>
                <a:ext cx="866775" cy="492725"/>
                <a:chOff x="4129088" y="1755175"/>
                <a:chExt cx="866775" cy="492725"/>
              </a:xfrm>
            </p:grpSpPr>
            <p:sp>
              <p:nvSpPr>
                <p:cNvPr id="267" name="Rectangle: Rounded Corners 266">
                  <a:extLst>
                    <a:ext uri="{FF2B5EF4-FFF2-40B4-BE49-F238E27FC236}">
                      <a16:creationId xmlns:a16="http://schemas.microsoft.com/office/drawing/2014/main" id="{6DE0A6FC-B0D0-55D8-3E24-4E7FEBDE4FD0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6A0AB304-D9A0-AF3B-7941-B1B27B2C72AB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B7825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8922284B-D559-A571-AC6E-FA24D3CFDEE2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B7825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D38DB52A-644E-BE04-8040-5E095BD91E11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B7825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C91FF0B2-EF71-DE82-1874-D2C43DCCEB6F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B7825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1" name="Group 260">
                <a:extLst>
                  <a:ext uri="{FF2B5EF4-FFF2-40B4-BE49-F238E27FC236}">
                    <a16:creationId xmlns:a16="http://schemas.microsoft.com/office/drawing/2014/main" id="{6714EB27-6443-3784-132E-B7195749B6EB}"/>
                  </a:ext>
                </a:extLst>
              </p:cNvPr>
              <p:cNvGrpSpPr/>
              <p:nvPr/>
            </p:nvGrpSpPr>
            <p:grpSpPr>
              <a:xfrm>
                <a:off x="4133653" y="4393714"/>
                <a:ext cx="866775" cy="492725"/>
                <a:chOff x="4129088" y="1755175"/>
                <a:chExt cx="866775" cy="492725"/>
              </a:xfrm>
            </p:grpSpPr>
            <p:sp>
              <p:nvSpPr>
                <p:cNvPr id="262" name="Rectangle: Rounded Corners 261">
                  <a:extLst>
                    <a:ext uri="{FF2B5EF4-FFF2-40B4-BE49-F238E27FC236}">
                      <a16:creationId xmlns:a16="http://schemas.microsoft.com/office/drawing/2014/main" id="{3AE189A3-9A91-390B-5D5D-7211F2D6F31A}"/>
                    </a:ext>
                  </a:extLst>
                </p:cNvPr>
                <p:cNvSpPr/>
                <p:nvPr/>
              </p:nvSpPr>
              <p:spPr>
                <a:xfrm>
                  <a:off x="4129088" y="1755775"/>
                  <a:ext cx="866775" cy="492125"/>
                </a:xfrm>
                <a:prstGeom prst="roundRect">
                  <a:avLst>
                    <a:gd name="adj" fmla="val 436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18F65D97-4464-0A25-4909-3B89B902B681}"/>
                    </a:ext>
                  </a:extLst>
                </p:cNvPr>
                <p:cNvSpPr/>
                <p:nvPr/>
              </p:nvSpPr>
              <p:spPr>
                <a:xfrm>
                  <a:off x="4700390" y="1776243"/>
                  <a:ext cx="133350" cy="183817"/>
                </a:xfrm>
                <a:prstGeom prst="ellipse">
                  <a:avLst/>
                </a:prstGeom>
                <a:solidFill>
                  <a:srgbClr val="B7825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360D9213-384F-A0F0-A3A1-778CB32708FA}"/>
                    </a:ext>
                  </a:extLst>
                </p:cNvPr>
                <p:cNvSpPr/>
                <p:nvPr/>
              </p:nvSpPr>
              <p:spPr>
                <a:xfrm rot="16428517">
                  <a:off x="4365329" y="2083358"/>
                  <a:ext cx="133350" cy="183817"/>
                </a:xfrm>
                <a:prstGeom prst="ellipse">
                  <a:avLst/>
                </a:prstGeom>
                <a:solidFill>
                  <a:srgbClr val="B7825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Freeform: Shape 264">
                  <a:extLst>
                    <a:ext uri="{FF2B5EF4-FFF2-40B4-BE49-F238E27FC236}">
                      <a16:creationId xmlns:a16="http://schemas.microsoft.com/office/drawing/2014/main" id="{827DE98D-B785-E623-5B41-3D687B205A53}"/>
                    </a:ext>
                  </a:extLst>
                </p:cNvPr>
                <p:cNvSpPr/>
                <p:nvPr/>
              </p:nvSpPr>
              <p:spPr>
                <a:xfrm>
                  <a:off x="4135537" y="1755175"/>
                  <a:ext cx="212527" cy="202195"/>
                </a:xfrm>
                <a:custGeom>
                  <a:avLst/>
                  <a:gdLst>
                    <a:gd name="connsiteX0" fmla="*/ 21457 w 212527"/>
                    <a:gd name="connsiteY0" fmla="*/ 0 h 202195"/>
                    <a:gd name="connsiteX1" fmla="*/ 185310 w 212527"/>
                    <a:gd name="connsiteY1" fmla="*/ 0 h 202195"/>
                    <a:gd name="connsiteX2" fmla="*/ 201907 w 212527"/>
                    <a:gd name="connsiteY2" fmla="*/ 23439 h 202195"/>
                    <a:gd name="connsiteX3" fmla="*/ 212527 w 212527"/>
                    <a:gd name="connsiteY3" fmla="*/ 73524 h 202195"/>
                    <a:gd name="connsiteX4" fmla="*/ 77391 w 212527"/>
                    <a:gd name="connsiteY4" fmla="*/ 202195 h 202195"/>
                    <a:gd name="connsiteX5" fmla="*/ 24790 w 212527"/>
                    <a:gd name="connsiteY5" fmla="*/ 192083 h 202195"/>
                    <a:gd name="connsiteX6" fmla="*/ 0 w 212527"/>
                    <a:gd name="connsiteY6" fmla="*/ 176169 h 202195"/>
                    <a:gd name="connsiteX7" fmla="*/ 0 w 212527"/>
                    <a:gd name="connsiteY7" fmla="*/ 21457 h 202195"/>
                    <a:gd name="connsiteX8" fmla="*/ 21457 w 212527"/>
                    <a:gd name="connsiteY8" fmla="*/ 0 h 20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527" h="202195">
                      <a:moveTo>
                        <a:pt x="21457" y="0"/>
                      </a:moveTo>
                      <a:lnTo>
                        <a:pt x="185310" y="0"/>
                      </a:lnTo>
                      <a:lnTo>
                        <a:pt x="201907" y="23439"/>
                      </a:lnTo>
                      <a:cubicBezTo>
                        <a:pt x="208746" y="38834"/>
                        <a:pt x="212527" y="55758"/>
                        <a:pt x="212527" y="73524"/>
                      </a:cubicBezTo>
                      <a:cubicBezTo>
                        <a:pt x="212527" y="144587"/>
                        <a:pt x="152025" y="202195"/>
                        <a:pt x="77391" y="202195"/>
                      </a:cubicBezTo>
                      <a:cubicBezTo>
                        <a:pt x="58733" y="202195"/>
                        <a:pt x="40957" y="198595"/>
                        <a:pt x="24790" y="192083"/>
                      </a:cubicBezTo>
                      <a:lnTo>
                        <a:pt x="0" y="176169"/>
                      </a:lnTo>
                      <a:lnTo>
                        <a:pt x="0" y="21457"/>
                      </a:lnTo>
                      <a:cubicBezTo>
                        <a:pt x="0" y="9607"/>
                        <a:pt x="9607" y="0"/>
                        <a:pt x="21457" y="0"/>
                      </a:cubicBezTo>
                      <a:close/>
                    </a:path>
                  </a:pathLst>
                </a:custGeom>
                <a:solidFill>
                  <a:srgbClr val="B7825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Freeform: Shape 265">
                  <a:extLst>
                    <a:ext uri="{FF2B5EF4-FFF2-40B4-BE49-F238E27FC236}">
                      <a16:creationId xmlns:a16="http://schemas.microsoft.com/office/drawing/2014/main" id="{48FB016D-E5B9-95D3-FA6A-9F45BC5E6AB6}"/>
                    </a:ext>
                  </a:extLst>
                </p:cNvPr>
                <p:cNvSpPr/>
                <p:nvPr/>
              </p:nvSpPr>
              <p:spPr>
                <a:xfrm>
                  <a:off x="4833740" y="2116094"/>
                  <a:ext cx="162123" cy="131806"/>
                </a:xfrm>
                <a:custGeom>
                  <a:avLst/>
                  <a:gdLst>
                    <a:gd name="connsiteX0" fmla="*/ 114399 w 162123"/>
                    <a:gd name="connsiteY0" fmla="*/ 0 h 131806"/>
                    <a:gd name="connsiteX1" fmla="*/ 158928 w 162123"/>
                    <a:gd name="connsiteY1" fmla="*/ 7223 h 131806"/>
                    <a:gd name="connsiteX2" fmla="*/ 162123 w 162123"/>
                    <a:gd name="connsiteY2" fmla="*/ 8954 h 131806"/>
                    <a:gd name="connsiteX3" fmla="*/ 162123 w 162123"/>
                    <a:gd name="connsiteY3" fmla="*/ 110349 h 131806"/>
                    <a:gd name="connsiteX4" fmla="*/ 140666 w 162123"/>
                    <a:gd name="connsiteY4" fmla="*/ 131806 h 131806"/>
                    <a:gd name="connsiteX5" fmla="*/ 12449 w 162123"/>
                    <a:gd name="connsiteY5" fmla="*/ 131806 h 131806"/>
                    <a:gd name="connsiteX6" fmla="*/ 8990 w 162123"/>
                    <a:gd name="connsiteY6" fmla="*/ 127684 h 131806"/>
                    <a:gd name="connsiteX7" fmla="*/ 0 w 162123"/>
                    <a:gd name="connsiteY7" fmla="*/ 91909 h 131806"/>
                    <a:gd name="connsiteX8" fmla="*/ 114399 w 162123"/>
                    <a:gd name="connsiteY8" fmla="*/ 0 h 13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2123" h="131806">
                      <a:moveTo>
                        <a:pt x="114399" y="0"/>
                      </a:moveTo>
                      <a:cubicBezTo>
                        <a:pt x="130194" y="0"/>
                        <a:pt x="145242" y="2572"/>
                        <a:pt x="158928" y="7223"/>
                      </a:cubicBezTo>
                      <a:lnTo>
                        <a:pt x="162123" y="8954"/>
                      </a:lnTo>
                      <a:lnTo>
                        <a:pt x="162123" y="110349"/>
                      </a:lnTo>
                      <a:cubicBezTo>
                        <a:pt x="162123" y="122199"/>
                        <a:pt x="152516" y="131806"/>
                        <a:pt x="140666" y="131806"/>
                      </a:cubicBezTo>
                      <a:lnTo>
                        <a:pt x="12449" y="131806"/>
                      </a:lnTo>
                      <a:lnTo>
                        <a:pt x="8990" y="127684"/>
                      </a:lnTo>
                      <a:cubicBezTo>
                        <a:pt x="3201" y="116688"/>
                        <a:pt x="0" y="104599"/>
                        <a:pt x="0" y="91909"/>
                      </a:cubicBezTo>
                      <a:cubicBezTo>
                        <a:pt x="0" y="41149"/>
                        <a:pt x="51218" y="0"/>
                        <a:pt x="114399" y="0"/>
                      </a:cubicBezTo>
                      <a:close/>
                    </a:path>
                  </a:pathLst>
                </a:custGeom>
                <a:solidFill>
                  <a:srgbClr val="B7825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3008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288700" y="787486"/>
            <a:ext cx="4855607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Scissors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5F7441-7048-C6B3-727C-701C46408836}"/>
              </a:ext>
            </a:extLst>
          </p:cNvPr>
          <p:cNvGrpSpPr/>
          <p:nvPr/>
        </p:nvGrpSpPr>
        <p:grpSpPr>
          <a:xfrm>
            <a:off x="240026" y="2088973"/>
            <a:ext cx="3680152" cy="4888292"/>
            <a:chOff x="4479264" y="855824"/>
            <a:chExt cx="3150605" cy="41849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C3745DA-D50A-984C-922F-AF5F3EF9945F}"/>
                </a:ext>
              </a:extLst>
            </p:cNvPr>
            <p:cNvGrpSpPr/>
            <p:nvPr/>
          </p:nvGrpSpPr>
          <p:grpSpPr>
            <a:xfrm flipH="1">
              <a:off x="5264165" y="896223"/>
              <a:ext cx="1757735" cy="3008349"/>
              <a:chOff x="5049136" y="901335"/>
              <a:chExt cx="1757735" cy="3008349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C68B627-890C-FE8D-7C2E-4137BCC0E6C1}"/>
                  </a:ext>
                </a:extLst>
              </p:cNvPr>
              <p:cNvSpPr/>
              <p:nvPr/>
            </p:nvSpPr>
            <p:spPr>
              <a:xfrm flipH="1">
                <a:off x="5647764" y="2549348"/>
                <a:ext cx="1159107" cy="1360336"/>
              </a:xfrm>
              <a:custGeom>
                <a:avLst/>
                <a:gdLst>
                  <a:gd name="connsiteX0" fmla="*/ 1159107 w 1159107"/>
                  <a:gd name="connsiteY0" fmla="*/ 0 h 1360336"/>
                  <a:gd name="connsiteX1" fmla="*/ 543852 w 1159107"/>
                  <a:gd name="connsiteY1" fmla="*/ 0 h 1360336"/>
                  <a:gd name="connsiteX2" fmla="*/ 434011 w 1159107"/>
                  <a:gd name="connsiteY2" fmla="*/ 231705 h 1360336"/>
                  <a:gd name="connsiteX3" fmla="*/ 0 w 1159107"/>
                  <a:gd name="connsiteY3" fmla="*/ 1101603 h 1360336"/>
                  <a:gd name="connsiteX4" fmla="*/ 343809 w 1159107"/>
                  <a:gd name="connsiteY4" fmla="*/ 1360336 h 1360336"/>
                  <a:gd name="connsiteX5" fmla="*/ 1106196 w 1159107"/>
                  <a:gd name="connsiteY5" fmla="*/ 81050 h 1360336"/>
                  <a:gd name="connsiteX6" fmla="*/ 1159107 w 1159107"/>
                  <a:gd name="connsiteY6" fmla="*/ 0 h 136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9107" h="1360336">
                    <a:moveTo>
                      <a:pt x="1159107" y="0"/>
                    </a:moveTo>
                    <a:lnTo>
                      <a:pt x="543852" y="0"/>
                    </a:lnTo>
                    <a:lnTo>
                      <a:pt x="434011" y="231705"/>
                    </a:lnTo>
                    <a:cubicBezTo>
                      <a:pt x="281715" y="549027"/>
                      <a:pt x="131418" y="853125"/>
                      <a:pt x="0" y="1101603"/>
                    </a:cubicBezTo>
                    <a:lnTo>
                      <a:pt x="343809" y="1360336"/>
                    </a:lnTo>
                    <a:cubicBezTo>
                      <a:pt x="569596" y="893188"/>
                      <a:pt x="853010" y="466215"/>
                      <a:pt x="1106196" y="81050"/>
                    </a:cubicBezTo>
                    <a:lnTo>
                      <a:pt x="1159107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F76A114-1FDC-29CA-5B8B-9C0BE5C38237}"/>
                  </a:ext>
                </a:extLst>
              </p:cNvPr>
              <p:cNvSpPr/>
              <p:nvPr/>
            </p:nvSpPr>
            <p:spPr>
              <a:xfrm flipH="1">
                <a:off x="5049136" y="901335"/>
                <a:ext cx="1206976" cy="1836593"/>
              </a:xfrm>
              <a:custGeom>
                <a:avLst/>
                <a:gdLst>
                  <a:gd name="connsiteX0" fmla="*/ 858986 w 1206976"/>
                  <a:gd name="connsiteY0" fmla="*/ 0 h 1836593"/>
                  <a:gd name="connsiteX1" fmla="*/ 117991 w 1206976"/>
                  <a:gd name="connsiteY1" fmla="*/ 1587697 h 1836593"/>
                  <a:gd name="connsiteX2" fmla="*/ 0 w 1206976"/>
                  <a:gd name="connsiteY2" fmla="*/ 1836593 h 1836593"/>
                  <a:gd name="connsiteX3" fmla="*/ 615255 w 1206976"/>
                  <a:gd name="connsiteY3" fmla="*/ 1836593 h 1836593"/>
                  <a:gd name="connsiteX4" fmla="*/ 709925 w 1206976"/>
                  <a:gd name="connsiteY4" fmla="*/ 1691574 h 1836593"/>
                  <a:gd name="connsiteX5" fmla="*/ 858986 w 1206976"/>
                  <a:gd name="connsiteY5" fmla="*/ 0 h 1836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6976" h="1836593">
                    <a:moveTo>
                      <a:pt x="858986" y="0"/>
                    </a:moveTo>
                    <a:cubicBezTo>
                      <a:pt x="828099" y="37789"/>
                      <a:pt x="493177" y="787828"/>
                      <a:pt x="117991" y="1587697"/>
                    </a:cubicBezTo>
                    <a:lnTo>
                      <a:pt x="0" y="1836593"/>
                    </a:lnTo>
                    <a:lnTo>
                      <a:pt x="615255" y="1836593"/>
                    </a:lnTo>
                    <a:lnTo>
                      <a:pt x="709925" y="1691574"/>
                    </a:lnTo>
                    <a:cubicBezTo>
                      <a:pt x="1185087" y="954822"/>
                      <a:pt x="1469052" y="386608"/>
                      <a:pt x="858986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A6614D4-E727-A176-1095-1BA204662EE7}"/>
                </a:ext>
              </a:extLst>
            </p:cNvPr>
            <p:cNvGrpSpPr/>
            <p:nvPr/>
          </p:nvGrpSpPr>
          <p:grpSpPr>
            <a:xfrm>
              <a:off x="5045682" y="855824"/>
              <a:ext cx="1757735" cy="3008349"/>
              <a:chOff x="5049136" y="901335"/>
              <a:chExt cx="1757735" cy="300834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E2FFF13-907C-2FF6-B477-85B61F48F43F}"/>
                  </a:ext>
                </a:extLst>
              </p:cNvPr>
              <p:cNvSpPr/>
              <p:nvPr/>
            </p:nvSpPr>
            <p:spPr>
              <a:xfrm flipH="1">
                <a:off x="5647764" y="2549348"/>
                <a:ext cx="1159107" cy="1360336"/>
              </a:xfrm>
              <a:custGeom>
                <a:avLst/>
                <a:gdLst>
                  <a:gd name="connsiteX0" fmla="*/ 1159107 w 1159107"/>
                  <a:gd name="connsiteY0" fmla="*/ 0 h 1360336"/>
                  <a:gd name="connsiteX1" fmla="*/ 543852 w 1159107"/>
                  <a:gd name="connsiteY1" fmla="*/ 0 h 1360336"/>
                  <a:gd name="connsiteX2" fmla="*/ 434011 w 1159107"/>
                  <a:gd name="connsiteY2" fmla="*/ 231705 h 1360336"/>
                  <a:gd name="connsiteX3" fmla="*/ 0 w 1159107"/>
                  <a:gd name="connsiteY3" fmla="*/ 1101603 h 1360336"/>
                  <a:gd name="connsiteX4" fmla="*/ 343809 w 1159107"/>
                  <a:gd name="connsiteY4" fmla="*/ 1360336 h 1360336"/>
                  <a:gd name="connsiteX5" fmla="*/ 1106196 w 1159107"/>
                  <a:gd name="connsiteY5" fmla="*/ 81050 h 1360336"/>
                  <a:gd name="connsiteX6" fmla="*/ 1159107 w 1159107"/>
                  <a:gd name="connsiteY6" fmla="*/ 0 h 136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9107" h="1360336">
                    <a:moveTo>
                      <a:pt x="1159107" y="0"/>
                    </a:moveTo>
                    <a:lnTo>
                      <a:pt x="543852" y="0"/>
                    </a:lnTo>
                    <a:lnTo>
                      <a:pt x="434011" y="231705"/>
                    </a:lnTo>
                    <a:cubicBezTo>
                      <a:pt x="281715" y="549027"/>
                      <a:pt x="131418" y="853125"/>
                      <a:pt x="0" y="1101603"/>
                    </a:cubicBezTo>
                    <a:lnTo>
                      <a:pt x="343809" y="1360336"/>
                    </a:lnTo>
                    <a:cubicBezTo>
                      <a:pt x="569596" y="893188"/>
                      <a:pt x="853010" y="466215"/>
                      <a:pt x="1106196" y="81050"/>
                    </a:cubicBezTo>
                    <a:lnTo>
                      <a:pt x="1159107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8F0D46D-F748-CFB8-F66C-4717E20A87E3}"/>
                  </a:ext>
                </a:extLst>
              </p:cNvPr>
              <p:cNvSpPr/>
              <p:nvPr/>
            </p:nvSpPr>
            <p:spPr>
              <a:xfrm flipH="1">
                <a:off x="5049136" y="901335"/>
                <a:ext cx="1206976" cy="1836593"/>
              </a:xfrm>
              <a:custGeom>
                <a:avLst/>
                <a:gdLst>
                  <a:gd name="connsiteX0" fmla="*/ 858986 w 1206976"/>
                  <a:gd name="connsiteY0" fmla="*/ 0 h 1836593"/>
                  <a:gd name="connsiteX1" fmla="*/ 117991 w 1206976"/>
                  <a:gd name="connsiteY1" fmla="*/ 1587697 h 1836593"/>
                  <a:gd name="connsiteX2" fmla="*/ 0 w 1206976"/>
                  <a:gd name="connsiteY2" fmla="*/ 1836593 h 1836593"/>
                  <a:gd name="connsiteX3" fmla="*/ 615255 w 1206976"/>
                  <a:gd name="connsiteY3" fmla="*/ 1836593 h 1836593"/>
                  <a:gd name="connsiteX4" fmla="*/ 709925 w 1206976"/>
                  <a:gd name="connsiteY4" fmla="*/ 1691574 h 1836593"/>
                  <a:gd name="connsiteX5" fmla="*/ 858986 w 1206976"/>
                  <a:gd name="connsiteY5" fmla="*/ 0 h 1836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6976" h="1836593">
                    <a:moveTo>
                      <a:pt x="858986" y="0"/>
                    </a:moveTo>
                    <a:cubicBezTo>
                      <a:pt x="828099" y="37789"/>
                      <a:pt x="493177" y="787828"/>
                      <a:pt x="117991" y="1587697"/>
                    </a:cubicBezTo>
                    <a:lnTo>
                      <a:pt x="0" y="1836593"/>
                    </a:lnTo>
                    <a:lnTo>
                      <a:pt x="615255" y="1836593"/>
                    </a:lnTo>
                    <a:lnTo>
                      <a:pt x="709925" y="1691574"/>
                    </a:lnTo>
                    <a:cubicBezTo>
                      <a:pt x="1185087" y="954822"/>
                      <a:pt x="1469052" y="386608"/>
                      <a:pt x="858986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6FBC619-D65B-FED9-84FA-4FD682AD7B32}"/>
                </a:ext>
              </a:extLst>
            </p:cNvPr>
            <p:cNvSpPr/>
            <p:nvPr/>
          </p:nvSpPr>
          <p:spPr>
            <a:xfrm>
              <a:off x="4479264" y="3299172"/>
              <a:ext cx="1486699" cy="1741341"/>
            </a:xfrm>
            <a:custGeom>
              <a:avLst/>
              <a:gdLst>
                <a:gd name="connsiteX0" fmla="*/ 909637 w 1819274"/>
                <a:gd name="connsiteY0" fmla="*/ 0 h 1866902"/>
                <a:gd name="connsiteX1" fmla="*/ 1819274 w 1819274"/>
                <a:gd name="connsiteY1" fmla="*/ 933451 h 1866902"/>
                <a:gd name="connsiteX2" fmla="*/ 909637 w 1819274"/>
                <a:gd name="connsiteY2" fmla="*/ 1866902 h 1866902"/>
                <a:gd name="connsiteX3" fmla="*/ 0 w 1819274"/>
                <a:gd name="connsiteY3" fmla="*/ 933451 h 1866902"/>
                <a:gd name="connsiteX4" fmla="*/ 909637 w 1819274"/>
                <a:gd name="connsiteY4" fmla="*/ 0 h 1866902"/>
                <a:gd name="connsiteX5" fmla="*/ 909637 w 1819274"/>
                <a:gd name="connsiteY5" fmla="*/ 476250 h 1866902"/>
                <a:gd name="connsiteX6" fmla="*/ 452437 w 1819274"/>
                <a:gd name="connsiteY6" fmla="*/ 933450 h 1866902"/>
                <a:gd name="connsiteX7" fmla="*/ 909637 w 1819274"/>
                <a:gd name="connsiteY7" fmla="*/ 1390650 h 1866902"/>
                <a:gd name="connsiteX8" fmla="*/ 1366837 w 1819274"/>
                <a:gd name="connsiteY8" fmla="*/ 933450 h 1866902"/>
                <a:gd name="connsiteX9" fmla="*/ 909637 w 1819274"/>
                <a:gd name="connsiteY9" fmla="*/ 476250 h 186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19274" h="1866902">
                  <a:moveTo>
                    <a:pt x="909637" y="0"/>
                  </a:moveTo>
                  <a:cubicBezTo>
                    <a:pt x="1412016" y="0"/>
                    <a:pt x="1819274" y="417920"/>
                    <a:pt x="1819274" y="933451"/>
                  </a:cubicBezTo>
                  <a:cubicBezTo>
                    <a:pt x="1819274" y="1448982"/>
                    <a:pt x="1412016" y="1866902"/>
                    <a:pt x="909637" y="1866902"/>
                  </a:cubicBezTo>
                  <a:cubicBezTo>
                    <a:pt x="407258" y="1866902"/>
                    <a:pt x="0" y="1448982"/>
                    <a:pt x="0" y="933451"/>
                  </a:cubicBezTo>
                  <a:cubicBezTo>
                    <a:pt x="0" y="417920"/>
                    <a:pt x="407258" y="0"/>
                    <a:pt x="909637" y="0"/>
                  </a:cubicBezTo>
                  <a:close/>
                  <a:moveTo>
                    <a:pt x="909637" y="476250"/>
                  </a:moveTo>
                  <a:cubicBezTo>
                    <a:pt x="657132" y="476250"/>
                    <a:pt x="452437" y="680945"/>
                    <a:pt x="452437" y="933450"/>
                  </a:cubicBezTo>
                  <a:cubicBezTo>
                    <a:pt x="452437" y="1185955"/>
                    <a:pt x="657132" y="1390650"/>
                    <a:pt x="909637" y="1390650"/>
                  </a:cubicBezTo>
                  <a:cubicBezTo>
                    <a:pt x="1162142" y="1390650"/>
                    <a:pt x="1366837" y="1185955"/>
                    <a:pt x="1366837" y="933450"/>
                  </a:cubicBezTo>
                  <a:cubicBezTo>
                    <a:pt x="1366837" y="680945"/>
                    <a:pt x="1162142" y="476250"/>
                    <a:pt x="909637" y="47625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4D2BF0C-5245-AE37-EDD1-AC4133F3EBBD}"/>
                </a:ext>
              </a:extLst>
            </p:cNvPr>
            <p:cNvGrpSpPr/>
            <p:nvPr/>
          </p:nvGrpSpPr>
          <p:grpSpPr>
            <a:xfrm>
              <a:off x="5561207" y="2251446"/>
              <a:ext cx="914400" cy="981073"/>
              <a:chOff x="5638800" y="2181225"/>
              <a:chExt cx="914400" cy="981073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36D30A3-34E4-FCA9-71D7-8A654C51EB6F}"/>
                  </a:ext>
                </a:extLst>
              </p:cNvPr>
              <p:cNvSpPr/>
              <p:nvPr/>
            </p:nvSpPr>
            <p:spPr>
              <a:xfrm>
                <a:off x="5638800" y="2181225"/>
                <a:ext cx="914400" cy="981073"/>
              </a:xfrm>
              <a:custGeom>
                <a:avLst/>
                <a:gdLst>
                  <a:gd name="connsiteX0" fmla="*/ 457200 w 914400"/>
                  <a:gd name="connsiteY0" fmla="*/ 0 h 914400"/>
                  <a:gd name="connsiteX1" fmla="*/ 914400 w 914400"/>
                  <a:gd name="connsiteY1" fmla="*/ 457200 h 914400"/>
                  <a:gd name="connsiteX2" fmla="*/ 457200 w 914400"/>
                  <a:gd name="connsiteY2" fmla="*/ 914400 h 914400"/>
                  <a:gd name="connsiteX3" fmla="*/ 0 w 914400"/>
                  <a:gd name="connsiteY3" fmla="*/ 457200 h 914400"/>
                  <a:gd name="connsiteX4" fmla="*/ 457200 w 914400"/>
                  <a:gd name="connsiteY4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BD88F4D-A82F-B6AA-0389-76258A734265}"/>
                  </a:ext>
                </a:extLst>
              </p:cNvPr>
              <p:cNvSpPr/>
              <p:nvPr/>
            </p:nvSpPr>
            <p:spPr>
              <a:xfrm>
                <a:off x="5725357" y="2274093"/>
                <a:ext cx="741285" cy="795335"/>
              </a:xfrm>
              <a:custGeom>
                <a:avLst/>
                <a:gdLst>
                  <a:gd name="connsiteX0" fmla="*/ 457200 w 914400"/>
                  <a:gd name="connsiteY0" fmla="*/ 0 h 914400"/>
                  <a:gd name="connsiteX1" fmla="*/ 914400 w 914400"/>
                  <a:gd name="connsiteY1" fmla="*/ 457200 h 914400"/>
                  <a:gd name="connsiteX2" fmla="*/ 457200 w 914400"/>
                  <a:gd name="connsiteY2" fmla="*/ 914400 h 914400"/>
                  <a:gd name="connsiteX3" fmla="*/ 0 w 914400"/>
                  <a:gd name="connsiteY3" fmla="*/ 457200 h 914400"/>
                  <a:gd name="connsiteX4" fmla="*/ 457200 w 914400"/>
                  <a:gd name="connsiteY4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5EE1365-AC37-2800-5FF2-34A9440FC3C5}"/>
                  </a:ext>
                </a:extLst>
              </p:cNvPr>
              <p:cNvSpPr/>
              <p:nvPr/>
            </p:nvSpPr>
            <p:spPr>
              <a:xfrm>
                <a:off x="5884043" y="2433632"/>
                <a:ext cx="423912" cy="454821"/>
              </a:xfrm>
              <a:custGeom>
                <a:avLst/>
                <a:gdLst>
                  <a:gd name="connsiteX0" fmla="*/ 457200 w 914400"/>
                  <a:gd name="connsiteY0" fmla="*/ 0 h 914400"/>
                  <a:gd name="connsiteX1" fmla="*/ 914400 w 914400"/>
                  <a:gd name="connsiteY1" fmla="*/ 457200 h 914400"/>
                  <a:gd name="connsiteX2" fmla="*/ 457200 w 914400"/>
                  <a:gd name="connsiteY2" fmla="*/ 914400 h 914400"/>
                  <a:gd name="connsiteX3" fmla="*/ 0 w 914400"/>
                  <a:gd name="connsiteY3" fmla="*/ 457200 h 914400"/>
                  <a:gd name="connsiteX4" fmla="*/ 457200 w 914400"/>
                  <a:gd name="connsiteY4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FFFF53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B51F5C6-D786-8972-462A-D2DC3D1AC6A4}"/>
                </a:ext>
              </a:extLst>
            </p:cNvPr>
            <p:cNvSpPr/>
            <p:nvPr/>
          </p:nvSpPr>
          <p:spPr>
            <a:xfrm>
              <a:off x="6143170" y="3299385"/>
              <a:ext cx="1486699" cy="1741341"/>
            </a:xfrm>
            <a:custGeom>
              <a:avLst/>
              <a:gdLst>
                <a:gd name="connsiteX0" fmla="*/ 909637 w 1819274"/>
                <a:gd name="connsiteY0" fmla="*/ 0 h 1866902"/>
                <a:gd name="connsiteX1" fmla="*/ 1819274 w 1819274"/>
                <a:gd name="connsiteY1" fmla="*/ 933451 h 1866902"/>
                <a:gd name="connsiteX2" fmla="*/ 909637 w 1819274"/>
                <a:gd name="connsiteY2" fmla="*/ 1866902 h 1866902"/>
                <a:gd name="connsiteX3" fmla="*/ 0 w 1819274"/>
                <a:gd name="connsiteY3" fmla="*/ 933451 h 1866902"/>
                <a:gd name="connsiteX4" fmla="*/ 909637 w 1819274"/>
                <a:gd name="connsiteY4" fmla="*/ 0 h 1866902"/>
                <a:gd name="connsiteX5" fmla="*/ 909637 w 1819274"/>
                <a:gd name="connsiteY5" fmla="*/ 476250 h 1866902"/>
                <a:gd name="connsiteX6" fmla="*/ 452437 w 1819274"/>
                <a:gd name="connsiteY6" fmla="*/ 933450 h 1866902"/>
                <a:gd name="connsiteX7" fmla="*/ 909637 w 1819274"/>
                <a:gd name="connsiteY7" fmla="*/ 1390650 h 1866902"/>
                <a:gd name="connsiteX8" fmla="*/ 1366837 w 1819274"/>
                <a:gd name="connsiteY8" fmla="*/ 933450 h 1866902"/>
                <a:gd name="connsiteX9" fmla="*/ 909637 w 1819274"/>
                <a:gd name="connsiteY9" fmla="*/ 476250 h 186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19274" h="1866902">
                  <a:moveTo>
                    <a:pt x="909637" y="0"/>
                  </a:moveTo>
                  <a:cubicBezTo>
                    <a:pt x="1412016" y="0"/>
                    <a:pt x="1819274" y="417920"/>
                    <a:pt x="1819274" y="933451"/>
                  </a:cubicBezTo>
                  <a:cubicBezTo>
                    <a:pt x="1819274" y="1448982"/>
                    <a:pt x="1412016" y="1866902"/>
                    <a:pt x="909637" y="1866902"/>
                  </a:cubicBezTo>
                  <a:cubicBezTo>
                    <a:pt x="407258" y="1866902"/>
                    <a:pt x="0" y="1448982"/>
                    <a:pt x="0" y="933451"/>
                  </a:cubicBezTo>
                  <a:cubicBezTo>
                    <a:pt x="0" y="417920"/>
                    <a:pt x="407258" y="0"/>
                    <a:pt x="909637" y="0"/>
                  </a:cubicBezTo>
                  <a:close/>
                  <a:moveTo>
                    <a:pt x="909637" y="476250"/>
                  </a:moveTo>
                  <a:cubicBezTo>
                    <a:pt x="657132" y="476250"/>
                    <a:pt x="452437" y="680945"/>
                    <a:pt x="452437" y="933450"/>
                  </a:cubicBezTo>
                  <a:cubicBezTo>
                    <a:pt x="452437" y="1185955"/>
                    <a:pt x="657132" y="1390650"/>
                    <a:pt x="909637" y="1390650"/>
                  </a:cubicBezTo>
                  <a:cubicBezTo>
                    <a:pt x="1162142" y="1390650"/>
                    <a:pt x="1366837" y="1185955"/>
                    <a:pt x="1366837" y="933450"/>
                  </a:cubicBezTo>
                  <a:cubicBezTo>
                    <a:pt x="1366837" y="680945"/>
                    <a:pt x="1162142" y="476250"/>
                    <a:pt x="909637" y="47625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AD2A72-7B83-6A99-15B5-3053DCE04653}"/>
              </a:ext>
            </a:extLst>
          </p:cNvPr>
          <p:cNvGrpSpPr/>
          <p:nvPr/>
        </p:nvGrpSpPr>
        <p:grpSpPr>
          <a:xfrm>
            <a:off x="7553348" y="2088724"/>
            <a:ext cx="3680152" cy="4888292"/>
            <a:chOff x="4479264" y="855824"/>
            <a:chExt cx="3150605" cy="4184902"/>
          </a:xfrm>
          <a:solidFill>
            <a:schemeClr val="bg1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31790A7-AE8C-BFE7-5DF9-ADA1B100C819}"/>
                </a:ext>
              </a:extLst>
            </p:cNvPr>
            <p:cNvGrpSpPr/>
            <p:nvPr/>
          </p:nvGrpSpPr>
          <p:grpSpPr>
            <a:xfrm flipH="1">
              <a:off x="5264165" y="896223"/>
              <a:ext cx="1757735" cy="3008349"/>
              <a:chOff x="5049136" y="901335"/>
              <a:chExt cx="1757735" cy="3008349"/>
            </a:xfrm>
            <a:grpFill/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AE3A316-D9BF-2B0A-4BB4-5D9667B71EEC}"/>
                  </a:ext>
                </a:extLst>
              </p:cNvPr>
              <p:cNvSpPr/>
              <p:nvPr/>
            </p:nvSpPr>
            <p:spPr>
              <a:xfrm flipH="1">
                <a:off x="5647764" y="2549348"/>
                <a:ext cx="1159107" cy="1360336"/>
              </a:xfrm>
              <a:custGeom>
                <a:avLst/>
                <a:gdLst>
                  <a:gd name="connsiteX0" fmla="*/ 1159107 w 1159107"/>
                  <a:gd name="connsiteY0" fmla="*/ 0 h 1360336"/>
                  <a:gd name="connsiteX1" fmla="*/ 543852 w 1159107"/>
                  <a:gd name="connsiteY1" fmla="*/ 0 h 1360336"/>
                  <a:gd name="connsiteX2" fmla="*/ 434011 w 1159107"/>
                  <a:gd name="connsiteY2" fmla="*/ 231705 h 1360336"/>
                  <a:gd name="connsiteX3" fmla="*/ 0 w 1159107"/>
                  <a:gd name="connsiteY3" fmla="*/ 1101603 h 1360336"/>
                  <a:gd name="connsiteX4" fmla="*/ 343809 w 1159107"/>
                  <a:gd name="connsiteY4" fmla="*/ 1360336 h 1360336"/>
                  <a:gd name="connsiteX5" fmla="*/ 1106196 w 1159107"/>
                  <a:gd name="connsiteY5" fmla="*/ 81050 h 1360336"/>
                  <a:gd name="connsiteX6" fmla="*/ 1159107 w 1159107"/>
                  <a:gd name="connsiteY6" fmla="*/ 0 h 136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9107" h="1360336">
                    <a:moveTo>
                      <a:pt x="1159107" y="0"/>
                    </a:moveTo>
                    <a:lnTo>
                      <a:pt x="543852" y="0"/>
                    </a:lnTo>
                    <a:lnTo>
                      <a:pt x="434011" y="231705"/>
                    </a:lnTo>
                    <a:cubicBezTo>
                      <a:pt x="281715" y="549027"/>
                      <a:pt x="131418" y="853125"/>
                      <a:pt x="0" y="1101603"/>
                    </a:cubicBezTo>
                    <a:lnTo>
                      <a:pt x="343809" y="1360336"/>
                    </a:lnTo>
                    <a:cubicBezTo>
                      <a:pt x="569596" y="893188"/>
                      <a:pt x="853010" y="466215"/>
                      <a:pt x="1106196" y="81050"/>
                    </a:cubicBezTo>
                    <a:lnTo>
                      <a:pt x="1159107" y="0"/>
                    </a:ln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FC9B94ED-3F1C-112A-44DD-9C962B6E2FE5}"/>
                  </a:ext>
                </a:extLst>
              </p:cNvPr>
              <p:cNvSpPr/>
              <p:nvPr/>
            </p:nvSpPr>
            <p:spPr>
              <a:xfrm flipH="1">
                <a:off x="5049136" y="901335"/>
                <a:ext cx="1206976" cy="1836593"/>
              </a:xfrm>
              <a:custGeom>
                <a:avLst/>
                <a:gdLst>
                  <a:gd name="connsiteX0" fmla="*/ 858986 w 1206976"/>
                  <a:gd name="connsiteY0" fmla="*/ 0 h 1836593"/>
                  <a:gd name="connsiteX1" fmla="*/ 117991 w 1206976"/>
                  <a:gd name="connsiteY1" fmla="*/ 1587697 h 1836593"/>
                  <a:gd name="connsiteX2" fmla="*/ 0 w 1206976"/>
                  <a:gd name="connsiteY2" fmla="*/ 1836593 h 1836593"/>
                  <a:gd name="connsiteX3" fmla="*/ 615255 w 1206976"/>
                  <a:gd name="connsiteY3" fmla="*/ 1836593 h 1836593"/>
                  <a:gd name="connsiteX4" fmla="*/ 709925 w 1206976"/>
                  <a:gd name="connsiteY4" fmla="*/ 1691574 h 1836593"/>
                  <a:gd name="connsiteX5" fmla="*/ 858986 w 1206976"/>
                  <a:gd name="connsiteY5" fmla="*/ 0 h 1836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6976" h="1836593">
                    <a:moveTo>
                      <a:pt x="858986" y="0"/>
                    </a:moveTo>
                    <a:cubicBezTo>
                      <a:pt x="828099" y="37789"/>
                      <a:pt x="493177" y="787828"/>
                      <a:pt x="117991" y="1587697"/>
                    </a:cubicBezTo>
                    <a:lnTo>
                      <a:pt x="0" y="1836593"/>
                    </a:lnTo>
                    <a:lnTo>
                      <a:pt x="615255" y="1836593"/>
                    </a:lnTo>
                    <a:lnTo>
                      <a:pt x="709925" y="1691574"/>
                    </a:lnTo>
                    <a:cubicBezTo>
                      <a:pt x="1185087" y="954822"/>
                      <a:pt x="1469052" y="386608"/>
                      <a:pt x="858986" y="0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9225728-4F86-2A64-F86E-5EA911DA0F5D}"/>
                </a:ext>
              </a:extLst>
            </p:cNvPr>
            <p:cNvGrpSpPr/>
            <p:nvPr/>
          </p:nvGrpSpPr>
          <p:grpSpPr>
            <a:xfrm>
              <a:off x="5045682" y="855824"/>
              <a:ext cx="1757735" cy="3008349"/>
              <a:chOff x="5049136" y="901335"/>
              <a:chExt cx="1757735" cy="3008349"/>
            </a:xfrm>
            <a:grp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2A60694-F180-33D6-F989-12C4473D98B6}"/>
                  </a:ext>
                </a:extLst>
              </p:cNvPr>
              <p:cNvSpPr/>
              <p:nvPr/>
            </p:nvSpPr>
            <p:spPr>
              <a:xfrm flipH="1">
                <a:off x="5647764" y="2549348"/>
                <a:ext cx="1159107" cy="1360336"/>
              </a:xfrm>
              <a:custGeom>
                <a:avLst/>
                <a:gdLst>
                  <a:gd name="connsiteX0" fmla="*/ 1159107 w 1159107"/>
                  <a:gd name="connsiteY0" fmla="*/ 0 h 1360336"/>
                  <a:gd name="connsiteX1" fmla="*/ 543852 w 1159107"/>
                  <a:gd name="connsiteY1" fmla="*/ 0 h 1360336"/>
                  <a:gd name="connsiteX2" fmla="*/ 434011 w 1159107"/>
                  <a:gd name="connsiteY2" fmla="*/ 231705 h 1360336"/>
                  <a:gd name="connsiteX3" fmla="*/ 0 w 1159107"/>
                  <a:gd name="connsiteY3" fmla="*/ 1101603 h 1360336"/>
                  <a:gd name="connsiteX4" fmla="*/ 343809 w 1159107"/>
                  <a:gd name="connsiteY4" fmla="*/ 1360336 h 1360336"/>
                  <a:gd name="connsiteX5" fmla="*/ 1106196 w 1159107"/>
                  <a:gd name="connsiteY5" fmla="*/ 81050 h 1360336"/>
                  <a:gd name="connsiteX6" fmla="*/ 1159107 w 1159107"/>
                  <a:gd name="connsiteY6" fmla="*/ 0 h 136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9107" h="1360336">
                    <a:moveTo>
                      <a:pt x="1159107" y="0"/>
                    </a:moveTo>
                    <a:lnTo>
                      <a:pt x="543852" y="0"/>
                    </a:lnTo>
                    <a:lnTo>
                      <a:pt x="434011" y="231705"/>
                    </a:lnTo>
                    <a:cubicBezTo>
                      <a:pt x="281715" y="549027"/>
                      <a:pt x="131418" y="853125"/>
                      <a:pt x="0" y="1101603"/>
                    </a:cubicBezTo>
                    <a:lnTo>
                      <a:pt x="343809" y="1360336"/>
                    </a:lnTo>
                    <a:cubicBezTo>
                      <a:pt x="569596" y="893188"/>
                      <a:pt x="853010" y="466215"/>
                      <a:pt x="1106196" y="81050"/>
                    </a:cubicBezTo>
                    <a:lnTo>
                      <a:pt x="1159107" y="0"/>
                    </a:ln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1DBA78CF-9E01-7479-016B-B5A677882BCD}"/>
                  </a:ext>
                </a:extLst>
              </p:cNvPr>
              <p:cNvSpPr/>
              <p:nvPr/>
            </p:nvSpPr>
            <p:spPr>
              <a:xfrm flipH="1">
                <a:off x="5049136" y="901335"/>
                <a:ext cx="1206976" cy="1836593"/>
              </a:xfrm>
              <a:custGeom>
                <a:avLst/>
                <a:gdLst>
                  <a:gd name="connsiteX0" fmla="*/ 858986 w 1206976"/>
                  <a:gd name="connsiteY0" fmla="*/ 0 h 1836593"/>
                  <a:gd name="connsiteX1" fmla="*/ 117991 w 1206976"/>
                  <a:gd name="connsiteY1" fmla="*/ 1587697 h 1836593"/>
                  <a:gd name="connsiteX2" fmla="*/ 0 w 1206976"/>
                  <a:gd name="connsiteY2" fmla="*/ 1836593 h 1836593"/>
                  <a:gd name="connsiteX3" fmla="*/ 615255 w 1206976"/>
                  <a:gd name="connsiteY3" fmla="*/ 1836593 h 1836593"/>
                  <a:gd name="connsiteX4" fmla="*/ 709925 w 1206976"/>
                  <a:gd name="connsiteY4" fmla="*/ 1691574 h 1836593"/>
                  <a:gd name="connsiteX5" fmla="*/ 858986 w 1206976"/>
                  <a:gd name="connsiteY5" fmla="*/ 0 h 1836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6976" h="1836593">
                    <a:moveTo>
                      <a:pt x="858986" y="0"/>
                    </a:moveTo>
                    <a:cubicBezTo>
                      <a:pt x="828099" y="37789"/>
                      <a:pt x="493177" y="787828"/>
                      <a:pt x="117991" y="1587697"/>
                    </a:cubicBezTo>
                    <a:lnTo>
                      <a:pt x="0" y="1836593"/>
                    </a:lnTo>
                    <a:lnTo>
                      <a:pt x="615255" y="1836593"/>
                    </a:lnTo>
                    <a:lnTo>
                      <a:pt x="709925" y="1691574"/>
                    </a:lnTo>
                    <a:cubicBezTo>
                      <a:pt x="1185087" y="954822"/>
                      <a:pt x="1469052" y="386608"/>
                      <a:pt x="858986" y="0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BD655EC-8AF8-2890-8060-B2C7DB1EA5F2}"/>
                </a:ext>
              </a:extLst>
            </p:cNvPr>
            <p:cNvSpPr/>
            <p:nvPr/>
          </p:nvSpPr>
          <p:spPr>
            <a:xfrm>
              <a:off x="4479264" y="3299172"/>
              <a:ext cx="1486699" cy="1741341"/>
            </a:xfrm>
            <a:custGeom>
              <a:avLst/>
              <a:gdLst>
                <a:gd name="connsiteX0" fmla="*/ 909637 w 1819274"/>
                <a:gd name="connsiteY0" fmla="*/ 0 h 1866902"/>
                <a:gd name="connsiteX1" fmla="*/ 1819274 w 1819274"/>
                <a:gd name="connsiteY1" fmla="*/ 933451 h 1866902"/>
                <a:gd name="connsiteX2" fmla="*/ 909637 w 1819274"/>
                <a:gd name="connsiteY2" fmla="*/ 1866902 h 1866902"/>
                <a:gd name="connsiteX3" fmla="*/ 0 w 1819274"/>
                <a:gd name="connsiteY3" fmla="*/ 933451 h 1866902"/>
                <a:gd name="connsiteX4" fmla="*/ 909637 w 1819274"/>
                <a:gd name="connsiteY4" fmla="*/ 0 h 1866902"/>
                <a:gd name="connsiteX5" fmla="*/ 909637 w 1819274"/>
                <a:gd name="connsiteY5" fmla="*/ 476250 h 1866902"/>
                <a:gd name="connsiteX6" fmla="*/ 452437 w 1819274"/>
                <a:gd name="connsiteY6" fmla="*/ 933450 h 1866902"/>
                <a:gd name="connsiteX7" fmla="*/ 909637 w 1819274"/>
                <a:gd name="connsiteY7" fmla="*/ 1390650 h 1866902"/>
                <a:gd name="connsiteX8" fmla="*/ 1366837 w 1819274"/>
                <a:gd name="connsiteY8" fmla="*/ 933450 h 1866902"/>
                <a:gd name="connsiteX9" fmla="*/ 909637 w 1819274"/>
                <a:gd name="connsiteY9" fmla="*/ 476250 h 186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19274" h="1866902">
                  <a:moveTo>
                    <a:pt x="909637" y="0"/>
                  </a:moveTo>
                  <a:cubicBezTo>
                    <a:pt x="1412016" y="0"/>
                    <a:pt x="1819274" y="417920"/>
                    <a:pt x="1819274" y="933451"/>
                  </a:cubicBezTo>
                  <a:cubicBezTo>
                    <a:pt x="1819274" y="1448982"/>
                    <a:pt x="1412016" y="1866902"/>
                    <a:pt x="909637" y="1866902"/>
                  </a:cubicBezTo>
                  <a:cubicBezTo>
                    <a:pt x="407258" y="1866902"/>
                    <a:pt x="0" y="1448982"/>
                    <a:pt x="0" y="933451"/>
                  </a:cubicBezTo>
                  <a:cubicBezTo>
                    <a:pt x="0" y="417920"/>
                    <a:pt x="407258" y="0"/>
                    <a:pt x="909637" y="0"/>
                  </a:cubicBezTo>
                  <a:close/>
                  <a:moveTo>
                    <a:pt x="909637" y="476250"/>
                  </a:moveTo>
                  <a:cubicBezTo>
                    <a:pt x="657132" y="476250"/>
                    <a:pt x="452437" y="680945"/>
                    <a:pt x="452437" y="933450"/>
                  </a:cubicBezTo>
                  <a:cubicBezTo>
                    <a:pt x="452437" y="1185955"/>
                    <a:pt x="657132" y="1390650"/>
                    <a:pt x="909637" y="1390650"/>
                  </a:cubicBezTo>
                  <a:cubicBezTo>
                    <a:pt x="1162142" y="1390650"/>
                    <a:pt x="1366837" y="1185955"/>
                    <a:pt x="1366837" y="933450"/>
                  </a:cubicBezTo>
                  <a:cubicBezTo>
                    <a:pt x="1366837" y="680945"/>
                    <a:pt x="1162142" y="476250"/>
                    <a:pt x="909637" y="476250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57C3CE7-F469-2271-B549-5E0F5C02F0BB}"/>
                </a:ext>
              </a:extLst>
            </p:cNvPr>
            <p:cNvGrpSpPr/>
            <p:nvPr/>
          </p:nvGrpSpPr>
          <p:grpSpPr>
            <a:xfrm>
              <a:off x="5561207" y="2251446"/>
              <a:ext cx="914400" cy="981073"/>
              <a:chOff x="5638800" y="2181225"/>
              <a:chExt cx="914400" cy="981073"/>
            </a:xfrm>
            <a:grpFill/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0DC3355-02AC-7E27-1CCC-FF99599CBFC5}"/>
                  </a:ext>
                </a:extLst>
              </p:cNvPr>
              <p:cNvSpPr/>
              <p:nvPr/>
            </p:nvSpPr>
            <p:spPr>
              <a:xfrm>
                <a:off x="5638800" y="2181225"/>
                <a:ext cx="914400" cy="981073"/>
              </a:xfrm>
              <a:custGeom>
                <a:avLst/>
                <a:gdLst>
                  <a:gd name="connsiteX0" fmla="*/ 457200 w 914400"/>
                  <a:gd name="connsiteY0" fmla="*/ 0 h 914400"/>
                  <a:gd name="connsiteX1" fmla="*/ 914400 w 914400"/>
                  <a:gd name="connsiteY1" fmla="*/ 457200 h 914400"/>
                  <a:gd name="connsiteX2" fmla="*/ 457200 w 914400"/>
                  <a:gd name="connsiteY2" fmla="*/ 914400 h 914400"/>
                  <a:gd name="connsiteX3" fmla="*/ 0 w 914400"/>
                  <a:gd name="connsiteY3" fmla="*/ 457200 h 914400"/>
                  <a:gd name="connsiteX4" fmla="*/ 457200 w 914400"/>
                  <a:gd name="connsiteY4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B834BDF-7B49-0BB3-DC5B-3A5AAF8DDD1C}"/>
                  </a:ext>
                </a:extLst>
              </p:cNvPr>
              <p:cNvSpPr/>
              <p:nvPr/>
            </p:nvSpPr>
            <p:spPr>
              <a:xfrm>
                <a:off x="5725357" y="2274093"/>
                <a:ext cx="741285" cy="795335"/>
              </a:xfrm>
              <a:custGeom>
                <a:avLst/>
                <a:gdLst>
                  <a:gd name="connsiteX0" fmla="*/ 457200 w 914400"/>
                  <a:gd name="connsiteY0" fmla="*/ 0 h 914400"/>
                  <a:gd name="connsiteX1" fmla="*/ 914400 w 914400"/>
                  <a:gd name="connsiteY1" fmla="*/ 457200 h 914400"/>
                  <a:gd name="connsiteX2" fmla="*/ 457200 w 914400"/>
                  <a:gd name="connsiteY2" fmla="*/ 914400 h 914400"/>
                  <a:gd name="connsiteX3" fmla="*/ 0 w 914400"/>
                  <a:gd name="connsiteY3" fmla="*/ 457200 h 914400"/>
                  <a:gd name="connsiteX4" fmla="*/ 457200 w 914400"/>
                  <a:gd name="connsiteY4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B9FA730-AB17-EC17-3636-EA5DE735AED8}"/>
                  </a:ext>
                </a:extLst>
              </p:cNvPr>
              <p:cNvSpPr/>
              <p:nvPr/>
            </p:nvSpPr>
            <p:spPr>
              <a:xfrm>
                <a:off x="5884043" y="2433632"/>
                <a:ext cx="423912" cy="454821"/>
              </a:xfrm>
              <a:custGeom>
                <a:avLst/>
                <a:gdLst>
                  <a:gd name="connsiteX0" fmla="*/ 457200 w 914400"/>
                  <a:gd name="connsiteY0" fmla="*/ 0 h 914400"/>
                  <a:gd name="connsiteX1" fmla="*/ 914400 w 914400"/>
                  <a:gd name="connsiteY1" fmla="*/ 457200 h 914400"/>
                  <a:gd name="connsiteX2" fmla="*/ 457200 w 914400"/>
                  <a:gd name="connsiteY2" fmla="*/ 914400 h 914400"/>
                  <a:gd name="connsiteX3" fmla="*/ 0 w 914400"/>
                  <a:gd name="connsiteY3" fmla="*/ 457200 h 914400"/>
                  <a:gd name="connsiteX4" fmla="*/ 457200 w 914400"/>
                  <a:gd name="connsiteY4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8282D70-EA01-EBAD-CFE0-7E9D102684E0}"/>
                </a:ext>
              </a:extLst>
            </p:cNvPr>
            <p:cNvSpPr/>
            <p:nvPr/>
          </p:nvSpPr>
          <p:spPr>
            <a:xfrm>
              <a:off x="6143170" y="3299385"/>
              <a:ext cx="1486699" cy="1741341"/>
            </a:xfrm>
            <a:custGeom>
              <a:avLst/>
              <a:gdLst>
                <a:gd name="connsiteX0" fmla="*/ 909637 w 1819274"/>
                <a:gd name="connsiteY0" fmla="*/ 0 h 1866902"/>
                <a:gd name="connsiteX1" fmla="*/ 1819274 w 1819274"/>
                <a:gd name="connsiteY1" fmla="*/ 933451 h 1866902"/>
                <a:gd name="connsiteX2" fmla="*/ 909637 w 1819274"/>
                <a:gd name="connsiteY2" fmla="*/ 1866902 h 1866902"/>
                <a:gd name="connsiteX3" fmla="*/ 0 w 1819274"/>
                <a:gd name="connsiteY3" fmla="*/ 933451 h 1866902"/>
                <a:gd name="connsiteX4" fmla="*/ 909637 w 1819274"/>
                <a:gd name="connsiteY4" fmla="*/ 0 h 1866902"/>
                <a:gd name="connsiteX5" fmla="*/ 909637 w 1819274"/>
                <a:gd name="connsiteY5" fmla="*/ 476250 h 1866902"/>
                <a:gd name="connsiteX6" fmla="*/ 452437 w 1819274"/>
                <a:gd name="connsiteY6" fmla="*/ 933450 h 1866902"/>
                <a:gd name="connsiteX7" fmla="*/ 909637 w 1819274"/>
                <a:gd name="connsiteY7" fmla="*/ 1390650 h 1866902"/>
                <a:gd name="connsiteX8" fmla="*/ 1366837 w 1819274"/>
                <a:gd name="connsiteY8" fmla="*/ 933450 h 1866902"/>
                <a:gd name="connsiteX9" fmla="*/ 909637 w 1819274"/>
                <a:gd name="connsiteY9" fmla="*/ 476250 h 186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19274" h="1866902">
                  <a:moveTo>
                    <a:pt x="909637" y="0"/>
                  </a:moveTo>
                  <a:cubicBezTo>
                    <a:pt x="1412016" y="0"/>
                    <a:pt x="1819274" y="417920"/>
                    <a:pt x="1819274" y="933451"/>
                  </a:cubicBezTo>
                  <a:cubicBezTo>
                    <a:pt x="1819274" y="1448982"/>
                    <a:pt x="1412016" y="1866902"/>
                    <a:pt x="909637" y="1866902"/>
                  </a:cubicBezTo>
                  <a:cubicBezTo>
                    <a:pt x="407258" y="1866902"/>
                    <a:pt x="0" y="1448982"/>
                    <a:pt x="0" y="933451"/>
                  </a:cubicBezTo>
                  <a:cubicBezTo>
                    <a:pt x="0" y="417920"/>
                    <a:pt x="407258" y="0"/>
                    <a:pt x="909637" y="0"/>
                  </a:cubicBezTo>
                  <a:close/>
                  <a:moveTo>
                    <a:pt x="909637" y="476250"/>
                  </a:moveTo>
                  <a:cubicBezTo>
                    <a:pt x="657132" y="476250"/>
                    <a:pt x="452437" y="680945"/>
                    <a:pt x="452437" y="933450"/>
                  </a:cubicBezTo>
                  <a:cubicBezTo>
                    <a:pt x="452437" y="1185955"/>
                    <a:pt x="657132" y="1390650"/>
                    <a:pt x="909637" y="1390650"/>
                  </a:cubicBezTo>
                  <a:cubicBezTo>
                    <a:pt x="1162142" y="1390650"/>
                    <a:pt x="1366837" y="1185955"/>
                    <a:pt x="1366837" y="933450"/>
                  </a:cubicBezTo>
                  <a:cubicBezTo>
                    <a:pt x="1366837" y="680945"/>
                    <a:pt x="1162142" y="476250"/>
                    <a:pt x="909637" y="476250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B05AB6E-30C2-CF6F-E340-3C2FA6B9517D}"/>
              </a:ext>
            </a:extLst>
          </p:cNvPr>
          <p:cNvGrpSpPr/>
          <p:nvPr/>
        </p:nvGrpSpPr>
        <p:grpSpPr>
          <a:xfrm>
            <a:off x="3759939" y="2110837"/>
            <a:ext cx="3680152" cy="4888292"/>
            <a:chOff x="4479264" y="855824"/>
            <a:chExt cx="3150605" cy="4184902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E00FB3F-F126-CA1E-1A02-8CF2998505B2}"/>
                </a:ext>
              </a:extLst>
            </p:cNvPr>
            <p:cNvGrpSpPr/>
            <p:nvPr/>
          </p:nvGrpSpPr>
          <p:grpSpPr>
            <a:xfrm flipH="1">
              <a:off x="5264165" y="896223"/>
              <a:ext cx="1757735" cy="3008349"/>
              <a:chOff x="5049136" y="901335"/>
              <a:chExt cx="1757735" cy="3008349"/>
            </a:xfrm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48A9884-3C05-B4A5-57B3-8826C3332E34}"/>
                  </a:ext>
                </a:extLst>
              </p:cNvPr>
              <p:cNvSpPr/>
              <p:nvPr/>
            </p:nvSpPr>
            <p:spPr>
              <a:xfrm flipH="1">
                <a:off x="5647764" y="2549348"/>
                <a:ext cx="1159107" cy="1360336"/>
              </a:xfrm>
              <a:custGeom>
                <a:avLst/>
                <a:gdLst>
                  <a:gd name="connsiteX0" fmla="*/ 1159107 w 1159107"/>
                  <a:gd name="connsiteY0" fmla="*/ 0 h 1360336"/>
                  <a:gd name="connsiteX1" fmla="*/ 543852 w 1159107"/>
                  <a:gd name="connsiteY1" fmla="*/ 0 h 1360336"/>
                  <a:gd name="connsiteX2" fmla="*/ 434011 w 1159107"/>
                  <a:gd name="connsiteY2" fmla="*/ 231705 h 1360336"/>
                  <a:gd name="connsiteX3" fmla="*/ 0 w 1159107"/>
                  <a:gd name="connsiteY3" fmla="*/ 1101603 h 1360336"/>
                  <a:gd name="connsiteX4" fmla="*/ 343809 w 1159107"/>
                  <a:gd name="connsiteY4" fmla="*/ 1360336 h 1360336"/>
                  <a:gd name="connsiteX5" fmla="*/ 1106196 w 1159107"/>
                  <a:gd name="connsiteY5" fmla="*/ 81050 h 1360336"/>
                  <a:gd name="connsiteX6" fmla="*/ 1159107 w 1159107"/>
                  <a:gd name="connsiteY6" fmla="*/ 0 h 136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9107" h="1360336">
                    <a:moveTo>
                      <a:pt x="1159107" y="0"/>
                    </a:moveTo>
                    <a:lnTo>
                      <a:pt x="543852" y="0"/>
                    </a:lnTo>
                    <a:lnTo>
                      <a:pt x="434011" y="231705"/>
                    </a:lnTo>
                    <a:cubicBezTo>
                      <a:pt x="281715" y="549027"/>
                      <a:pt x="131418" y="853125"/>
                      <a:pt x="0" y="1101603"/>
                    </a:cubicBezTo>
                    <a:lnTo>
                      <a:pt x="343809" y="1360336"/>
                    </a:lnTo>
                    <a:cubicBezTo>
                      <a:pt x="569596" y="893188"/>
                      <a:pt x="853010" y="466215"/>
                      <a:pt x="1106196" y="81050"/>
                    </a:cubicBezTo>
                    <a:lnTo>
                      <a:pt x="1159107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983E257-20FC-762E-8CE9-6BC890EF0453}"/>
                  </a:ext>
                </a:extLst>
              </p:cNvPr>
              <p:cNvSpPr/>
              <p:nvPr/>
            </p:nvSpPr>
            <p:spPr>
              <a:xfrm flipH="1">
                <a:off x="5049136" y="901335"/>
                <a:ext cx="1206976" cy="1836593"/>
              </a:xfrm>
              <a:custGeom>
                <a:avLst/>
                <a:gdLst>
                  <a:gd name="connsiteX0" fmla="*/ 858986 w 1206976"/>
                  <a:gd name="connsiteY0" fmla="*/ 0 h 1836593"/>
                  <a:gd name="connsiteX1" fmla="*/ 117991 w 1206976"/>
                  <a:gd name="connsiteY1" fmla="*/ 1587697 h 1836593"/>
                  <a:gd name="connsiteX2" fmla="*/ 0 w 1206976"/>
                  <a:gd name="connsiteY2" fmla="*/ 1836593 h 1836593"/>
                  <a:gd name="connsiteX3" fmla="*/ 615255 w 1206976"/>
                  <a:gd name="connsiteY3" fmla="*/ 1836593 h 1836593"/>
                  <a:gd name="connsiteX4" fmla="*/ 709925 w 1206976"/>
                  <a:gd name="connsiteY4" fmla="*/ 1691574 h 1836593"/>
                  <a:gd name="connsiteX5" fmla="*/ 858986 w 1206976"/>
                  <a:gd name="connsiteY5" fmla="*/ 0 h 1836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6976" h="1836593">
                    <a:moveTo>
                      <a:pt x="858986" y="0"/>
                    </a:moveTo>
                    <a:cubicBezTo>
                      <a:pt x="828099" y="37789"/>
                      <a:pt x="493177" y="787828"/>
                      <a:pt x="117991" y="1587697"/>
                    </a:cubicBezTo>
                    <a:lnTo>
                      <a:pt x="0" y="1836593"/>
                    </a:lnTo>
                    <a:lnTo>
                      <a:pt x="615255" y="1836593"/>
                    </a:lnTo>
                    <a:lnTo>
                      <a:pt x="709925" y="1691574"/>
                    </a:lnTo>
                    <a:cubicBezTo>
                      <a:pt x="1185087" y="954822"/>
                      <a:pt x="1469052" y="386608"/>
                      <a:pt x="858986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5EA94AF-0B43-74EE-B33C-29300B7DC978}"/>
                </a:ext>
              </a:extLst>
            </p:cNvPr>
            <p:cNvGrpSpPr/>
            <p:nvPr/>
          </p:nvGrpSpPr>
          <p:grpSpPr>
            <a:xfrm>
              <a:off x="5045682" y="855824"/>
              <a:ext cx="1757735" cy="3008349"/>
              <a:chOff x="5049136" y="901335"/>
              <a:chExt cx="1757735" cy="3008349"/>
            </a:xfrm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2919BF61-C250-18A0-8C78-7DB26341BACD}"/>
                  </a:ext>
                </a:extLst>
              </p:cNvPr>
              <p:cNvSpPr/>
              <p:nvPr/>
            </p:nvSpPr>
            <p:spPr>
              <a:xfrm flipH="1">
                <a:off x="5647764" y="2549348"/>
                <a:ext cx="1159107" cy="1360336"/>
              </a:xfrm>
              <a:custGeom>
                <a:avLst/>
                <a:gdLst>
                  <a:gd name="connsiteX0" fmla="*/ 1159107 w 1159107"/>
                  <a:gd name="connsiteY0" fmla="*/ 0 h 1360336"/>
                  <a:gd name="connsiteX1" fmla="*/ 543852 w 1159107"/>
                  <a:gd name="connsiteY1" fmla="*/ 0 h 1360336"/>
                  <a:gd name="connsiteX2" fmla="*/ 434011 w 1159107"/>
                  <a:gd name="connsiteY2" fmla="*/ 231705 h 1360336"/>
                  <a:gd name="connsiteX3" fmla="*/ 0 w 1159107"/>
                  <a:gd name="connsiteY3" fmla="*/ 1101603 h 1360336"/>
                  <a:gd name="connsiteX4" fmla="*/ 343809 w 1159107"/>
                  <a:gd name="connsiteY4" fmla="*/ 1360336 h 1360336"/>
                  <a:gd name="connsiteX5" fmla="*/ 1106196 w 1159107"/>
                  <a:gd name="connsiteY5" fmla="*/ 81050 h 1360336"/>
                  <a:gd name="connsiteX6" fmla="*/ 1159107 w 1159107"/>
                  <a:gd name="connsiteY6" fmla="*/ 0 h 136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9107" h="1360336">
                    <a:moveTo>
                      <a:pt x="1159107" y="0"/>
                    </a:moveTo>
                    <a:lnTo>
                      <a:pt x="543852" y="0"/>
                    </a:lnTo>
                    <a:lnTo>
                      <a:pt x="434011" y="231705"/>
                    </a:lnTo>
                    <a:cubicBezTo>
                      <a:pt x="281715" y="549027"/>
                      <a:pt x="131418" y="853125"/>
                      <a:pt x="0" y="1101603"/>
                    </a:cubicBezTo>
                    <a:lnTo>
                      <a:pt x="343809" y="1360336"/>
                    </a:lnTo>
                    <a:cubicBezTo>
                      <a:pt x="569596" y="893188"/>
                      <a:pt x="853010" y="466215"/>
                      <a:pt x="1106196" y="81050"/>
                    </a:cubicBezTo>
                    <a:lnTo>
                      <a:pt x="1159107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74B915E7-39F4-2FE6-D359-7864632E5178}"/>
                  </a:ext>
                </a:extLst>
              </p:cNvPr>
              <p:cNvSpPr/>
              <p:nvPr/>
            </p:nvSpPr>
            <p:spPr>
              <a:xfrm flipH="1">
                <a:off x="5049136" y="901335"/>
                <a:ext cx="1206976" cy="1836593"/>
              </a:xfrm>
              <a:custGeom>
                <a:avLst/>
                <a:gdLst>
                  <a:gd name="connsiteX0" fmla="*/ 858986 w 1206976"/>
                  <a:gd name="connsiteY0" fmla="*/ 0 h 1836593"/>
                  <a:gd name="connsiteX1" fmla="*/ 117991 w 1206976"/>
                  <a:gd name="connsiteY1" fmla="*/ 1587697 h 1836593"/>
                  <a:gd name="connsiteX2" fmla="*/ 0 w 1206976"/>
                  <a:gd name="connsiteY2" fmla="*/ 1836593 h 1836593"/>
                  <a:gd name="connsiteX3" fmla="*/ 615255 w 1206976"/>
                  <a:gd name="connsiteY3" fmla="*/ 1836593 h 1836593"/>
                  <a:gd name="connsiteX4" fmla="*/ 709925 w 1206976"/>
                  <a:gd name="connsiteY4" fmla="*/ 1691574 h 1836593"/>
                  <a:gd name="connsiteX5" fmla="*/ 858986 w 1206976"/>
                  <a:gd name="connsiteY5" fmla="*/ 0 h 1836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6976" h="1836593">
                    <a:moveTo>
                      <a:pt x="858986" y="0"/>
                    </a:moveTo>
                    <a:cubicBezTo>
                      <a:pt x="828099" y="37789"/>
                      <a:pt x="493177" y="787828"/>
                      <a:pt x="117991" y="1587697"/>
                    </a:cubicBezTo>
                    <a:lnTo>
                      <a:pt x="0" y="1836593"/>
                    </a:lnTo>
                    <a:lnTo>
                      <a:pt x="615255" y="1836593"/>
                    </a:lnTo>
                    <a:lnTo>
                      <a:pt x="709925" y="1691574"/>
                    </a:lnTo>
                    <a:cubicBezTo>
                      <a:pt x="1185087" y="954822"/>
                      <a:pt x="1469052" y="386608"/>
                      <a:pt x="858986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0B9CE80-0074-FA18-2BC5-9F16BCF84755}"/>
                </a:ext>
              </a:extLst>
            </p:cNvPr>
            <p:cNvSpPr/>
            <p:nvPr/>
          </p:nvSpPr>
          <p:spPr>
            <a:xfrm>
              <a:off x="4479264" y="3299172"/>
              <a:ext cx="1486699" cy="1741341"/>
            </a:xfrm>
            <a:custGeom>
              <a:avLst/>
              <a:gdLst>
                <a:gd name="connsiteX0" fmla="*/ 909637 w 1819274"/>
                <a:gd name="connsiteY0" fmla="*/ 0 h 1866902"/>
                <a:gd name="connsiteX1" fmla="*/ 1819274 w 1819274"/>
                <a:gd name="connsiteY1" fmla="*/ 933451 h 1866902"/>
                <a:gd name="connsiteX2" fmla="*/ 909637 w 1819274"/>
                <a:gd name="connsiteY2" fmla="*/ 1866902 h 1866902"/>
                <a:gd name="connsiteX3" fmla="*/ 0 w 1819274"/>
                <a:gd name="connsiteY3" fmla="*/ 933451 h 1866902"/>
                <a:gd name="connsiteX4" fmla="*/ 909637 w 1819274"/>
                <a:gd name="connsiteY4" fmla="*/ 0 h 1866902"/>
                <a:gd name="connsiteX5" fmla="*/ 909637 w 1819274"/>
                <a:gd name="connsiteY5" fmla="*/ 476250 h 1866902"/>
                <a:gd name="connsiteX6" fmla="*/ 452437 w 1819274"/>
                <a:gd name="connsiteY6" fmla="*/ 933450 h 1866902"/>
                <a:gd name="connsiteX7" fmla="*/ 909637 w 1819274"/>
                <a:gd name="connsiteY7" fmla="*/ 1390650 h 1866902"/>
                <a:gd name="connsiteX8" fmla="*/ 1366837 w 1819274"/>
                <a:gd name="connsiteY8" fmla="*/ 933450 h 1866902"/>
                <a:gd name="connsiteX9" fmla="*/ 909637 w 1819274"/>
                <a:gd name="connsiteY9" fmla="*/ 476250 h 186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19274" h="1866902">
                  <a:moveTo>
                    <a:pt x="909637" y="0"/>
                  </a:moveTo>
                  <a:cubicBezTo>
                    <a:pt x="1412016" y="0"/>
                    <a:pt x="1819274" y="417920"/>
                    <a:pt x="1819274" y="933451"/>
                  </a:cubicBezTo>
                  <a:cubicBezTo>
                    <a:pt x="1819274" y="1448982"/>
                    <a:pt x="1412016" y="1866902"/>
                    <a:pt x="909637" y="1866902"/>
                  </a:cubicBezTo>
                  <a:cubicBezTo>
                    <a:pt x="407258" y="1866902"/>
                    <a:pt x="0" y="1448982"/>
                    <a:pt x="0" y="933451"/>
                  </a:cubicBezTo>
                  <a:cubicBezTo>
                    <a:pt x="0" y="417920"/>
                    <a:pt x="407258" y="0"/>
                    <a:pt x="909637" y="0"/>
                  </a:cubicBezTo>
                  <a:close/>
                  <a:moveTo>
                    <a:pt x="909637" y="476250"/>
                  </a:moveTo>
                  <a:cubicBezTo>
                    <a:pt x="657132" y="476250"/>
                    <a:pt x="452437" y="680945"/>
                    <a:pt x="452437" y="933450"/>
                  </a:cubicBezTo>
                  <a:cubicBezTo>
                    <a:pt x="452437" y="1185955"/>
                    <a:pt x="657132" y="1390650"/>
                    <a:pt x="909637" y="1390650"/>
                  </a:cubicBezTo>
                  <a:cubicBezTo>
                    <a:pt x="1162142" y="1390650"/>
                    <a:pt x="1366837" y="1185955"/>
                    <a:pt x="1366837" y="933450"/>
                  </a:cubicBezTo>
                  <a:cubicBezTo>
                    <a:pt x="1366837" y="680945"/>
                    <a:pt x="1162142" y="476250"/>
                    <a:pt x="909637" y="47625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0E4CEB7-2567-BE78-32EB-DBEA93FCFFF3}"/>
                </a:ext>
              </a:extLst>
            </p:cNvPr>
            <p:cNvGrpSpPr/>
            <p:nvPr/>
          </p:nvGrpSpPr>
          <p:grpSpPr>
            <a:xfrm>
              <a:off x="5561207" y="2251446"/>
              <a:ext cx="914400" cy="981073"/>
              <a:chOff x="5638800" y="2181225"/>
              <a:chExt cx="914400" cy="981073"/>
            </a:xfrm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029CADA6-84BA-5619-44E6-953E2D776634}"/>
                  </a:ext>
                </a:extLst>
              </p:cNvPr>
              <p:cNvSpPr/>
              <p:nvPr/>
            </p:nvSpPr>
            <p:spPr>
              <a:xfrm>
                <a:off x="5638800" y="2181225"/>
                <a:ext cx="914400" cy="981073"/>
              </a:xfrm>
              <a:custGeom>
                <a:avLst/>
                <a:gdLst>
                  <a:gd name="connsiteX0" fmla="*/ 457200 w 914400"/>
                  <a:gd name="connsiteY0" fmla="*/ 0 h 914400"/>
                  <a:gd name="connsiteX1" fmla="*/ 914400 w 914400"/>
                  <a:gd name="connsiteY1" fmla="*/ 457200 h 914400"/>
                  <a:gd name="connsiteX2" fmla="*/ 457200 w 914400"/>
                  <a:gd name="connsiteY2" fmla="*/ 914400 h 914400"/>
                  <a:gd name="connsiteX3" fmla="*/ 0 w 914400"/>
                  <a:gd name="connsiteY3" fmla="*/ 457200 h 914400"/>
                  <a:gd name="connsiteX4" fmla="*/ 457200 w 914400"/>
                  <a:gd name="connsiteY4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12963C4A-7C4E-EFDF-90C1-60B313CFC82B}"/>
                  </a:ext>
                </a:extLst>
              </p:cNvPr>
              <p:cNvSpPr/>
              <p:nvPr/>
            </p:nvSpPr>
            <p:spPr>
              <a:xfrm>
                <a:off x="5725357" y="2274093"/>
                <a:ext cx="741285" cy="795335"/>
              </a:xfrm>
              <a:custGeom>
                <a:avLst/>
                <a:gdLst>
                  <a:gd name="connsiteX0" fmla="*/ 457200 w 914400"/>
                  <a:gd name="connsiteY0" fmla="*/ 0 h 914400"/>
                  <a:gd name="connsiteX1" fmla="*/ 914400 w 914400"/>
                  <a:gd name="connsiteY1" fmla="*/ 457200 h 914400"/>
                  <a:gd name="connsiteX2" fmla="*/ 457200 w 914400"/>
                  <a:gd name="connsiteY2" fmla="*/ 914400 h 914400"/>
                  <a:gd name="connsiteX3" fmla="*/ 0 w 914400"/>
                  <a:gd name="connsiteY3" fmla="*/ 457200 h 914400"/>
                  <a:gd name="connsiteX4" fmla="*/ 457200 w 914400"/>
                  <a:gd name="connsiteY4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9C165AF2-2255-44E4-CE29-B410D32A6CFE}"/>
                  </a:ext>
                </a:extLst>
              </p:cNvPr>
              <p:cNvSpPr/>
              <p:nvPr/>
            </p:nvSpPr>
            <p:spPr>
              <a:xfrm>
                <a:off x="5884043" y="2433632"/>
                <a:ext cx="423912" cy="454821"/>
              </a:xfrm>
              <a:custGeom>
                <a:avLst/>
                <a:gdLst>
                  <a:gd name="connsiteX0" fmla="*/ 457200 w 914400"/>
                  <a:gd name="connsiteY0" fmla="*/ 0 h 914400"/>
                  <a:gd name="connsiteX1" fmla="*/ 914400 w 914400"/>
                  <a:gd name="connsiteY1" fmla="*/ 457200 h 914400"/>
                  <a:gd name="connsiteX2" fmla="*/ 457200 w 914400"/>
                  <a:gd name="connsiteY2" fmla="*/ 914400 h 914400"/>
                  <a:gd name="connsiteX3" fmla="*/ 0 w 914400"/>
                  <a:gd name="connsiteY3" fmla="*/ 457200 h 914400"/>
                  <a:gd name="connsiteX4" fmla="*/ 457200 w 914400"/>
                  <a:gd name="connsiteY4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FFFF53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D694993-7ECD-8FAA-825E-4D728E24CA0D}"/>
                </a:ext>
              </a:extLst>
            </p:cNvPr>
            <p:cNvSpPr/>
            <p:nvPr/>
          </p:nvSpPr>
          <p:spPr>
            <a:xfrm>
              <a:off x="6143170" y="3299385"/>
              <a:ext cx="1486699" cy="1741341"/>
            </a:xfrm>
            <a:custGeom>
              <a:avLst/>
              <a:gdLst>
                <a:gd name="connsiteX0" fmla="*/ 909637 w 1819274"/>
                <a:gd name="connsiteY0" fmla="*/ 0 h 1866902"/>
                <a:gd name="connsiteX1" fmla="*/ 1819274 w 1819274"/>
                <a:gd name="connsiteY1" fmla="*/ 933451 h 1866902"/>
                <a:gd name="connsiteX2" fmla="*/ 909637 w 1819274"/>
                <a:gd name="connsiteY2" fmla="*/ 1866902 h 1866902"/>
                <a:gd name="connsiteX3" fmla="*/ 0 w 1819274"/>
                <a:gd name="connsiteY3" fmla="*/ 933451 h 1866902"/>
                <a:gd name="connsiteX4" fmla="*/ 909637 w 1819274"/>
                <a:gd name="connsiteY4" fmla="*/ 0 h 1866902"/>
                <a:gd name="connsiteX5" fmla="*/ 909637 w 1819274"/>
                <a:gd name="connsiteY5" fmla="*/ 476250 h 1866902"/>
                <a:gd name="connsiteX6" fmla="*/ 452437 w 1819274"/>
                <a:gd name="connsiteY6" fmla="*/ 933450 h 1866902"/>
                <a:gd name="connsiteX7" fmla="*/ 909637 w 1819274"/>
                <a:gd name="connsiteY7" fmla="*/ 1390650 h 1866902"/>
                <a:gd name="connsiteX8" fmla="*/ 1366837 w 1819274"/>
                <a:gd name="connsiteY8" fmla="*/ 933450 h 1866902"/>
                <a:gd name="connsiteX9" fmla="*/ 909637 w 1819274"/>
                <a:gd name="connsiteY9" fmla="*/ 476250 h 1866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19274" h="1866902">
                  <a:moveTo>
                    <a:pt x="909637" y="0"/>
                  </a:moveTo>
                  <a:cubicBezTo>
                    <a:pt x="1412016" y="0"/>
                    <a:pt x="1819274" y="417920"/>
                    <a:pt x="1819274" y="933451"/>
                  </a:cubicBezTo>
                  <a:cubicBezTo>
                    <a:pt x="1819274" y="1448982"/>
                    <a:pt x="1412016" y="1866902"/>
                    <a:pt x="909637" y="1866902"/>
                  </a:cubicBezTo>
                  <a:cubicBezTo>
                    <a:pt x="407258" y="1866902"/>
                    <a:pt x="0" y="1448982"/>
                    <a:pt x="0" y="933451"/>
                  </a:cubicBezTo>
                  <a:cubicBezTo>
                    <a:pt x="0" y="417920"/>
                    <a:pt x="407258" y="0"/>
                    <a:pt x="909637" y="0"/>
                  </a:cubicBezTo>
                  <a:close/>
                  <a:moveTo>
                    <a:pt x="909637" y="476250"/>
                  </a:moveTo>
                  <a:cubicBezTo>
                    <a:pt x="657132" y="476250"/>
                    <a:pt x="452437" y="680945"/>
                    <a:pt x="452437" y="933450"/>
                  </a:cubicBezTo>
                  <a:cubicBezTo>
                    <a:pt x="452437" y="1185955"/>
                    <a:pt x="657132" y="1390650"/>
                    <a:pt x="909637" y="1390650"/>
                  </a:cubicBezTo>
                  <a:cubicBezTo>
                    <a:pt x="1162142" y="1390650"/>
                    <a:pt x="1366837" y="1185955"/>
                    <a:pt x="1366837" y="933450"/>
                  </a:cubicBezTo>
                  <a:cubicBezTo>
                    <a:pt x="1366837" y="680945"/>
                    <a:pt x="1162142" y="476250"/>
                    <a:pt x="909637" y="47625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908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317167" y="794439"/>
            <a:ext cx="5983703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Glue Stick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CE7A094-DEB3-A7CF-D141-DF8983D334F9}"/>
              </a:ext>
            </a:extLst>
          </p:cNvPr>
          <p:cNvGrpSpPr/>
          <p:nvPr/>
        </p:nvGrpSpPr>
        <p:grpSpPr>
          <a:xfrm>
            <a:off x="966234" y="1810745"/>
            <a:ext cx="2627970" cy="4754282"/>
            <a:chOff x="916057" y="1742615"/>
            <a:chExt cx="2627970" cy="475428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0D320B6-E43E-D1D9-1483-6E9DFDE303D6}"/>
                </a:ext>
              </a:extLst>
            </p:cNvPr>
            <p:cNvGrpSpPr/>
            <p:nvPr/>
          </p:nvGrpSpPr>
          <p:grpSpPr>
            <a:xfrm>
              <a:off x="916057" y="1742615"/>
              <a:ext cx="1129520" cy="4754282"/>
              <a:chOff x="10314592" y="1157324"/>
              <a:chExt cx="510985" cy="2150796"/>
            </a:xfrm>
          </p:grpSpPr>
          <p:sp>
            <p:nvSpPr>
              <p:cNvPr id="5" name="Rectangle: Rounded Corners 2">
                <a:extLst>
                  <a:ext uri="{FF2B5EF4-FFF2-40B4-BE49-F238E27FC236}">
                    <a16:creationId xmlns:a16="http://schemas.microsoft.com/office/drawing/2014/main" id="{39E0B234-C562-05C8-F793-0C2793DFF37E}"/>
                  </a:ext>
                </a:extLst>
              </p:cNvPr>
              <p:cNvSpPr/>
              <p:nvPr/>
            </p:nvSpPr>
            <p:spPr>
              <a:xfrm>
                <a:off x="10330032" y="1157324"/>
                <a:ext cx="474093" cy="261359"/>
              </a:xfrm>
              <a:custGeom>
                <a:avLst/>
                <a:gdLst>
                  <a:gd name="connsiteX0" fmla="*/ 0 w 498475"/>
                  <a:gd name="connsiteY0" fmla="*/ 0 h 1504950"/>
                  <a:gd name="connsiteX1" fmla="*/ 0 w 498475"/>
                  <a:gd name="connsiteY1" fmla="*/ 0 h 1504950"/>
                  <a:gd name="connsiteX2" fmla="*/ 498475 w 498475"/>
                  <a:gd name="connsiteY2" fmla="*/ 0 h 1504950"/>
                  <a:gd name="connsiteX3" fmla="*/ 498475 w 498475"/>
                  <a:gd name="connsiteY3" fmla="*/ 0 h 1504950"/>
                  <a:gd name="connsiteX4" fmla="*/ 498475 w 498475"/>
                  <a:gd name="connsiteY4" fmla="*/ 1504950 h 1504950"/>
                  <a:gd name="connsiteX5" fmla="*/ 498475 w 498475"/>
                  <a:gd name="connsiteY5" fmla="*/ 1504950 h 1504950"/>
                  <a:gd name="connsiteX6" fmla="*/ 0 w 498475"/>
                  <a:gd name="connsiteY6" fmla="*/ 1504950 h 1504950"/>
                  <a:gd name="connsiteX7" fmla="*/ 0 w 498475"/>
                  <a:gd name="connsiteY7" fmla="*/ 1504950 h 1504950"/>
                  <a:gd name="connsiteX8" fmla="*/ 0 w 498475"/>
                  <a:gd name="connsiteY8" fmla="*/ 0 h 1504950"/>
                  <a:gd name="connsiteX0" fmla="*/ 0 w 498475"/>
                  <a:gd name="connsiteY0" fmla="*/ 0 h 1543050"/>
                  <a:gd name="connsiteX1" fmla="*/ 0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38100 h 1543050"/>
                  <a:gd name="connsiteX4" fmla="*/ 498475 w 498475"/>
                  <a:gd name="connsiteY4" fmla="*/ 1543050 h 1543050"/>
                  <a:gd name="connsiteX5" fmla="*/ 498475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1543050 h 1543050"/>
                  <a:gd name="connsiteX8" fmla="*/ 0 w 498475"/>
                  <a:gd name="connsiteY8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2125 w 498475"/>
                  <a:gd name="connsiteY2" fmla="*/ 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3175 w 501650"/>
                  <a:gd name="connsiteY4" fmla="*/ 1543050 h 1543050"/>
                  <a:gd name="connsiteX5" fmla="*/ 0 w 501650"/>
                  <a:gd name="connsiteY5" fmla="*/ 1498600 h 1543050"/>
                  <a:gd name="connsiteX6" fmla="*/ 3175 w 501650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498475 w 501650"/>
                  <a:gd name="connsiteY3" fmla="*/ 1495425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0 w 501650"/>
                  <a:gd name="connsiteY3" fmla="*/ 1498600 h 1543050"/>
                  <a:gd name="connsiteX4" fmla="*/ 3175 w 501650"/>
                  <a:gd name="connsiteY4" fmla="*/ 0 h 1543050"/>
                  <a:gd name="connsiteX0" fmla="*/ 3175 w 501650"/>
                  <a:gd name="connsiteY0" fmla="*/ 0 h 1498600"/>
                  <a:gd name="connsiteX1" fmla="*/ 495300 w 501650"/>
                  <a:gd name="connsiteY1" fmla="*/ 0 h 1498600"/>
                  <a:gd name="connsiteX2" fmla="*/ 501650 w 501650"/>
                  <a:gd name="connsiteY2" fmla="*/ 1489075 h 1498600"/>
                  <a:gd name="connsiteX3" fmla="*/ 0 w 501650"/>
                  <a:gd name="connsiteY3" fmla="*/ 1498600 h 1498600"/>
                  <a:gd name="connsiteX4" fmla="*/ 3175 w 501650"/>
                  <a:gd name="connsiteY4" fmla="*/ 0 h 1498600"/>
                  <a:gd name="connsiteX0" fmla="*/ 3175 w 501650"/>
                  <a:gd name="connsiteY0" fmla="*/ 0 h 1537481"/>
                  <a:gd name="connsiteX1" fmla="*/ 495300 w 501650"/>
                  <a:gd name="connsiteY1" fmla="*/ 0 h 1537481"/>
                  <a:gd name="connsiteX2" fmla="*/ 501650 w 501650"/>
                  <a:gd name="connsiteY2" fmla="*/ 1489075 h 1537481"/>
                  <a:gd name="connsiteX3" fmla="*/ 0 w 501650"/>
                  <a:gd name="connsiteY3" fmla="*/ 1498600 h 1537481"/>
                  <a:gd name="connsiteX4" fmla="*/ 3175 w 501650"/>
                  <a:gd name="connsiteY4" fmla="*/ 0 h 1537481"/>
                  <a:gd name="connsiteX0" fmla="*/ 3175 w 501650"/>
                  <a:gd name="connsiteY0" fmla="*/ 0 h 1548754"/>
                  <a:gd name="connsiteX1" fmla="*/ 495300 w 501650"/>
                  <a:gd name="connsiteY1" fmla="*/ 0 h 1548754"/>
                  <a:gd name="connsiteX2" fmla="*/ 501650 w 501650"/>
                  <a:gd name="connsiteY2" fmla="*/ 1489075 h 1548754"/>
                  <a:gd name="connsiteX3" fmla="*/ 0 w 501650"/>
                  <a:gd name="connsiteY3" fmla="*/ 1498600 h 1548754"/>
                  <a:gd name="connsiteX4" fmla="*/ 3175 w 501650"/>
                  <a:gd name="connsiteY4" fmla="*/ 0 h 1548754"/>
                  <a:gd name="connsiteX0" fmla="*/ 3175 w 501650"/>
                  <a:gd name="connsiteY0" fmla="*/ 0 h 1568568"/>
                  <a:gd name="connsiteX1" fmla="*/ 495300 w 501650"/>
                  <a:gd name="connsiteY1" fmla="*/ 0 h 1568568"/>
                  <a:gd name="connsiteX2" fmla="*/ 501650 w 501650"/>
                  <a:gd name="connsiteY2" fmla="*/ 1489075 h 1568568"/>
                  <a:gd name="connsiteX3" fmla="*/ 0 w 501650"/>
                  <a:gd name="connsiteY3" fmla="*/ 1498600 h 1568568"/>
                  <a:gd name="connsiteX4" fmla="*/ 3175 w 501650"/>
                  <a:gd name="connsiteY4" fmla="*/ 0 h 1568568"/>
                  <a:gd name="connsiteX0" fmla="*/ 3175 w 501650"/>
                  <a:gd name="connsiteY0" fmla="*/ 0 h 1559583"/>
                  <a:gd name="connsiteX1" fmla="*/ 495300 w 501650"/>
                  <a:gd name="connsiteY1" fmla="*/ 0 h 1559583"/>
                  <a:gd name="connsiteX2" fmla="*/ 501650 w 501650"/>
                  <a:gd name="connsiteY2" fmla="*/ 1489075 h 1559583"/>
                  <a:gd name="connsiteX3" fmla="*/ 0 w 501650"/>
                  <a:gd name="connsiteY3" fmla="*/ 1498600 h 1559583"/>
                  <a:gd name="connsiteX4" fmla="*/ 3175 w 501650"/>
                  <a:gd name="connsiteY4" fmla="*/ 0 h 1559583"/>
                  <a:gd name="connsiteX0" fmla="*/ 24606 w 501650"/>
                  <a:gd name="connsiteY0" fmla="*/ 0 h 1602849"/>
                  <a:gd name="connsiteX1" fmla="*/ 495300 w 501650"/>
                  <a:gd name="connsiteY1" fmla="*/ 43266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492125"/>
                  <a:gd name="connsiteY0" fmla="*/ 0 h 1602849"/>
                  <a:gd name="connsiteX1" fmla="*/ 476250 w 492125"/>
                  <a:gd name="connsiteY1" fmla="*/ 0 h 1602849"/>
                  <a:gd name="connsiteX2" fmla="*/ 492125 w 492125"/>
                  <a:gd name="connsiteY2" fmla="*/ 1532342 h 1602849"/>
                  <a:gd name="connsiteX3" fmla="*/ 0 w 492125"/>
                  <a:gd name="connsiteY3" fmla="*/ 1541866 h 1602849"/>
                  <a:gd name="connsiteX4" fmla="*/ 24606 w 492125"/>
                  <a:gd name="connsiteY4" fmla="*/ 0 h 1602849"/>
                  <a:gd name="connsiteX0" fmla="*/ 17462 w 484981"/>
                  <a:gd name="connsiteY0" fmla="*/ 0 h 1602849"/>
                  <a:gd name="connsiteX1" fmla="*/ 469106 w 484981"/>
                  <a:gd name="connsiteY1" fmla="*/ 0 h 1602849"/>
                  <a:gd name="connsiteX2" fmla="*/ 484981 w 484981"/>
                  <a:gd name="connsiteY2" fmla="*/ 1532342 h 1602849"/>
                  <a:gd name="connsiteX3" fmla="*/ 0 w 484981"/>
                  <a:gd name="connsiteY3" fmla="*/ 1541869 h 1602849"/>
                  <a:gd name="connsiteX4" fmla="*/ 17462 w 484981"/>
                  <a:gd name="connsiteY4" fmla="*/ 0 h 1602849"/>
                  <a:gd name="connsiteX0" fmla="*/ 7937 w 475456"/>
                  <a:gd name="connsiteY0" fmla="*/ 0 h 1609820"/>
                  <a:gd name="connsiteX1" fmla="*/ 459581 w 475456"/>
                  <a:gd name="connsiteY1" fmla="*/ 0 h 1609820"/>
                  <a:gd name="connsiteX2" fmla="*/ 475456 w 475456"/>
                  <a:gd name="connsiteY2" fmla="*/ 1532342 h 1609820"/>
                  <a:gd name="connsiteX3" fmla="*/ 0 w 475456"/>
                  <a:gd name="connsiteY3" fmla="*/ 1556288 h 1609820"/>
                  <a:gd name="connsiteX4" fmla="*/ 7937 w 475456"/>
                  <a:gd name="connsiteY4" fmla="*/ 0 h 1609820"/>
                  <a:gd name="connsiteX0" fmla="*/ 15081 w 482600"/>
                  <a:gd name="connsiteY0" fmla="*/ 0 h 1586721"/>
                  <a:gd name="connsiteX1" fmla="*/ 466725 w 482600"/>
                  <a:gd name="connsiteY1" fmla="*/ 0 h 1586721"/>
                  <a:gd name="connsiteX2" fmla="*/ 482600 w 482600"/>
                  <a:gd name="connsiteY2" fmla="*/ 1532342 h 1586721"/>
                  <a:gd name="connsiteX3" fmla="*/ 0 w 482600"/>
                  <a:gd name="connsiteY3" fmla="*/ 1498603 h 1586721"/>
                  <a:gd name="connsiteX4" fmla="*/ 15081 w 482600"/>
                  <a:gd name="connsiteY4" fmla="*/ 0 h 1586721"/>
                  <a:gd name="connsiteX0" fmla="*/ 7937 w 475456"/>
                  <a:gd name="connsiteY0" fmla="*/ 0 h 1586721"/>
                  <a:gd name="connsiteX1" fmla="*/ 459581 w 475456"/>
                  <a:gd name="connsiteY1" fmla="*/ 0 h 1586721"/>
                  <a:gd name="connsiteX2" fmla="*/ 475456 w 475456"/>
                  <a:gd name="connsiteY2" fmla="*/ 1532342 h 1586721"/>
                  <a:gd name="connsiteX3" fmla="*/ 0 w 475456"/>
                  <a:gd name="connsiteY3" fmla="*/ 1498602 h 1586721"/>
                  <a:gd name="connsiteX4" fmla="*/ 7937 w 475456"/>
                  <a:gd name="connsiteY4" fmla="*/ 0 h 1586721"/>
                  <a:gd name="connsiteX0" fmla="*/ 36 w 467555"/>
                  <a:gd name="connsiteY0" fmla="*/ 0 h 1586721"/>
                  <a:gd name="connsiteX1" fmla="*/ 451680 w 467555"/>
                  <a:gd name="connsiteY1" fmla="*/ 0 h 1586721"/>
                  <a:gd name="connsiteX2" fmla="*/ 467555 w 467555"/>
                  <a:gd name="connsiteY2" fmla="*/ 1532342 h 1586721"/>
                  <a:gd name="connsiteX3" fmla="*/ 20674 w 467555"/>
                  <a:gd name="connsiteY3" fmla="*/ 1498602 h 1586721"/>
                  <a:gd name="connsiteX4" fmla="*/ 36 w 467555"/>
                  <a:gd name="connsiteY4" fmla="*/ 0 h 1586721"/>
                  <a:gd name="connsiteX0" fmla="*/ 36 w 451928"/>
                  <a:gd name="connsiteY0" fmla="*/ 0 h 1559589"/>
                  <a:gd name="connsiteX1" fmla="*/ 451680 w 451928"/>
                  <a:gd name="connsiteY1" fmla="*/ 0 h 1559589"/>
                  <a:gd name="connsiteX2" fmla="*/ 443743 w 451928"/>
                  <a:gd name="connsiteY2" fmla="*/ 1489082 h 1559589"/>
                  <a:gd name="connsiteX3" fmla="*/ 20674 w 451928"/>
                  <a:gd name="connsiteY3" fmla="*/ 1498602 h 1559589"/>
                  <a:gd name="connsiteX4" fmla="*/ 36 w 451928"/>
                  <a:gd name="connsiteY4" fmla="*/ 0 h 1559589"/>
                  <a:gd name="connsiteX0" fmla="*/ 198437 w 431254"/>
                  <a:gd name="connsiteY0" fmla="*/ 245163 h 1559589"/>
                  <a:gd name="connsiteX1" fmla="*/ 431006 w 431254"/>
                  <a:gd name="connsiteY1" fmla="*/ 0 h 1559589"/>
                  <a:gd name="connsiteX2" fmla="*/ 423069 w 431254"/>
                  <a:gd name="connsiteY2" fmla="*/ 1489082 h 1559589"/>
                  <a:gd name="connsiteX3" fmla="*/ 0 w 431254"/>
                  <a:gd name="connsiteY3" fmla="*/ 1498602 h 1559589"/>
                  <a:gd name="connsiteX4" fmla="*/ 198437 w 431254"/>
                  <a:gd name="connsiteY4" fmla="*/ 245163 h 1559589"/>
                  <a:gd name="connsiteX0" fmla="*/ 198437 w 426949"/>
                  <a:gd name="connsiteY0" fmla="*/ 0 h 1314426"/>
                  <a:gd name="connsiteX1" fmla="*/ 423069 w 426949"/>
                  <a:gd name="connsiteY1" fmla="*/ 1243919 h 1314426"/>
                  <a:gd name="connsiteX2" fmla="*/ 0 w 426949"/>
                  <a:gd name="connsiteY2" fmla="*/ 1253439 h 1314426"/>
                  <a:gd name="connsiteX3" fmla="*/ 198437 w 426949"/>
                  <a:gd name="connsiteY3" fmla="*/ 0 h 1314426"/>
                  <a:gd name="connsiteX0" fmla="*/ 199987 w 428499"/>
                  <a:gd name="connsiteY0" fmla="*/ 0 h 1314426"/>
                  <a:gd name="connsiteX1" fmla="*/ 424619 w 428499"/>
                  <a:gd name="connsiteY1" fmla="*/ 1243919 h 1314426"/>
                  <a:gd name="connsiteX2" fmla="*/ 1550 w 428499"/>
                  <a:gd name="connsiteY2" fmla="*/ 1253439 h 1314426"/>
                  <a:gd name="connsiteX3" fmla="*/ 199987 w 428499"/>
                  <a:gd name="connsiteY3" fmla="*/ 0 h 1314426"/>
                  <a:gd name="connsiteX0" fmla="*/ 199987 w 439187"/>
                  <a:gd name="connsiteY0" fmla="*/ 3513 h 1317939"/>
                  <a:gd name="connsiteX1" fmla="*/ 424619 w 439187"/>
                  <a:gd name="connsiteY1" fmla="*/ 1247432 h 1317939"/>
                  <a:gd name="connsiteX2" fmla="*/ 1550 w 439187"/>
                  <a:gd name="connsiteY2" fmla="*/ 1256952 h 1317939"/>
                  <a:gd name="connsiteX3" fmla="*/ 199987 w 439187"/>
                  <a:gd name="connsiteY3" fmla="*/ 3513 h 1317939"/>
                  <a:gd name="connsiteX0" fmla="*/ 199987 w 426441"/>
                  <a:gd name="connsiteY0" fmla="*/ 3307 h 1317733"/>
                  <a:gd name="connsiteX1" fmla="*/ 424619 w 426441"/>
                  <a:gd name="connsiteY1" fmla="*/ 1247226 h 1317733"/>
                  <a:gd name="connsiteX2" fmla="*/ 1550 w 426441"/>
                  <a:gd name="connsiteY2" fmla="*/ 1256746 h 1317733"/>
                  <a:gd name="connsiteX3" fmla="*/ 199987 w 426441"/>
                  <a:gd name="connsiteY3" fmla="*/ 3307 h 1317733"/>
                  <a:gd name="connsiteX0" fmla="*/ 194390 w 420844"/>
                  <a:gd name="connsiteY0" fmla="*/ 3307 h 1317733"/>
                  <a:gd name="connsiteX1" fmla="*/ 419022 w 420844"/>
                  <a:gd name="connsiteY1" fmla="*/ 1247226 h 1317733"/>
                  <a:gd name="connsiteX2" fmla="*/ 2574 w 420844"/>
                  <a:gd name="connsiteY2" fmla="*/ 1256745 h 1317733"/>
                  <a:gd name="connsiteX3" fmla="*/ 194390 w 420844"/>
                  <a:gd name="connsiteY3" fmla="*/ 3307 h 1317733"/>
                  <a:gd name="connsiteX0" fmla="*/ 193609 w 420914"/>
                  <a:gd name="connsiteY0" fmla="*/ 3033 h 1428369"/>
                  <a:gd name="connsiteX1" fmla="*/ 419187 w 420914"/>
                  <a:gd name="connsiteY1" fmla="*/ 1357862 h 1428369"/>
                  <a:gd name="connsiteX2" fmla="*/ 2739 w 420914"/>
                  <a:gd name="connsiteY2" fmla="*/ 1367381 h 1428369"/>
                  <a:gd name="connsiteX3" fmla="*/ 193609 w 420914"/>
                  <a:gd name="connsiteY3" fmla="*/ 3033 h 1428369"/>
                  <a:gd name="connsiteX0" fmla="*/ 193609 w 419865"/>
                  <a:gd name="connsiteY0" fmla="*/ 3186 h 1428522"/>
                  <a:gd name="connsiteX1" fmla="*/ 419187 w 419865"/>
                  <a:gd name="connsiteY1" fmla="*/ 1358015 h 1428522"/>
                  <a:gd name="connsiteX2" fmla="*/ 2739 w 419865"/>
                  <a:gd name="connsiteY2" fmla="*/ 1367534 h 1428522"/>
                  <a:gd name="connsiteX3" fmla="*/ 193609 w 419865"/>
                  <a:gd name="connsiteY3" fmla="*/ 3186 h 1428522"/>
                  <a:gd name="connsiteX0" fmla="*/ 193609 w 419187"/>
                  <a:gd name="connsiteY0" fmla="*/ 3287 h 1428623"/>
                  <a:gd name="connsiteX1" fmla="*/ 419187 w 419187"/>
                  <a:gd name="connsiteY1" fmla="*/ 1358116 h 1428623"/>
                  <a:gd name="connsiteX2" fmla="*/ 2739 w 419187"/>
                  <a:gd name="connsiteY2" fmla="*/ 1367635 h 1428623"/>
                  <a:gd name="connsiteX3" fmla="*/ 193609 w 419187"/>
                  <a:gd name="connsiteY3" fmla="*/ 3287 h 1428623"/>
                  <a:gd name="connsiteX0" fmla="*/ 201133 w 426711"/>
                  <a:gd name="connsiteY0" fmla="*/ 3287 h 1428623"/>
                  <a:gd name="connsiteX1" fmla="*/ 426711 w 426711"/>
                  <a:gd name="connsiteY1" fmla="*/ 1358116 h 1428623"/>
                  <a:gd name="connsiteX2" fmla="*/ 10263 w 426711"/>
                  <a:gd name="connsiteY2" fmla="*/ 1367635 h 1428623"/>
                  <a:gd name="connsiteX3" fmla="*/ 201133 w 426711"/>
                  <a:gd name="connsiteY3" fmla="*/ 3287 h 1428623"/>
                  <a:gd name="connsiteX0" fmla="*/ 199605 w 427104"/>
                  <a:gd name="connsiteY0" fmla="*/ 2839 h 1623899"/>
                  <a:gd name="connsiteX1" fmla="*/ 427104 w 427104"/>
                  <a:gd name="connsiteY1" fmla="*/ 1553392 h 1623899"/>
                  <a:gd name="connsiteX2" fmla="*/ 10656 w 427104"/>
                  <a:gd name="connsiteY2" fmla="*/ 1562911 h 1623899"/>
                  <a:gd name="connsiteX3" fmla="*/ 199605 w 427104"/>
                  <a:gd name="connsiteY3" fmla="*/ 2839 h 1623899"/>
                  <a:gd name="connsiteX0" fmla="*/ 194005 w 421504"/>
                  <a:gd name="connsiteY0" fmla="*/ 2839 h 1623899"/>
                  <a:gd name="connsiteX1" fmla="*/ 421504 w 421504"/>
                  <a:gd name="connsiteY1" fmla="*/ 1553392 h 1623899"/>
                  <a:gd name="connsiteX2" fmla="*/ 5056 w 421504"/>
                  <a:gd name="connsiteY2" fmla="*/ 1562911 h 1623899"/>
                  <a:gd name="connsiteX3" fmla="*/ 194005 w 421504"/>
                  <a:gd name="connsiteY3" fmla="*/ 2839 h 1623899"/>
                  <a:gd name="connsiteX0" fmla="*/ 199273 w 426772"/>
                  <a:gd name="connsiteY0" fmla="*/ 2839 h 1596044"/>
                  <a:gd name="connsiteX1" fmla="*/ 426772 w 426772"/>
                  <a:gd name="connsiteY1" fmla="*/ 1553392 h 1596044"/>
                  <a:gd name="connsiteX2" fmla="*/ 4562 w 426772"/>
                  <a:gd name="connsiteY2" fmla="*/ 1471572 h 1596044"/>
                  <a:gd name="connsiteX3" fmla="*/ 199273 w 426772"/>
                  <a:gd name="connsiteY3" fmla="*/ 2839 h 1596044"/>
                  <a:gd name="connsiteX0" fmla="*/ 199273 w 412085"/>
                  <a:gd name="connsiteY0" fmla="*/ 2864 h 1585720"/>
                  <a:gd name="connsiteX1" fmla="*/ 411408 w 412085"/>
                  <a:gd name="connsiteY1" fmla="*/ 1540366 h 1585720"/>
                  <a:gd name="connsiteX2" fmla="*/ 4562 w 412085"/>
                  <a:gd name="connsiteY2" fmla="*/ 1471597 h 1585720"/>
                  <a:gd name="connsiteX3" fmla="*/ 199273 w 412085"/>
                  <a:gd name="connsiteY3" fmla="*/ 2864 h 1585720"/>
                  <a:gd name="connsiteX0" fmla="*/ 199273 w 420240"/>
                  <a:gd name="connsiteY0" fmla="*/ 3182 h 1586038"/>
                  <a:gd name="connsiteX1" fmla="*/ 411408 w 420240"/>
                  <a:gd name="connsiteY1" fmla="*/ 1540684 h 1586038"/>
                  <a:gd name="connsiteX2" fmla="*/ 4562 w 420240"/>
                  <a:gd name="connsiteY2" fmla="*/ 1471915 h 1586038"/>
                  <a:gd name="connsiteX3" fmla="*/ 199273 w 420240"/>
                  <a:gd name="connsiteY3" fmla="*/ 3182 h 1586038"/>
                  <a:gd name="connsiteX0" fmla="*/ 199273 w 417830"/>
                  <a:gd name="connsiteY0" fmla="*/ 1 h 1582857"/>
                  <a:gd name="connsiteX1" fmla="*/ 411408 w 417830"/>
                  <a:gd name="connsiteY1" fmla="*/ 1537503 h 1582857"/>
                  <a:gd name="connsiteX2" fmla="*/ 4562 w 417830"/>
                  <a:gd name="connsiteY2" fmla="*/ 1468734 h 1582857"/>
                  <a:gd name="connsiteX3" fmla="*/ 199273 w 417830"/>
                  <a:gd name="connsiteY3" fmla="*/ 1 h 1582857"/>
                  <a:gd name="connsiteX0" fmla="*/ 199273 w 422599"/>
                  <a:gd name="connsiteY0" fmla="*/ 1 h 1582857"/>
                  <a:gd name="connsiteX1" fmla="*/ 411408 w 422599"/>
                  <a:gd name="connsiteY1" fmla="*/ 1537503 h 1582857"/>
                  <a:gd name="connsiteX2" fmla="*/ 4562 w 422599"/>
                  <a:gd name="connsiteY2" fmla="*/ 1468734 h 1582857"/>
                  <a:gd name="connsiteX3" fmla="*/ 199273 w 422599"/>
                  <a:gd name="connsiteY3" fmla="*/ 1 h 158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2599" h="1582857">
                    <a:moveTo>
                      <a:pt x="199273" y="1"/>
                    </a:moveTo>
                    <a:cubicBezTo>
                      <a:pt x="435857" y="43744"/>
                      <a:pt x="437632" y="1074496"/>
                      <a:pt x="411408" y="1537503"/>
                    </a:cubicBezTo>
                    <a:cubicBezTo>
                      <a:pt x="174341" y="1645453"/>
                      <a:pt x="197179" y="1535409"/>
                      <a:pt x="4562" y="1468734"/>
                    </a:cubicBezTo>
                    <a:cubicBezTo>
                      <a:pt x="-11664" y="877861"/>
                      <a:pt x="7103" y="52467"/>
                      <a:pt x="199273" y="1"/>
                    </a:cubicBezTo>
                    <a:close/>
                  </a:path>
                </a:pathLst>
              </a:custGeom>
              <a:solidFill>
                <a:srgbClr val="F4EBD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Rectangle: Rounded Corners 2">
                <a:extLst>
                  <a:ext uri="{FF2B5EF4-FFF2-40B4-BE49-F238E27FC236}">
                    <a16:creationId xmlns:a16="http://schemas.microsoft.com/office/drawing/2014/main" id="{EFB0B97D-1A5E-7B39-2C12-D46D364E013D}"/>
                  </a:ext>
                </a:extLst>
              </p:cNvPr>
              <p:cNvSpPr/>
              <p:nvPr/>
            </p:nvSpPr>
            <p:spPr>
              <a:xfrm>
                <a:off x="10321839" y="1354858"/>
                <a:ext cx="493495" cy="258759"/>
              </a:xfrm>
              <a:custGeom>
                <a:avLst/>
                <a:gdLst>
                  <a:gd name="connsiteX0" fmla="*/ 0 w 498475"/>
                  <a:gd name="connsiteY0" fmla="*/ 0 h 1504950"/>
                  <a:gd name="connsiteX1" fmla="*/ 0 w 498475"/>
                  <a:gd name="connsiteY1" fmla="*/ 0 h 1504950"/>
                  <a:gd name="connsiteX2" fmla="*/ 498475 w 498475"/>
                  <a:gd name="connsiteY2" fmla="*/ 0 h 1504950"/>
                  <a:gd name="connsiteX3" fmla="*/ 498475 w 498475"/>
                  <a:gd name="connsiteY3" fmla="*/ 0 h 1504950"/>
                  <a:gd name="connsiteX4" fmla="*/ 498475 w 498475"/>
                  <a:gd name="connsiteY4" fmla="*/ 1504950 h 1504950"/>
                  <a:gd name="connsiteX5" fmla="*/ 498475 w 498475"/>
                  <a:gd name="connsiteY5" fmla="*/ 1504950 h 1504950"/>
                  <a:gd name="connsiteX6" fmla="*/ 0 w 498475"/>
                  <a:gd name="connsiteY6" fmla="*/ 1504950 h 1504950"/>
                  <a:gd name="connsiteX7" fmla="*/ 0 w 498475"/>
                  <a:gd name="connsiteY7" fmla="*/ 1504950 h 1504950"/>
                  <a:gd name="connsiteX8" fmla="*/ 0 w 498475"/>
                  <a:gd name="connsiteY8" fmla="*/ 0 h 1504950"/>
                  <a:gd name="connsiteX0" fmla="*/ 0 w 498475"/>
                  <a:gd name="connsiteY0" fmla="*/ 0 h 1543050"/>
                  <a:gd name="connsiteX1" fmla="*/ 0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38100 h 1543050"/>
                  <a:gd name="connsiteX4" fmla="*/ 498475 w 498475"/>
                  <a:gd name="connsiteY4" fmla="*/ 1543050 h 1543050"/>
                  <a:gd name="connsiteX5" fmla="*/ 498475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1543050 h 1543050"/>
                  <a:gd name="connsiteX8" fmla="*/ 0 w 498475"/>
                  <a:gd name="connsiteY8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2125 w 498475"/>
                  <a:gd name="connsiteY2" fmla="*/ 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3175 w 501650"/>
                  <a:gd name="connsiteY4" fmla="*/ 1543050 h 1543050"/>
                  <a:gd name="connsiteX5" fmla="*/ 0 w 501650"/>
                  <a:gd name="connsiteY5" fmla="*/ 1498600 h 1543050"/>
                  <a:gd name="connsiteX6" fmla="*/ 3175 w 501650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498475 w 501650"/>
                  <a:gd name="connsiteY3" fmla="*/ 1495425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0 w 501650"/>
                  <a:gd name="connsiteY3" fmla="*/ 1498600 h 1543050"/>
                  <a:gd name="connsiteX4" fmla="*/ 3175 w 501650"/>
                  <a:gd name="connsiteY4" fmla="*/ 0 h 1543050"/>
                  <a:gd name="connsiteX0" fmla="*/ 3175 w 501650"/>
                  <a:gd name="connsiteY0" fmla="*/ 0 h 1498600"/>
                  <a:gd name="connsiteX1" fmla="*/ 495300 w 501650"/>
                  <a:gd name="connsiteY1" fmla="*/ 0 h 1498600"/>
                  <a:gd name="connsiteX2" fmla="*/ 501650 w 501650"/>
                  <a:gd name="connsiteY2" fmla="*/ 1489075 h 1498600"/>
                  <a:gd name="connsiteX3" fmla="*/ 0 w 501650"/>
                  <a:gd name="connsiteY3" fmla="*/ 1498600 h 1498600"/>
                  <a:gd name="connsiteX4" fmla="*/ 3175 w 501650"/>
                  <a:gd name="connsiteY4" fmla="*/ 0 h 1498600"/>
                  <a:gd name="connsiteX0" fmla="*/ 3175 w 501650"/>
                  <a:gd name="connsiteY0" fmla="*/ 0 h 1537481"/>
                  <a:gd name="connsiteX1" fmla="*/ 495300 w 501650"/>
                  <a:gd name="connsiteY1" fmla="*/ 0 h 1537481"/>
                  <a:gd name="connsiteX2" fmla="*/ 501650 w 501650"/>
                  <a:gd name="connsiteY2" fmla="*/ 1489075 h 1537481"/>
                  <a:gd name="connsiteX3" fmla="*/ 0 w 501650"/>
                  <a:gd name="connsiteY3" fmla="*/ 1498600 h 1537481"/>
                  <a:gd name="connsiteX4" fmla="*/ 3175 w 501650"/>
                  <a:gd name="connsiteY4" fmla="*/ 0 h 1537481"/>
                  <a:gd name="connsiteX0" fmla="*/ 3175 w 501650"/>
                  <a:gd name="connsiteY0" fmla="*/ 0 h 1548754"/>
                  <a:gd name="connsiteX1" fmla="*/ 495300 w 501650"/>
                  <a:gd name="connsiteY1" fmla="*/ 0 h 1548754"/>
                  <a:gd name="connsiteX2" fmla="*/ 501650 w 501650"/>
                  <a:gd name="connsiteY2" fmla="*/ 1489075 h 1548754"/>
                  <a:gd name="connsiteX3" fmla="*/ 0 w 501650"/>
                  <a:gd name="connsiteY3" fmla="*/ 1498600 h 1548754"/>
                  <a:gd name="connsiteX4" fmla="*/ 3175 w 501650"/>
                  <a:gd name="connsiteY4" fmla="*/ 0 h 1548754"/>
                  <a:gd name="connsiteX0" fmla="*/ 3175 w 501650"/>
                  <a:gd name="connsiteY0" fmla="*/ 0 h 1568568"/>
                  <a:gd name="connsiteX1" fmla="*/ 495300 w 501650"/>
                  <a:gd name="connsiteY1" fmla="*/ 0 h 1568568"/>
                  <a:gd name="connsiteX2" fmla="*/ 501650 w 501650"/>
                  <a:gd name="connsiteY2" fmla="*/ 1489075 h 1568568"/>
                  <a:gd name="connsiteX3" fmla="*/ 0 w 501650"/>
                  <a:gd name="connsiteY3" fmla="*/ 1498600 h 1568568"/>
                  <a:gd name="connsiteX4" fmla="*/ 3175 w 501650"/>
                  <a:gd name="connsiteY4" fmla="*/ 0 h 1568568"/>
                  <a:gd name="connsiteX0" fmla="*/ 3175 w 501650"/>
                  <a:gd name="connsiteY0" fmla="*/ 0 h 1559583"/>
                  <a:gd name="connsiteX1" fmla="*/ 495300 w 501650"/>
                  <a:gd name="connsiteY1" fmla="*/ 0 h 1559583"/>
                  <a:gd name="connsiteX2" fmla="*/ 501650 w 501650"/>
                  <a:gd name="connsiteY2" fmla="*/ 1489075 h 1559583"/>
                  <a:gd name="connsiteX3" fmla="*/ 0 w 501650"/>
                  <a:gd name="connsiteY3" fmla="*/ 1498600 h 1559583"/>
                  <a:gd name="connsiteX4" fmla="*/ 3175 w 501650"/>
                  <a:gd name="connsiteY4" fmla="*/ 0 h 1559583"/>
                  <a:gd name="connsiteX0" fmla="*/ 24606 w 501650"/>
                  <a:gd name="connsiteY0" fmla="*/ 0 h 1602849"/>
                  <a:gd name="connsiteX1" fmla="*/ 495300 w 501650"/>
                  <a:gd name="connsiteY1" fmla="*/ 43266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492125"/>
                  <a:gd name="connsiteY0" fmla="*/ 0 h 1602849"/>
                  <a:gd name="connsiteX1" fmla="*/ 476250 w 492125"/>
                  <a:gd name="connsiteY1" fmla="*/ 0 h 1602849"/>
                  <a:gd name="connsiteX2" fmla="*/ 492125 w 492125"/>
                  <a:gd name="connsiteY2" fmla="*/ 1532342 h 1602849"/>
                  <a:gd name="connsiteX3" fmla="*/ 0 w 492125"/>
                  <a:gd name="connsiteY3" fmla="*/ 1541866 h 1602849"/>
                  <a:gd name="connsiteX4" fmla="*/ 24606 w 492125"/>
                  <a:gd name="connsiteY4" fmla="*/ 0 h 1602849"/>
                  <a:gd name="connsiteX0" fmla="*/ 17462 w 484981"/>
                  <a:gd name="connsiteY0" fmla="*/ 0 h 1602849"/>
                  <a:gd name="connsiteX1" fmla="*/ 469106 w 484981"/>
                  <a:gd name="connsiteY1" fmla="*/ 0 h 1602849"/>
                  <a:gd name="connsiteX2" fmla="*/ 484981 w 484981"/>
                  <a:gd name="connsiteY2" fmla="*/ 1532342 h 1602849"/>
                  <a:gd name="connsiteX3" fmla="*/ 0 w 484981"/>
                  <a:gd name="connsiteY3" fmla="*/ 1541869 h 1602849"/>
                  <a:gd name="connsiteX4" fmla="*/ 17462 w 484981"/>
                  <a:gd name="connsiteY4" fmla="*/ 0 h 1602849"/>
                  <a:gd name="connsiteX0" fmla="*/ 7937 w 475456"/>
                  <a:gd name="connsiteY0" fmla="*/ 0 h 1609820"/>
                  <a:gd name="connsiteX1" fmla="*/ 459581 w 475456"/>
                  <a:gd name="connsiteY1" fmla="*/ 0 h 1609820"/>
                  <a:gd name="connsiteX2" fmla="*/ 475456 w 475456"/>
                  <a:gd name="connsiteY2" fmla="*/ 1532342 h 1609820"/>
                  <a:gd name="connsiteX3" fmla="*/ 0 w 475456"/>
                  <a:gd name="connsiteY3" fmla="*/ 1556288 h 1609820"/>
                  <a:gd name="connsiteX4" fmla="*/ 7937 w 475456"/>
                  <a:gd name="connsiteY4" fmla="*/ 0 h 1609820"/>
                  <a:gd name="connsiteX0" fmla="*/ 15081 w 482600"/>
                  <a:gd name="connsiteY0" fmla="*/ 0 h 1586721"/>
                  <a:gd name="connsiteX1" fmla="*/ 466725 w 482600"/>
                  <a:gd name="connsiteY1" fmla="*/ 0 h 1586721"/>
                  <a:gd name="connsiteX2" fmla="*/ 482600 w 482600"/>
                  <a:gd name="connsiteY2" fmla="*/ 1532342 h 1586721"/>
                  <a:gd name="connsiteX3" fmla="*/ 0 w 482600"/>
                  <a:gd name="connsiteY3" fmla="*/ 1498603 h 1586721"/>
                  <a:gd name="connsiteX4" fmla="*/ 15081 w 482600"/>
                  <a:gd name="connsiteY4" fmla="*/ 0 h 1586721"/>
                  <a:gd name="connsiteX0" fmla="*/ 7937 w 475456"/>
                  <a:gd name="connsiteY0" fmla="*/ 0 h 1586721"/>
                  <a:gd name="connsiteX1" fmla="*/ 459581 w 475456"/>
                  <a:gd name="connsiteY1" fmla="*/ 0 h 1586721"/>
                  <a:gd name="connsiteX2" fmla="*/ 475456 w 475456"/>
                  <a:gd name="connsiteY2" fmla="*/ 1532342 h 1586721"/>
                  <a:gd name="connsiteX3" fmla="*/ 0 w 475456"/>
                  <a:gd name="connsiteY3" fmla="*/ 1498602 h 1586721"/>
                  <a:gd name="connsiteX4" fmla="*/ 7937 w 475456"/>
                  <a:gd name="connsiteY4" fmla="*/ 0 h 1586721"/>
                  <a:gd name="connsiteX0" fmla="*/ 790 w 468309"/>
                  <a:gd name="connsiteY0" fmla="*/ 0 h 1584814"/>
                  <a:gd name="connsiteX1" fmla="*/ 452434 w 468309"/>
                  <a:gd name="connsiteY1" fmla="*/ 0 h 1584814"/>
                  <a:gd name="connsiteX2" fmla="*/ 468309 w 468309"/>
                  <a:gd name="connsiteY2" fmla="*/ 1532342 h 1584814"/>
                  <a:gd name="connsiteX3" fmla="*/ 0 w 468309"/>
                  <a:gd name="connsiteY3" fmla="*/ 1492077 h 1584814"/>
                  <a:gd name="connsiteX4" fmla="*/ 790 w 468309"/>
                  <a:gd name="connsiteY4" fmla="*/ 0 h 1584814"/>
                  <a:gd name="connsiteX0" fmla="*/ 5795 w 473314"/>
                  <a:gd name="connsiteY0" fmla="*/ 0 h 1584814"/>
                  <a:gd name="connsiteX1" fmla="*/ 457439 w 473314"/>
                  <a:gd name="connsiteY1" fmla="*/ 0 h 1584814"/>
                  <a:gd name="connsiteX2" fmla="*/ 473314 w 473314"/>
                  <a:gd name="connsiteY2" fmla="*/ 1532342 h 1584814"/>
                  <a:gd name="connsiteX3" fmla="*/ 5005 w 473314"/>
                  <a:gd name="connsiteY3" fmla="*/ 1492077 h 1584814"/>
                  <a:gd name="connsiteX4" fmla="*/ 5795 w 473314"/>
                  <a:gd name="connsiteY4" fmla="*/ 0 h 1584814"/>
                  <a:gd name="connsiteX0" fmla="*/ 5795 w 464125"/>
                  <a:gd name="connsiteY0" fmla="*/ 0 h 1575704"/>
                  <a:gd name="connsiteX1" fmla="*/ 457439 w 464125"/>
                  <a:gd name="connsiteY1" fmla="*/ 0 h 1575704"/>
                  <a:gd name="connsiteX2" fmla="*/ 464125 w 464125"/>
                  <a:gd name="connsiteY2" fmla="*/ 1519292 h 1575704"/>
                  <a:gd name="connsiteX3" fmla="*/ 5005 w 464125"/>
                  <a:gd name="connsiteY3" fmla="*/ 1492077 h 1575704"/>
                  <a:gd name="connsiteX4" fmla="*/ 5795 w 464125"/>
                  <a:gd name="connsiteY4" fmla="*/ 0 h 1575704"/>
                  <a:gd name="connsiteX0" fmla="*/ 5795 w 469401"/>
                  <a:gd name="connsiteY0" fmla="*/ 0 h 1575704"/>
                  <a:gd name="connsiteX1" fmla="*/ 457439 w 469401"/>
                  <a:gd name="connsiteY1" fmla="*/ 0 h 1575704"/>
                  <a:gd name="connsiteX2" fmla="*/ 464125 w 469401"/>
                  <a:gd name="connsiteY2" fmla="*/ 1519292 h 1575704"/>
                  <a:gd name="connsiteX3" fmla="*/ 5005 w 469401"/>
                  <a:gd name="connsiteY3" fmla="*/ 1492077 h 1575704"/>
                  <a:gd name="connsiteX4" fmla="*/ 5795 w 469401"/>
                  <a:gd name="connsiteY4" fmla="*/ 0 h 1575704"/>
                  <a:gd name="connsiteX0" fmla="*/ 5795 w 464125"/>
                  <a:gd name="connsiteY0" fmla="*/ 0 h 1575704"/>
                  <a:gd name="connsiteX1" fmla="*/ 457439 w 464125"/>
                  <a:gd name="connsiteY1" fmla="*/ 0 h 1575704"/>
                  <a:gd name="connsiteX2" fmla="*/ 464125 w 464125"/>
                  <a:gd name="connsiteY2" fmla="*/ 1519292 h 1575704"/>
                  <a:gd name="connsiteX3" fmla="*/ 5005 w 464125"/>
                  <a:gd name="connsiteY3" fmla="*/ 1492077 h 1575704"/>
                  <a:gd name="connsiteX4" fmla="*/ 5795 w 464125"/>
                  <a:gd name="connsiteY4" fmla="*/ 0 h 1575704"/>
                  <a:gd name="connsiteX0" fmla="*/ 5795 w 457922"/>
                  <a:gd name="connsiteY0" fmla="*/ 0 h 1567112"/>
                  <a:gd name="connsiteX1" fmla="*/ 457439 w 457922"/>
                  <a:gd name="connsiteY1" fmla="*/ 0 h 1567112"/>
                  <a:gd name="connsiteX2" fmla="*/ 453999 w 457922"/>
                  <a:gd name="connsiteY2" fmla="*/ 1506242 h 1567112"/>
                  <a:gd name="connsiteX3" fmla="*/ 5005 w 457922"/>
                  <a:gd name="connsiteY3" fmla="*/ 1492077 h 1567112"/>
                  <a:gd name="connsiteX4" fmla="*/ 5795 w 457922"/>
                  <a:gd name="connsiteY4" fmla="*/ 0 h 1567112"/>
                  <a:gd name="connsiteX0" fmla="*/ 5795 w 461989"/>
                  <a:gd name="connsiteY0" fmla="*/ 0 h 1567112"/>
                  <a:gd name="connsiteX1" fmla="*/ 457439 w 461989"/>
                  <a:gd name="connsiteY1" fmla="*/ 0 h 1567112"/>
                  <a:gd name="connsiteX2" fmla="*/ 453999 w 461989"/>
                  <a:gd name="connsiteY2" fmla="*/ 1506242 h 1567112"/>
                  <a:gd name="connsiteX3" fmla="*/ 5005 w 461989"/>
                  <a:gd name="connsiteY3" fmla="*/ 1492077 h 1567112"/>
                  <a:gd name="connsiteX4" fmla="*/ 5795 w 461989"/>
                  <a:gd name="connsiteY4" fmla="*/ 0 h 1567112"/>
                  <a:gd name="connsiteX0" fmla="*/ 5795 w 460116"/>
                  <a:gd name="connsiteY0" fmla="*/ 0 h 1567112"/>
                  <a:gd name="connsiteX1" fmla="*/ 451364 w 460116"/>
                  <a:gd name="connsiteY1" fmla="*/ 26097 h 1567112"/>
                  <a:gd name="connsiteX2" fmla="*/ 453999 w 460116"/>
                  <a:gd name="connsiteY2" fmla="*/ 1506242 h 1567112"/>
                  <a:gd name="connsiteX3" fmla="*/ 5005 w 460116"/>
                  <a:gd name="connsiteY3" fmla="*/ 1492077 h 1567112"/>
                  <a:gd name="connsiteX4" fmla="*/ 5795 w 460116"/>
                  <a:gd name="connsiteY4" fmla="*/ 0 h 1567112"/>
                  <a:gd name="connsiteX0" fmla="*/ 5795 w 461045"/>
                  <a:gd name="connsiteY0" fmla="*/ 0 h 1567112"/>
                  <a:gd name="connsiteX1" fmla="*/ 451364 w 461045"/>
                  <a:gd name="connsiteY1" fmla="*/ 26097 h 1567112"/>
                  <a:gd name="connsiteX2" fmla="*/ 453999 w 461045"/>
                  <a:gd name="connsiteY2" fmla="*/ 1506242 h 1567112"/>
                  <a:gd name="connsiteX3" fmla="*/ 5005 w 461045"/>
                  <a:gd name="connsiteY3" fmla="*/ 1492077 h 1567112"/>
                  <a:gd name="connsiteX4" fmla="*/ 5795 w 461045"/>
                  <a:gd name="connsiteY4" fmla="*/ 0 h 1567112"/>
                  <a:gd name="connsiteX0" fmla="*/ 10607 w 459850"/>
                  <a:gd name="connsiteY0" fmla="*/ 0 h 1567112"/>
                  <a:gd name="connsiteX1" fmla="*/ 450169 w 459850"/>
                  <a:gd name="connsiteY1" fmla="*/ 26097 h 1567112"/>
                  <a:gd name="connsiteX2" fmla="*/ 452804 w 459850"/>
                  <a:gd name="connsiteY2" fmla="*/ 1506242 h 1567112"/>
                  <a:gd name="connsiteX3" fmla="*/ 3810 w 459850"/>
                  <a:gd name="connsiteY3" fmla="*/ 1492077 h 1567112"/>
                  <a:gd name="connsiteX4" fmla="*/ 10607 w 459850"/>
                  <a:gd name="connsiteY4" fmla="*/ 0 h 1567112"/>
                  <a:gd name="connsiteX0" fmla="*/ 12495 w 461738"/>
                  <a:gd name="connsiteY0" fmla="*/ 0 h 1567112"/>
                  <a:gd name="connsiteX1" fmla="*/ 452057 w 461738"/>
                  <a:gd name="connsiteY1" fmla="*/ 26097 h 1567112"/>
                  <a:gd name="connsiteX2" fmla="*/ 454692 w 461738"/>
                  <a:gd name="connsiteY2" fmla="*/ 1506242 h 1567112"/>
                  <a:gd name="connsiteX3" fmla="*/ 5698 w 461738"/>
                  <a:gd name="connsiteY3" fmla="*/ 1492077 h 1567112"/>
                  <a:gd name="connsiteX4" fmla="*/ 12495 w 461738"/>
                  <a:gd name="connsiteY4" fmla="*/ 0 h 1567112"/>
                  <a:gd name="connsiteX0" fmla="*/ 9407 w 458650"/>
                  <a:gd name="connsiteY0" fmla="*/ 0 h 1567112"/>
                  <a:gd name="connsiteX1" fmla="*/ 448969 w 458650"/>
                  <a:gd name="connsiteY1" fmla="*/ 26097 h 1567112"/>
                  <a:gd name="connsiteX2" fmla="*/ 451604 w 458650"/>
                  <a:gd name="connsiteY2" fmla="*/ 1506242 h 1567112"/>
                  <a:gd name="connsiteX3" fmla="*/ 2610 w 458650"/>
                  <a:gd name="connsiteY3" fmla="*/ 1492077 h 1567112"/>
                  <a:gd name="connsiteX4" fmla="*/ 9407 w 458650"/>
                  <a:gd name="connsiteY4" fmla="*/ 0 h 1567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8650" h="1567112">
                    <a:moveTo>
                      <a:pt x="9407" y="0"/>
                    </a:moveTo>
                    <a:cubicBezTo>
                      <a:pt x="166305" y="180592"/>
                      <a:pt x="281752" y="195715"/>
                      <a:pt x="448969" y="26097"/>
                    </a:cubicBezTo>
                    <a:cubicBezTo>
                      <a:pt x="455136" y="201192"/>
                      <a:pt x="465823" y="1298526"/>
                      <a:pt x="451604" y="1506242"/>
                    </a:cubicBezTo>
                    <a:cubicBezTo>
                      <a:pt x="214537" y="1614192"/>
                      <a:pt x="195227" y="1558752"/>
                      <a:pt x="2610" y="1492077"/>
                    </a:cubicBezTo>
                    <a:cubicBezTo>
                      <a:pt x="-1576" y="1083882"/>
                      <a:pt x="-1663" y="101559"/>
                      <a:pt x="9407" y="0"/>
                    </a:cubicBezTo>
                    <a:close/>
                  </a:path>
                </a:pathLst>
              </a:custGeom>
              <a:solidFill>
                <a:srgbClr val="EA5B6B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C2212495-119C-1C31-E0C5-6FED6722C0EB}"/>
                  </a:ext>
                </a:extLst>
              </p:cNvPr>
              <p:cNvGrpSpPr/>
              <p:nvPr/>
            </p:nvGrpSpPr>
            <p:grpSpPr>
              <a:xfrm>
                <a:off x="10314592" y="2907697"/>
                <a:ext cx="510985" cy="400423"/>
                <a:chOff x="7854684" y="6255172"/>
                <a:chExt cx="510985" cy="400423"/>
              </a:xfrm>
            </p:grpSpPr>
            <p:sp>
              <p:nvSpPr>
                <p:cNvPr id="21" name="Oval 6">
                  <a:extLst>
                    <a:ext uri="{FF2B5EF4-FFF2-40B4-BE49-F238E27FC236}">
                      <a16:creationId xmlns:a16="http://schemas.microsoft.com/office/drawing/2014/main" id="{C5578B95-6E8B-903B-4697-BD14D1E59921}"/>
                    </a:ext>
                  </a:extLst>
                </p:cNvPr>
                <p:cNvSpPr/>
                <p:nvPr/>
              </p:nvSpPr>
              <p:spPr>
                <a:xfrm>
                  <a:off x="7854684" y="6255172"/>
                  <a:ext cx="510985" cy="400423"/>
                </a:xfrm>
                <a:custGeom>
                  <a:avLst/>
                  <a:gdLst>
                    <a:gd name="connsiteX0" fmla="*/ 0 w 480218"/>
                    <a:gd name="connsiteY0" fmla="*/ 86916 h 173831"/>
                    <a:gd name="connsiteX1" fmla="*/ 240109 w 480218"/>
                    <a:gd name="connsiteY1" fmla="*/ 0 h 173831"/>
                    <a:gd name="connsiteX2" fmla="*/ 480218 w 480218"/>
                    <a:gd name="connsiteY2" fmla="*/ 86916 h 173831"/>
                    <a:gd name="connsiteX3" fmla="*/ 240109 w 480218"/>
                    <a:gd name="connsiteY3" fmla="*/ 173832 h 173831"/>
                    <a:gd name="connsiteX4" fmla="*/ 0 w 480218"/>
                    <a:gd name="connsiteY4" fmla="*/ 86916 h 173831"/>
                    <a:gd name="connsiteX0" fmla="*/ 0 w 489743"/>
                    <a:gd name="connsiteY0" fmla="*/ 86916 h 173832"/>
                    <a:gd name="connsiteX1" fmla="*/ 249634 w 489743"/>
                    <a:gd name="connsiteY1" fmla="*/ 0 h 173832"/>
                    <a:gd name="connsiteX2" fmla="*/ 489743 w 489743"/>
                    <a:gd name="connsiteY2" fmla="*/ 86916 h 173832"/>
                    <a:gd name="connsiteX3" fmla="*/ 249634 w 489743"/>
                    <a:gd name="connsiteY3" fmla="*/ 173832 h 173832"/>
                    <a:gd name="connsiteX4" fmla="*/ 0 w 489743"/>
                    <a:gd name="connsiteY4" fmla="*/ 86916 h 173832"/>
                    <a:gd name="connsiteX0" fmla="*/ 15351 w 505094"/>
                    <a:gd name="connsiteY0" fmla="*/ 296466 h 383382"/>
                    <a:gd name="connsiteX1" fmla="*/ 79248 w 505094"/>
                    <a:gd name="connsiteY1" fmla="*/ 0 h 383382"/>
                    <a:gd name="connsiteX2" fmla="*/ 505094 w 505094"/>
                    <a:gd name="connsiteY2" fmla="*/ 296466 h 383382"/>
                    <a:gd name="connsiteX3" fmla="*/ 264985 w 505094"/>
                    <a:gd name="connsiteY3" fmla="*/ 383382 h 383382"/>
                    <a:gd name="connsiteX4" fmla="*/ 15351 w 505094"/>
                    <a:gd name="connsiteY4" fmla="*/ 296466 h 383382"/>
                    <a:gd name="connsiteX0" fmla="*/ 14230 w 516432"/>
                    <a:gd name="connsiteY0" fmla="*/ 321962 h 408878"/>
                    <a:gd name="connsiteX1" fmla="*/ 78127 w 516432"/>
                    <a:gd name="connsiteY1" fmla="*/ 25496 h 408878"/>
                    <a:gd name="connsiteX2" fmla="*/ 470637 w 516432"/>
                    <a:gd name="connsiteY2" fmla="*/ 49308 h 408878"/>
                    <a:gd name="connsiteX3" fmla="*/ 503973 w 516432"/>
                    <a:gd name="connsiteY3" fmla="*/ 321962 h 408878"/>
                    <a:gd name="connsiteX4" fmla="*/ 263864 w 516432"/>
                    <a:gd name="connsiteY4" fmla="*/ 408878 h 408878"/>
                    <a:gd name="connsiteX5" fmla="*/ 14230 w 516432"/>
                    <a:gd name="connsiteY5" fmla="*/ 321962 h 408878"/>
                    <a:gd name="connsiteX0" fmla="*/ 14230 w 524027"/>
                    <a:gd name="connsiteY0" fmla="*/ 321962 h 408878"/>
                    <a:gd name="connsiteX1" fmla="*/ 78127 w 524027"/>
                    <a:gd name="connsiteY1" fmla="*/ 25496 h 408878"/>
                    <a:gd name="connsiteX2" fmla="*/ 470637 w 524027"/>
                    <a:gd name="connsiteY2" fmla="*/ 49308 h 408878"/>
                    <a:gd name="connsiteX3" fmla="*/ 503973 w 524027"/>
                    <a:gd name="connsiteY3" fmla="*/ 321962 h 408878"/>
                    <a:gd name="connsiteX4" fmla="*/ 263864 w 524027"/>
                    <a:gd name="connsiteY4" fmla="*/ 408878 h 408878"/>
                    <a:gd name="connsiteX5" fmla="*/ 14230 w 524027"/>
                    <a:gd name="connsiteY5" fmla="*/ 321962 h 408878"/>
                    <a:gd name="connsiteX0" fmla="*/ 13136 w 512943"/>
                    <a:gd name="connsiteY0" fmla="*/ 332203 h 419119"/>
                    <a:gd name="connsiteX1" fmla="*/ 77033 w 512943"/>
                    <a:gd name="connsiteY1" fmla="*/ 35737 h 419119"/>
                    <a:gd name="connsiteX2" fmla="*/ 433824 w 512943"/>
                    <a:gd name="connsiteY2" fmla="*/ 38118 h 419119"/>
                    <a:gd name="connsiteX3" fmla="*/ 502879 w 512943"/>
                    <a:gd name="connsiteY3" fmla="*/ 332203 h 419119"/>
                    <a:gd name="connsiteX4" fmla="*/ 262770 w 512943"/>
                    <a:gd name="connsiteY4" fmla="*/ 419119 h 419119"/>
                    <a:gd name="connsiteX5" fmla="*/ 13136 w 512943"/>
                    <a:gd name="connsiteY5" fmla="*/ 332203 h 419119"/>
                    <a:gd name="connsiteX0" fmla="*/ 18788 w 518595"/>
                    <a:gd name="connsiteY0" fmla="*/ 321487 h 408403"/>
                    <a:gd name="connsiteX1" fmla="*/ 82685 w 518595"/>
                    <a:gd name="connsiteY1" fmla="*/ 25021 h 408403"/>
                    <a:gd name="connsiteX2" fmla="*/ 439476 w 518595"/>
                    <a:gd name="connsiteY2" fmla="*/ 27402 h 408403"/>
                    <a:gd name="connsiteX3" fmla="*/ 508531 w 518595"/>
                    <a:gd name="connsiteY3" fmla="*/ 321487 h 408403"/>
                    <a:gd name="connsiteX4" fmla="*/ 268422 w 518595"/>
                    <a:gd name="connsiteY4" fmla="*/ 408403 h 408403"/>
                    <a:gd name="connsiteX5" fmla="*/ 18788 w 518595"/>
                    <a:gd name="connsiteY5" fmla="*/ 321487 h 408403"/>
                    <a:gd name="connsiteX0" fmla="*/ 18788 w 522076"/>
                    <a:gd name="connsiteY0" fmla="*/ 321487 h 408403"/>
                    <a:gd name="connsiteX1" fmla="*/ 82685 w 522076"/>
                    <a:gd name="connsiteY1" fmla="*/ 25021 h 408403"/>
                    <a:gd name="connsiteX2" fmla="*/ 439476 w 522076"/>
                    <a:gd name="connsiteY2" fmla="*/ 27402 h 408403"/>
                    <a:gd name="connsiteX3" fmla="*/ 508531 w 522076"/>
                    <a:gd name="connsiteY3" fmla="*/ 321487 h 408403"/>
                    <a:gd name="connsiteX4" fmla="*/ 268422 w 522076"/>
                    <a:gd name="connsiteY4" fmla="*/ 408403 h 408403"/>
                    <a:gd name="connsiteX5" fmla="*/ 18788 w 522076"/>
                    <a:gd name="connsiteY5" fmla="*/ 321487 h 408403"/>
                    <a:gd name="connsiteX0" fmla="*/ 17033 w 520321"/>
                    <a:gd name="connsiteY0" fmla="*/ 313507 h 400423"/>
                    <a:gd name="connsiteX1" fmla="*/ 80930 w 520321"/>
                    <a:gd name="connsiteY1" fmla="*/ 17041 h 400423"/>
                    <a:gd name="connsiteX2" fmla="*/ 437721 w 520321"/>
                    <a:gd name="connsiteY2" fmla="*/ 19422 h 400423"/>
                    <a:gd name="connsiteX3" fmla="*/ 506776 w 520321"/>
                    <a:gd name="connsiteY3" fmla="*/ 313507 h 400423"/>
                    <a:gd name="connsiteX4" fmla="*/ 266667 w 520321"/>
                    <a:gd name="connsiteY4" fmla="*/ 400423 h 400423"/>
                    <a:gd name="connsiteX5" fmla="*/ 17033 w 520321"/>
                    <a:gd name="connsiteY5" fmla="*/ 313507 h 400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0321" h="400423">
                      <a:moveTo>
                        <a:pt x="17033" y="313507"/>
                      </a:moveTo>
                      <a:cubicBezTo>
                        <a:pt x="-13923" y="249610"/>
                        <a:pt x="-8236" y="1762"/>
                        <a:pt x="80930" y="17041"/>
                      </a:cubicBezTo>
                      <a:cubicBezTo>
                        <a:pt x="170096" y="32320"/>
                        <a:pt x="366747" y="-29989"/>
                        <a:pt x="437721" y="19422"/>
                      </a:cubicBezTo>
                      <a:cubicBezTo>
                        <a:pt x="527745" y="-31180"/>
                        <a:pt x="532507" y="292076"/>
                        <a:pt x="506776" y="313507"/>
                      </a:cubicBezTo>
                      <a:cubicBezTo>
                        <a:pt x="500095" y="358751"/>
                        <a:pt x="348291" y="400423"/>
                        <a:pt x="266667" y="400423"/>
                      </a:cubicBezTo>
                      <a:cubicBezTo>
                        <a:pt x="185043" y="400423"/>
                        <a:pt x="47989" y="377404"/>
                        <a:pt x="17033" y="313507"/>
                      </a:cubicBezTo>
                      <a:close/>
                    </a:path>
                  </a:pathLst>
                </a:custGeom>
                <a:solidFill>
                  <a:srgbClr val="DE485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DCB44DF-9400-4100-2212-BD4859EDDCB5}"/>
                    </a:ext>
                  </a:extLst>
                </p:cNvPr>
                <p:cNvSpPr/>
                <p:nvPr/>
              </p:nvSpPr>
              <p:spPr>
                <a:xfrm>
                  <a:off x="7912895" y="63507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73C90A1B-7567-010D-503C-2CEBD5734A81}"/>
                    </a:ext>
                  </a:extLst>
                </p:cNvPr>
                <p:cNvSpPr/>
                <p:nvPr/>
              </p:nvSpPr>
              <p:spPr>
                <a:xfrm>
                  <a:off x="7979569" y="6372225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59EF686C-5657-6B91-8236-3AB839B991F1}"/>
                    </a:ext>
                  </a:extLst>
                </p:cNvPr>
                <p:cNvSpPr/>
                <p:nvPr/>
              </p:nvSpPr>
              <p:spPr>
                <a:xfrm>
                  <a:off x="8043863" y="63888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3978D41E-3E00-F5DF-24C4-8342DDA7561E}"/>
                    </a:ext>
                  </a:extLst>
                </p:cNvPr>
                <p:cNvSpPr/>
                <p:nvPr/>
              </p:nvSpPr>
              <p:spPr>
                <a:xfrm>
                  <a:off x="8110177" y="63888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455220C4-50D8-5FC2-771A-346CC243C3A9}"/>
                    </a:ext>
                  </a:extLst>
                </p:cNvPr>
                <p:cNvSpPr/>
                <p:nvPr/>
              </p:nvSpPr>
              <p:spPr>
                <a:xfrm>
                  <a:off x="8181614" y="63888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F38B6B58-2058-2B16-4B0F-760411CC8C67}"/>
                    </a:ext>
                  </a:extLst>
                </p:cNvPr>
                <p:cNvSpPr/>
                <p:nvPr/>
              </p:nvSpPr>
              <p:spPr>
                <a:xfrm>
                  <a:off x="8250670" y="6372225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B3AEAD40-097F-9EA4-71FC-2763D403217E}"/>
                    </a:ext>
                  </a:extLst>
                </p:cNvPr>
                <p:cNvSpPr/>
                <p:nvPr/>
              </p:nvSpPr>
              <p:spPr>
                <a:xfrm>
                  <a:off x="8318139" y="63507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0C016C31-8B21-121E-1FC7-1B749E3BF457}"/>
                  </a:ext>
                </a:extLst>
              </p:cNvPr>
              <p:cNvSpPr/>
              <p:nvPr/>
            </p:nvSpPr>
            <p:spPr>
              <a:xfrm>
                <a:off x="10319261" y="1547585"/>
                <a:ext cx="501650" cy="1559583"/>
              </a:xfrm>
              <a:custGeom>
                <a:avLst/>
                <a:gdLst>
                  <a:gd name="connsiteX0" fmla="*/ 0 w 498475"/>
                  <a:gd name="connsiteY0" fmla="*/ 0 h 1504950"/>
                  <a:gd name="connsiteX1" fmla="*/ 0 w 498475"/>
                  <a:gd name="connsiteY1" fmla="*/ 0 h 1504950"/>
                  <a:gd name="connsiteX2" fmla="*/ 498475 w 498475"/>
                  <a:gd name="connsiteY2" fmla="*/ 0 h 1504950"/>
                  <a:gd name="connsiteX3" fmla="*/ 498475 w 498475"/>
                  <a:gd name="connsiteY3" fmla="*/ 0 h 1504950"/>
                  <a:gd name="connsiteX4" fmla="*/ 498475 w 498475"/>
                  <a:gd name="connsiteY4" fmla="*/ 1504950 h 1504950"/>
                  <a:gd name="connsiteX5" fmla="*/ 498475 w 498475"/>
                  <a:gd name="connsiteY5" fmla="*/ 1504950 h 1504950"/>
                  <a:gd name="connsiteX6" fmla="*/ 0 w 498475"/>
                  <a:gd name="connsiteY6" fmla="*/ 1504950 h 1504950"/>
                  <a:gd name="connsiteX7" fmla="*/ 0 w 498475"/>
                  <a:gd name="connsiteY7" fmla="*/ 1504950 h 1504950"/>
                  <a:gd name="connsiteX8" fmla="*/ 0 w 498475"/>
                  <a:gd name="connsiteY8" fmla="*/ 0 h 1504950"/>
                  <a:gd name="connsiteX0" fmla="*/ 0 w 498475"/>
                  <a:gd name="connsiteY0" fmla="*/ 0 h 1543050"/>
                  <a:gd name="connsiteX1" fmla="*/ 0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38100 h 1543050"/>
                  <a:gd name="connsiteX4" fmla="*/ 498475 w 498475"/>
                  <a:gd name="connsiteY4" fmla="*/ 1543050 h 1543050"/>
                  <a:gd name="connsiteX5" fmla="*/ 498475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1543050 h 1543050"/>
                  <a:gd name="connsiteX8" fmla="*/ 0 w 498475"/>
                  <a:gd name="connsiteY8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2125 w 498475"/>
                  <a:gd name="connsiteY2" fmla="*/ 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3175 w 501650"/>
                  <a:gd name="connsiteY4" fmla="*/ 1543050 h 1543050"/>
                  <a:gd name="connsiteX5" fmla="*/ 0 w 501650"/>
                  <a:gd name="connsiteY5" fmla="*/ 1498600 h 1543050"/>
                  <a:gd name="connsiteX6" fmla="*/ 3175 w 501650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498475 w 501650"/>
                  <a:gd name="connsiteY3" fmla="*/ 1495425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0 w 501650"/>
                  <a:gd name="connsiteY3" fmla="*/ 1498600 h 1543050"/>
                  <a:gd name="connsiteX4" fmla="*/ 3175 w 501650"/>
                  <a:gd name="connsiteY4" fmla="*/ 0 h 1543050"/>
                  <a:gd name="connsiteX0" fmla="*/ 3175 w 501650"/>
                  <a:gd name="connsiteY0" fmla="*/ 0 h 1498600"/>
                  <a:gd name="connsiteX1" fmla="*/ 495300 w 501650"/>
                  <a:gd name="connsiteY1" fmla="*/ 0 h 1498600"/>
                  <a:gd name="connsiteX2" fmla="*/ 501650 w 501650"/>
                  <a:gd name="connsiteY2" fmla="*/ 1489075 h 1498600"/>
                  <a:gd name="connsiteX3" fmla="*/ 0 w 501650"/>
                  <a:gd name="connsiteY3" fmla="*/ 1498600 h 1498600"/>
                  <a:gd name="connsiteX4" fmla="*/ 3175 w 501650"/>
                  <a:gd name="connsiteY4" fmla="*/ 0 h 1498600"/>
                  <a:gd name="connsiteX0" fmla="*/ 3175 w 501650"/>
                  <a:gd name="connsiteY0" fmla="*/ 0 h 1537481"/>
                  <a:gd name="connsiteX1" fmla="*/ 495300 w 501650"/>
                  <a:gd name="connsiteY1" fmla="*/ 0 h 1537481"/>
                  <a:gd name="connsiteX2" fmla="*/ 501650 w 501650"/>
                  <a:gd name="connsiteY2" fmla="*/ 1489075 h 1537481"/>
                  <a:gd name="connsiteX3" fmla="*/ 0 w 501650"/>
                  <a:gd name="connsiteY3" fmla="*/ 1498600 h 1537481"/>
                  <a:gd name="connsiteX4" fmla="*/ 3175 w 501650"/>
                  <a:gd name="connsiteY4" fmla="*/ 0 h 1537481"/>
                  <a:gd name="connsiteX0" fmla="*/ 3175 w 501650"/>
                  <a:gd name="connsiteY0" fmla="*/ 0 h 1548754"/>
                  <a:gd name="connsiteX1" fmla="*/ 495300 w 501650"/>
                  <a:gd name="connsiteY1" fmla="*/ 0 h 1548754"/>
                  <a:gd name="connsiteX2" fmla="*/ 501650 w 501650"/>
                  <a:gd name="connsiteY2" fmla="*/ 1489075 h 1548754"/>
                  <a:gd name="connsiteX3" fmla="*/ 0 w 501650"/>
                  <a:gd name="connsiteY3" fmla="*/ 1498600 h 1548754"/>
                  <a:gd name="connsiteX4" fmla="*/ 3175 w 501650"/>
                  <a:gd name="connsiteY4" fmla="*/ 0 h 1548754"/>
                  <a:gd name="connsiteX0" fmla="*/ 3175 w 501650"/>
                  <a:gd name="connsiteY0" fmla="*/ 0 h 1568568"/>
                  <a:gd name="connsiteX1" fmla="*/ 495300 w 501650"/>
                  <a:gd name="connsiteY1" fmla="*/ 0 h 1568568"/>
                  <a:gd name="connsiteX2" fmla="*/ 501650 w 501650"/>
                  <a:gd name="connsiteY2" fmla="*/ 1489075 h 1568568"/>
                  <a:gd name="connsiteX3" fmla="*/ 0 w 501650"/>
                  <a:gd name="connsiteY3" fmla="*/ 1498600 h 1568568"/>
                  <a:gd name="connsiteX4" fmla="*/ 3175 w 501650"/>
                  <a:gd name="connsiteY4" fmla="*/ 0 h 1568568"/>
                  <a:gd name="connsiteX0" fmla="*/ 3175 w 501650"/>
                  <a:gd name="connsiteY0" fmla="*/ 0 h 1559583"/>
                  <a:gd name="connsiteX1" fmla="*/ 495300 w 501650"/>
                  <a:gd name="connsiteY1" fmla="*/ 0 h 1559583"/>
                  <a:gd name="connsiteX2" fmla="*/ 501650 w 501650"/>
                  <a:gd name="connsiteY2" fmla="*/ 1489075 h 1559583"/>
                  <a:gd name="connsiteX3" fmla="*/ 0 w 501650"/>
                  <a:gd name="connsiteY3" fmla="*/ 1498600 h 1559583"/>
                  <a:gd name="connsiteX4" fmla="*/ 3175 w 501650"/>
                  <a:gd name="connsiteY4" fmla="*/ 0 h 1559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1650" h="1559583">
                    <a:moveTo>
                      <a:pt x="3175" y="0"/>
                    </a:moveTo>
                    <a:cubicBezTo>
                      <a:pt x="205317" y="50800"/>
                      <a:pt x="347133" y="25400"/>
                      <a:pt x="495300" y="0"/>
                    </a:cubicBezTo>
                    <a:cubicBezTo>
                      <a:pt x="497417" y="514350"/>
                      <a:pt x="499533" y="974725"/>
                      <a:pt x="501650" y="1489075"/>
                    </a:cubicBezTo>
                    <a:cubicBezTo>
                      <a:pt x="264583" y="1597025"/>
                      <a:pt x="192617" y="1565275"/>
                      <a:pt x="0" y="1498600"/>
                    </a:cubicBezTo>
                    <a:cubicBezTo>
                      <a:pt x="1058" y="999067"/>
                      <a:pt x="2117" y="499533"/>
                      <a:pt x="3175" y="0"/>
                    </a:cubicBezTo>
                    <a:close/>
                  </a:path>
                </a:pathLst>
              </a:custGeom>
              <a:solidFill>
                <a:srgbClr val="F8DD84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CCFC67A-FC65-CE1B-B43C-82D93F707D5F}"/>
                </a:ext>
              </a:extLst>
            </p:cNvPr>
            <p:cNvGrpSpPr/>
            <p:nvPr/>
          </p:nvGrpSpPr>
          <p:grpSpPr>
            <a:xfrm>
              <a:off x="2318061" y="5458924"/>
              <a:ext cx="1225966" cy="1037970"/>
              <a:chOff x="8257210" y="5855494"/>
              <a:chExt cx="520321" cy="44053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8EB1CE9-7584-A476-5406-BF4FFE877FA1}"/>
                  </a:ext>
                </a:extLst>
              </p:cNvPr>
              <p:cNvGrpSpPr/>
              <p:nvPr/>
            </p:nvGrpSpPr>
            <p:grpSpPr>
              <a:xfrm>
                <a:off x="8257210" y="5855494"/>
                <a:ext cx="520321" cy="440532"/>
                <a:chOff x="7741029" y="6084094"/>
                <a:chExt cx="520321" cy="440532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8084DB12-6CC1-180A-EAA1-91F24E244BDB}"/>
                    </a:ext>
                  </a:extLst>
                </p:cNvPr>
                <p:cNvSpPr/>
                <p:nvPr/>
              </p:nvSpPr>
              <p:spPr>
                <a:xfrm>
                  <a:off x="7741029" y="6124203"/>
                  <a:ext cx="520321" cy="400423"/>
                </a:xfrm>
                <a:custGeom>
                  <a:avLst/>
                  <a:gdLst>
                    <a:gd name="connsiteX0" fmla="*/ 0 w 480218"/>
                    <a:gd name="connsiteY0" fmla="*/ 86916 h 173831"/>
                    <a:gd name="connsiteX1" fmla="*/ 240109 w 480218"/>
                    <a:gd name="connsiteY1" fmla="*/ 0 h 173831"/>
                    <a:gd name="connsiteX2" fmla="*/ 480218 w 480218"/>
                    <a:gd name="connsiteY2" fmla="*/ 86916 h 173831"/>
                    <a:gd name="connsiteX3" fmla="*/ 240109 w 480218"/>
                    <a:gd name="connsiteY3" fmla="*/ 173832 h 173831"/>
                    <a:gd name="connsiteX4" fmla="*/ 0 w 480218"/>
                    <a:gd name="connsiteY4" fmla="*/ 86916 h 173831"/>
                    <a:gd name="connsiteX0" fmla="*/ 0 w 489743"/>
                    <a:gd name="connsiteY0" fmla="*/ 86916 h 173832"/>
                    <a:gd name="connsiteX1" fmla="*/ 249634 w 489743"/>
                    <a:gd name="connsiteY1" fmla="*/ 0 h 173832"/>
                    <a:gd name="connsiteX2" fmla="*/ 489743 w 489743"/>
                    <a:gd name="connsiteY2" fmla="*/ 86916 h 173832"/>
                    <a:gd name="connsiteX3" fmla="*/ 249634 w 489743"/>
                    <a:gd name="connsiteY3" fmla="*/ 173832 h 173832"/>
                    <a:gd name="connsiteX4" fmla="*/ 0 w 489743"/>
                    <a:gd name="connsiteY4" fmla="*/ 86916 h 173832"/>
                    <a:gd name="connsiteX0" fmla="*/ 15351 w 505094"/>
                    <a:gd name="connsiteY0" fmla="*/ 296466 h 383382"/>
                    <a:gd name="connsiteX1" fmla="*/ 79248 w 505094"/>
                    <a:gd name="connsiteY1" fmla="*/ 0 h 383382"/>
                    <a:gd name="connsiteX2" fmla="*/ 505094 w 505094"/>
                    <a:gd name="connsiteY2" fmla="*/ 296466 h 383382"/>
                    <a:gd name="connsiteX3" fmla="*/ 264985 w 505094"/>
                    <a:gd name="connsiteY3" fmla="*/ 383382 h 383382"/>
                    <a:gd name="connsiteX4" fmla="*/ 15351 w 505094"/>
                    <a:gd name="connsiteY4" fmla="*/ 296466 h 383382"/>
                    <a:gd name="connsiteX0" fmla="*/ 14230 w 516432"/>
                    <a:gd name="connsiteY0" fmla="*/ 321962 h 408878"/>
                    <a:gd name="connsiteX1" fmla="*/ 78127 w 516432"/>
                    <a:gd name="connsiteY1" fmla="*/ 25496 h 408878"/>
                    <a:gd name="connsiteX2" fmla="*/ 470637 w 516432"/>
                    <a:gd name="connsiteY2" fmla="*/ 49308 h 408878"/>
                    <a:gd name="connsiteX3" fmla="*/ 503973 w 516432"/>
                    <a:gd name="connsiteY3" fmla="*/ 321962 h 408878"/>
                    <a:gd name="connsiteX4" fmla="*/ 263864 w 516432"/>
                    <a:gd name="connsiteY4" fmla="*/ 408878 h 408878"/>
                    <a:gd name="connsiteX5" fmla="*/ 14230 w 516432"/>
                    <a:gd name="connsiteY5" fmla="*/ 321962 h 408878"/>
                    <a:gd name="connsiteX0" fmla="*/ 14230 w 524027"/>
                    <a:gd name="connsiteY0" fmla="*/ 321962 h 408878"/>
                    <a:gd name="connsiteX1" fmla="*/ 78127 w 524027"/>
                    <a:gd name="connsiteY1" fmla="*/ 25496 h 408878"/>
                    <a:gd name="connsiteX2" fmla="*/ 470637 w 524027"/>
                    <a:gd name="connsiteY2" fmla="*/ 49308 h 408878"/>
                    <a:gd name="connsiteX3" fmla="*/ 503973 w 524027"/>
                    <a:gd name="connsiteY3" fmla="*/ 321962 h 408878"/>
                    <a:gd name="connsiteX4" fmla="*/ 263864 w 524027"/>
                    <a:gd name="connsiteY4" fmla="*/ 408878 h 408878"/>
                    <a:gd name="connsiteX5" fmla="*/ 14230 w 524027"/>
                    <a:gd name="connsiteY5" fmla="*/ 321962 h 408878"/>
                    <a:gd name="connsiteX0" fmla="*/ 13136 w 512943"/>
                    <a:gd name="connsiteY0" fmla="*/ 332203 h 419119"/>
                    <a:gd name="connsiteX1" fmla="*/ 77033 w 512943"/>
                    <a:gd name="connsiteY1" fmla="*/ 35737 h 419119"/>
                    <a:gd name="connsiteX2" fmla="*/ 433824 w 512943"/>
                    <a:gd name="connsiteY2" fmla="*/ 38118 h 419119"/>
                    <a:gd name="connsiteX3" fmla="*/ 502879 w 512943"/>
                    <a:gd name="connsiteY3" fmla="*/ 332203 h 419119"/>
                    <a:gd name="connsiteX4" fmla="*/ 262770 w 512943"/>
                    <a:gd name="connsiteY4" fmla="*/ 419119 h 419119"/>
                    <a:gd name="connsiteX5" fmla="*/ 13136 w 512943"/>
                    <a:gd name="connsiteY5" fmla="*/ 332203 h 419119"/>
                    <a:gd name="connsiteX0" fmla="*/ 18788 w 518595"/>
                    <a:gd name="connsiteY0" fmla="*/ 321487 h 408403"/>
                    <a:gd name="connsiteX1" fmla="*/ 82685 w 518595"/>
                    <a:gd name="connsiteY1" fmla="*/ 25021 h 408403"/>
                    <a:gd name="connsiteX2" fmla="*/ 439476 w 518595"/>
                    <a:gd name="connsiteY2" fmla="*/ 27402 h 408403"/>
                    <a:gd name="connsiteX3" fmla="*/ 508531 w 518595"/>
                    <a:gd name="connsiteY3" fmla="*/ 321487 h 408403"/>
                    <a:gd name="connsiteX4" fmla="*/ 268422 w 518595"/>
                    <a:gd name="connsiteY4" fmla="*/ 408403 h 408403"/>
                    <a:gd name="connsiteX5" fmla="*/ 18788 w 518595"/>
                    <a:gd name="connsiteY5" fmla="*/ 321487 h 408403"/>
                    <a:gd name="connsiteX0" fmla="*/ 18788 w 522076"/>
                    <a:gd name="connsiteY0" fmla="*/ 321487 h 408403"/>
                    <a:gd name="connsiteX1" fmla="*/ 82685 w 522076"/>
                    <a:gd name="connsiteY1" fmla="*/ 25021 h 408403"/>
                    <a:gd name="connsiteX2" fmla="*/ 439476 w 522076"/>
                    <a:gd name="connsiteY2" fmla="*/ 27402 h 408403"/>
                    <a:gd name="connsiteX3" fmla="*/ 508531 w 522076"/>
                    <a:gd name="connsiteY3" fmla="*/ 321487 h 408403"/>
                    <a:gd name="connsiteX4" fmla="*/ 268422 w 522076"/>
                    <a:gd name="connsiteY4" fmla="*/ 408403 h 408403"/>
                    <a:gd name="connsiteX5" fmla="*/ 18788 w 522076"/>
                    <a:gd name="connsiteY5" fmla="*/ 321487 h 408403"/>
                    <a:gd name="connsiteX0" fmla="*/ 17033 w 520321"/>
                    <a:gd name="connsiteY0" fmla="*/ 313507 h 400423"/>
                    <a:gd name="connsiteX1" fmla="*/ 80930 w 520321"/>
                    <a:gd name="connsiteY1" fmla="*/ 17041 h 400423"/>
                    <a:gd name="connsiteX2" fmla="*/ 437721 w 520321"/>
                    <a:gd name="connsiteY2" fmla="*/ 19422 h 400423"/>
                    <a:gd name="connsiteX3" fmla="*/ 506776 w 520321"/>
                    <a:gd name="connsiteY3" fmla="*/ 313507 h 400423"/>
                    <a:gd name="connsiteX4" fmla="*/ 266667 w 520321"/>
                    <a:gd name="connsiteY4" fmla="*/ 400423 h 400423"/>
                    <a:gd name="connsiteX5" fmla="*/ 17033 w 520321"/>
                    <a:gd name="connsiteY5" fmla="*/ 313507 h 400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0321" h="400423">
                      <a:moveTo>
                        <a:pt x="17033" y="313507"/>
                      </a:moveTo>
                      <a:cubicBezTo>
                        <a:pt x="-13923" y="249610"/>
                        <a:pt x="-8236" y="1762"/>
                        <a:pt x="80930" y="17041"/>
                      </a:cubicBezTo>
                      <a:cubicBezTo>
                        <a:pt x="170096" y="32320"/>
                        <a:pt x="366747" y="-29989"/>
                        <a:pt x="437721" y="19422"/>
                      </a:cubicBezTo>
                      <a:cubicBezTo>
                        <a:pt x="527745" y="-31180"/>
                        <a:pt x="532507" y="292076"/>
                        <a:pt x="506776" y="313507"/>
                      </a:cubicBezTo>
                      <a:cubicBezTo>
                        <a:pt x="500095" y="358751"/>
                        <a:pt x="348291" y="400423"/>
                        <a:pt x="266667" y="400423"/>
                      </a:cubicBezTo>
                      <a:cubicBezTo>
                        <a:pt x="185043" y="400423"/>
                        <a:pt x="47989" y="377404"/>
                        <a:pt x="17033" y="313507"/>
                      </a:cubicBezTo>
                      <a:close/>
                    </a:path>
                  </a:pathLst>
                </a:custGeom>
                <a:solidFill>
                  <a:srgbClr val="DE485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062CB6D8-54AB-AB0D-D0B4-0BFA2929E392}"/>
                    </a:ext>
                  </a:extLst>
                </p:cNvPr>
                <p:cNvSpPr/>
                <p:nvPr/>
              </p:nvSpPr>
              <p:spPr>
                <a:xfrm>
                  <a:off x="7761288" y="6084094"/>
                  <a:ext cx="480218" cy="173831"/>
                </a:xfrm>
                <a:prstGeom prst="ellipse">
                  <a:avLst/>
                </a:prstGeom>
                <a:solidFill>
                  <a:srgbClr val="DE485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F0B603A-E668-36FA-641D-F956FE4877FB}"/>
                  </a:ext>
                </a:extLst>
              </p:cNvPr>
              <p:cNvSpPr/>
              <p:nvPr/>
            </p:nvSpPr>
            <p:spPr>
              <a:xfrm>
                <a:off x="8320088" y="59912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F829F5D-932E-F786-4B22-1FE9EA3545C8}"/>
                  </a:ext>
                </a:extLst>
              </p:cNvPr>
              <p:cNvSpPr/>
              <p:nvPr/>
            </p:nvSpPr>
            <p:spPr>
              <a:xfrm>
                <a:off x="8386762" y="6012656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72083CB-C14C-8753-315F-726A1EC9F6A3}"/>
                  </a:ext>
                </a:extLst>
              </p:cNvPr>
              <p:cNvSpPr/>
              <p:nvPr/>
            </p:nvSpPr>
            <p:spPr>
              <a:xfrm>
                <a:off x="8451056" y="60293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E2C0F0B-6739-A4BE-BCAD-E407AB24495D}"/>
                  </a:ext>
                </a:extLst>
              </p:cNvPr>
              <p:cNvSpPr/>
              <p:nvPr/>
            </p:nvSpPr>
            <p:spPr>
              <a:xfrm>
                <a:off x="8517370" y="60293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4D7CE48-F927-B112-1B7C-0473481852D9}"/>
                  </a:ext>
                </a:extLst>
              </p:cNvPr>
              <p:cNvSpPr/>
              <p:nvPr/>
            </p:nvSpPr>
            <p:spPr>
              <a:xfrm>
                <a:off x="8588807" y="60293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35D330E-56A6-FF9F-0216-7382837CB839}"/>
                  </a:ext>
                </a:extLst>
              </p:cNvPr>
              <p:cNvSpPr/>
              <p:nvPr/>
            </p:nvSpPr>
            <p:spPr>
              <a:xfrm>
                <a:off x="8657863" y="6012656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4A5FF11B-F74E-C94A-91BE-159A066CC1BC}"/>
                  </a:ext>
                </a:extLst>
              </p:cNvPr>
              <p:cNvSpPr/>
              <p:nvPr/>
            </p:nvSpPr>
            <p:spPr>
              <a:xfrm>
                <a:off x="8725332" y="59912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601BA8F-89D5-5ACD-DD22-BF79A2EEC20B}"/>
              </a:ext>
            </a:extLst>
          </p:cNvPr>
          <p:cNvGrpSpPr/>
          <p:nvPr/>
        </p:nvGrpSpPr>
        <p:grpSpPr>
          <a:xfrm>
            <a:off x="3836434" y="1631591"/>
            <a:ext cx="2627970" cy="4754282"/>
            <a:chOff x="916057" y="1742615"/>
            <a:chExt cx="2627970" cy="4754282"/>
          </a:xfrm>
          <a:solidFill>
            <a:schemeClr val="bg1"/>
          </a:solidFill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6A16A89-8E87-46EB-43B1-C84F4492DB14}"/>
                </a:ext>
              </a:extLst>
            </p:cNvPr>
            <p:cNvGrpSpPr/>
            <p:nvPr/>
          </p:nvGrpSpPr>
          <p:grpSpPr>
            <a:xfrm>
              <a:off x="916057" y="1742615"/>
              <a:ext cx="1129520" cy="4754282"/>
              <a:chOff x="10314592" y="1157324"/>
              <a:chExt cx="510985" cy="2150796"/>
            </a:xfrm>
            <a:grpFill/>
          </p:grpSpPr>
          <p:sp>
            <p:nvSpPr>
              <p:cNvPr id="71" name="Rectangle: Rounded Corners 2">
                <a:extLst>
                  <a:ext uri="{FF2B5EF4-FFF2-40B4-BE49-F238E27FC236}">
                    <a16:creationId xmlns:a16="http://schemas.microsoft.com/office/drawing/2014/main" id="{FCE091C8-DAC8-AB27-FFC2-30BDE424DC5E}"/>
                  </a:ext>
                </a:extLst>
              </p:cNvPr>
              <p:cNvSpPr/>
              <p:nvPr/>
            </p:nvSpPr>
            <p:spPr>
              <a:xfrm>
                <a:off x="10330032" y="1157324"/>
                <a:ext cx="474093" cy="261359"/>
              </a:xfrm>
              <a:custGeom>
                <a:avLst/>
                <a:gdLst>
                  <a:gd name="connsiteX0" fmla="*/ 0 w 498475"/>
                  <a:gd name="connsiteY0" fmla="*/ 0 h 1504950"/>
                  <a:gd name="connsiteX1" fmla="*/ 0 w 498475"/>
                  <a:gd name="connsiteY1" fmla="*/ 0 h 1504950"/>
                  <a:gd name="connsiteX2" fmla="*/ 498475 w 498475"/>
                  <a:gd name="connsiteY2" fmla="*/ 0 h 1504950"/>
                  <a:gd name="connsiteX3" fmla="*/ 498475 w 498475"/>
                  <a:gd name="connsiteY3" fmla="*/ 0 h 1504950"/>
                  <a:gd name="connsiteX4" fmla="*/ 498475 w 498475"/>
                  <a:gd name="connsiteY4" fmla="*/ 1504950 h 1504950"/>
                  <a:gd name="connsiteX5" fmla="*/ 498475 w 498475"/>
                  <a:gd name="connsiteY5" fmla="*/ 1504950 h 1504950"/>
                  <a:gd name="connsiteX6" fmla="*/ 0 w 498475"/>
                  <a:gd name="connsiteY6" fmla="*/ 1504950 h 1504950"/>
                  <a:gd name="connsiteX7" fmla="*/ 0 w 498475"/>
                  <a:gd name="connsiteY7" fmla="*/ 1504950 h 1504950"/>
                  <a:gd name="connsiteX8" fmla="*/ 0 w 498475"/>
                  <a:gd name="connsiteY8" fmla="*/ 0 h 1504950"/>
                  <a:gd name="connsiteX0" fmla="*/ 0 w 498475"/>
                  <a:gd name="connsiteY0" fmla="*/ 0 h 1543050"/>
                  <a:gd name="connsiteX1" fmla="*/ 0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38100 h 1543050"/>
                  <a:gd name="connsiteX4" fmla="*/ 498475 w 498475"/>
                  <a:gd name="connsiteY4" fmla="*/ 1543050 h 1543050"/>
                  <a:gd name="connsiteX5" fmla="*/ 498475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1543050 h 1543050"/>
                  <a:gd name="connsiteX8" fmla="*/ 0 w 498475"/>
                  <a:gd name="connsiteY8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2125 w 498475"/>
                  <a:gd name="connsiteY2" fmla="*/ 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3175 w 501650"/>
                  <a:gd name="connsiteY4" fmla="*/ 1543050 h 1543050"/>
                  <a:gd name="connsiteX5" fmla="*/ 0 w 501650"/>
                  <a:gd name="connsiteY5" fmla="*/ 1498600 h 1543050"/>
                  <a:gd name="connsiteX6" fmla="*/ 3175 w 501650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498475 w 501650"/>
                  <a:gd name="connsiteY3" fmla="*/ 1495425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0 w 501650"/>
                  <a:gd name="connsiteY3" fmla="*/ 1498600 h 1543050"/>
                  <a:gd name="connsiteX4" fmla="*/ 3175 w 501650"/>
                  <a:gd name="connsiteY4" fmla="*/ 0 h 1543050"/>
                  <a:gd name="connsiteX0" fmla="*/ 3175 w 501650"/>
                  <a:gd name="connsiteY0" fmla="*/ 0 h 1498600"/>
                  <a:gd name="connsiteX1" fmla="*/ 495300 w 501650"/>
                  <a:gd name="connsiteY1" fmla="*/ 0 h 1498600"/>
                  <a:gd name="connsiteX2" fmla="*/ 501650 w 501650"/>
                  <a:gd name="connsiteY2" fmla="*/ 1489075 h 1498600"/>
                  <a:gd name="connsiteX3" fmla="*/ 0 w 501650"/>
                  <a:gd name="connsiteY3" fmla="*/ 1498600 h 1498600"/>
                  <a:gd name="connsiteX4" fmla="*/ 3175 w 501650"/>
                  <a:gd name="connsiteY4" fmla="*/ 0 h 1498600"/>
                  <a:gd name="connsiteX0" fmla="*/ 3175 w 501650"/>
                  <a:gd name="connsiteY0" fmla="*/ 0 h 1537481"/>
                  <a:gd name="connsiteX1" fmla="*/ 495300 w 501650"/>
                  <a:gd name="connsiteY1" fmla="*/ 0 h 1537481"/>
                  <a:gd name="connsiteX2" fmla="*/ 501650 w 501650"/>
                  <a:gd name="connsiteY2" fmla="*/ 1489075 h 1537481"/>
                  <a:gd name="connsiteX3" fmla="*/ 0 w 501650"/>
                  <a:gd name="connsiteY3" fmla="*/ 1498600 h 1537481"/>
                  <a:gd name="connsiteX4" fmla="*/ 3175 w 501650"/>
                  <a:gd name="connsiteY4" fmla="*/ 0 h 1537481"/>
                  <a:gd name="connsiteX0" fmla="*/ 3175 w 501650"/>
                  <a:gd name="connsiteY0" fmla="*/ 0 h 1548754"/>
                  <a:gd name="connsiteX1" fmla="*/ 495300 w 501650"/>
                  <a:gd name="connsiteY1" fmla="*/ 0 h 1548754"/>
                  <a:gd name="connsiteX2" fmla="*/ 501650 w 501650"/>
                  <a:gd name="connsiteY2" fmla="*/ 1489075 h 1548754"/>
                  <a:gd name="connsiteX3" fmla="*/ 0 w 501650"/>
                  <a:gd name="connsiteY3" fmla="*/ 1498600 h 1548754"/>
                  <a:gd name="connsiteX4" fmla="*/ 3175 w 501650"/>
                  <a:gd name="connsiteY4" fmla="*/ 0 h 1548754"/>
                  <a:gd name="connsiteX0" fmla="*/ 3175 w 501650"/>
                  <a:gd name="connsiteY0" fmla="*/ 0 h 1568568"/>
                  <a:gd name="connsiteX1" fmla="*/ 495300 w 501650"/>
                  <a:gd name="connsiteY1" fmla="*/ 0 h 1568568"/>
                  <a:gd name="connsiteX2" fmla="*/ 501650 w 501650"/>
                  <a:gd name="connsiteY2" fmla="*/ 1489075 h 1568568"/>
                  <a:gd name="connsiteX3" fmla="*/ 0 w 501650"/>
                  <a:gd name="connsiteY3" fmla="*/ 1498600 h 1568568"/>
                  <a:gd name="connsiteX4" fmla="*/ 3175 w 501650"/>
                  <a:gd name="connsiteY4" fmla="*/ 0 h 1568568"/>
                  <a:gd name="connsiteX0" fmla="*/ 3175 w 501650"/>
                  <a:gd name="connsiteY0" fmla="*/ 0 h 1559583"/>
                  <a:gd name="connsiteX1" fmla="*/ 495300 w 501650"/>
                  <a:gd name="connsiteY1" fmla="*/ 0 h 1559583"/>
                  <a:gd name="connsiteX2" fmla="*/ 501650 w 501650"/>
                  <a:gd name="connsiteY2" fmla="*/ 1489075 h 1559583"/>
                  <a:gd name="connsiteX3" fmla="*/ 0 w 501650"/>
                  <a:gd name="connsiteY3" fmla="*/ 1498600 h 1559583"/>
                  <a:gd name="connsiteX4" fmla="*/ 3175 w 501650"/>
                  <a:gd name="connsiteY4" fmla="*/ 0 h 1559583"/>
                  <a:gd name="connsiteX0" fmla="*/ 24606 w 501650"/>
                  <a:gd name="connsiteY0" fmla="*/ 0 h 1602849"/>
                  <a:gd name="connsiteX1" fmla="*/ 495300 w 501650"/>
                  <a:gd name="connsiteY1" fmla="*/ 43266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492125"/>
                  <a:gd name="connsiteY0" fmla="*/ 0 h 1602849"/>
                  <a:gd name="connsiteX1" fmla="*/ 476250 w 492125"/>
                  <a:gd name="connsiteY1" fmla="*/ 0 h 1602849"/>
                  <a:gd name="connsiteX2" fmla="*/ 492125 w 492125"/>
                  <a:gd name="connsiteY2" fmla="*/ 1532342 h 1602849"/>
                  <a:gd name="connsiteX3" fmla="*/ 0 w 492125"/>
                  <a:gd name="connsiteY3" fmla="*/ 1541866 h 1602849"/>
                  <a:gd name="connsiteX4" fmla="*/ 24606 w 492125"/>
                  <a:gd name="connsiteY4" fmla="*/ 0 h 1602849"/>
                  <a:gd name="connsiteX0" fmla="*/ 17462 w 484981"/>
                  <a:gd name="connsiteY0" fmla="*/ 0 h 1602849"/>
                  <a:gd name="connsiteX1" fmla="*/ 469106 w 484981"/>
                  <a:gd name="connsiteY1" fmla="*/ 0 h 1602849"/>
                  <a:gd name="connsiteX2" fmla="*/ 484981 w 484981"/>
                  <a:gd name="connsiteY2" fmla="*/ 1532342 h 1602849"/>
                  <a:gd name="connsiteX3" fmla="*/ 0 w 484981"/>
                  <a:gd name="connsiteY3" fmla="*/ 1541869 h 1602849"/>
                  <a:gd name="connsiteX4" fmla="*/ 17462 w 484981"/>
                  <a:gd name="connsiteY4" fmla="*/ 0 h 1602849"/>
                  <a:gd name="connsiteX0" fmla="*/ 7937 w 475456"/>
                  <a:gd name="connsiteY0" fmla="*/ 0 h 1609820"/>
                  <a:gd name="connsiteX1" fmla="*/ 459581 w 475456"/>
                  <a:gd name="connsiteY1" fmla="*/ 0 h 1609820"/>
                  <a:gd name="connsiteX2" fmla="*/ 475456 w 475456"/>
                  <a:gd name="connsiteY2" fmla="*/ 1532342 h 1609820"/>
                  <a:gd name="connsiteX3" fmla="*/ 0 w 475456"/>
                  <a:gd name="connsiteY3" fmla="*/ 1556288 h 1609820"/>
                  <a:gd name="connsiteX4" fmla="*/ 7937 w 475456"/>
                  <a:gd name="connsiteY4" fmla="*/ 0 h 1609820"/>
                  <a:gd name="connsiteX0" fmla="*/ 15081 w 482600"/>
                  <a:gd name="connsiteY0" fmla="*/ 0 h 1586721"/>
                  <a:gd name="connsiteX1" fmla="*/ 466725 w 482600"/>
                  <a:gd name="connsiteY1" fmla="*/ 0 h 1586721"/>
                  <a:gd name="connsiteX2" fmla="*/ 482600 w 482600"/>
                  <a:gd name="connsiteY2" fmla="*/ 1532342 h 1586721"/>
                  <a:gd name="connsiteX3" fmla="*/ 0 w 482600"/>
                  <a:gd name="connsiteY3" fmla="*/ 1498603 h 1586721"/>
                  <a:gd name="connsiteX4" fmla="*/ 15081 w 482600"/>
                  <a:gd name="connsiteY4" fmla="*/ 0 h 1586721"/>
                  <a:gd name="connsiteX0" fmla="*/ 7937 w 475456"/>
                  <a:gd name="connsiteY0" fmla="*/ 0 h 1586721"/>
                  <a:gd name="connsiteX1" fmla="*/ 459581 w 475456"/>
                  <a:gd name="connsiteY1" fmla="*/ 0 h 1586721"/>
                  <a:gd name="connsiteX2" fmla="*/ 475456 w 475456"/>
                  <a:gd name="connsiteY2" fmla="*/ 1532342 h 1586721"/>
                  <a:gd name="connsiteX3" fmla="*/ 0 w 475456"/>
                  <a:gd name="connsiteY3" fmla="*/ 1498602 h 1586721"/>
                  <a:gd name="connsiteX4" fmla="*/ 7937 w 475456"/>
                  <a:gd name="connsiteY4" fmla="*/ 0 h 1586721"/>
                  <a:gd name="connsiteX0" fmla="*/ 36 w 467555"/>
                  <a:gd name="connsiteY0" fmla="*/ 0 h 1586721"/>
                  <a:gd name="connsiteX1" fmla="*/ 451680 w 467555"/>
                  <a:gd name="connsiteY1" fmla="*/ 0 h 1586721"/>
                  <a:gd name="connsiteX2" fmla="*/ 467555 w 467555"/>
                  <a:gd name="connsiteY2" fmla="*/ 1532342 h 1586721"/>
                  <a:gd name="connsiteX3" fmla="*/ 20674 w 467555"/>
                  <a:gd name="connsiteY3" fmla="*/ 1498602 h 1586721"/>
                  <a:gd name="connsiteX4" fmla="*/ 36 w 467555"/>
                  <a:gd name="connsiteY4" fmla="*/ 0 h 1586721"/>
                  <a:gd name="connsiteX0" fmla="*/ 36 w 451928"/>
                  <a:gd name="connsiteY0" fmla="*/ 0 h 1559589"/>
                  <a:gd name="connsiteX1" fmla="*/ 451680 w 451928"/>
                  <a:gd name="connsiteY1" fmla="*/ 0 h 1559589"/>
                  <a:gd name="connsiteX2" fmla="*/ 443743 w 451928"/>
                  <a:gd name="connsiteY2" fmla="*/ 1489082 h 1559589"/>
                  <a:gd name="connsiteX3" fmla="*/ 20674 w 451928"/>
                  <a:gd name="connsiteY3" fmla="*/ 1498602 h 1559589"/>
                  <a:gd name="connsiteX4" fmla="*/ 36 w 451928"/>
                  <a:gd name="connsiteY4" fmla="*/ 0 h 1559589"/>
                  <a:gd name="connsiteX0" fmla="*/ 198437 w 431254"/>
                  <a:gd name="connsiteY0" fmla="*/ 245163 h 1559589"/>
                  <a:gd name="connsiteX1" fmla="*/ 431006 w 431254"/>
                  <a:gd name="connsiteY1" fmla="*/ 0 h 1559589"/>
                  <a:gd name="connsiteX2" fmla="*/ 423069 w 431254"/>
                  <a:gd name="connsiteY2" fmla="*/ 1489082 h 1559589"/>
                  <a:gd name="connsiteX3" fmla="*/ 0 w 431254"/>
                  <a:gd name="connsiteY3" fmla="*/ 1498602 h 1559589"/>
                  <a:gd name="connsiteX4" fmla="*/ 198437 w 431254"/>
                  <a:gd name="connsiteY4" fmla="*/ 245163 h 1559589"/>
                  <a:gd name="connsiteX0" fmla="*/ 198437 w 426949"/>
                  <a:gd name="connsiteY0" fmla="*/ 0 h 1314426"/>
                  <a:gd name="connsiteX1" fmla="*/ 423069 w 426949"/>
                  <a:gd name="connsiteY1" fmla="*/ 1243919 h 1314426"/>
                  <a:gd name="connsiteX2" fmla="*/ 0 w 426949"/>
                  <a:gd name="connsiteY2" fmla="*/ 1253439 h 1314426"/>
                  <a:gd name="connsiteX3" fmla="*/ 198437 w 426949"/>
                  <a:gd name="connsiteY3" fmla="*/ 0 h 1314426"/>
                  <a:gd name="connsiteX0" fmla="*/ 199987 w 428499"/>
                  <a:gd name="connsiteY0" fmla="*/ 0 h 1314426"/>
                  <a:gd name="connsiteX1" fmla="*/ 424619 w 428499"/>
                  <a:gd name="connsiteY1" fmla="*/ 1243919 h 1314426"/>
                  <a:gd name="connsiteX2" fmla="*/ 1550 w 428499"/>
                  <a:gd name="connsiteY2" fmla="*/ 1253439 h 1314426"/>
                  <a:gd name="connsiteX3" fmla="*/ 199987 w 428499"/>
                  <a:gd name="connsiteY3" fmla="*/ 0 h 1314426"/>
                  <a:gd name="connsiteX0" fmla="*/ 199987 w 439187"/>
                  <a:gd name="connsiteY0" fmla="*/ 3513 h 1317939"/>
                  <a:gd name="connsiteX1" fmla="*/ 424619 w 439187"/>
                  <a:gd name="connsiteY1" fmla="*/ 1247432 h 1317939"/>
                  <a:gd name="connsiteX2" fmla="*/ 1550 w 439187"/>
                  <a:gd name="connsiteY2" fmla="*/ 1256952 h 1317939"/>
                  <a:gd name="connsiteX3" fmla="*/ 199987 w 439187"/>
                  <a:gd name="connsiteY3" fmla="*/ 3513 h 1317939"/>
                  <a:gd name="connsiteX0" fmla="*/ 199987 w 426441"/>
                  <a:gd name="connsiteY0" fmla="*/ 3307 h 1317733"/>
                  <a:gd name="connsiteX1" fmla="*/ 424619 w 426441"/>
                  <a:gd name="connsiteY1" fmla="*/ 1247226 h 1317733"/>
                  <a:gd name="connsiteX2" fmla="*/ 1550 w 426441"/>
                  <a:gd name="connsiteY2" fmla="*/ 1256746 h 1317733"/>
                  <a:gd name="connsiteX3" fmla="*/ 199987 w 426441"/>
                  <a:gd name="connsiteY3" fmla="*/ 3307 h 1317733"/>
                  <a:gd name="connsiteX0" fmla="*/ 194390 w 420844"/>
                  <a:gd name="connsiteY0" fmla="*/ 3307 h 1317733"/>
                  <a:gd name="connsiteX1" fmla="*/ 419022 w 420844"/>
                  <a:gd name="connsiteY1" fmla="*/ 1247226 h 1317733"/>
                  <a:gd name="connsiteX2" fmla="*/ 2574 w 420844"/>
                  <a:gd name="connsiteY2" fmla="*/ 1256745 h 1317733"/>
                  <a:gd name="connsiteX3" fmla="*/ 194390 w 420844"/>
                  <a:gd name="connsiteY3" fmla="*/ 3307 h 1317733"/>
                  <a:gd name="connsiteX0" fmla="*/ 193609 w 420914"/>
                  <a:gd name="connsiteY0" fmla="*/ 3033 h 1428369"/>
                  <a:gd name="connsiteX1" fmla="*/ 419187 w 420914"/>
                  <a:gd name="connsiteY1" fmla="*/ 1357862 h 1428369"/>
                  <a:gd name="connsiteX2" fmla="*/ 2739 w 420914"/>
                  <a:gd name="connsiteY2" fmla="*/ 1367381 h 1428369"/>
                  <a:gd name="connsiteX3" fmla="*/ 193609 w 420914"/>
                  <a:gd name="connsiteY3" fmla="*/ 3033 h 1428369"/>
                  <a:gd name="connsiteX0" fmla="*/ 193609 w 419865"/>
                  <a:gd name="connsiteY0" fmla="*/ 3186 h 1428522"/>
                  <a:gd name="connsiteX1" fmla="*/ 419187 w 419865"/>
                  <a:gd name="connsiteY1" fmla="*/ 1358015 h 1428522"/>
                  <a:gd name="connsiteX2" fmla="*/ 2739 w 419865"/>
                  <a:gd name="connsiteY2" fmla="*/ 1367534 h 1428522"/>
                  <a:gd name="connsiteX3" fmla="*/ 193609 w 419865"/>
                  <a:gd name="connsiteY3" fmla="*/ 3186 h 1428522"/>
                  <a:gd name="connsiteX0" fmla="*/ 193609 w 419187"/>
                  <a:gd name="connsiteY0" fmla="*/ 3287 h 1428623"/>
                  <a:gd name="connsiteX1" fmla="*/ 419187 w 419187"/>
                  <a:gd name="connsiteY1" fmla="*/ 1358116 h 1428623"/>
                  <a:gd name="connsiteX2" fmla="*/ 2739 w 419187"/>
                  <a:gd name="connsiteY2" fmla="*/ 1367635 h 1428623"/>
                  <a:gd name="connsiteX3" fmla="*/ 193609 w 419187"/>
                  <a:gd name="connsiteY3" fmla="*/ 3287 h 1428623"/>
                  <a:gd name="connsiteX0" fmla="*/ 201133 w 426711"/>
                  <a:gd name="connsiteY0" fmla="*/ 3287 h 1428623"/>
                  <a:gd name="connsiteX1" fmla="*/ 426711 w 426711"/>
                  <a:gd name="connsiteY1" fmla="*/ 1358116 h 1428623"/>
                  <a:gd name="connsiteX2" fmla="*/ 10263 w 426711"/>
                  <a:gd name="connsiteY2" fmla="*/ 1367635 h 1428623"/>
                  <a:gd name="connsiteX3" fmla="*/ 201133 w 426711"/>
                  <a:gd name="connsiteY3" fmla="*/ 3287 h 1428623"/>
                  <a:gd name="connsiteX0" fmla="*/ 199605 w 427104"/>
                  <a:gd name="connsiteY0" fmla="*/ 2839 h 1623899"/>
                  <a:gd name="connsiteX1" fmla="*/ 427104 w 427104"/>
                  <a:gd name="connsiteY1" fmla="*/ 1553392 h 1623899"/>
                  <a:gd name="connsiteX2" fmla="*/ 10656 w 427104"/>
                  <a:gd name="connsiteY2" fmla="*/ 1562911 h 1623899"/>
                  <a:gd name="connsiteX3" fmla="*/ 199605 w 427104"/>
                  <a:gd name="connsiteY3" fmla="*/ 2839 h 1623899"/>
                  <a:gd name="connsiteX0" fmla="*/ 194005 w 421504"/>
                  <a:gd name="connsiteY0" fmla="*/ 2839 h 1623899"/>
                  <a:gd name="connsiteX1" fmla="*/ 421504 w 421504"/>
                  <a:gd name="connsiteY1" fmla="*/ 1553392 h 1623899"/>
                  <a:gd name="connsiteX2" fmla="*/ 5056 w 421504"/>
                  <a:gd name="connsiteY2" fmla="*/ 1562911 h 1623899"/>
                  <a:gd name="connsiteX3" fmla="*/ 194005 w 421504"/>
                  <a:gd name="connsiteY3" fmla="*/ 2839 h 1623899"/>
                  <a:gd name="connsiteX0" fmla="*/ 199273 w 426772"/>
                  <a:gd name="connsiteY0" fmla="*/ 2839 h 1596044"/>
                  <a:gd name="connsiteX1" fmla="*/ 426772 w 426772"/>
                  <a:gd name="connsiteY1" fmla="*/ 1553392 h 1596044"/>
                  <a:gd name="connsiteX2" fmla="*/ 4562 w 426772"/>
                  <a:gd name="connsiteY2" fmla="*/ 1471572 h 1596044"/>
                  <a:gd name="connsiteX3" fmla="*/ 199273 w 426772"/>
                  <a:gd name="connsiteY3" fmla="*/ 2839 h 1596044"/>
                  <a:gd name="connsiteX0" fmla="*/ 199273 w 412085"/>
                  <a:gd name="connsiteY0" fmla="*/ 2864 h 1585720"/>
                  <a:gd name="connsiteX1" fmla="*/ 411408 w 412085"/>
                  <a:gd name="connsiteY1" fmla="*/ 1540366 h 1585720"/>
                  <a:gd name="connsiteX2" fmla="*/ 4562 w 412085"/>
                  <a:gd name="connsiteY2" fmla="*/ 1471597 h 1585720"/>
                  <a:gd name="connsiteX3" fmla="*/ 199273 w 412085"/>
                  <a:gd name="connsiteY3" fmla="*/ 2864 h 1585720"/>
                  <a:gd name="connsiteX0" fmla="*/ 199273 w 420240"/>
                  <a:gd name="connsiteY0" fmla="*/ 3182 h 1586038"/>
                  <a:gd name="connsiteX1" fmla="*/ 411408 w 420240"/>
                  <a:gd name="connsiteY1" fmla="*/ 1540684 h 1586038"/>
                  <a:gd name="connsiteX2" fmla="*/ 4562 w 420240"/>
                  <a:gd name="connsiteY2" fmla="*/ 1471915 h 1586038"/>
                  <a:gd name="connsiteX3" fmla="*/ 199273 w 420240"/>
                  <a:gd name="connsiteY3" fmla="*/ 3182 h 1586038"/>
                  <a:gd name="connsiteX0" fmla="*/ 199273 w 417830"/>
                  <a:gd name="connsiteY0" fmla="*/ 1 h 1582857"/>
                  <a:gd name="connsiteX1" fmla="*/ 411408 w 417830"/>
                  <a:gd name="connsiteY1" fmla="*/ 1537503 h 1582857"/>
                  <a:gd name="connsiteX2" fmla="*/ 4562 w 417830"/>
                  <a:gd name="connsiteY2" fmla="*/ 1468734 h 1582857"/>
                  <a:gd name="connsiteX3" fmla="*/ 199273 w 417830"/>
                  <a:gd name="connsiteY3" fmla="*/ 1 h 1582857"/>
                  <a:gd name="connsiteX0" fmla="*/ 199273 w 422599"/>
                  <a:gd name="connsiteY0" fmla="*/ 1 h 1582857"/>
                  <a:gd name="connsiteX1" fmla="*/ 411408 w 422599"/>
                  <a:gd name="connsiteY1" fmla="*/ 1537503 h 1582857"/>
                  <a:gd name="connsiteX2" fmla="*/ 4562 w 422599"/>
                  <a:gd name="connsiteY2" fmla="*/ 1468734 h 1582857"/>
                  <a:gd name="connsiteX3" fmla="*/ 199273 w 422599"/>
                  <a:gd name="connsiteY3" fmla="*/ 1 h 158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2599" h="1582857">
                    <a:moveTo>
                      <a:pt x="199273" y="1"/>
                    </a:moveTo>
                    <a:cubicBezTo>
                      <a:pt x="435857" y="43744"/>
                      <a:pt x="437632" y="1074496"/>
                      <a:pt x="411408" y="1537503"/>
                    </a:cubicBezTo>
                    <a:cubicBezTo>
                      <a:pt x="174341" y="1645453"/>
                      <a:pt x="197179" y="1535409"/>
                      <a:pt x="4562" y="1468734"/>
                    </a:cubicBezTo>
                    <a:cubicBezTo>
                      <a:pt x="-11664" y="877861"/>
                      <a:pt x="7103" y="52467"/>
                      <a:pt x="199273" y="1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Rectangle: Rounded Corners 2">
                <a:extLst>
                  <a:ext uri="{FF2B5EF4-FFF2-40B4-BE49-F238E27FC236}">
                    <a16:creationId xmlns:a16="http://schemas.microsoft.com/office/drawing/2014/main" id="{40ADA7A3-9E9F-363F-E34A-7C63190344D8}"/>
                  </a:ext>
                </a:extLst>
              </p:cNvPr>
              <p:cNvSpPr/>
              <p:nvPr/>
            </p:nvSpPr>
            <p:spPr>
              <a:xfrm>
                <a:off x="10321839" y="1354858"/>
                <a:ext cx="493495" cy="258759"/>
              </a:xfrm>
              <a:custGeom>
                <a:avLst/>
                <a:gdLst>
                  <a:gd name="connsiteX0" fmla="*/ 0 w 498475"/>
                  <a:gd name="connsiteY0" fmla="*/ 0 h 1504950"/>
                  <a:gd name="connsiteX1" fmla="*/ 0 w 498475"/>
                  <a:gd name="connsiteY1" fmla="*/ 0 h 1504950"/>
                  <a:gd name="connsiteX2" fmla="*/ 498475 w 498475"/>
                  <a:gd name="connsiteY2" fmla="*/ 0 h 1504950"/>
                  <a:gd name="connsiteX3" fmla="*/ 498475 w 498475"/>
                  <a:gd name="connsiteY3" fmla="*/ 0 h 1504950"/>
                  <a:gd name="connsiteX4" fmla="*/ 498475 w 498475"/>
                  <a:gd name="connsiteY4" fmla="*/ 1504950 h 1504950"/>
                  <a:gd name="connsiteX5" fmla="*/ 498475 w 498475"/>
                  <a:gd name="connsiteY5" fmla="*/ 1504950 h 1504950"/>
                  <a:gd name="connsiteX6" fmla="*/ 0 w 498475"/>
                  <a:gd name="connsiteY6" fmla="*/ 1504950 h 1504950"/>
                  <a:gd name="connsiteX7" fmla="*/ 0 w 498475"/>
                  <a:gd name="connsiteY7" fmla="*/ 1504950 h 1504950"/>
                  <a:gd name="connsiteX8" fmla="*/ 0 w 498475"/>
                  <a:gd name="connsiteY8" fmla="*/ 0 h 1504950"/>
                  <a:gd name="connsiteX0" fmla="*/ 0 w 498475"/>
                  <a:gd name="connsiteY0" fmla="*/ 0 h 1543050"/>
                  <a:gd name="connsiteX1" fmla="*/ 0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38100 h 1543050"/>
                  <a:gd name="connsiteX4" fmla="*/ 498475 w 498475"/>
                  <a:gd name="connsiteY4" fmla="*/ 1543050 h 1543050"/>
                  <a:gd name="connsiteX5" fmla="*/ 498475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1543050 h 1543050"/>
                  <a:gd name="connsiteX8" fmla="*/ 0 w 498475"/>
                  <a:gd name="connsiteY8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2125 w 498475"/>
                  <a:gd name="connsiteY2" fmla="*/ 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3175 w 501650"/>
                  <a:gd name="connsiteY4" fmla="*/ 1543050 h 1543050"/>
                  <a:gd name="connsiteX5" fmla="*/ 0 w 501650"/>
                  <a:gd name="connsiteY5" fmla="*/ 1498600 h 1543050"/>
                  <a:gd name="connsiteX6" fmla="*/ 3175 w 501650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498475 w 501650"/>
                  <a:gd name="connsiteY3" fmla="*/ 1495425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0 w 501650"/>
                  <a:gd name="connsiteY3" fmla="*/ 1498600 h 1543050"/>
                  <a:gd name="connsiteX4" fmla="*/ 3175 w 501650"/>
                  <a:gd name="connsiteY4" fmla="*/ 0 h 1543050"/>
                  <a:gd name="connsiteX0" fmla="*/ 3175 w 501650"/>
                  <a:gd name="connsiteY0" fmla="*/ 0 h 1498600"/>
                  <a:gd name="connsiteX1" fmla="*/ 495300 w 501650"/>
                  <a:gd name="connsiteY1" fmla="*/ 0 h 1498600"/>
                  <a:gd name="connsiteX2" fmla="*/ 501650 w 501650"/>
                  <a:gd name="connsiteY2" fmla="*/ 1489075 h 1498600"/>
                  <a:gd name="connsiteX3" fmla="*/ 0 w 501650"/>
                  <a:gd name="connsiteY3" fmla="*/ 1498600 h 1498600"/>
                  <a:gd name="connsiteX4" fmla="*/ 3175 w 501650"/>
                  <a:gd name="connsiteY4" fmla="*/ 0 h 1498600"/>
                  <a:gd name="connsiteX0" fmla="*/ 3175 w 501650"/>
                  <a:gd name="connsiteY0" fmla="*/ 0 h 1537481"/>
                  <a:gd name="connsiteX1" fmla="*/ 495300 w 501650"/>
                  <a:gd name="connsiteY1" fmla="*/ 0 h 1537481"/>
                  <a:gd name="connsiteX2" fmla="*/ 501650 w 501650"/>
                  <a:gd name="connsiteY2" fmla="*/ 1489075 h 1537481"/>
                  <a:gd name="connsiteX3" fmla="*/ 0 w 501650"/>
                  <a:gd name="connsiteY3" fmla="*/ 1498600 h 1537481"/>
                  <a:gd name="connsiteX4" fmla="*/ 3175 w 501650"/>
                  <a:gd name="connsiteY4" fmla="*/ 0 h 1537481"/>
                  <a:gd name="connsiteX0" fmla="*/ 3175 w 501650"/>
                  <a:gd name="connsiteY0" fmla="*/ 0 h 1548754"/>
                  <a:gd name="connsiteX1" fmla="*/ 495300 w 501650"/>
                  <a:gd name="connsiteY1" fmla="*/ 0 h 1548754"/>
                  <a:gd name="connsiteX2" fmla="*/ 501650 w 501650"/>
                  <a:gd name="connsiteY2" fmla="*/ 1489075 h 1548754"/>
                  <a:gd name="connsiteX3" fmla="*/ 0 w 501650"/>
                  <a:gd name="connsiteY3" fmla="*/ 1498600 h 1548754"/>
                  <a:gd name="connsiteX4" fmla="*/ 3175 w 501650"/>
                  <a:gd name="connsiteY4" fmla="*/ 0 h 1548754"/>
                  <a:gd name="connsiteX0" fmla="*/ 3175 w 501650"/>
                  <a:gd name="connsiteY0" fmla="*/ 0 h 1568568"/>
                  <a:gd name="connsiteX1" fmla="*/ 495300 w 501650"/>
                  <a:gd name="connsiteY1" fmla="*/ 0 h 1568568"/>
                  <a:gd name="connsiteX2" fmla="*/ 501650 w 501650"/>
                  <a:gd name="connsiteY2" fmla="*/ 1489075 h 1568568"/>
                  <a:gd name="connsiteX3" fmla="*/ 0 w 501650"/>
                  <a:gd name="connsiteY3" fmla="*/ 1498600 h 1568568"/>
                  <a:gd name="connsiteX4" fmla="*/ 3175 w 501650"/>
                  <a:gd name="connsiteY4" fmla="*/ 0 h 1568568"/>
                  <a:gd name="connsiteX0" fmla="*/ 3175 w 501650"/>
                  <a:gd name="connsiteY0" fmla="*/ 0 h 1559583"/>
                  <a:gd name="connsiteX1" fmla="*/ 495300 w 501650"/>
                  <a:gd name="connsiteY1" fmla="*/ 0 h 1559583"/>
                  <a:gd name="connsiteX2" fmla="*/ 501650 w 501650"/>
                  <a:gd name="connsiteY2" fmla="*/ 1489075 h 1559583"/>
                  <a:gd name="connsiteX3" fmla="*/ 0 w 501650"/>
                  <a:gd name="connsiteY3" fmla="*/ 1498600 h 1559583"/>
                  <a:gd name="connsiteX4" fmla="*/ 3175 w 501650"/>
                  <a:gd name="connsiteY4" fmla="*/ 0 h 1559583"/>
                  <a:gd name="connsiteX0" fmla="*/ 24606 w 501650"/>
                  <a:gd name="connsiteY0" fmla="*/ 0 h 1602849"/>
                  <a:gd name="connsiteX1" fmla="*/ 495300 w 501650"/>
                  <a:gd name="connsiteY1" fmla="*/ 43266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492125"/>
                  <a:gd name="connsiteY0" fmla="*/ 0 h 1602849"/>
                  <a:gd name="connsiteX1" fmla="*/ 476250 w 492125"/>
                  <a:gd name="connsiteY1" fmla="*/ 0 h 1602849"/>
                  <a:gd name="connsiteX2" fmla="*/ 492125 w 492125"/>
                  <a:gd name="connsiteY2" fmla="*/ 1532342 h 1602849"/>
                  <a:gd name="connsiteX3" fmla="*/ 0 w 492125"/>
                  <a:gd name="connsiteY3" fmla="*/ 1541866 h 1602849"/>
                  <a:gd name="connsiteX4" fmla="*/ 24606 w 492125"/>
                  <a:gd name="connsiteY4" fmla="*/ 0 h 1602849"/>
                  <a:gd name="connsiteX0" fmla="*/ 17462 w 484981"/>
                  <a:gd name="connsiteY0" fmla="*/ 0 h 1602849"/>
                  <a:gd name="connsiteX1" fmla="*/ 469106 w 484981"/>
                  <a:gd name="connsiteY1" fmla="*/ 0 h 1602849"/>
                  <a:gd name="connsiteX2" fmla="*/ 484981 w 484981"/>
                  <a:gd name="connsiteY2" fmla="*/ 1532342 h 1602849"/>
                  <a:gd name="connsiteX3" fmla="*/ 0 w 484981"/>
                  <a:gd name="connsiteY3" fmla="*/ 1541869 h 1602849"/>
                  <a:gd name="connsiteX4" fmla="*/ 17462 w 484981"/>
                  <a:gd name="connsiteY4" fmla="*/ 0 h 1602849"/>
                  <a:gd name="connsiteX0" fmla="*/ 7937 w 475456"/>
                  <a:gd name="connsiteY0" fmla="*/ 0 h 1609820"/>
                  <a:gd name="connsiteX1" fmla="*/ 459581 w 475456"/>
                  <a:gd name="connsiteY1" fmla="*/ 0 h 1609820"/>
                  <a:gd name="connsiteX2" fmla="*/ 475456 w 475456"/>
                  <a:gd name="connsiteY2" fmla="*/ 1532342 h 1609820"/>
                  <a:gd name="connsiteX3" fmla="*/ 0 w 475456"/>
                  <a:gd name="connsiteY3" fmla="*/ 1556288 h 1609820"/>
                  <a:gd name="connsiteX4" fmla="*/ 7937 w 475456"/>
                  <a:gd name="connsiteY4" fmla="*/ 0 h 1609820"/>
                  <a:gd name="connsiteX0" fmla="*/ 15081 w 482600"/>
                  <a:gd name="connsiteY0" fmla="*/ 0 h 1586721"/>
                  <a:gd name="connsiteX1" fmla="*/ 466725 w 482600"/>
                  <a:gd name="connsiteY1" fmla="*/ 0 h 1586721"/>
                  <a:gd name="connsiteX2" fmla="*/ 482600 w 482600"/>
                  <a:gd name="connsiteY2" fmla="*/ 1532342 h 1586721"/>
                  <a:gd name="connsiteX3" fmla="*/ 0 w 482600"/>
                  <a:gd name="connsiteY3" fmla="*/ 1498603 h 1586721"/>
                  <a:gd name="connsiteX4" fmla="*/ 15081 w 482600"/>
                  <a:gd name="connsiteY4" fmla="*/ 0 h 1586721"/>
                  <a:gd name="connsiteX0" fmla="*/ 7937 w 475456"/>
                  <a:gd name="connsiteY0" fmla="*/ 0 h 1586721"/>
                  <a:gd name="connsiteX1" fmla="*/ 459581 w 475456"/>
                  <a:gd name="connsiteY1" fmla="*/ 0 h 1586721"/>
                  <a:gd name="connsiteX2" fmla="*/ 475456 w 475456"/>
                  <a:gd name="connsiteY2" fmla="*/ 1532342 h 1586721"/>
                  <a:gd name="connsiteX3" fmla="*/ 0 w 475456"/>
                  <a:gd name="connsiteY3" fmla="*/ 1498602 h 1586721"/>
                  <a:gd name="connsiteX4" fmla="*/ 7937 w 475456"/>
                  <a:gd name="connsiteY4" fmla="*/ 0 h 1586721"/>
                  <a:gd name="connsiteX0" fmla="*/ 790 w 468309"/>
                  <a:gd name="connsiteY0" fmla="*/ 0 h 1584814"/>
                  <a:gd name="connsiteX1" fmla="*/ 452434 w 468309"/>
                  <a:gd name="connsiteY1" fmla="*/ 0 h 1584814"/>
                  <a:gd name="connsiteX2" fmla="*/ 468309 w 468309"/>
                  <a:gd name="connsiteY2" fmla="*/ 1532342 h 1584814"/>
                  <a:gd name="connsiteX3" fmla="*/ 0 w 468309"/>
                  <a:gd name="connsiteY3" fmla="*/ 1492077 h 1584814"/>
                  <a:gd name="connsiteX4" fmla="*/ 790 w 468309"/>
                  <a:gd name="connsiteY4" fmla="*/ 0 h 1584814"/>
                  <a:gd name="connsiteX0" fmla="*/ 5795 w 473314"/>
                  <a:gd name="connsiteY0" fmla="*/ 0 h 1584814"/>
                  <a:gd name="connsiteX1" fmla="*/ 457439 w 473314"/>
                  <a:gd name="connsiteY1" fmla="*/ 0 h 1584814"/>
                  <a:gd name="connsiteX2" fmla="*/ 473314 w 473314"/>
                  <a:gd name="connsiteY2" fmla="*/ 1532342 h 1584814"/>
                  <a:gd name="connsiteX3" fmla="*/ 5005 w 473314"/>
                  <a:gd name="connsiteY3" fmla="*/ 1492077 h 1584814"/>
                  <a:gd name="connsiteX4" fmla="*/ 5795 w 473314"/>
                  <a:gd name="connsiteY4" fmla="*/ 0 h 1584814"/>
                  <a:gd name="connsiteX0" fmla="*/ 5795 w 464125"/>
                  <a:gd name="connsiteY0" fmla="*/ 0 h 1575704"/>
                  <a:gd name="connsiteX1" fmla="*/ 457439 w 464125"/>
                  <a:gd name="connsiteY1" fmla="*/ 0 h 1575704"/>
                  <a:gd name="connsiteX2" fmla="*/ 464125 w 464125"/>
                  <a:gd name="connsiteY2" fmla="*/ 1519292 h 1575704"/>
                  <a:gd name="connsiteX3" fmla="*/ 5005 w 464125"/>
                  <a:gd name="connsiteY3" fmla="*/ 1492077 h 1575704"/>
                  <a:gd name="connsiteX4" fmla="*/ 5795 w 464125"/>
                  <a:gd name="connsiteY4" fmla="*/ 0 h 1575704"/>
                  <a:gd name="connsiteX0" fmla="*/ 5795 w 469401"/>
                  <a:gd name="connsiteY0" fmla="*/ 0 h 1575704"/>
                  <a:gd name="connsiteX1" fmla="*/ 457439 w 469401"/>
                  <a:gd name="connsiteY1" fmla="*/ 0 h 1575704"/>
                  <a:gd name="connsiteX2" fmla="*/ 464125 w 469401"/>
                  <a:gd name="connsiteY2" fmla="*/ 1519292 h 1575704"/>
                  <a:gd name="connsiteX3" fmla="*/ 5005 w 469401"/>
                  <a:gd name="connsiteY3" fmla="*/ 1492077 h 1575704"/>
                  <a:gd name="connsiteX4" fmla="*/ 5795 w 469401"/>
                  <a:gd name="connsiteY4" fmla="*/ 0 h 1575704"/>
                  <a:gd name="connsiteX0" fmla="*/ 5795 w 464125"/>
                  <a:gd name="connsiteY0" fmla="*/ 0 h 1575704"/>
                  <a:gd name="connsiteX1" fmla="*/ 457439 w 464125"/>
                  <a:gd name="connsiteY1" fmla="*/ 0 h 1575704"/>
                  <a:gd name="connsiteX2" fmla="*/ 464125 w 464125"/>
                  <a:gd name="connsiteY2" fmla="*/ 1519292 h 1575704"/>
                  <a:gd name="connsiteX3" fmla="*/ 5005 w 464125"/>
                  <a:gd name="connsiteY3" fmla="*/ 1492077 h 1575704"/>
                  <a:gd name="connsiteX4" fmla="*/ 5795 w 464125"/>
                  <a:gd name="connsiteY4" fmla="*/ 0 h 1575704"/>
                  <a:gd name="connsiteX0" fmla="*/ 5795 w 457922"/>
                  <a:gd name="connsiteY0" fmla="*/ 0 h 1567112"/>
                  <a:gd name="connsiteX1" fmla="*/ 457439 w 457922"/>
                  <a:gd name="connsiteY1" fmla="*/ 0 h 1567112"/>
                  <a:gd name="connsiteX2" fmla="*/ 453999 w 457922"/>
                  <a:gd name="connsiteY2" fmla="*/ 1506242 h 1567112"/>
                  <a:gd name="connsiteX3" fmla="*/ 5005 w 457922"/>
                  <a:gd name="connsiteY3" fmla="*/ 1492077 h 1567112"/>
                  <a:gd name="connsiteX4" fmla="*/ 5795 w 457922"/>
                  <a:gd name="connsiteY4" fmla="*/ 0 h 1567112"/>
                  <a:gd name="connsiteX0" fmla="*/ 5795 w 461989"/>
                  <a:gd name="connsiteY0" fmla="*/ 0 h 1567112"/>
                  <a:gd name="connsiteX1" fmla="*/ 457439 w 461989"/>
                  <a:gd name="connsiteY1" fmla="*/ 0 h 1567112"/>
                  <a:gd name="connsiteX2" fmla="*/ 453999 w 461989"/>
                  <a:gd name="connsiteY2" fmla="*/ 1506242 h 1567112"/>
                  <a:gd name="connsiteX3" fmla="*/ 5005 w 461989"/>
                  <a:gd name="connsiteY3" fmla="*/ 1492077 h 1567112"/>
                  <a:gd name="connsiteX4" fmla="*/ 5795 w 461989"/>
                  <a:gd name="connsiteY4" fmla="*/ 0 h 1567112"/>
                  <a:gd name="connsiteX0" fmla="*/ 5795 w 460116"/>
                  <a:gd name="connsiteY0" fmla="*/ 0 h 1567112"/>
                  <a:gd name="connsiteX1" fmla="*/ 451364 w 460116"/>
                  <a:gd name="connsiteY1" fmla="*/ 26097 h 1567112"/>
                  <a:gd name="connsiteX2" fmla="*/ 453999 w 460116"/>
                  <a:gd name="connsiteY2" fmla="*/ 1506242 h 1567112"/>
                  <a:gd name="connsiteX3" fmla="*/ 5005 w 460116"/>
                  <a:gd name="connsiteY3" fmla="*/ 1492077 h 1567112"/>
                  <a:gd name="connsiteX4" fmla="*/ 5795 w 460116"/>
                  <a:gd name="connsiteY4" fmla="*/ 0 h 1567112"/>
                  <a:gd name="connsiteX0" fmla="*/ 5795 w 461045"/>
                  <a:gd name="connsiteY0" fmla="*/ 0 h 1567112"/>
                  <a:gd name="connsiteX1" fmla="*/ 451364 w 461045"/>
                  <a:gd name="connsiteY1" fmla="*/ 26097 h 1567112"/>
                  <a:gd name="connsiteX2" fmla="*/ 453999 w 461045"/>
                  <a:gd name="connsiteY2" fmla="*/ 1506242 h 1567112"/>
                  <a:gd name="connsiteX3" fmla="*/ 5005 w 461045"/>
                  <a:gd name="connsiteY3" fmla="*/ 1492077 h 1567112"/>
                  <a:gd name="connsiteX4" fmla="*/ 5795 w 461045"/>
                  <a:gd name="connsiteY4" fmla="*/ 0 h 1567112"/>
                  <a:gd name="connsiteX0" fmla="*/ 10607 w 459850"/>
                  <a:gd name="connsiteY0" fmla="*/ 0 h 1567112"/>
                  <a:gd name="connsiteX1" fmla="*/ 450169 w 459850"/>
                  <a:gd name="connsiteY1" fmla="*/ 26097 h 1567112"/>
                  <a:gd name="connsiteX2" fmla="*/ 452804 w 459850"/>
                  <a:gd name="connsiteY2" fmla="*/ 1506242 h 1567112"/>
                  <a:gd name="connsiteX3" fmla="*/ 3810 w 459850"/>
                  <a:gd name="connsiteY3" fmla="*/ 1492077 h 1567112"/>
                  <a:gd name="connsiteX4" fmla="*/ 10607 w 459850"/>
                  <a:gd name="connsiteY4" fmla="*/ 0 h 1567112"/>
                  <a:gd name="connsiteX0" fmla="*/ 12495 w 461738"/>
                  <a:gd name="connsiteY0" fmla="*/ 0 h 1567112"/>
                  <a:gd name="connsiteX1" fmla="*/ 452057 w 461738"/>
                  <a:gd name="connsiteY1" fmla="*/ 26097 h 1567112"/>
                  <a:gd name="connsiteX2" fmla="*/ 454692 w 461738"/>
                  <a:gd name="connsiteY2" fmla="*/ 1506242 h 1567112"/>
                  <a:gd name="connsiteX3" fmla="*/ 5698 w 461738"/>
                  <a:gd name="connsiteY3" fmla="*/ 1492077 h 1567112"/>
                  <a:gd name="connsiteX4" fmla="*/ 12495 w 461738"/>
                  <a:gd name="connsiteY4" fmla="*/ 0 h 1567112"/>
                  <a:gd name="connsiteX0" fmla="*/ 9407 w 458650"/>
                  <a:gd name="connsiteY0" fmla="*/ 0 h 1567112"/>
                  <a:gd name="connsiteX1" fmla="*/ 448969 w 458650"/>
                  <a:gd name="connsiteY1" fmla="*/ 26097 h 1567112"/>
                  <a:gd name="connsiteX2" fmla="*/ 451604 w 458650"/>
                  <a:gd name="connsiteY2" fmla="*/ 1506242 h 1567112"/>
                  <a:gd name="connsiteX3" fmla="*/ 2610 w 458650"/>
                  <a:gd name="connsiteY3" fmla="*/ 1492077 h 1567112"/>
                  <a:gd name="connsiteX4" fmla="*/ 9407 w 458650"/>
                  <a:gd name="connsiteY4" fmla="*/ 0 h 1567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8650" h="1567112">
                    <a:moveTo>
                      <a:pt x="9407" y="0"/>
                    </a:moveTo>
                    <a:cubicBezTo>
                      <a:pt x="166305" y="180592"/>
                      <a:pt x="281752" y="195715"/>
                      <a:pt x="448969" y="26097"/>
                    </a:cubicBezTo>
                    <a:cubicBezTo>
                      <a:pt x="455136" y="201192"/>
                      <a:pt x="465823" y="1298526"/>
                      <a:pt x="451604" y="1506242"/>
                    </a:cubicBezTo>
                    <a:cubicBezTo>
                      <a:pt x="214537" y="1614192"/>
                      <a:pt x="195227" y="1558752"/>
                      <a:pt x="2610" y="1492077"/>
                    </a:cubicBezTo>
                    <a:cubicBezTo>
                      <a:pt x="-1576" y="1083882"/>
                      <a:pt x="-1663" y="101559"/>
                      <a:pt x="9407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9AD8C77E-9840-A850-44AE-EC50AB2DB323}"/>
                  </a:ext>
                </a:extLst>
              </p:cNvPr>
              <p:cNvGrpSpPr/>
              <p:nvPr/>
            </p:nvGrpSpPr>
            <p:grpSpPr>
              <a:xfrm>
                <a:off x="10314592" y="2907697"/>
                <a:ext cx="510985" cy="400423"/>
                <a:chOff x="7854684" y="6255172"/>
                <a:chExt cx="510985" cy="400423"/>
              </a:xfrm>
              <a:grpFill/>
            </p:grpSpPr>
            <p:sp>
              <p:nvSpPr>
                <p:cNvPr id="75" name="Oval 6">
                  <a:extLst>
                    <a:ext uri="{FF2B5EF4-FFF2-40B4-BE49-F238E27FC236}">
                      <a16:creationId xmlns:a16="http://schemas.microsoft.com/office/drawing/2014/main" id="{88998849-88FE-8C82-A29D-8004FDDDE5FE}"/>
                    </a:ext>
                  </a:extLst>
                </p:cNvPr>
                <p:cNvSpPr/>
                <p:nvPr/>
              </p:nvSpPr>
              <p:spPr>
                <a:xfrm>
                  <a:off x="7854684" y="6255172"/>
                  <a:ext cx="510985" cy="400423"/>
                </a:xfrm>
                <a:custGeom>
                  <a:avLst/>
                  <a:gdLst>
                    <a:gd name="connsiteX0" fmla="*/ 0 w 480218"/>
                    <a:gd name="connsiteY0" fmla="*/ 86916 h 173831"/>
                    <a:gd name="connsiteX1" fmla="*/ 240109 w 480218"/>
                    <a:gd name="connsiteY1" fmla="*/ 0 h 173831"/>
                    <a:gd name="connsiteX2" fmla="*/ 480218 w 480218"/>
                    <a:gd name="connsiteY2" fmla="*/ 86916 h 173831"/>
                    <a:gd name="connsiteX3" fmla="*/ 240109 w 480218"/>
                    <a:gd name="connsiteY3" fmla="*/ 173832 h 173831"/>
                    <a:gd name="connsiteX4" fmla="*/ 0 w 480218"/>
                    <a:gd name="connsiteY4" fmla="*/ 86916 h 173831"/>
                    <a:gd name="connsiteX0" fmla="*/ 0 w 489743"/>
                    <a:gd name="connsiteY0" fmla="*/ 86916 h 173832"/>
                    <a:gd name="connsiteX1" fmla="*/ 249634 w 489743"/>
                    <a:gd name="connsiteY1" fmla="*/ 0 h 173832"/>
                    <a:gd name="connsiteX2" fmla="*/ 489743 w 489743"/>
                    <a:gd name="connsiteY2" fmla="*/ 86916 h 173832"/>
                    <a:gd name="connsiteX3" fmla="*/ 249634 w 489743"/>
                    <a:gd name="connsiteY3" fmla="*/ 173832 h 173832"/>
                    <a:gd name="connsiteX4" fmla="*/ 0 w 489743"/>
                    <a:gd name="connsiteY4" fmla="*/ 86916 h 173832"/>
                    <a:gd name="connsiteX0" fmla="*/ 15351 w 505094"/>
                    <a:gd name="connsiteY0" fmla="*/ 296466 h 383382"/>
                    <a:gd name="connsiteX1" fmla="*/ 79248 w 505094"/>
                    <a:gd name="connsiteY1" fmla="*/ 0 h 383382"/>
                    <a:gd name="connsiteX2" fmla="*/ 505094 w 505094"/>
                    <a:gd name="connsiteY2" fmla="*/ 296466 h 383382"/>
                    <a:gd name="connsiteX3" fmla="*/ 264985 w 505094"/>
                    <a:gd name="connsiteY3" fmla="*/ 383382 h 383382"/>
                    <a:gd name="connsiteX4" fmla="*/ 15351 w 505094"/>
                    <a:gd name="connsiteY4" fmla="*/ 296466 h 383382"/>
                    <a:gd name="connsiteX0" fmla="*/ 14230 w 516432"/>
                    <a:gd name="connsiteY0" fmla="*/ 321962 h 408878"/>
                    <a:gd name="connsiteX1" fmla="*/ 78127 w 516432"/>
                    <a:gd name="connsiteY1" fmla="*/ 25496 h 408878"/>
                    <a:gd name="connsiteX2" fmla="*/ 470637 w 516432"/>
                    <a:gd name="connsiteY2" fmla="*/ 49308 h 408878"/>
                    <a:gd name="connsiteX3" fmla="*/ 503973 w 516432"/>
                    <a:gd name="connsiteY3" fmla="*/ 321962 h 408878"/>
                    <a:gd name="connsiteX4" fmla="*/ 263864 w 516432"/>
                    <a:gd name="connsiteY4" fmla="*/ 408878 h 408878"/>
                    <a:gd name="connsiteX5" fmla="*/ 14230 w 516432"/>
                    <a:gd name="connsiteY5" fmla="*/ 321962 h 408878"/>
                    <a:gd name="connsiteX0" fmla="*/ 14230 w 524027"/>
                    <a:gd name="connsiteY0" fmla="*/ 321962 h 408878"/>
                    <a:gd name="connsiteX1" fmla="*/ 78127 w 524027"/>
                    <a:gd name="connsiteY1" fmla="*/ 25496 h 408878"/>
                    <a:gd name="connsiteX2" fmla="*/ 470637 w 524027"/>
                    <a:gd name="connsiteY2" fmla="*/ 49308 h 408878"/>
                    <a:gd name="connsiteX3" fmla="*/ 503973 w 524027"/>
                    <a:gd name="connsiteY3" fmla="*/ 321962 h 408878"/>
                    <a:gd name="connsiteX4" fmla="*/ 263864 w 524027"/>
                    <a:gd name="connsiteY4" fmla="*/ 408878 h 408878"/>
                    <a:gd name="connsiteX5" fmla="*/ 14230 w 524027"/>
                    <a:gd name="connsiteY5" fmla="*/ 321962 h 408878"/>
                    <a:gd name="connsiteX0" fmla="*/ 13136 w 512943"/>
                    <a:gd name="connsiteY0" fmla="*/ 332203 h 419119"/>
                    <a:gd name="connsiteX1" fmla="*/ 77033 w 512943"/>
                    <a:gd name="connsiteY1" fmla="*/ 35737 h 419119"/>
                    <a:gd name="connsiteX2" fmla="*/ 433824 w 512943"/>
                    <a:gd name="connsiteY2" fmla="*/ 38118 h 419119"/>
                    <a:gd name="connsiteX3" fmla="*/ 502879 w 512943"/>
                    <a:gd name="connsiteY3" fmla="*/ 332203 h 419119"/>
                    <a:gd name="connsiteX4" fmla="*/ 262770 w 512943"/>
                    <a:gd name="connsiteY4" fmla="*/ 419119 h 419119"/>
                    <a:gd name="connsiteX5" fmla="*/ 13136 w 512943"/>
                    <a:gd name="connsiteY5" fmla="*/ 332203 h 419119"/>
                    <a:gd name="connsiteX0" fmla="*/ 18788 w 518595"/>
                    <a:gd name="connsiteY0" fmla="*/ 321487 h 408403"/>
                    <a:gd name="connsiteX1" fmla="*/ 82685 w 518595"/>
                    <a:gd name="connsiteY1" fmla="*/ 25021 h 408403"/>
                    <a:gd name="connsiteX2" fmla="*/ 439476 w 518595"/>
                    <a:gd name="connsiteY2" fmla="*/ 27402 h 408403"/>
                    <a:gd name="connsiteX3" fmla="*/ 508531 w 518595"/>
                    <a:gd name="connsiteY3" fmla="*/ 321487 h 408403"/>
                    <a:gd name="connsiteX4" fmla="*/ 268422 w 518595"/>
                    <a:gd name="connsiteY4" fmla="*/ 408403 h 408403"/>
                    <a:gd name="connsiteX5" fmla="*/ 18788 w 518595"/>
                    <a:gd name="connsiteY5" fmla="*/ 321487 h 408403"/>
                    <a:gd name="connsiteX0" fmla="*/ 18788 w 522076"/>
                    <a:gd name="connsiteY0" fmla="*/ 321487 h 408403"/>
                    <a:gd name="connsiteX1" fmla="*/ 82685 w 522076"/>
                    <a:gd name="connsiteY1" fmla="*/ 25021 h 408403"/>
                    <a:gd name="connsiteX2" fmla="*/ 439476 w 522076"/>
                    <a:gd name="connsiteY2" fmla="*/ 27402 h 408403"/>
                    <a:gd name="connsiteX3" fmla="*/ 508531 w 522076"/>
                    <a:gd name="connsiteY3" fmla="*/ 321487 h 408403"/>
                    <a:gd name="connsiteX4" fmla="*/ 268422 w 522076"/>
                    <a:gd name="connsiteY4" fmla="*/ 408403 h 408403"/>
                    <a:gd name="connsiteX5" fmla="*/ 18788 w 522076"/>
                    <a:gd name="connsiteY5" fmla="*/ 321487 h 408403"/>
                    <a:gd name="connsiteX0" fmla="*/ 17033 w 520321"/>
                    <a:gd name="connsiteY0" fmla="*/ 313507 h 400423"/>
                    <a:gd name="connsiteX1" fmla="*/ 80930 w 520321"/>
                    <a:gd name="connsiteY1" fmla="*/ 17041 h 400423"/>
                    <a:gd name="connsiteX2" fmla="*/ 437721 w 520321"/>
                    <a:gd name="connsiteY2" fmla="*/ 19422 h 400423"/>
                    <a:gd name="connsiteX3" fmla="*/ 506776 w 520321"/>
                    <a:gd name="connsiteY3" fmla="*/ 313507 h 400423"/>
                    <a:gd name="connsiteX4" fmla="*/ 266667 w 520321"/>
                    <a:gd name="connsiteY4" fmla="*/ 400423 h 400423"/>
                    <a:gd name="connsiteX5" fmla="*/ 17033 w 520321"/>
                    <a:gd name="connsiteY5" fmla="*/ 313507 h 400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0321" h="400423">
                      <a:moveTo>
                        <a:pt x="17033" y="313507"/>
                      </a:moveTo>
                      <a:cubicBezTo>
                        <a:pt x="-13923" y="249610"/>
                        <a:pt x="-8236" y="1762"/>
                        <a:pt x="80930" y="17041"/>
                      </a:cubicBezTo>
                      <a:cubicBezTo>
                        <a:pt x="170096" y="32320"/>
                        <a:pt x="366747" y="-29989"/>
                        <a:pt x="437721" y="19422"/>
                      </a:cubicBezTo>
                      <a:cubicBezTo>
                        <a:pt x="527745" y="-31180"/>
                        <a:pt x="532507" y="292076"/>
                        <a:pt x="506776" y="313507"/>
                      </a:cubicBezTo>
                      <a:cubicBezTo>
                        <a:pt x="500095" y="358751"/>
                        <a:pt x="348291" y="400423"/>
                        <a:pt x="266667" y="400423"/>
                      </a:cubicBezTo>
                      <a:cubicBezTo>
                        <a:pt x="185043" y="400423"/>
                        <a:pt x="47989" y="377404"/>
                        <a:pt x="17033" y="313507"/>
                      </a:cubicBezTo>
                      <a:close/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9DF5B1D8-321C-47C5-A395-AF395C7FBEAD}"/>
                    </a:ext>
                  </a:extLst>
                </p:cNvPr>
                <p:cNvSpPr/>
                <p:nvPr/>
              </p:nvSpPr>
              <p:spPr>
                <a:xfrm>
                  <a:off x="7912895" y="63507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D9BE5A15-9145-3AB1-1192-2ED2E41F0BBF}"/>
                    </a:ext>
                  </a:extLst>
                </p:cNvPr>
                <p:cNvSpPr/>
                <p:nvPr/>
              </p:nvSpPr>
              <p:spPr>
                <a:xfrm>
                  <a:off x="7979569" y="6372225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9B9F91A4-5C96-4DFB-EA49-03D242FDD94D}"/>
                    </a:ext>
                  </a:extLst>
                </p:cNvPr>
                <p:cNvSpPr/>
                <p:nvPr/>
              </p:nvSpPr>
              <p:spPr>
                <a:xfrm>
                  <a:off x="8043863" y="63888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CDE2D055-C361-D111-55E1-3558DAB9979D}"/>
                    </a:ext>
                  </a:extLst>
                </p:cNvPr>
                <p:cNvSpPr/>
                <p:nvPr/>
              </p:nvSpPr>
              <p:spPr>
                <a:xfrm>
                  <a:off x="8110177" y="63888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BF7677E2-CCFA-8783-AB1B-712DA32C64A7}"/>
                    </a:ext>
                  </a:extLst>
                </p:cNvPr>
                <p:cNvSpPr/>
                <p:nvPr/>
              </p:nvSpPr>
              <p:spPr>
                <a:xfrm>
                  <a:off x="8181614" y="63888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330BD836-E7C1-38A9-BC56-832DEF636281}"/>
                    </a:ext>
                  </a:extLst>
                </p:cNvPr>
                <p:cNvSpPr/>
                <p:nvPr/>
              </p:nvSpPr>
              <p:spPr>
                <a:xfrm>
                  <a:off x="8250670" y="6372225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E05735D8-9F36-2FB1-439F-AEC81E381E01}"/>
                    </a:ext>
                  </a:extLst>
                </p:cNvPr>
                <p:cNvSpPr/>
                <p:nvPr/>
              </p:nvSpPr>
              <p:spPr>
                <a:xfrm>
                  <a:off x="8318139" y="63507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4" name="Rectangle: Rounded Corners 2">
                <a:extLst>
                  <a:ext uri="{FF2B5EF4-FFF2-40B4-BE49-F238E27FC236}">
                    <a16:creationId xmlns:a16="http://schemas.microsoft.com/office/drawing/2014/main" id="{14280BA3-A288-AF82-85E9-EDE96AF9C903}"/>
                  </a:ext>
                </a:extLst>
              </p:cNvPr>
              <p:cNvSpPr/>
              <p:nvPr/>
            </p:nvSpPr>
            <p:spPr>
              <a:xfrm>
                <a:off x="10319261" y="1547585"/>
                <a:ext cx="501650" cy="1559583"/>
              </a:xfrm>
              <a:custGeom>
                <a:avLst/>
                <a:gdLst>
                  <a:gd name="connsiteX0" fmla="*/ 0 w 498475"/>
                  <a:gd name="connsiteY0" fmla="*/ 0 h 1504950"/>
                  <a:gd name="connsiteX1" fmla="*/ 0 w 498475"/>
                  <a:gd name="connsiteY1" fmla="*/ 0 h 1504950"/>
                  <a:gd name="connsiteX2" fmla="*/ 498475 w 498475"/>
                  <a:gd name="connsiteY2" fmla="*/ 0 h 1504950"/>
                  <a:gd name="connsiteX3" fmla="*/ 498475 w 498475"/>
                  <a:gd name="connsiteY3" fmla="*/ 0 h 1504950"/>
                  <a:gd name="connsiteX4" fmla="*/ 498475 w 498475"/>
                  <a:gd name="connsiteY4" fmla="*/ 1504950 h 1504950"/>
                  <a:gd name="connsiteX5" fmla="*/ 498475 w 498475"/>
                  <a:gd name="connsiteY5" fmla="*/ 1504950 h 1504950"/>
                  <a:gd name="connsiteX6" fmla="*/ 0 w 498475"/>
                  <a:gd name="connsiteY6" fmla="*/ 1504950 h 1504950"/>
                  <a:gd name="connsiteX7" fmla="*/ 0 w 498475"/>
                  <a:gd name="connsiteY7" fmla="*/ 1504950 h 1504950"/>
                  <a:gd name="connsiteX8" fmla="*/ 0 w 498475"/>
                  <a:gd name="connsiteY8" fmla="*/ 0 h 1504950"/>
                  <a:gd name="connsiteX0" fmla="*/ 0 w 498475"/>
                  <a:gd name="connsiteY0" fmla="*/ 0 h 1543050"/>
                  <a:gd name="connsiteX1" fmla="*/ 0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38100 h 1543050"/>
                  <a:gd name="connsiteX4" fmla="*/ 498475 w 498475"/>
                  <a:gd name="connsiteY4" fmla="*/ 1543050 h 1543050"/>
                  <a:gd name="connsiteX5" fmla="*/ 498475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1543050 h 1543050"/>
                  <a:gd name="connsiteX8" fmla="*/ 0 w 498475"/>
                  <a:gd name="connsiteY8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2125 w 498475"/>
                  <a:gd name="connsiteY2" fmla="*/ 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3175 w 501650"/>
                  <a:gd name="connsiteY4" fmla="*/ 1543050 h 1543050"/>
                  <a:gd name="connsiteX5" fmla="*/ 0 w 501650"/>
                  <a:gd name="connsiteY5" fmla="*/ 1498600 h 1543050"/>
                  <a:gd name="connsiteX6" fmla="*/ 3175 w 501650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498475 w 501650"/>
                  <a:gd name="connsiteY3" fmla="*/ 1495425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0 w 501650"/>
                  <a:gd name="connsiteY3" fmla="*/ 1498600 h 1543050"/>
                  <a:gd name="connsiteX4" fmla="*/ 3175 w 501650"/>
                  <a:gd name="connsiteY4" fmla="*/ 0 h 1543050"/>
                  <a:gd name="connsiteX0" fmla="*/ 3175 w 501650"/>
                  <a:gd name="connsiteY0" fmla="*/ 0 h 1498600"/>
                  <a:gd name="connsiteX1" fmla="*/ 495300 w 501650"/>
                  <a:gd name="connsiteY1" fmla="*/ 0 h 1498600"/>
                  <a:gd name="connsiteX2" fmla="*/ 501650 w 501650"/>
                  <a:gd name="connsiteY2" fmla="*/ 1489075 h 1498600"/>
                  <a:gd name="connsiteX3" fmla="*/ 0 w 501650"/>
                  <a:gd name="connsiteY3" fmla="*/ 1498600 h 1498600"/>
                  <a:gd name="connsiteX4" fmla="*/ 3175 w 501650"/>
                  <a:gd name="connsiteY4" fmla="*/ 0 h 1498600"/>
                  <a:gd name="connsiteX0" fmla="*/ 3175 w 501650"/>
                  <a:gd name="connsiteY0" fmla="*/ 0 h 1537481"/>
                  <a:gd name="connsiteX1" fmla="*/ 495300 w 501650"/>
                  <a:gd name="connsiteY1" fmla="*/ 0 h 1537481"/>
                  <a:gd name="connsiteX2" fmla="*/ 501650 w 501650"/>
                  <a:gd name="connsiteY2" fmla="*/ 1489075 h 1537481"/>
                  <a:gd name="connsiteX3" fmla="*/ 0 w 501650"/>
                  <a:gd name="connsiteY3" fmla="*/ 1498600 h 1537481"/>
                  <a:gd name="connsiteX4" fmla="*/ 3175 w 501650"/>
                  <a:gd name="connsiteY4" fmla="*/ 0 h 1537481"/>
                  <a:gd name="connsiteX0" fmla="*/ 3175 w 501650"/>
                  <a:gd name="connsiteY0" fmla="*/ 0 h 1548754"/>
                  <a:gd name="connsiteX1" fmla="*/ 495300 w 501650"/>
                  <a:gd name="connsiteY1" fmla="*/ 0 h 1548754"/>
                  <a:gd name="connsiteX2" fmla="*/ 501650 w 501650"/>
                  <a:gd name="connsiteY2" fmla="*/ 1489075 h 1548754"/>
                  <a:gd name="connsiteX3" fmla="*/ 0 w 501650"/>
                  <a:gd name="connsiteY3" fmla="*/ 1498600 h 1548754"/>
                  <a:gd name="connsiteX4" fmla="*/ 3175 w 501650"/>
                  <a:gd name="connsiteY4" fmla="*/ 0 h 1548754"/>
                  <a:gd name="connsiteX0" fmla="*/ 3175 w 501650"/>
                  <a:gd name="connsiteY0" fmla="*/ 0 h 1568568"/>
                  <a:gd name="connsiteX1" fmla="*/ 495300 w 501650"/>
                  <a:gd name="connsiteY1" fmla="*/ 0 h 1568568"/>
                  <a:gd name="connsiteX2" fmla="*/ 501650 w 501650"/>
                  <a:gd name="connsiteY2" fmla="*/ 1489075 h 1568568"/>
                  <a:gd name="connsiteX3" fmla="*/ 0 w 501650"/>
                  <a:gd name="connsiteY3" fmla="*/ 1498600 h 1568568"/>
                  <a:gd name="connsiteX4" fmla="*/ 3175 w 501650"/>
                  <a:gd name="connsiteY4" fmla="*/ 0 h 1568568"/>
                  <a:gd name="connsiteX0" fmla="*/ 3175 w 501650"/>
                  <a:gd name="connsiteY0" fmla="*/ 0 h 1559583"/>
                  <a:gd name="connsiteX1" fmla="*/ 495300 w 501650"/>
                  <a:gd name="connsiteY1" fmla="*/ 0 h 1559583"/>
                  <a:gd name="connsiteX2" fmla="*/ 501650 w 501650"/>
                  <a:gd name="connsiteY2" fmla="*/ 1489075 h 1559583"/>
                  <a:gd name="connsiteX3" fmla="*/ 0 w 501650"/>
                  <a:gd name="connsiteY3" fmla="*/ 1498600 h 1559583"/>
                  <a:gd name="connsiteX4" fmla="*/ 3175 w 501650"/>
                  <a:gd name="connsiteY4" fmla="*/ 0 h 1559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1650" h="1559583">
                    <a:moveTo>
                      <a:pt x="3175" y="0"/>
                    </a:moveTo>
                    <a:cubicBezTo>
                      <a:pt x="205317" y="50800"/>
                      <a:pt x="347133" y="25400"/>
                      <a:pt x="495300" y="0"/>
                    </a:cubicBezTo>
                    <a:cubicBezTo>
                      <a:pt x="497417" y="514350"/>
                      <a:pt x="499533" y="974725"/>
                      <a:pt x="501650" y="1489075"/>
                    </a:cubicBezTo>
                    <a:cubicBezTo>
                      <a:pt x="264583" y="1597025"/>
                      <a:pt x="192617" y="1565275"/>
                      <a:pt x="0" y="1498600"/>
                    </a:cubicBezTo>
                    <a:cubicBezTo>
                      <a:pt x="1058" y="999067"/>
                      <a:pt x="2117" y="499533"/>
                      <a:pt x="3175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02CA3F6-F19C-5ECB-E192-3A8CC87E165C}"/>
                </a:ext>
              </a:extLst>
            </p:cNvPr>
            <p:cNvGrpSpPr/>
            <p:nvPr/>
          </p:nvGrpSpPr>
          <p:grpSpPr>
            <a:xfrm>
              <a:off x="2318061" y="5458924"/>
              <a:ext cx="1225966" cy="1037970"/>
              <a:chOff x="8257210" y="5855494"/>
              <a:chExt cx="520321" cy="440532"/>
            </a:xfrm>
            <a:grpFill/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96EF3135-7BA1-F8BD-7172-AC79290BFE26}"/>
                  </a:ext>
                </a:extLst>
              </p:cNvPr>
              <p:cNvGrpSpPr/>
              <p:nvPr/>
            </p:nvGrpSpPr>
            <p:grpSpPr>
              <a:xfrm>
                <a:off x="8257210" y="5855494"/>
                <a:ext cx="520321" cy="440532"/>
                <a:chOff x="7741029" y="6084094"/>
                <a:chExt cx="520321" cy="440532"/>
              </a:xfrm>
              <a:grpFill/>
            </p:grpSpPr>
            <p:sp>
              <p:nvSpPr>
                <p:cNvPr id="69" name="Oval 6">
                  <a:extLst>
                    <a:ext uri="{FF2B5EF4-FFF2-40B4-BE49-F238E27FC236}">
                      <a16:creationId xmlns:a16="http://schemas.microsoft.com/office/drawing/2014/main" id="{C78999F3-6783-63C2-6A95-1B12A3FCDA1D}"/>
                    </a:ext>
                  </a:extLst>
                </p:cNvPr>
                <p:cNvSpPr/>
                <p:nvPr/>
              </p:nvSpPr>
              <p:spPr>
                <a:xfrm>
                  <a:off x="7741029" y="6124203"/>
                  <a:ext cx="520321" cy="400423"/>
                </a:xfrm>
                <a:custGeom>
                  <a:avLst/>
                  <a:gdLst>
                    <a:gd name="connsiteX0" fmla="*/ 0 w 480218"/>
                    <a:gd name="connsiteY0" fmla="*/ 86916 h 173831"/>
                    <a:gd name="connsiteX1" fmla="*/ 240109 w 480218"/>
                    <a:gd name="connsiteY1" fmla="*/ 0 h 173831"/>
                    <a:gd name="connsiteX2" fmla="*/ 480218 w 480218"/>
                    <a:gd name="connsiteY2" fmla="*/ 86916 h 173831"/>
                    <a:gd name="connsiteX3" fmla="*/ 240109 w 480218"/>
                    <a:gd name="connsiteY3" fmla="*/ 173832 h 173831"/>
                    <a:gd name="connsiteX4" fmla="*/ 0 w 480218"/>
                    <a:gd name="connsiteY4" fmla="*/ 86916 h 173831"/>
                    <a:gd name="connsiteX0" fmla="*/ 0 w 489743"/>
                    <a:gd name="connsiteY0" fmla="*/ 86916 h 173832"/>
                    <a:gd name="connsiteX1" fmla="*/ 249634 w 489743"/>
                    <a:gd name="connsiteY1" fmla="*/ 0 h 173832"/>
                    <a:gd name="connsiteX2" fmla="*/ 489743 w 489743"/>
                    <a:gd name="connsiteY2" fmla="*/ 86916 h 173832"/>
                    <a:gd name="connsiteX3" fmla="*/ 249634 w 489743"/>
                    <a:gd name="connsiteY3" fmla="*/ 173832 h 173832"/>
                    <a:gd name="connsiteX4" fmla="*/ 0 w 489743"/>
                    <a:gd name="connsiteY4" fmla="*/ 86916 h 173832"/>
                    <a:gd name="connsiteX0" fmla="*/ 15351 w 505094"/>
                    <a:gd name="connsiteY0" fmla="*/ 296466 h 383382"/>
                    <a:gd name="connsiteX1" fmla="*/ 79248 w 505094"/>
                    <a:gd name="connsiteY1" fmla="*/ 0 h 383382"/>
                    <a:gd name="connsiteX2" fmla="*/ 505094 w 505094"/>
                    <a:gd name="connsiteY2" fmla="*/ 296466 h 383382"/>
                    <a:gd name="connsiteX3" fmla="*/ 264985 w 505094"/>
                    <a:gd name="connsiteY3" fmla="*/ 383382 h 383382"/>
                    <a:gd name="connsiteX4" fmla="*/ 15351 w 505094"/>
                    <a:gd name="connsiteY4" fmla="*/ 296466 h 383382"/>
                    <a:gd name="connsiteX0" fmla="*/ 14230 w 516432"/>
                    <a:gd name="connsiteY0" fmla="*/ 321962 h 408878"/>
                    <a:gd name="connsiteX1" fmla="*/ 78127 w 516432"/>
                    <a:gd name="connsiteY1" fmla="*/ 25496 h 408878"/>
                    <a:gd name="connsiteX2" fmla="*/ 470637 w 516432"/>
                    <a:gd name="connsiteY2" fmla="*/ 49308 h 408878"/>
                    <a:gd name="connsiteX3" fmla="*/ 503973 w 516432"/>
                    <a:gd name="connsiteY3" fmla="*/ 321962 h 408878"/>
                    <a:gd name="connsiteX4" fmla="*/ 263864 w 516432"/>
                    <a:gd name="connsiteY4" fmla="*/ 408878 h 408878"/>
                    <a:gd name="connsiteX5" fmla="*/ 14230 w 516432"/>
                    <a:gd name="connsiteY5" fmla="*/ 321962 h 408878"/>
                    <a:gd name="connsiteX0" fmla="*/ 14230 w 524027"/>
                    <a:gd name="connsiteY0" fmla="*/ 321962 h 408878"/>
                    <a:gd name="connsiteX1" fmla="*/ 78127 w 524027"/>
                    <a:gd name="connsiteY1" fmla="*/ 25496 h 408878"/>
                    <a:gd name="connsiteX2" fmla="*/ 470637 w 524027"/>
                    <a:gd name="connsiteY2" fmla="*/ 49308 h 408878"/>
                    <a:gd name="connsiteX3" fmla="*/ 503973 w 524027"/>
                    <a:gd name="connsiteY3" fmla="*/ 321962 h 408878"/>
                    <a:gd name="connsiteX4" fmla="*/ 263864 w 524027"/>
                    <a:gd name="connsiteY4" fmla="*/ 408878 h 408878"/>
                    <a:gd name="connsiteX5" fmla="*/ 14230 w 524027"/>
                    <a:gd name="connsiteY5" fmla="*/ 321962 h 408878"/>
                    <a:gd name="connsiteX0" fmla="*/ 13136 w 512943"/>
                    <a:gd name="connsiteY0" fmla="*/ 332203 h 419119"/>
                    <a:gd name="connsiteX1" fmla="*/ 77033 w 512943"/>
                    <a:gd name="connsiteY1" fmla="*/ 35737 h 419119"/>
                    <a:gd name="connsiteX2" fmla="*/ 433824 w 512943"/>
                    <a:gd name="connsiteY2" fmla="*/ 38118 h 419119"/>
                    <a:gd name="connsiteX3" fmla="*/ 502879 w 512943"/>
                    <a:gd name="connsiteY3" fmla="*/ 332203 h 419119"/>
                    <a:gd name="connsiteX4" fmla="*/ 262770 w 512943"/>
                    <a:gd name="connsiteY4" fmla="*/ 419119 h 419119"/>
                    <a:gd name="connsiteX5" fmla="*/ 13136 w 512943"/>
                    <a:gd name="connsiteY5" fmla="*/ 332203 h 419119"/>
                    <a:gd name="connsiteX0" fmla="*/ 18788 w 518595"/>
                    <a:gd name="connsiteY0" fmla="*/ 321487 h 408403"/>
                    <a:gd name="connsiteX1" fmla="*/ 82685 w 518595"/>
                    <a:gd name="connsiteY1" fmla="*/ 25021 h 408403"/>
                    <a:gd name="connsiteX2" fmla="*/ 439476 w 518595"/>
                    <a:gd name="connsiteY2" fmla="*/ 27402 h 408403"/>
                    <a:gd name="connsiteX3" fmla="*/ 508531 w 518595"/>
                    <a:gd name="connsiteY3" fmla="*/ 321487 h 408403"/>
                    <a:gd name="connsiteX4" fmla="*/ 268422 w 518595"/>
                    <a:gd name="connsiteY4" fmla="*/ 408403 h 408403"/>
                    <a:gd name="connsiteX5" fmla="*/ 18788 w 518595"/>
                    <a:gd name="connsiteY5" fmla="*/ 321487 h 408403"/>
                    <a:gd name="connsiteX0" fmla="*/ 18788 w 522076"/>
                    <a:gd name="connsiteY0" fmla="*/ 321487 h 408403"/>
                    <a:gd name="connsiteX1" fmla="*/ 82685 w 522076"/>
                    <a:gd name="connsiteY1" fmla="*/ 25021 h 408403"/>
                    <a:gd name="connsiteX2" fmla="*/ 439476 w 522076"/>
                    <a:gd name="connsiteY2" fmla="*/ 27402 h 408403"/>
                    <a:gd name="connsiteX3" fmla="*/ 508531 w 522076"/>
                    <a:gd name="connsiteY3" fmla="*/ 321487 h 408403"/>
                    <a:gd name="connsiteX4" fmla="*/ 268422 w 522076"/>
                    <a:gd name="connsiteY4" fmla="*/ 408403 h 408403"/>
                    <a:gd name="connsiteX5" fmla="*/ 18788 w 522076"/>
                    <a:gd name="connsiteY5" fmla="*/ 321487 h 408403"/>
                    <a:gd name="connsiteX0" fmla="*/ 17033 w 520321"/>
                    <a:gd name="connsiteY0" fmla="*/ 313507 h 400423"/>
                    <a:gd name="connsiteX1" fmla="*/ 80930 w 520321"/>
                    <a:gd name="connsiteY1" fmla="*/ 17041 h 400423"/>
                    <a:gd name="connsiteX2" fmla="*/ 437721 w 520321"/>
                    <a:gd name="connsiteY2" fmla="*/ 19422 h 400423"/>
                    <a:gd name="connsiteX3" fmla="*/ 506776 w 520321"/>
                    <a:gd name="connsiteY3" fmla="*/ 313507 h 400423"/>
                    <a:gd name="connsiteX4" fmla="*/ 266667 w 520321"/>
                    <a:gd name="connsiteY4" fmla="*/ 400423 h 400423"/>
                    <a:gd name="connsiteX5" fmla="*/ 17033 w 520321"/>
                    <a:gd name="connsiteY5" fmla="*/ 313507 h 400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0321" h="400423">
                      <a:moveTo>
                        <a:pt x="17033" y="313507"/>
                      </a:moveTo>
                      <a:cubicBezTo>
                        <a:pt x="-13923" y="249610"/>
                        <a:pt x="-8236" y="1762"/>
                        <a:pt x="80930" y="17041"/>
                      </a:cubicBezTo>
                      <a:cubicBezTo>
                        <a:pt x="170096" y="32320"/>
                        <a:pt x="366747" y="-29989"/>
                        <a:pt x="437721" y="19422"/>
                      </a:cubicBezTo>
                      <a:cubicBezTo>
                        <a:pt x="527745" y="-31180"/>
                        <a:pt x="532507" y="292076"/>
                        <a:pt x="506776" y="313507"/>
                      </a:cubicBezTo>
                      <a:cubicBezTo>
                        <a:pt x="500095" y="358751"/>
                        <a:pt x="348291" y="400423"/>
                        <a:pt x="266667" y="400423"/>
                      </a:cubicBezTo>
                      <a:cubicBezTo>
                        <a:pt x="185043" y="400423"/>
                        <a:pt x="47989" y="377404"/>
                        <a:pt x="17033" y="313507"/>
                      </a:cubicBezTo>
                      <a:close/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1DF3DCEB-90D1-9241-EC42-A519CCF64527}"/>
                    </a:ext>
                  </a:extLst>
                </p:cNvPr>
                <p:cNvSpPr/>
                <p:nvPr/>
              </p:nvSpPr>
              <p:spPr>
                <a:xfrm>
                  <a:off x="7761288" y="6084094"/>
                  <a:ext cx="480218" cy="173831"/>
                </a:xfrm>
                <a:prstGeom prst="ellipse">
                  <a:avLst/>
                </a:pr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9FD7BF9-CB48-432A-FBC6-804D90413351}"/>
                  </a:ext>
                </a:extLst>
              </p:cNvPr>
              <p:cNvSpPr/>
              <p:nvPr/>
            </p:nvSpPr>
            <p:spPr>
              <a:xfrm>
                <a:off x="8320088" y="59912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B9C037F5-0408-8E7C-8053-7E441096C97F}"/>
                  </a:ext>
                </a:extLst>
              </p:cNvPr>
              <p:cNvSpPr/>
              <p:nvPr/>
            </p:nvSpPr>
            <p:spPr>
              <a:xfrm>
                <a:off x="8386762" y="6012656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BB23E5D-686B-23F6-F3B6-B536B476FA6A}"/>
                  </a:ext>
                </a:extLst>
              </p:cNvPr>
              <p:cNvSpPr/>
              <p:nvPr/>
            </p:nvSpPr>
            <p:spPr>
              <a:xfrm>
                <a:off x="8451056" y="60293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84AB1F2-9DB3-438E-41E2-2CA85B7CA4B7}"/>
                  </a:ext>
                </a:extLst>
              </p:cNvPr>
              <p:cNvSpPr/>
              <p:nvPr/>
            </p:nvSpPr>
            <p:spPr>
              <a:xfrm>
                <a:off x="8517370" y="60293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1D82409C-A624-2938-56A6-D30C88DE43B5}"/>
                  </a:ext>
                </a:extLst>
              </p:cNvPr>
              <p:cNvSpPr/>
              <p:nvPr/>
            </p:nvSpPr>
            <p:spPr>
              <a:xfrm>
                <a:off x="8588807" y="60293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95B12C3-9304-0430-8E14-39683623885D}"/>
                  </a:ext>
                </a:extLst>
              </p:cNvPr>
              <p:cNvSpPr/>
              <p:nvPr/>
            </p:nvSpPr>
            <p:spPr>
              <a:xfrm>
                <a:off x="8657863" y="6012656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5317B4BE-3459-B142-A6BA-3AA1C3C60C94}"/>
                  </a:ext>
                </a:extLst>
              </p:cNvPr>
              <p:cNvSpPr/>
              <p:nvPr/>
            </p:nvSpPr>
            <p:spPr>
              <a:xfrm>
                <a:off x="8725332" y="59912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9E82FCD-367F-BABE-65AD-F34562B6B512}"/>
              </a:ext>
            </a:extLst>
          </p:cNvPr>
          <p:cNvGrpSpPr/>
          <p:nvPr/>
        </p:nvGrpSpPr>
        <p:grpSpPr>
          <a:xfrm>
            <a:off x="6968291" y="1754632"/>
            <a:ext cx="2627970" cy="4754282"/>
            <a:chOff x="916057" y="1742615"/>
            <a:chExt cx="2627970" cy="475428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46E01AB-7B37-539F-0320-ACE985DA58FD}"/>
                </a:ext>
              </a:extLst>
            </p:cNvPr>
            <p:cNvGrpSpPr/>
            <p:nvPr/>
          </p:nvGrpSpPr>
          <p:grpSpPr>
            <a:xfrm>
              <a:off x="916057" y="1742615"/>
              <a:ext cx="1129520" cy="4754282"/>
              <a:chOff x="10314592" y="1157324"/>
              <a:chExt cx="510985" cy="2150796"/>
            </a:xfrm>
          </p:grpSpPr>
          <p:sp>
            <p:nvSpPr>
              <p:cNvPr id="96" name="Rectangle: Rounded Corners 2">
                <a:extLst>
                  <a:ext uri="{FF2B5EF4-FFF2-40B4-BE49-F238E27FC236}">
                    <a16:creationId xmlns:a16="http://schemas.microsoft.com/office/drawing/2014/main" id="{E460C1EB-E54E-3AAA-E7DA-6BBE2FE85DA5}"/>
                  </a:ext>
                </a:extLst>
              </p:cNvPr>
              <p:cNvSpPr/>
              <p:nvPr/>
            </p:nvSpPr>
            <p:spPr>
              <a:xfrm>
                <a:off x="10330032" y="1157324"/>
                <a:ext cx="474093" cy="261359"/>
              </a:xfrm>
              <a:custGeom>
                <a:avLst/>
                <a:gdLst>
                  <a:gd name="connsiteX0" fmla="*/ 0 w 498475"/>
                  <a:gd name="connsiteY0" fmla="*/ 0 h 1504950"/>
                  <a:gd name="connsiteX1" fmla="*/ 0 w 498475"/>
                  <a:gd name="connsiteY1" fmla="*/ 0 h 1504950"/>
                  <a:gd name="connsiteX2" fmla="*/ 498475 w 498475"/>
                  <a:gd name="connsiteY2" fmla="*/ 0 h 1504950"/>
                  <a:gd name="connsiteX3" fmla="*/ 498475 w 498475"/>
                  <a:gd name="connsiteY3" fmla="*/ 0 h 1504950"/>
                  <a:gd name="connsiteX4" fmla="*/ 498475 w 498475"/>
                  <a:gd name="connsiteY4" fmla="*/ 1504950 h 1504950"/>
                  <a:gd name="connsiteX5" fmla="*/ 498475 w 498475"/>
                  <a:gd name="connsiteY5" fmla="*/ 1504950 h 1504950"/>
                  <a:gd name="connsiteX6" fmla="*/ 0 w 498475"/>
                  <a:gd name="connsiteY6" fmla="*/ 1504950 h 1504950"/>
                  <a:gd name="connsiteX7" fmla="*/ 0 w 498475"/>
                  <a:gd name="connsiteY7" fmla="*/ 1504950 h 1504950"/>
                  <a:gd name="connsiteX8" fmla="*/ 0 w 498475"/>
                  <a:gd name="connsiteY8" fmla="*/ 0 h 1504950"/>
                  <a:gd name="connsiteX0" fmla="*/ 0 w 498475"/>
                  <a:gd name="connsiteY0" fmla="*/ 0 h 1543050"/>
                  <a:gd name="connsiteX1" fmla="*/ 0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38100 h 1543050"/>
                  <a:gd name="connsiteX4" fmla="*/ 498475 w 498475"/>
                  <a:gd name="connsiteY4" fmla="*/ 1543050 h 1543050"/>
                  <a:gd name="connsiteX5" fmla="*/ 498475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1543050 h 1543050"/>
                  <a:gd name="connsiteX8" fmla="*/ 0 w 498475"/>
                  <a:gd name="connsiteY8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2125 w 498475"/>
                  <a:gd name="connsiteY2" fmla="*/ 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3175 w 501650"/>
                  <a:gd name="connsiteY4" fmla="*/ 1543050 h 1543050"/>
                  <a:gd name="connsiteX5" fmla="*/ 0 w 501650"/>
                  <a:gd name="connsiteY5" fmla="*/ 1498600 h 1543050"/>
                  <a:gd name="connsiteX6" fmla="*/ 3175 w 501650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498475 w 501650"/>
                  <a:gd name="connsiteY3" fmla="*/ 1495425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0 w 501650"/>
                  <a:gd name="connsiteY3" fmla="*/ 1498600 h 1543050"/>
                  <a:gd name="connsiteX4" fmla="*/ 3175 w 501650"/>
                  <a:gd name="connsiteY4" fmla="*/ 0 h 1543050"/>
                  <a:gd name="connsiteX0" fmla="*/ 3175 w 501650"/>
                  <a:gd name="connsiteY0" fmla="*/ 0 h 1498600"/>
                  <a:gd name="connsiteX1" fmla="*/ 495300 w 501650"/>
                  <a:gd name="connsiteY1" fmla="*/ 0 h 1498600"/>
                  <a:gd name="connsiteX2" fmla="*/ 501650 w 501650"/>
                  <a:gd name="connsiteY2" fmla="*/ 1489075 h 1498600"/>
                  <a:gd name="connsiteX3" fmla="*/ 0 w 501650"/>
                  <a:gd name="connsiteY3" fmla="*/ 1498600 h 1498600"/>
                  <a:gd name="connsiteX4" fmla="*/ 3175 w 501650"/>
                  <a:gd name="connsiteY4" fmla="*/ 0 h 1498600"/>
                  <a:gd name="connsiteX0" fmla="*/ 3175 w 501650"/>
                  <a:gd name="connsiteY0" fmla="*/ 0 h 1537481"/>
                  <a:gd name="connsiteX1" fmla="*/ 495300 w 501650"/>
                  <a:gd name="connsiteY1" fmla="*/ 0 h 1537481"/>
                  <a:gd name="connsiteX2" fmla="*/ 501650 w 501650"/>
                  <a:gd name="connsiteY2" fmla="*/ 1489075 h 1537481"/>
                  <a:gd name="connsiteX3" fmla="*/ 0 w 501650"/>
                  <a:gd name="connsiteY3" fmla="*/ 1498600 h 1537481"/>
                  <a:gd name="connsiteX4" fmla="*/ 3175 w 501650"/>
                  <a:gd name="connsiteY4" fmla="*/ 0 h 1537481"/>
                  <a:gd name="connsiteX0" fmla="*/ 3175 w 501650"/>
                  <a:gd name="connsiteY0" fmla="*/ 0 h 1548754"/>
                  <a:gd name="connsiteX1" fmla="*/ 495300 w 501650"/>
                  <a:gd name="connsiteY1" fmla="*/ 0 h 1548754"/>
                  <a:gd name="connsiteX2" fmla="*/ 501650 w 501650"/>
                  <a:gd name="connsiteY2" fmla="*/ 1489075 h 1548754"/>
                  <a:gd name="connsiteX3" fmla="*/ 0 w 501650"/>
                  <a:gd name="connsiteY3" fmla="*/ 1498600 h 1548754"/>
                  <a:gd name="connsiteX4" fmla="*/ 3175 w 501650"/>
                  <a:gd name="connsiteY4" fmla="*/ 0 h 1548754"/>
                  <a:gd name="connsiteX0" fmla="*/ 3175 w 501650"/>
                  <a:gd name="connsiteY0" fmla="*/ 0 h 1568568"/>
                  <a:gd name="connsiteX1" fmla="*/ 495300 w 501650"/>
                  <a:gd name="connsiteY1" fmla="*/ 0 h 1568568"/>
                  <a:gd name="connsiteX2" fmla="*/ 501650 w 501650"/>
                  <a:gd name="connsiteY2" fmla="*/ 1489075 h 1568568"/>
                  <a:gd name="connsiteX3" fmla="*/ 0 w 501650"/>
                  <a:gd name="connsiteY3" fmla="*/ 1498600 h 1568568"/>
                  <a:gd name="connsiteX4" fmla="*/ 3175 w 501650"/>
                  <a:gd name="connsiteY4" fmla="*/ 0 h 1568568"/>
                  <a:gd name="connsiteX0" fmla="*/ 3175 w 501650"/>
                  <a:gd name="connsiteY0" fmla="*/ 0 h 1559583"/>
                  <a:gd name="connsiteX1" fmla="*/ 495300 w 501650"/>
                  <a:gd name="connsiteY1" fmla="*/ 0 h 1559583"/>
                  <a:gd name="connsiteX2" fmla="*/ 501650 w 501650"/>
                  <a:gd name="connsiteY2" fmla="*/ 1489075 h 1559583"/>
                  <a:gd name="connsiteX3" fmla="*/ 0 w 501650"/>
                  <a:gd name="connsiteY3" fmla="*/ 1498600 h 1559583"/>
                  <a:gd name="connsiteX4" fmla="*/ 3175 w 501650"/>
                  <a:gd name="connsiteY4" fmla="*/ 0 h 1559583"/>
                  <a:gd name="connsiteX0" fmla="*/ 24606 w 501650"/>
                  <a:gd name="connsiteY0" fmla="*/ 0 h 1602849"/>
                  <a:gd name="connsiteX1" fmla="*/ 495300 w 501650"/>
                  <a:gd name="connsiteY1" fmla="*/ 43266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492125"/>
                  <a:gd name="connsiteY0" fmla="*/ 0 h 1602849"/>
                  <a:gd name="connsiteX1" fmla="*/ 476250 w 492125"/>
                  <a:gd name="connsiteY1" fmla="*/ 0 h 1602849"/>
                  <a:gd name="connsiteX2" fmla="*/ 492125 w 492125"/>
                  <a:gd name="connsiteY2" fmla="*/ 1532342 h 1602849"/>
                  <a:gd name="connsiteX3" fmla="*/ 0 w 492125"/>
                  <a:gd name="connsiteY3" fmla="*/ 1541866 h 1602849"/>
                  <a:gd name="connsiteX4" fmla="*/ 24606 w 492125"/>
                  <a:gd name="connsiteY4" fmla="*/ 0 h 1602849"/>
                  <a:gd name="connsiteX0" fmla="*/ 17462 w 484981"/>
                  <a:gd name="connsiteY0" fmla="*/ 0 h 1602849"/>
                  <a:gd name="connsiteX1" fmla="*/ 469106 w 484981"/>
                  <a:gd name="connsiteY1" fmla="*/ 0 h 1602849"/>
                  <a:gd name="connsiteX2" fmla="*/ 484981 w 484981"/>
                  <a:gd name="connsiteY2" fmla="*/ 1532342 h 1602849"/>
                  <a:gd name="connsiteX3" fmla="*/ 0 w 484981"/>
                  <a:gd name="connsiteY3" fmla="*/ 1541869 h 1602849"/>
                  <a:gd name="connsiteX4" fmla="*/ 17462 w 484981"/>
                  <a:gd name="connsiteY4" fmla="*/ 0 h 1602849"/>
                  <a:gd name="connsiteX0" fmla="*/ 7937 w 475456"/>
                  <a:gd name="connsiteY0" fmla="*/ 0 h 1609820"/>
                  <a:gd name="connsiteX1" fmla="*/ 459581 w 475456"/>
                  <a:gd name="connsiteY1" fmla="*/ 0 h 1609820"/>
                  <a:gd name="connsiteX2" fmla="*/ 475456 w 475456"/>
                  <a:gd name="connsiteY2" fmla="*/ 1532342 h 1609820"/>
                  <a:gd name="connsiteX3" fmla="*/ 0 w 475456"/>
                  <a:gd name="connsiteY3" fmla="*/ 1556288 h 1609820"/>
                  <a:gd name="connsiteX4" fmla="*/ 7937 w 475456"/>
                  <a:gd name="connsiteY4" fmla="*/ 0 h 1609820"/>
                  <a:gd name="connsiteX0" fmla="*/ 15081 w 482600"/>
                  <a:gd name="connsiteY0" fmla="*/ 0 h 1586721"/>
                  <a:gd name="connsiteX1" fmla="*/ 466725 w 482600"/>
                  <a:gd name="connsiteY1" fmla="*/ 0 h 1586721"/>
                  <a:gd name="connsiteX2" fmla="*/ 482600 w 482600"/>
                  <a:gd name="connsiteY2" fmla="*/ 1532342 h 1586721"/>
                  <a:gd name="connsiteX3" fmla="*/ 0 w 482600"/>
                  <a:gd name="connsiteY3" fmla="*/ 1498603 h 1586721"/>
                  <a:gd name="connsiteX4" fmla="*/ 15081 w 482600"/>
                  <a:gd name="connsiteY4" fmla="*/ 0 h 1586721"/>
                  <a:gd name="connsiteX0" fmla="*/ 7937 w 475456"/>
                  <a:gd name="connsiteY0" fmla="*/ 0 h 1586721"/>
                  <a:gd name="connsiteX1" fmla="*/ 459581 w 475456"/>
                  <a:gd name="connsiteY1" fmla="*/ 0 h 1586721"/>
                  <a:gd name="connsiteX2" fmla="*/ 475456 w 475456"/>
                  <a:gd name="connsiteY2" fmla="*/ 1532342 h 1586721"/>
                  <a:gd name="connsiteX3" fmla="*/ 0 w 475456"/>
                  <a:gd name="connsiteY3" fmla="*/ 1498602 h 1586721"/>
                  <a:gd name="connsiteX4" fmla="*/ 7937 w 475456"/>
                  <a:gd name="connsiteY4" fmla="*/ 0 h 1586721"/>
                  <a:gd name="connsiteX0" fmla="*/ 36 w 467555"/>
                  <a:gd name="connsiteY0" fmla="*/ 0 h 1586721"/>
                  <a:gd name="connsiteX1" fmla="*/ 451680 w 467555"/>
                  <a:gd name="connsiteY1" fmla="*/ 0 h 1586721"/>
                  <a:gd name="connsiteX2" fmla="*/ 467555 w 467555"/>
                  <a:gd name="connsiteY2" fmla="*/ 1532342 h 1586721"/>
                  <a:gd name="connsiteX3" fmla="*/ 20674 w 467555"/>
                  <a:gd name="connsiteY3" fmla="*/ 1498602 h 1586721"/>
                  <a:gd name="connsiteX4" fmla="*/ 36 w 467555"/>
                  <a:gd name="connsiteY4" fmla="*/ 0 h 1586721"/>
                  <a:gd name="connsiteX0" fmla="*/ 36 w 451928"/>
                  <a:gd name="connsiteY0" fmla="*/ 0 h 1559589"/>
                  <a:gd name="connsiteX1" fmla="*/ 451680 w 451928"/>
                  <a:gd name="connsiteY1" fmla="*/ 0 h 1559589"/>
                  <a:gd name="connsiteX2" fmla="*/ 443743 w 451928"/>
                  <a:gd name="connsiteY2" fmla="*/ 1489082 h 1559589"/>
                  <a:gd name="connsiteX3" fmla="*/ 20674 w 451928"/>
                  <a:gd name="connsiteY3" fmla="*/ 1498602 h 1559589"/>
                  <a:gd name="connsiteX4" fmla="*/ 36 w 451928"/>
                  <a:gd name="connsiteY4" fmla="*/ 0 h 1559589"/>
                  <a:gd name="connsiteX0" fmla="*/ 198437 w 431254"/>
                  <a:gd name="connsiteY0" fmla="*/ 245163 h 1559589"/>
                  <a:gd name="connsiteX1" fmla="*/ 431006 w 431254"/>
                  <a:gd name="connsiteY1" fmla="*/ 0 h 1559589"/>
                  <a:gd name="connsiteX2" fmla="*/ 423069 w 431254"/>
                  <a:gd name="connsiteY2" fmla="*/ 1489082 h 1559589"/>
                  <a:gd name="connsiteX3" fmla="*/ 0 w 431254"/>
                  <a:gd name="connsiteY3" fmla="*/ 1498602 h 1559589"/>
                  <a:gd name="connsiteX4" fmla="*/ 198437 w 431254"/>
                  <a:gd name="connsiteY4" fmla="*/ 245163 h 1559589"/>
                  <a:gd name="connsiteX0" fmla="*/ 198437 w 426949"/>
                  <a:gd name="connsiteY0" fmla="*/ 0 h 1314426"/>
                  <a:gd name="connsiteX1" fmla="*/ 423069 w 426949"/>
                  <a:gd name="connsiteY1" fmla="*/ 1243919 h 1314426"/>
                  <a:gd name="connsiteX2" fmla="*/ 0 w 426949"/>
                  <a:gd name="connsiteY2" fmla="*/ 1253439 h 1314426"/>
                  <a:gd name="connsiteX3" fmla="*/ 198437 w 426949"/>
                  <a:gd name="connsiteY3" fmla="*/ 0 h 1314426"/>
                  <a:gd name="connsiteX0" fmla="*/ 199987 w 428499"/>
                  <a:gd name="connsiteY0" fmla="*/ 0 h 1314426"/>
                  <a:gd name="connsiteX1" fmla="*/ 424619 w 428499"/>
                  <a:gd name="connsiteY1" fmla="*/ 1243919 h 1314426"/>
                  <a:gd name="connsiteX2" fmla="*/ 1550 w 428499"/>
                  <a:gd name="connsiteY2" fmla="*/ 1253439 h 1314426"/>
                  <a:gd name="connsiteX3" fmla="*/ 199987 w 428499"/>
                  <a:gd name="connsiteY3" fmla="*/ 0 h 1314426"/>
                  <a:gd name="connsiteX0" fmla="*/ 199987 w 439187"/>
                  <a:gd name="connsiteY0" fmla="*/ 3513 h 1317939"/>
                  <a:gd name="connsiteX1" fmla="*/ 424619 w 439187"/>
                  <a:gd name="connsiteY1" fmla="*/ 1247432 h 1317939"/>
                  <a:gd name="connsiteX2" fmla="*/ 1550 w 439187"/>
                  <a:gd name="connsiteY2" fmla="*/ 1256952 h 1317939"/>
                  <a:gd name="connsiteX3" fmla="*/ 199987 w 439187"/>
                  <a:gd name="connsiteY3" fmla="*/ 3513 h 1317939"/>
                  <a:gd name="connsiteX0" fmla="*/ 199987 w 426441"/>
                  <a:gd name="connsiteY0" fmla="*/ 3307 h 1317733"/>
                  <a:gd name="connsiteX1" fmla="*/ 424619 w 426441"/>
                  <a:gd name="connsiteY1" fmla="*/ 1247226 h 1317733"/>
                  <a:gd name="connsiteX2" fmla="*/ 1550 w 426441"/>
                  <a:gd name="connsiteY2" fmla="*/ 1256746 h 1317733"/>
                  <a:gd name="connsiteX3" fmla="*/ 199987 w 426441"/>
                  <a:gd name="connsiteY3" fmla="*/ 3307 h 1317733"/>
                  <a:gd name="connsiteX0" fmla="*/ 194390 w 420844"/>
                  <a:gd name="connsiteY0" fmla="*/ 3307 h 1317733"/>
                  <a:gd name="connsiteX1" fmla="*/ 419022 w 420844"/>
                  <a:gd name="connsiteY1" fmla="*/ 1247226 h 1317733"/>
                  <a:gd name="connsiteX2" fmla="*/ 2574 w 420844"/>
                  <a:gd name="connsiteY2" fmla="*/ 1256745 h 1317733"/>
                  <a:gd name="connsiteX3" fmla="*/ 194390 w 420844"/>
                  <a:gd name="connsiteY3" fmla="*/ 3307 h 1317733"/>
                  <a:gd name="connsiteX0" fmla="*/ 193609 w 420914"/>
                  <a:gd name="connsiteY0" fmla="*/ 3033 h 1428369"/>
                  <a:gd name="connsiteX1" fmla="*/ 419187 w 420914"/>
                  <a:gd name="connsiteY1" fmla="*/ 1357862 h 1428369"/>
                  <a:gd name="connsiteX2" fmla="*/ 2739 w 420914"/>
                  <a:gd name="connsiteY2" fmla="*/ 1367381 h 1428369"/>
                  <a:gd name="connsiteX3" fmla="*/ 193609 w 420914"/>
                  <a:gd name="connsiteY3" fmla="*/ 3033 h 1428369"/>
                  <a:gd name="connsiteX0" fmla="*/ 193609 w 419865"/>
                  <a:gd name="connsiteY0" fmla="*/ 3186 h 1428522"/>
                  <a:gd name="connsiteX1" fmla="*/ 419187 w 419865"/>
                  <a:gd name="connsiteY1" fmla="*/ 1358015 h 1428522"/>
                  <a:gd name="connsiteX2" fmla="*/ 2739 w 419865"/>
                  <a:gd name="connsiteY2" fmla="*/ 1367534 h 1428522"/>
                  <a:gd name="connsiteX3" fmla="*/ 193609 w 419865"/>
                  <a:gd name="connsiteY3" fmla="*/ 3186 h 1428522"/>
                  <a:gd name="connsiteX0" fmla="*/ 193609 w 419187"/>
                  <a:gd name="connsiteY0" fmla="*/ 3287 h 1428623"/>
                  <a:gd name="connsiteX1" fmla="*/ 419187 w 419187"/>
                  <a:gd name="connsiteY1" fmla="*/ 1358116 h 1428623"/>
                  <a:gd name="connsiteX2" fmla="*/ 2739 w 419187"/>
                  <a:gd name="connsiteY2" fmla="*/ 1367635 h 1428623"/>
                  <a:gd name="connsiteX3" fmla="*/ 193609 w 419187"/>
                  <a:gd name="connsiteY3" fmla="*/ 3287 h 1428623"/>
                  <a:gd name="connsiteX0" fmla="*/ 201133 w 426711"/>
                  <a:gd name="connsiteY0" fmla="*/ 3287 h 1428623"/>
                  <a:gd name="connsiteX1" fmla="*/ 426711 w 426711"/>
                  <a:gd name="connsiteY1" fmla="*/ 1358116 h 1428623"/>
                  <a:gd name="connsiteX2" fmla="*/ 10263 w 426711"/>
                  <a:gd name="connsiteY2" fmla="*/ 1367635 h 1428623"/>
                  <a:gd name="connsiteX3" fmla="*/ 201133 w 426711"/>
                  <a:gd name="connsiteY3" fmla="*/ 3287 h 1428623"/>
                  <a:gd name="connsiteX0" fmla="*/ 199605 w 427104"/>
                  <a:gd name="connsiteY0" fmla="*/ 2839 h 1623899"/>
                  <a:gd name="connsiteX1" fmla="*/ 427104 w 427104"/>
                  <a:gd name="connsiteY1" fmla="*/ 1553392 h 1623899"/>
                  <a:gd name="connsiteX2" fmla="*/ 10656 w 427104"/>
                  <a:gd name="connsiteY2" fmla="*/ 1562911 h 1623899"/>
                  <a:gd name="connsiteX3" fmla="*/ 199605 w 427104"/>
                  <a:gd name="connsiteY3" fmla="*/ 2839 h 1623899"/>
                  <a:gd name="connsiteX0" fmla="*/ 194005 w 421504"/>
                  <a:gd name="connsiteY0" fmla="*/ 2839 h 1623899"/>
                  <a:gd name="connsiteX1" fmla="*/ 421504 w 421504"/>
                  <a:gd name="connsiteY1" fmla="*/ 1553392 h 1623899"/>
                  <a:gd name="connsiteX2" fmla="*/ 5056 w 421504"/>
                  <a:gd name="connsiteY2" fmla="*/ 1562911 h 1623899"/>
                  <a:gd name="connsiteX3" fmla="*/ 194005 w 421504"/>
                  <a:gd name="connsiteY3" fmla="*/ 2839 h 1623899"/>
                  <a:gd name="connsiteX0" fmla="*/ 199273 w 426772"/>
                  <a:gd name="connsiteY0" fmla="*/ 2839 h 1596044"/>
                  <a:gd name="connsiteX1" fmla="*/ 426772 w 426772"/>
                  <a:gd name="connsiteY1" fmla="*/ 1553392 h 1596044"/>
                  <a:gd name="connsiteX2" fmla="*/ 4562 w 426772"/>
                  <a:gd name="connsiteY2" fmla="*/ 1471572 h 1596044"/>
                  <a:gd name="connsiteX3" fmla="*/ 199273 w 426772"/>
                  <a:gd name="connsiteY3" fmla="*/ 2839 h 1596044"/>
                  <a:gd name="connsiteX0" fmla="*/ 199273 w 412085"/>
                  <a:gd name="connsiteY0" fmla="*/ 2864 h 1585720"/>
                  <a:gd name="connsiteX1" fmla="*/ 411408 w 412085"/>
                  <a:gd name="connsiteY1" fmla="*/ 1540366 h 1585720"/>
                  <a:gd name="connsiteX2" fmla="*/ 4562 w 412085"/>
                  <a:gd name="connsiteY2" fmla="*/ 1471597 h 1585720"/>
                  <a:gd name="connsiteX3" fmla="*/ 199273 w 412085"/>
                  <a:gd name="connsiteY3" fmla="*/ 2864 h 1585720"/>
                  <a:gd name="connsiteX0" fmla="*/ 199273 w 420240"/>
                  <a:gd name="connsiteY0" fmla="*/ 3182 h 1586038"/>
                  <a:gd name="connsiteX1" fmla="*/ 411408 w 420240"/>
                  <a:gd name="connsiteY1" fmla="*/ 1540684 h 1586038"/>
                  <a:gd name="connsiteX2" fmla="*/ 4562 w 420240"/>
                  <a:gd name="connsiteY2" fmla="*/ 1471915 h 1586038"/>
                  <a:gd name="connsiteX3" fmla="*/ 199273 w 420240"/>
                  <a:gd name="connsiteY3" fmla="*/ 3182 h 1586038"/>
                  <a:gd name="connsiteX0" fmla="*/ 199273 w 417830"/>
                  <a:gd name="connsiteY0" fmla="*/ 1 h 1582857"/>
                  <a:gd name="connsiteX1" fmla="*/ 411408 w 417830"/>
                  <a:gd name="connsiteY1" fmla="*/ 1537503 h 1582857"/>
                  <a:gd name="connsiteX2" fmla="*/ 4562 w 417830"/>
                  <a:gd name="connsiteY2" fmla="*/ 1468734 h 1582857"/>
                  <a:gd name="connsiteX3" fmla="*/ 199273 w 417830"/>
                  <a:gd name="connsiteY3" fmla="*/ 1 h 1582857"/>
                  <a:gd name="connsiteX0" fmla="*/ 199273 w 422599"/>
                  <a:gd name="connsiteY0" fmla="*/ 1 h 1582857"/>
                  <a:gd name="connsiteX1" fmla="*/ 411408 w 422599"/>
                  <a:gd name="connsiteY1" fmla="*/ 1537503 h 1582857"/>
                  <a:gd name="connsiteX2" fmla="*/ 4562 w 422599"/>
                  <a:gd name="connsiteY2" fmla="*/ 1468734 h 1582857"/>
                  <a:gd name="connsiteX3" fmla="*/ 199273 w 422599"/>
                  <a:gd name="connsiteY3" fmla="*/ 1 h 1582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2599" h="1582857">
                    <a:moveTo>
                      <a:pt x="199273" y="1"/>
                    </a:moveTo>
                    <a:cubicBezTo>
                      <a:pt x="435857" y="43744"/>
                      <a:pt x="437632" y="1074496"/>
                      <a:pt x="411408" y="1537503"/>
                    </a:cubicBezTo>
                    <a:cubicBezTo>
                      <a:pt x="174341" y="1645453"/>
                      <a:pt x="197179" y="1535409"/>
                      <a:pt x="4562" y="1468734"/>
                    </a:cubicBezTo>
                    <a:cubicBezTo>
                      <a:pt x="-11664" y="877861"/>
                      <a:pt x="7103" y="52467"/>
                      <a:pt x="199273" y="1"/>
                    </a:cubicBezTo>
                    <a:close/>
                  </a:path>
                </a:pathLst>
              </a:custGeom>
              <a:solidFill>
                <a:srgbClr val="F4EBD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Rectangle: Rounded Corners 2">
                <a:extLst>
                  <a:ext uri="{FF2B5EF4-FFF2-40B4-BE49-F238E27FC236}">
                    <a16:creationId xmlns:a16="http://schemas.microsoft.com/office/drawing/2014/main" id="{D1ACC7D2-5798-E89A-C756-F7D3CA141550}"/>
                  </a:ext>
                </a:extLst>
              </p:cNvPr>
              <p:cNvSpPr/>
              <p:nvPr/>
            </p:nvSpPr>
            <p:spPr>
              <a:xfrm>
                <a:off x="10321839" y="1354858"/>
                <a:ext cx="493495" cy="258759"/>
              </a:xfrm>
              <a:custGeom>
                <a:avLst/>
                <a:gdLst>
                  <a:gd name="connsiteX0" fmla="*/ 0 w 498475"/>
                  <a:gd name="connsiteY0" fmla="*/ 0 h 1504950"/>
                  <a:gd name="connsiteX1" fmla="*/ 0 w 498475"/>
                  <a:gd name="connsiteY1" fmla="*/ 0 h 1504950"/>
                  <a:gd name="connsiteX2" fmla="*/ 498475 w 498475"/>
                  <a:gd name="connsiteY2" fmla="*/ 0 h 1504950"/>
                  <a:gd name="connsiteX3" fmla="*/ 498475 w 498475"/>
                  <a:gd name="connsiteY3" fmla="*/ 0 h 1504950"/>
                  <a:gd name="connsiteX4" fmla="*/ 498475 w 498475"/>
                  <a:gd name="connsiteY4" fmla="*/ 1504950 h 1504950"/>
                  <a:gd name="connsiteX5" fmla="*/ 498475 w 498475"/>
                  <a:gd name="connsiteY5" fmla="*/ 1504950 h 1504950"/>
                  <a:gd name="connsiteX6" fmla="*/ 0 w 498475"/>
                  <a:gd name="connsiteY6" fmla="*/ 1504950 h 1504950"/>
                  <a:gd name="connsiteX7" fmla="*/ 0 w 498475"/>
                  <a:gd name="connsiteY7" fmla="*/ 1504950 h 1504950"/>
                  <a:gd name="connsiteX8" fmla="*/ 0 w 498475"/>
                  <a:gd name="connsiteY8" fmla="*/ 0 h 1504950"/>
                  <a:gd name="connsiteX0" fmla="*/ 0 w 498475"/>
                  <a:gd name="connsiteY0" fmla="*/ 0 h 1543050"/>
                  <a:gd name="connsiteX1" fmla="*/ 0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38100 h 1543050"/>
                  <a:gd name="connsiteX4" fmla="*/ 498475 w 498475"/>
                  <a:gd name="connsiteY4" fmla="*/ 1543050 h 1543050"/>
                  <a:gd name="connsiteX5" fmla="*/ 498475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1543050 h 1543050"/>
                  <a:gd name="connsiteX8" fmla="*/ 0 w 498475"/>
                  <a:gd name="connsiteY8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2125 w 498475"/>
                  <a:gd name="connsiteY2" fmla="*/ 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3175 w 501650"/>
                  <a:gd name="connsiteY4" fmla="*/ 1543050 h 1543050"/>
                  <a:gd name="connsiteX5" fmla="*/ 0 w 501650"/>
                  <a:gd name="connsiteY5" fmla="*/ 1498600 h 1543050"/>
                  <a:gd name="connsiteX6" fmla="*/ 3175 w 501650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498475 w 501650"/>
                  <a:gd name="connsiteY3" fmla="*/ 1495425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0 w 501650"/>
                  <a:gd name="connsiteY3" fmla="*/ 1498600 h 1543050"/>
                  <a:gd name="connsiteX4" fmla="*/ 3175 w 501650"/>
                  <a:gd name="connsiteY4" fmla="*/ 0 h 1543050"/>
                  <a:gd name="connsiteX0" fmla="*/ 3175 w 501650"/>
                  <a:gd name="connsiteY0" fmla="*/ 0 h 1498600"/>
                  <a:gd name="connsiteX1" fmla="*/ 495300 w 501650"/>
                  <a:gd name="connsiteY1" fmla="*/ 0 h 1498600"/>
                  <a:gd name="connsiteX2" fmla="*/ 501650 w 501650"/>
                  <a:gd name="connsiteY2" fmla="*/ 1489075 h 1498600"/>
                  <a:gd name="connsiteX3" fmla="*/ 0 w 501650"/>
                  <a:gd name="connsiteY3" fmla="*/ 1498600 h 1498600"/>
                  <a:gd name="connsiteX4" fmla="*/ 3175 w 501650"/>
                  <a:gd name="connsiteY4" fmla="*/ 0 h 1498600"/>
                  <a:gd name="connsiteX0" fmla="*/ 3175 w 501650"/>
                  <a:gd name="connsiteY0" fmla="*/ 0 h 1537481"/>
                  <a:gd name="connsiteX1" fmla="*/ 495300 w 501650"/>
                  <a:gd name="connsiteY1" fmla="*/ 0 h 1537481"/>
                  <a:gd name="connsiteX2" fmla="*/ 501650 w 501650"/>
                  <a:gd name="connsiteY2" fmla="*/ 1489075 h 1537481"/>
                  <a:gd name="connsiteX3" fmla="*/ 0 w 501650"/>
                  <a:gd name="connsiteY3" fmla="*/ 1498600 h 1537481"/>
                  <a:gd name="connsiteX4" fmla="*/ 3175 w 501650"/>
                  <a:gd name="connsiteY4" fmla="*/ 0 h 1537481"/>
                  <a:gd name="connsiteX0" fmla="*/ 3175 w 501650"/>
                  <a:gd name="connsiteY0" fmla="*/ 0 h 1548754"/>
                  <a:gd name="connsiteX1" fmla="*/ 495300 w 501650"/>
                  <a:gd name="connsiteY1" fmla="*/ 0 h 1548754"/>
                  <a:gd name="connsiteX2" fmla="*/ 501650 w 501650"/>
                  <a:gd name="connsiteY2" fmla="*/ 1489075 h 1548754"/>
                  <a:gd name="connsiteX3" fmla="*/ 0 w 501650"/>
                  <a:gd name="connsiteY3" fmla="*/ 1498600 h 1548754"/>
                  <a:gd name="connsiteX4" fmla="*/ 3175 w 501650"/>
                  <a:gd name="connsiteY4" fmla="*/ 0 h 1548754"/>
                  <a:gd name="connsiteX0" fmla="*/ 3175 w 501650"/>
                  <a:gd name="connsiteY0" fmla="*/ 0 h 1568568"/>
                  <a:gd name="connsiteX1" fmla="*/ 495300 w 501650"/>
                  <a:gd name="connsiteY1" fmla="*/ 0 h 1568568"/>
                  <a:gd name="connsiteX2" fmla="*/ 501650 w 501650"/>
                  <a:gd name="connsiteY2" fmla="*/ 1489075 h 1568568"/>
                  <a:gd name="connsiteX3" fmla="*/ 0 w 501650"/>
                  <a:gd name="connsiteY3" fmla="*/ 1498600 h 1568568"/>
                  <a:gd name="connsiteX4" fmla="*/ 3175 w 501650"/>
                  <a:gd name="connsiteY4" fmla="*/ 0 h 1568568"/>
                  <a:gd name="connsiteX0" fmla="*/ 3175 w 501650"/>
                  <a:gd name="connsiteY0" fmla="*/ 0 h 1559583"/>
                  <a:gd name="connsiteX1" fmla="*/ 495300 w 501650"/>
                  <a:gd name="connsiteY1" fmla="*/ 0 h 1559583"/>
                  <a:gd name="connsiteX2" fmla="*/ 501650 w 501650"/>
                  <a:gd name="connsiteY2" fmla="*/ 1489075 h 1559583"/>
                  <a:gd name="connsiteX3" fmla="*/ 0 w 501650"/>
                  <a:gd name="connsiteY3" fmla="*/ 1498600 h 1559583"/>
                  <a:gd name="connsiteX4" fmla="*/ 3175 w 501650"/>
                  <a:gd name="connsiteY4" fmla="*/ 0 h 1559583"/>
                  <a:gd name="connsiteX0" fmla="*/ 24606 w 501650"/>
                  <a:gd name="connsiteY0" fmla="*/ 0 h 1602849"/>
                  <a:gd name="connsiteX1" fmla="*/ 495300 w 501650"/>
                  <a:gd name="connsiteY1" fmla="*/ 43266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501650"/>
                  <a:gd name="connsiteY0" fmla="*/ 0 h 1602849"/>
                  <a:gd name="connsiteX1" fmla="*/ 476250 w 501650"/>
                  <a:gd name="connsiteY1" fmla="*/ 0 h 1602849"/>
                  <a:gd name="connsiteX2" fmla="*/ 501650 w 501650"/>
                  <a:gd name="connsiteY2" fmla="*/ 1532341 h 1602849"/>
                  <a:gd name="connsiteX3" fmla="*/ 0 w 501650"/>
                  <a:gd name="connsiteY3" fmla="*/ 1541866 h 1602849"/>
                  <a:gd name="connsiteX4" fmla="*/ 24606 w 501650"/>
                  <a:gd name="connsiteY4" fmla="*/ 0 h 1602849"/>
                  <a:gd name="connsiteX0" fmla="*/ 24606 w 492125"/>
                  <a:gd name="connsiteY0" fmla="*/ 0 h 1602849"/>
                  <a:gd name="connsiteX1" fmla="*/ 476250 w 492125"/>
                  <a:gd name="connsiteY1" fmla="*/ 0 h 1602849"/>
                  <a:gd name="connsiteX2" fmla="*/ 492125 w 492125"/>
                  <a:gd name="connsiteY2" fmla="*/ 1532342 h 1602849"/>
                  <a:gd name="connsiteX3" fmla="*/ 0 w 492125"/>
                  <a:gd name="connsiteY3" fmla="*/ 1541866 h 1602849"/>
                  <a:gd name="connsiteX4" fmla="*/ 24606 w 492125"/>
                  <a:gd name="connsiteY4" fmla="*/ 0 h 1602849"/>
                  <a:gd name="connsiteX0" fmla="*/ 17462 w 484981"/>
                  <a:gd name="connsiteY0" fmla="*/ 0 h 1602849"/>
                  <a:gd name="connsiteX1" fmla="*/ 469106 w 484981"/>
                  <a:gd name="connsiteY1" fmla="*/ 0 h 1602849"/>
                  <a:gd name="connsiteX2" fmla="*/ 484981 w 484981"/>
                  <a:gd name="connsiteY2" fmla="*/ 1532342 h 1602849"/>
                  <a:gd name="connsiteX3" fmla="*/ 0 w 484981"/>
                  <a:gd name="connsiteY3" fmla="*/ 1541869 h 1602849"/>
                  <a:gd name="connsiteX4" fmla="*/ 17462 w 484981"/>
                  <a:gd name="connsiteY4" fmla="*/ 0 h 1602849"/>
                  <a:gd name="connsiteX0" fmla="*/ 7937 w 475456"/>
                  <a:gd name="connsiteY0" fmla="*/ 0 h 1609820"/>
                  <a:gd name="connsiteX1" fmla="*/ 459581 w 475456"/>
                  <a:gd name="connsiteY1" fmla="*/ 0 h 1609820"/>
                  <a:gd name="connsiteX2" fmla="*/ 475456 w 475456"/>
                  <a:gd name="connsiteY2" fmla="*/ 1532342 h 1609820"/>
                  <a:gd name="connsiteX3" fmla="*/ 0 w 475456"/>
                  <a:gd name="connsiteY3" fmla="*/ 1556288 h 1609820"/>
                  <a:gd name="connsiteX4" fmla="*/ 7937 w 475456"/>
                  <a:gd name="connsiteY4" fmla="*/ 0 h 1609820"/>
                  <a:gd name="connsiteX0" fmla="*/ 15081 w 482600"/>
                  <a:gd name="connsiteY0" fmla="*/ 0 h 1586721"/>
                  <a:gd name="connsiteX1" fmla="*/ 466725 w 482600"/>
                  <a:gd name="connsiteY1" fmla="*/ 0 h 1586721"/>
                  <a:gd name="connsiteX2" fmla="*/ 482600 w 482600"/>
                  <a:gd name="connsiteY2" fmla="*/ 1532342 h 1586721"/>
                  <a:gd name="connsiteX3" fmla="*/ 0 w 482600"/>
                  <a:gd name="connsiteY3" fmla="*/ 1498603 h 1586721"/>
                  <a:gd name="connsiteX4" fmla="*/ 15081 w 482600"/>
                  <a:gd name="connsiteY4" fmla="*/ 0 h 1586721"/>
                  <a:gd name="connsiteX0" fmla="*/ 7937 w 475456"/>
                  <a:gd name="connsiteY0" fmla="*/ 0 h 1586721"/>
                  <a:gd name="connsiteX1" fmla="*/ 459581 w 475456"/>
                  <a:gd name="connsiteY1" fmla="*/ 0 h 1586721"/>
                  <a:gd name="connsiteX2" fmla="*/ 475456 w 475456"/>
                  <a:gd name="connsiteY2" fmla="*/ 1532342 h 1586721"/>
                  <a:gd name="connsiteX3" fmla="*/ 0 w 475456"/>
                  <a:gd name="connsiteY3" fmla="*/ 1498602 h 1586721"/>
                  <a:gd name="connsiteX4" fmla="*/ 7937 w 475456"/>
                  <a:gd name="connsiteY4" fmla="*/ 0 h 1586721"/>
                  <a:gd name="connsiteX0" fmla="*/ 790 w 468309"/>
                  <a:gd name="connsiteY0" fmla="*/ 0 h 1584814"/>
                  <a:gd name="connsiteX1" fmla="*/ 452434 w 468309"/>
                  <a:gd name="connsiteY1" fmla="*/ 0 h 1584814"/>
                  <a:gd name="connsiteX2" fmla="*/ 468309 w 468309"/>
                  <a:gd name="connsiteY2" fmla="*/ 1532342 h 1584814"/>
                  <a:gd name="connsiteX3" fmla="*/ 0 w 468309"/>
                  <a:gd name="connsiteY3" fmla="*/ 1492077 h 1584814"/>
                  <a:gd name="connsiteX4" fmla="*/ 790 w 468309"/>
                  <a:gd name="connsiteY4" fmla="*/ 0 h 1584814"/>
                  <a:gd name="connsiteX0" fmla="*/ 5795 w 473314"/>
                  <a:gd name="connsiteY0" fmla="*/ 0 h 1584814"/>
                  <a:gd name="connsiteX1" fmla="*/ 457439 w 473314"/>
                  <a:gd name="connsiteY1" fmla="*/ 0 h 1584814"/>
                  <a:gd name="connsiteX2" fmla="*/ 473314 w 473314"/>
                  <a:gd name="connsiteY2" fmla="*/ 1532342 h 1584814"/>
                  <a:gd name="connsiteX3" fmla="*/ 5005 w 473314"/>
                  <a:gd name="connsiteY3" fmla="*/ 1492077 h 1584814"/>
                  <a:gd name="connsiteX4" fmla="*/ 5795 w 473314"/>
                  <a:gd name="connsiteY4" fmla="*/ 0 h 1584814"/>
                  <a:gd name="connsiteX0" fmla="*/ 5795 w 464125"/>
                  <a:gd name="connsiteY0" fmla="*/ 0 h 1575704"/>
                  <a:gd name="connsiteX1" fmla="*/ 457439 w 464125"/>
                  <a:gd name="connsiteY1" fmla="*/ 0 h 1575704"/>
                  <a:gd name="connsiteX2" fmla="*/ 464125 w 464125"/>
                  <a:gd name="connsiteY2" fmla="*/ 1519292 h 1575704"/>
                  <a:gd name="connsiteX3" fmla="*/ 5005 w 464125"/>
                  <a:gd name="connsiteY3" fmla="*/ 1492077 h 1575704"/>
                  <a:gd name="connsiteX4" fmla="*/ 5795 w 464125"/>
                  <a:gd name="connsiteY4" fmla="*/ 0 h 1575704"/>
                  <a:gd name="connsiteX0" fmla="*/ 5795 w 469401"/>
                  <a:gd name="connsiteY0" fmla="*/ 0 h 1575704"/>
                  <a:gd name="connsiteX1" fmla="*/ 457439 w 469401"/>
                  <a:gd name="connsiteY1" fmla="*/ 0 h 1575704"/>
                  <a:gd name="connsiteX2" fmla="*/ 464125 w 469401"/>
                  <a:gd name="connsiteY2" fmla="*/ 1519292 h 1575704"/>
                  <a:gd name="connsiteX3" fmla="*/ 5005 w 469401"/>
                  <a:gd name="connsiteY3" fmla="*/ 1492077 h 1575704"/>
                  <a:gd name="connsiteX4" fmla="*/ 5795 w 469401"/>
                  <a:gd name="connsiteY4" fmla="*/ 0 h 1575704"/>
                  <a:gd name="connsiteX0" fmla="*/ 5795 w 464125"/>
                  <a:gd name="connsiteY0" fmla="*/ 0 h 1575704"/>
                  <a:gd name="connsiteX1" fmla="*/ 457439 w 464125"/>
                  <a:gd name="connsiteY1" fmla="*/ 0 h 1575704"/>
                  <a:gd name="connsiteX2" fmla="*/ 464125 w 464125"/>
                  <a:gd name="connsiteY2" fmla="*/ 1519292 h 1575704"/>
                  <a:gd name="connsiteX3" fmla="*/ 5005 w 464125"/>
                  <a:gd name="connsiteY3" fmla="*/ 1492077 h 1575704"/>
                  <a:gd name="connsiteX4" fmla="*/ 5795 w 464125"/>
                  <a:gd name="connsiteY4" fmla="*/ 0 h 1575704"/>
                  <a:gd name="connsiteX0" fmla="*/ 5795 w 457922"/>
                  <a:gd name="connsiteY0" fmla="*/ 0 h 1567112"/>
                  <a:gd name="connsiteX1" fmla="*/ 457439 w 457922"/>
                  <a:gd name="connsiteY1" fmla="*/ 0 h 1567112"/>
                  <a:gd name="connsiteX2" fmla="*/ 453999 w 457922"/>
                  <a:gd name="connsiteY2" fmla="*/ 1506242 h 1567112"/>
                  <a:gd name="connsiteX3" fmla="*/ 5005 w 457922"/>
                  <a:gd name="connsiteY3" fmla="*/ 1492077 h 1567112"/>
                  <a:gd name="connsiteX4" fmla="*/ 5795 w 457922"/>
                  <a:gd name="connsiteY4" fmla="*/ 0 h 1567112"/>
                  <a:gd name="connsiteX0" fmla="*/ 5795 w 461989"/>
                  <a:gd name="connsiteY0" fmla="*/ 0 h 1567112"/>
                  <a:gd name="connsiteX1" fmla="*/ 457439 w 461989"/>
                  <a:gd name="connsiteY1" fmla="*/ 0 h 1567112"/>
                  <a:gd name="connsiteX2" fmla="*/ 453999 w 461989"/>
                  <a:gd name="connsiteY2" fmla="*/ 1506242 h 1567112"/>
                  <a:gd name="connsiteX3" fmla="*/ 5005 w 461989"/>
                  <a:gd name="connsiteY3" fmla="*/ 1492077 h 1567112"/>
                  <a:gd name="connsiteX4" fmla="*/ 5795 w 461989"/>
                  <a:gd name="connsiteY4" fmla="*/ 0 h 1567112"/>
                  <a:gd name="connsiteX0" fmla="*/ 5795 w 460116"/>
                  <a:gd name="connsiteY0" fmla="*/ 0 h 1567112"/>
                  <a:gd name="connsiteX1" fmla="*/ 451364 w 460116"/>
                  <a:gd name="connsiteY1" fmla="*/ 26097 h 1567112"/>
                  <a:gd name="connsiteX2" fmla="*/ 453999 w 460116"/>
                  <a:gd name="connsiteY2" fmla="*/ 1506242 h 1567112"/>
                  <a:gd name="connsiteX3" fmla="*/ 5005 w 460116"/>
                  <a:gd name="connsiteY3" fmla="*/ 1492077 h 1567112"/>
                  <a:gd name="connsiteX4" fmla="*/ 5795 w 460116"/>
                  <a:gd name="connsiteY4" fmla="*/ 0 h 1567112"/>
                  <a:gd name="connsiteX0" fmla="*/ 5795 w 461045"/>
                  <a:gd name="connsiteY0" fmla="*/ 0 h 1567112"/>
                  <a:gd name="connsiteX1" fmla="*/ 451364 w 461045"/>
                  <a:gd name="connsiteY1" fmla="*/ 26097 h 1567112"/>
                  <a:gd name="connsiteX2" fmla="*/ 453999 w 461045"/>
                  <a:gd name="connsiteY2" fmla="*/ 1506242 h 1567112"/>
                  <a:gd name="connsiteX3" fmla="*/ 5005 w 461045"/>
                  <a:gd name="connsiteY3" fmla="*/ 1492077 h 1567112"/>
                  <a:gd name="connsiteX4" fmla="*/ 5795 w 461045"/>
                  <a:gd name="connsiteY4" fmla="*/ 0 h 1567112"/>
                  <a:gd name="connsiteX0" fmla="*/ 10607 w 459850"/>
                  <a:gd name="connsiteY0" fmla="*/ 0 h 1567112"/>
                  <a:gd name="connsiteX1" fmla="*/ 450169 w 459850"/>
                  <a:gd name="connsiteY1" fmla="*/ 26097 h 1567112"/>
                  <a:gd name="connsiteX2" fmla="*/ 452804 w 459850"/>
                  <a:gd name="connsiteY2" fmla="*/ 1506242 h 1567112"/>
                  <a:gd name="connsiteX3" fmla="*/ 3810 w 459850"/>
                  <a:gd name="connsiteY3" fmla="*/ 1492077 h 1567112"/>
                  <a:gd name="connsiteX4" fmla="*/ 10607 w 459850"/>
                  <a:gd name="connsiteY4" fmla="*/ 0 h 1567112"/>
                  <a:gd name="connsiteX0" fmla="*/ 12495 w 461738"/>
                  <a:gd name="connsiteY0" fmla="*/ 0 h 1567112"/>
                  <a:gd name="connsiteX1" fmla="*/ 452057 w 461738"/>
                  <a:gd name="connsiteY1" fmla="*/ 26097 h 1567112"/>
                  <a:gd name="connsiteX2" fmla="*/ 454692 w 461738"/>
                  <a:gd name="connsiteY2" fmla="*/ 1506242 h 1567112"/>
                  <a:gd name="connsiteX3" fmla="*/ 5698 w 461738"/>
                  <a:gd name="connsiteY3" fmla="*/ 1492077 h 1567112"/>
                  <a:gd name="connsiteX4" fmla="*/ 12495 w 461738"/>
                  <a:gd name="connsiteY4" fmla="*/ 0 h 1567112"/>
                  <a:gd name="connsiteX0" fmla="*/ 9407 w 458650"/>
                  <a:gd name="connsiteY0" fmla="*/ 0 h 1567112"/>
                  <a:gd name="connsiteX1" fmla="*/ 448969 w 458650"/>
                  <a:gd name="connsiteY1" fmla="*/ 26097 h 1567112"/>
                  <a:gd name="connsiteX2" fmla="*/ 451604 w 458650"/>
                  <a:gd name="connsiteY2" fmla="*/ 1506242 h 1567112"/>
                  <a:gd name="connsiteX3" fmla="*/ 2610 w 458650"/>
                  <a:gd name="connsiteY3" fmla="*/ 1492077 h 1567112"/>
                  <a:gd name="connsiteX4" fmla="*/ 9407 w 458650"/>
                  <a:gd name="connsiteY4" fmla="*/ 0 h 1567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8650" h="1567112">
                    <a:moveTo>
                      <a:pt x="9407" y="0"/>
                    </a:moveTo>
                    <a:cubicBezTo>
                      <a:pt x="166305" y="180592"/>
                      <a:pt x="281752" y="195715"/>
                      <a:pt x="448969" y="26097"/>
                    </a:cubicBezTo>
                    <a:cubicBezTo>
                      <a:pt x="455136" y="201192"/>
                      <a:pt x="465823" y="1298526"/>
                      <a:pt x="451604" y="1506242"/>
                    </a:cubicBezTo>
                    <a:cubicBezTo>
                      <a:pt x="214537" y="1614192"/>
                      <a:pt x="195227" y="1558752"/>
                      <a:pt x="2610" y="1492077"/>
                    </a:cubicBezTo>
                    <a:cubicBezTo>
                      <a:pt x="-1576" y="1083882"/>
                      <a:pt x="-1663" y="101559"/>
                      <a:pt x="9407" y="0"/>
                    </a:cubicBezTo>
                    <a:close/>
                  </a:path>
                </a:pathLst>
              </a:custGeom>
              <a:solidFill>
                <a:srgbClr val="EA5B6B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2E05830-AE27-2B40-D0D4-AB6F38AB6DD2}"/>
                  </a:ext>
                </a:extLst>
              </p:cNvPr>
              <p:cNvGrpSpPr/>
              <p:nvPr/>
            </p:nvGrpSpPr>
            <p:grpSpPr>
              <a:xfrm>
                <a:off x="10314592" y="2907697"/>
                <a:ext cx="510985" cy="400423"/>
                <a:chOff x="7854684" y="6255172"/>
                <a:chExt cx="510985" cy="400423"/>
              </a:xfrm>
            </p:grpSpPr>
            <p:sp>
              <p:nvSpPr>
                <p:cNvPr id="100" name="Oval 6">
                  <a:extLst>
                    <a:ext uri="{FF2B5EF4-FFF2-40B4-BE49-F238E27FC236}">
                      <a16:creationId xmlns:a16="http://schemas.microsoft.com/office/drawing/2014/main" id="{ED2C5ACA-CDCB-984F-B2D5-13A957CE9DB5}"/>
                    </a:ext>
                  </a:extLst>
                </p:cNvPr>
                <p:cNvSpPr/>
                <p:nvPr/>
              </p:nvSpPr>
              <p:spPr>
                <a:xfrm>
                  <a:off x="7854684" y="6255172"/>
                  <a:ext cx="510985" cy="400423"/>
                </a:xfrm>
                <a:custGeom>
                  <a:avLst/>
                  <a:gdLst>
                    <a:gd name="connsiteX0" fmla="*/ 0 w 480218"/>
                    <a:gd name="connsiteY0" fmla="*/ 86916 h 173831"/>
                    <a:gd name="connsiteX1" fmla="*/ 240109 w 480218"/>
                    <a:gd name="connsiteY1" fmla="*/ 0 h 173831"/>
                    <a:gd name="connsiteX2" fmla="*/ 480218 w 480218"/>
                    <a:gd name="connsiteY2" fmla="*/ 86916 h 173831"/>
                    <a:gd name="connsiteX3" fmla="*/ 240109 w 480218"/>
                    <a:gd name="connsiteY3" fmla="*/ 173832 h 173831"/>
                    <a:gd name="connsiteX4" fmla="*/ 0 w 480218"/>
                    <a:gd name="connsiteY4" fmla="*/ 86916 h 173831"/>
                    <a:gd name="connsiteX0" fmla="*/ 0 w 489743"/>
                    <a:gd name="connsiteY0" fmla="*/ 86916 h 173832"/>
                    <a:gd name="connsiteX1" fmla="*/ 249634 w 489743"/>
                    <a:gd name="connsiteY1" fmla="*/ 0 h 173832"/>
                    <a:gd name="connsiteX2" fmla="*/ 489743 w 489743"/>
                    <a:gd name="connsiteY2" fmla="*/ 86916 h 173832"/>
                    <a:gd name="connsiteX3" fmla="*/ 249634 w 489743"/>
                    <a:gd name="connsiteY3" fmla="*/ 173832 h 173832"/>
                    <a:gd name="connsiteX4" fmla="*/ 0 w 489743"/>
                    <a:gd name="connsiteY4" fmla="*/ 86916 h 173832"/>
                    <a:gd name="connsiteX0" fmla="*/ 15351 w 505094"/>
                    <a:gd name="connsiteY0" fmla="*/ 296466 h 383382"/>
                    <a:gd name="connsiteX1" fmla="*/ 79248 w 505094"/>
                    <a:gd name="connsiteY1" fmla="*/ 0 h 383382"/>
                    <a:gd name="connsiteX2" fmla="*/ 505094 w 505094"/>
                    <a:gd name="connsiteY2" fmla="*/ 296466 h 383382"/>
                    <a:gd name="connsiteX3" fmla="*/ 264985 w 505094"/>
                    <a:gd name="connsiteY3" fmla="*/ 383382 h 383382"/>
                    <a:gd name="connsiteX4" fmla="*/ 15351 w 505094"/>
                    <a:gd name="connsiteY4" fmla="*/ 296466 h 383382"/>
                    <a:gd name="connsiteX0" fmla="*/ 14230 w 516432"/>
                    <a:gd name="connsiteY0" fmla="*/ 321962 h 408878"/>
                    <a:gd name="connsiteX1" fmla="*/ 78127 w 516432"/>
                    <a:gd name="connsiteY1" fmla="*/ 25496 h 408878"/>
                    <a:gd name="connsiteX2" fmla="*/ 470637 w 516432"/>
                    <a:gd name="connsiteY2" fmla="*/ 49308 h 408878"/>
                    <a:gd name="connsiteX3" fmla="*/ 503973 w 516432"/>
                    <a:gd name="connsiteY3" fmla="*/ 321962 h 408878"/>
                    <a:gd name="connsiteX4" fmla="*/ 263864 w 516432"/>
                    <a:gd name="connsiteY4" fmla="*/ 408878 h 408878"/>
                    <a:gd name="connsiteX5" fmla="*/ 14230 w 516432"/>
                    <a:gd name="connsiteY5" fmla="*/ 321962 h 408878"/>
                    <a:gd name="connsiteX0" fmla="*/ 14230 w 524027"/>
                    <a:gd name="connsiteY0" fmla="*/ 321962 h 408878"/>
                    <a:gd name="connsiteX1" fmla="*/ 78127 w 524027"/>
                    <a:gd name="connsiteY1" fmla="*/ 25496 h 408878"/>
                    <a:gd name="connsiteX2" fmla="*/ 470637 w 524027"/>
                    <a:gd name="connsiteY2" fmla="*/ 49308 h 408878"/>
                    <a:gd name="connsiteX3" fmla="*/ 503973 w 524027"/>
                    <a:gd name="connsiteY3" fmla="*/ 321962 h 408878"/>
                    <a:gd name="connsiteX4" fmla="*/ 263864 w 524027"/>
                    <a:gd name="connsiteY4" fmla="*/ 408878 h 408878"/>
                    <a:gd name="connsiteX5" fmla="*/ 14230 w 524027"/>
                    <a:gd name="connsiteY5" fmla="*/ 321962 h 408878"/>
                    <a:gd name="connsiteX0" fmla="*/ 13136 w 512943"/>
                    <a:gd name="connsiteY0" fmla="*/ 332203 h 419119"/>
                    <a:gd name="connsiteX1" fmla="*/ 77033 w 512943"/>
                    <a:gd name="connsiteY1" fmla="*/ 35737 h 419119"/>
                    <a:gd name="connsiteX2" fmla="*/ 433824 w 512943"/>
                    <a:gd name="connsiteY2" fmla="*/ 38118 h 419119"/>
                    <a:gd name="connsiteX3" fmla="*/ 502879 w 512943"/>
                    <a:gd name="connsiteY3" fmla="*/ 332203 h 419119"/>
                    <a:gd name="connsiteX4" fmla="*/ 262770 w 512943"/>
                    <a:gd name="connsiteY4" fmla="*/ 419119 h 419119"/>
                    <a:gd name="connsiteX5" fmla="*/ 13136 w 512943"/>
                    <a:gd name="connsiteY5" fmla="*/ 332203 h 419119"/>
                    <a:gd name="connsiteX0" fmla="*/ 18788 w 518595"/>
                    <a:gd name="connsiteY0" fmla="*/ 321487 h 408403"/>
                    <a:gd name="connsiteX1" fmla="*/ 82685 w 518595"/>
                    <a:gd name="connsiteY1" fmla="*/ 25021 h 408403"/>
                    <a:gd name="connsiteX2" fmla="*/ 439476 w 518595"/>
                    <a:gd name="connsiteY2" fmla="*/ 27402 h 408403"/>
                    <a:gd name="connsiteX3" fmla="*/ 508531 w 518595"/>
                    <a:gd name="connsiteY3" fmla="*/ 321487 h 408403"/>
                    <a:gd name="connsiteX4" fmla="*/ 268422 w 518595"/>
                    <a:gd name="connsiteY4" fmla="*/ 408403 h 408403"/>
                    <a:gd name="connsiteX5" fmla="*/ 18788 w 518595"/>
                    <a:gd name="connsiteY5" fmla="*/ 321487 h 408403"/>
                    <a:gd name="connsiteX0" fmla="*/ 18788 w 522076"/>
                    <a:gd name="connsiteY0" fmla="*/ 321487 h 408403"/>
                    <a:gd name="connsiteX1" fmla="*/ 82685 w 522076"/>
                    <a:gd name="connsiteY1" fmla="*/ 25021 h 408403"/>
                    <a:gd name="connsiteX2" fmla="*/ 439476 w 522076"/>
                    <a:gd name="connsiteY2" fmla="*/ 27402 h 408403"/>
                    <a:gd name="connsiteX3" fmla="*/ 508531 w 522076"/>
                    <a:gd name="connsiteY3" fmla="*/ 321487 h 408403"/>
                    <a:gd name="connsiteX4" fmla="*/ 268422 w 522076"/>
                    <a:gd name="connsiteY4" fmla="*/ 408403 h 408403"/>
                    <a:gd name="connsiteX5" fmla="*/ 18788 w 522076"/>
                    <a:gd name="connsiteY5" fmla="*/ 321487 h 408403"/>
                    <a:gd name="connsiteX0" fmla="*/ 17033 w 520321"/>
                    <a:gd name="connsiteY0" fmla="*/ 313507 h 400423"/>
                    <a:gd name="connsiteX1" fmla="*/ 80930 w 520321"/>
                    <a:gd name="connsiteY1" fmla="*/ 17041 h 400423"/>
                    <a:gd name="connsiteX2" fmla="*/ 437721 w 520321"/>
                    <a:gd name="connsiteY2" fmla="*/ 19422 h 400423"/>
                    <a:gd name="connsiteX3" fmla="*/ 506776 w 520321"/>
                    <a:gd name="connsiteY3" fmla="*/ 313507 h 400423"/>
                    <a:gd name="connsiteX4" fmla="*/ 266667 w 520321"/>
                    <a:gd name="connsiteY4" fmla="*/ 400423 h 400423"/>
                    <a:gd name="connsiteX5" fmla="*/ 17033 w 520321"/>
                    <a:gd name="connsiteY5" fmla="*/ 313507 h 400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0321" h="400423">
                      <a:moveTo>
                        <a:pt x="17033" y="313507"/>
                      </a:moveTo>
                      <a:cubicBezTo>
                        <a:pt x="-13923" y="249610"/>
                        <a:pt x="-8236" y="1762"/>
                        <a:pt x="80930" y="17041"/>
                      </a:cubicBezTo>
                      <a:cubicBezTo>
                        <a:pt x="170096" y="32320"/>
                        <a:pt x="366747" y="-29989"/>
                        <a:pt x="437721" y="19422"/>
                      </a:cubicBezTo>
                      <a:cubicBezTo>
                        <a:pt x="527745" y="-31180"/>
                        <a:pt x="532507" y="292076"/>
                        <a:pt x="506776" y="313507"/>
                      </a:cubicBezTo>
                      <a:cubicBezTo>
                        <a:pt x="500095" y="358751"/>
                        <a:pt x="348291" y="400423"/>
                        <a:pt x="266667" y="400423"/>
                      </a:cubicBezTo>
                      <a:cubicBezTo>
                        <a:pt x="185043" y="400423"/>
                        <a:pt x="47989" y="377404"/>
                        <a:pt x="17033" y="313507"/>
                      </a:cubicBezTo>
                      <a:close/>
                    </a:path>
                  </a:pathLst>
                </a:custGeom>
                <a:solidFill>
                  <a:srgbClr val="DE485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B11ED9F2-516A-E156-9673-7FBFB8887354}"/>
                    </a:ext>
                  </a:extLst>
                </p:cNvPr>
                <p:cNvSpPr/>
                <p:nvPr/>
              </p:nvSpPr>
              <p:spPr>
                <a:xfrm>
                  <a:off x="7912895" y="63507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E63DFFB6-EE8A-0150-446C-92F15BCF3B55}"/>
                    </a:ext>
                  </a:extLst>
                </p:cNvPr>
                <p:cNvSpPr/>
                <p:nvPr/>
              </p:nvSpPr>
              <p:spPr>
                <a:xfrm>
                  <a:off x="7979569" y="6372225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97D0C66E-90A8-9237-9079-0794FD02D82F}"/>
                    </a:ext>
                  </a:extLst>
                </p:cNvPr>
                <p:cNvSpPr/>
                <p:nvPr/>
              </p:nvSpPr>
              <p:spPr>
                <a:xfrm>
                  <a:off x="8043863" y="63888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C2DF7F5D-8A34-1353-EC80-DB0018ACF366}"/>
                    </a:ext>
                  </a:extLst>
                </p:cNvPr>
                <p:cNvSpPr/>
                <p:nvPr/>
              </p:nvSpPr>
              <p:spPr>
                <a:xfrm>
                  <a:off x="8110177" y="63888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C4C2C595-387D-B5A0-DB01-C05B34CE126F}"/>
                    </a:ext>
                  </a:extLst>
                </p:cNvPr>
                <p:cNvSpPr/>
                <p:nvPr/>
              </p:nvSpPr>
              <p:spPr>
                <a:xfrm>
                  <a:off x="8181614" y="63888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F2AF3CDF-F44F-8A86-E868-9A223A3F255D}"/>
                    </a:ext>
                  </a:extLst>
                </p:cNvPr>
                <p:cNvSpPr/>
                <p:nvPr/>
              </p:nvSpPr>
              <p:spPr>
                <a:xfrm>
                  <a:off x="8250670" y="6372225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9B3CEDB7-BB9D-5A30-6323-C3CEB3C60D36}"/>
                    </a:ext>
                  </a:extLst>
                </p:cNvPr>
                <p:cNvSpPr/>
                <p:nvPr/>
              </p:nvSpPr>
              <p:spPr>
                <a:xfrm>
                  <a:off x="8318139" y="6350794"/>
                  <a:ext cx="0" cy="259556"/>
                </a:xfrm>
                <a:custGeom>
                  <a:avLst/>
                  <a:gdLst>
                    <a:gd name="connsiteX0" fmla="*/ 0 w 0"/>
                    <a:gd name="connsiteY0" fmla="*/ 0 h 259556"/>
                    <a:gd name="connsiteX1" fmla="*/ 0 w 0"/>
                    <a:gd name="connsiteY1" fmla="*/ 259556 h 259556"/>
                    <a:gd name="connsiteX2" fmla="*/ 0 w 0"/>
                    <a:gd name="connsiteY2" fmla="*/ 259556 h 25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h="259556">
                      <a:moveTo>
                        <a:pt x="0" y="0"/>
                      </a:moveTo>
                      <a:lnTo>
                        <a:pt x="0" y="259556"/>
                      </a:lnTo>
                      <a:lnTo>
                        <a:pt x="0" y="259556"/>
                      </a:lnTo>
                    </a:path>
                  </a:pathLst>
                </a:custGeom>
                <a:noFill/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9" name="Rectangle: Rounded Corners 2">
                <a:extLst>
                  <a:ext uri="{FF2B5EF4-FFF2-40B4-BE49-F238E27FC236}">
                    <a16:creationId xmlns:a16="http://schemas.microsoft.com/office/drawing/2014/main" id="{54FC39F6-2016-62E8-B2C1-AA93AF0117B1}"/>
                  </a:ext>
                </a:extLst>
              </p:cNvPr>
              <p:cNvSpPr/>
              <p:nvPr/>
            </p:nvSpPr>
            <p:spPr>
              <a:xfrm>
                <a:off x="10319261" y="1547585"/>
                <a:ext cx="501650" cy="1559583"/>
              </a:xfrm>
              <a:custGeom>
                <a:avLst/>
                <a:gdLst>
                  <a:gd name="connsiteX0" fmla="*/ 0 w 498475"/>
                  <a:gd name="connsiteY0" fmla="*/ 0 h 1504950"/>
                  <a:gd name="connsiteX1" fmla="*/ 0 w 498475"/>
                  <a:gd name="connsiteY1" fmla="*/ 0 h 1504950"/>
                  <a:gd name="connsiteX2" fmla="*/ 498475 w 498475"/>
                  <a:gd name="connsiteY2" fmla="*/ 0 h 1504950"/>
                  <a:gd name="connsiteX3" fmla="*/ 498475 w 498475"/>
                  <a:gd name="connsiteY3" fmla="*/ 0 h 1504950"/>
                  <a:gd name="connsiteX4" fmla="*/ 498475 w 498475"/>
                  <a:gd name="connsiteY4" fmla="*/ 1504950 h 1504950"/>
                  <a:gd name="connsiteX5" fmla="*/ 498475 w 498475"/>
                  <a:gd name="connsiteY5" fmla="*/ 1504950 h 1504950"/>
                  <a:gd name="connsiteX6" fmla="*/ 0 w 498475"/>
                  <a:gd name="connsiteY6" fmla="*/ 1504950 h 1504950"/>
                  <a:gd name="connsiteX7" fmla="*/ 0 w 498475"/>
                  <a:gd name="connsiteY7" fmla="*/ 1504950 h 1504950"/>
                  <a:gd name="connsiteX8" fmla="*/ 0 w 498475"/>
                  <a:gd name="connsiteY8" fmla="*/ 0 h 1504950"/>
                  <a:gd name="connsiteX0" fmla="*/ 0 w 498475"/>
                  <a:gd name="connsiteY0" fmla="*/ 0 h 1543050"/>
                  <a:gd name="connsiteX1" fmla="*/ 0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38100 h 1543050"/>
                  <a:gd name="connsiteX4" fmla="*/ 498475 w 498475"/>
                  <a:gd name="connsiteY4" fmla="*/ 1543050 h 1543050"/>
                  <a:gd name="connsiteX5" fmla="*/ 498475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1543050 h 1543050"/>
                  <a:gd name="connsiteX8" fmla="*/ 0 w 498475"/>
                  <a:gd name="connsiteY8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8475 w 498475"/>
                  <a:gd name="connsiteY2" fmla="*/ 3810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8475 w 498475"/>
                  <a:gd name="connsiteY1" fmla="*/ 38100 h 1543050"/>
                  <a:gd name="connsiteX2" fmla="*/ 492125 w 498475"/>
                  <a:gd name="connsiteY2" fmla="*/ 0 h 1543050"/>
                  <a:gd name="connsiteX3" fmla="*/ 498475 w 498475"/>
                  <a:gd name="connsiteY3" fmla="*/ 1543050 h 1543050"/>
                  <a:gd name="connsiteX4" fmla="*/ 498475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1543050 h 1543050"/>
                  <a:gd name="connsiteX7" fmla="*/ 0 w 498475"/>
                  <a:gd name="connsiteY7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0 w 498475"/>
                  <a:gd name="connsiteY0" fmla="*/ 0 h 1543050"/>
                  <a:gd name="connsiteX1" fmla="*/ 492125 w 498475"/>
                  <a:gd name="connsiteY1" fmla="*/ 0 h 1543050"/>
                  <a:gd name="connsiteX2" fmla="*/ 498475 w 498475"/>
                  <a:gd name="connsiteY2" fmla="*/ 1543050 h 1543050"/>
                  <a:gd name="connsiteX3" fmla="*/ 498475 w 498475"/>
                  <a:gd name="connsiteY3" fmla="*/ 1543050 h 1543050"/>
                  <a:gd name="connsiteX4" fmla="*/ 0 w 498475"/>
                  <a:gd name="connsiteY4" fmla="*/ 1543050 h 1543050"/>
                  <a:gd name="connsiteX5" fmla="*/ 0 w 498475"/>
                  <a:gd name="connsiteY5" fmla="*/ 1543050 h 1543050"/>
                  <a:gd name="connsiteX6" fmla="*/ 0 w 498475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3175 w 501650"/>
                  <a:gd name="connsiteY4" fmla="*/ 1543050 h 1543050"/>
                  <a:gd name="connsiteX5" fmla="*/ 0 w 501650"/>
                  <a:gd name="connsiteY5" fmla="*/ 1498600 h 1543050"/>
                  <a:gd name="connsiteX6" fmla="*/ 3175 w 501650"/>
                  <a:gd name="connsiteY6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501650 w 501650"/>
                  <a:gd name="connsiteY3" fmla="*/ 1543050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498475 w 501650"/>
                  <a:gd name="connsiteY3" fmla="*/ 1495425 h 1543050"/>
                  <a:gd name="connsiteX4" fmla="*/ 0 w 501650"/>
                  <a:gd name="connsiteY4" fmla="*/ 1498600 h 1543050"/>
                  <a:gd name="connsiteX5" fmla="*/ 3175 w 501650"/>
                  <a:gd name="connsiteY5" fmla="*/ 0 h 1543050"/>
                  <a:gd name="connsiteX0" fmla="*/ 3175 w 501650"/>
                  <a:gd name="connsiteY0" fmla="*/ 0 h 1543050"/>
                  <a:gd name="connsiteX1" fmla="*/ 495300 w 501650"/>
                  <a:gd name="connsiteY1" fmla="*/ 0 h 1543050"/>
                  <a:gd name="connsiteX2" fmla="*/ 501650 w 501650"/>
                  <a:gd name="connsiteY2" fmla="*/ 1543050 h 1543050"/>
                  <a:gd name="connsiteX3" fmla="*/ 0 w 501650"/>
                  <a:gd name="connsiteY3" fmla="*/ 1498600 h 1543050"/>
                  <a:gd name="connsiteX4" fmla="*/ 3175 w 501650"/>
                  <a:gd name="connsiteY4" fmla="*/ 0 h 1543050"/>
                  <a:gd name="connsiteX0" fmla="*/ 3175 w 501650"/>
                  <a:gd name="connsiteY0" fmla="*/ 0 h 1498600"/>
                  <a:gd name="connsiteX1" fmla="*/ 495300 w 501650"/>
                  <a:gd name="connsiteY1" fmla="*/ 0 h 1498600"/>
                  <a:gd name="connsiteX2" fmla="*/ 501650 w 501650"/>
                  <a:gd name="connsiteY2" fmla="*/ 1489075 h 1498600"/>
                  <a:gd name="connsiteX3" fmla="*/ 0 w 501650"/>
                  <a:gd name="connsiteY3" fmla="*/ 1498600 h 1498600"/>
                  <a:gd name="connsiteX4" fmla="*/ 3175 w 501650"/>
                  <a:gd name="connsiteY4" fmla="*/ 0 h 1498600"/>
                  <a:gd name="connsiteX0" fmla="*/ 3175 w 501650"/>
                  <a:gd name="connsiteY0" fmla="*/ 0 h 1537481"/>
                  <a:gd name="connsiteX1" fmla="*/ 495300 w 501650"/>
                  <a:gd name="connsiteY1" fmla="*/ 0 h 1537481"/>
                  <a:gd name="connsiteX2" fmla="*/ 501650 w 501650"/>
                  <a:gd name="connsiteY2" fmla="*/ 1489075 h 1537481"/>
                  <a:gd name="connsiteX3" fmla="*/ 0 w 501650"/>
                  <a:gd name="connsiteY3" fmla="*/ 1498600 h 1537481"/>
                  <a:gd name="connsiteX4" fmla="*/ 3175 w 501650"/>
                  <a:gd name="connsiteY4" fmla="*/ 0 h 1537481"/>
                  <a:gd name="connsiteX0" fmla="*/ 3175 w 501650"/>
                  <a:gd name="connsiteY0" fmla="*/ 0 h 1548754"/>
                  <a:gd name="connsiteX1" fmla="*/ 495300 w 501650"/>
                  <a:gd name="connsiteY1" fmla="*/ 0 h 1548754"/>
                  <a:gd name="connsiteX2" fmla="*/ 501650 w 501650"/>
                  <a:gd name="connsiteY2" fmla="*/ 1489075 h 1548754"/>
                  <a:gd name="connsiteX3" fmla="*/ 0 w 501650"/>
                  <a:gd name="connsiteY3" fmla="*/ 1498600 h 1548754"/>
                  <a:gd name="connsiteX4" fmla="*/ 3175 w 501650"/>
                  <a:gd name="connsiteY4" fmla="*/ 0 h 1548754"/>
                  <a:gd name="connsiteX0" fmla="*/ 3175 w 501650"/>
                  <a:gd name="connsiteY0" fmla="*/ 0 h 1568568"/>
                  <a:gd name="connsiteX1" fmla="*/ 495300 w 501650"/>
                  <a:gd name="connsiteY1" fmla="*/ 0 h 1568568"/>
                  <a:gd name="connsiteX2" fmla="*/ 501650 w 501650"/>
                  <a:gd name="connsiteY2" fmla="*/ 1489075 h 1568568"/>
                  <a:gd name="connsiteX3" fmla="*/ 0 w 501650"/>
                  <a:gd name="connsiteY3" fmla="*/ 1498600 h 1568568"/>
                  <a:gd name="connsiteX4" fmla="*/ 3175 w 501650"/>
                  <a:gd name="connsiteY4" fmla="*/ 0 h 1568568"/>
                  <a:gd name="connsiteX0" fmla="*/ 3175 w 501650"/>
                  <a:gd name="connsiteY0" fmla="*/ 0 h 1559583"/>
                  <a:gd name="connsiteX1" fmla="*/ 495300 w 501650"/>
                  <a:gd name="connsiteY1" fmla="*/ 0 h 1559583"/>
                  <a:gd name="connsiteX2" fmla="*/ 501650 w 501650"/>
                  <a:gd name="connsiteY2" fmla="*/ 1489075 h 1559583"/>
                  <a:gd name="connsiteX3" fmla="*/ 0 w 501650"/>
                  <a:gd name="connsiteY3" fmla="*/ 1498600 h 1559583"/>
                  <a:gd name="connsiteX4" fmla="*/ 3175 w 501650"/>
                  <a:gd name="connsiteY4" fmla="*/ 0 h 1559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1650" h="1559583">
                    <a:moveTo>
                      <a:pt x="3175" y="0"/>
                    </a:moveTo>
                    <a:cubicBezTo>
                      <a:pt x="205317" y="50800"/>
                      <a:pt x="347133" y="25400"/>
                      <a:pt x="495300" y="0"/>
                    </a:cubicBezTo>
                    <a:cubicBezTo>
                      <a:pt x="497417" y="514350"/>
                      <a:pt x="499533" y="974725"/>
                      <a:pt x="501650" y="1489075"/>
                    </a:cubicBezTo>
                    <a:cubicBezTo>
                      <a:pt x="264583" y="1597025"/>
                      <a:pt x="192617" y="1565275"/>
                      <a:pt x="0" y="1498600"/>
                    </a:cubicBezTo>
                    <a:cubicBezTo>
                      <a:pt x="1058" y="999067"/>
                      <a:pt x="2117" y="499533"/>
                      <a:pt x="3175" y="0"/>
                    </a:cubicBezTo>
                    <a:close/>
                  </a:path>
                </a:pathLst>
              </a:custGeom>
              <a:solidFill>
                <a:srgbClr val="F8DD84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DE17772-26A4-4310-D7BA-37FB40C5DC5B}"/>
                </a:ext>
              </a:extLst>
            </p:cNvPr>
            <p:cNvGrpSpPr/>
            <p:nvPr/>
          </p:nvGrpSpPr>
          <p:grpSpPr>
            <a:xfrm>
              <a:off x="2318061" y="5458924"/>
              <a:ext cx="1225966" cy="1037970"/>
              <a:chOff x="8257210" y="5855494"/>
              <a:chExt cx="520321" cy="440532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EAAB022A-A0A4-D881-EDC7-7F2741FAC61E}"/>
                  </a:ext>
                </a:extLst>
              </p:cNvPr>
              <p:cNvGrpSpPr/>
              <p:nvPr/>
            </p:nvGrpSpPr>
            <p:grpSpPr>
              <a:xfrm>
                <a:off x="8257210" y="5855494"/>
                <a:ext cx="520321" cy="440532"/>
                <a:chOff x="7741029" y="6084094"/>
                <a:chExt cx="520321" cy="440532"/>
              </a:xfrm>
            </p:grpSpPr>
            <p:sp>
              <p:nvSpPr>
                <p:cNvPr id="94" name="Oval 6">
                  <a:extLst>
                    <a:ext uri="{FF2B5EF4-FFF2-40B4-BE49-F238E27FC236}">
                      <a16:creationId xmlns:a16="http://schemas.microsoft.com/office/drawing/2014/main" id="{82430FD7-7D2C-ADA1-FCC9-DA13CA8B0B48}"/>
                    </a:ext>
                  </a:extLst>
                </p:cNvPr>
                <p:cNvSpPr/>
                <p:nvPr/>
              </p:nvSpPr>
              <p:spPr>
                <a:xfrm>
                  <a:off x="7741029" y="6124203"/>
                  <a:ext cx="520321" cy="400423"/>
                </a:xfrm>
                <a:custGeom>
                  <a:avLst/>
                  <a:gdLst>
                    <a:gd name="connsiteX0" fmla="*/ 0 w 480218"/>
                    <a:gd name="connsiteY0" fmla="*/ 86916 h 173831"/>
                    <a:gd name="connsiteX1" fmla="*/ 240109 w 480218"/>
                    <a:gd name="connsiteY1" fmla="*/ 0 h 173831"/>
                    <a:gd name="connsiteX2" fmla="*/ 480218 w 480218"/>
                    <a:gd name="connsiteY2" fmla="*/ 86916 h 173831"/>
                    <a:gd name="connsiteX3" fmla="*/ 240109 w 480218"/>
                    <a:gd name="connsiteY3" fmla="*/ 173832 h 173831"/>
                    <a:gd name="connsiteX4" fmla="*/ 0 w 480218"/>
                    <a:gd name="connsiteY4" fmla="*/ 86916 h 173831"/>
                    <a:gd name="connsiteX0" fmla="*/ 0 w 489743"/>
                    <a:gd name="connsiteY0" fmla="*/ 86916 h 173832"/>
                    <a:gd name="connsiteX1" fmla="*/ 249634 w 489743"/>
                    <a:gd name="connsiteY1" fmla="*/ 0 h 173832"/>
                    <a:gd name="connsiteX2" fmla="*/ 489743 w 489743"/>
                    <a:gd name="connsiteY2" fmla="*/ 86916 h 173832"/>
                    <a:gd name="connsiteX3" fmla="*/ 249634 w 489743"/>
                    <a:gd name="connsiteY3" fmla="*/ 173832 h 173832"/>
                    <a:gd name="connsiteX4" fmla="*/ 0 w 489743"/>
                    <a:gd name="connsiteY4" fmla="*/ 86916 h 173832"/>
                    <a:gd name="connsiteX0" fmla="*/ 15351 w 505094"/>
                    <a:gd name="connsiteY0" fmla="*/ 296466 h 383382"/>
                    <a:gd name="connsiteX1" fmla="*/ 79248 w 505094"/>
                    <a:gd name="connsiteY1" fmla="*/ 0 h 383382"/>
                    <a:gd name="connsiteX2" fmla="*/ 505094 w 505094"/>
                    <a:gd name="connsiteY2" fmla="*/ 296466 h 383382"/>
                    <a:gd name="connsiteX3" fmla="*/ 264985 w 505094"/>
                    <a:gd name="connsiteY3" fmla="*/ 383382 h 383382"/>
                    <a:gd name="connsiteX4" fmla="*/ 15351 w 505094"/>
                    <a:gd name="connsiteY4" fmla="*/ 296466 h 383382"/>
                    <a:gd name="connsiteX0" fmla="*/ 14230 w 516432"/>
                    <a:gd name="connsiteY0" fmla="*/ 321962 h 408878"/>
                    <a:gd name="connsiteX1" fmla="*/ 78127 w 516432"/>
                    <a:gd name="connsiteY1" fmla="*/ 25496 h 408878"/>
                    <a:gd name="connsiteX2" fmla="*/ 470637 w 516432"/>
                    <a:gd name="connsiteY2" fmla="*/ 49308 h 408878"/>
                    <a:gd name="connsiteX3" fmla="*/ 503973 w 516432"/>
                    <a:gd name="connsiteY3" fmla="*/ 321962 h 408878"/>
                    <a:gd name="connsiteX4" fmla="*/ 263864 w 516432"/>
                    <a:gd name="connsiteY4" fmla="*/ 408878 h 408878"/>
                    <a:gd name="connsiteX5" fmla="*/ 14230 w 516432"/>
                    <a:gd name="connsiteY5" fmla="*/ 321962 h 408878"/>
                    <a:gd name="connsiteX0" fmla="*/ 14230 w 524027"/>
                    <a:gd name="connsiteY0" fmla="*/ 321962 h 408878"/>
                    <a:gd name="connsiteX1" fmla="*/ 78127 w 524027"/>
                    <a:gd name="connsiteY1" fmla="*/ 25496 h 408878"/>
                    <a:gd name="connsiteX2" fmla="*/ 470637 w 524027"/>
                    <a:gd name="connsiteY2" fmla="*/ 49308 h 408878"/>
                    <a:gd name="connsiteX3" fmla="*/ 503973 w 524027"/>
                    <a:gd name="connsiteY3" fmla="*/ 321962 h 408878"/>
                    <a:gd name="connsiteX4" fmla="*/ 263864 w 524027"/>
                    <a:gd name="connsiteY4" fmla="*/ 408878 h 408878"/>
                    <a:gd name="connsiteX5" fmla="*/ 14230 w 524027"/>
                    <a:gd name="connsiteY5" fmla="*/ 321962 h 408878"/>
                    <a:gd name="connsiteX0" fmla="*/ 13136 w 512943"/>
                    <a:gd name="connsiteY0" fmla="*/ 332203 h 419119"/>
                    <a:gd name="connsiteX1" fmla="*/ 77033 w 512943"/>
                    <a:gd name="connsiteY1" fmla="*/ 35737 h 419119"/>
                    <a:gd name="connsiteX2" fmla="*/ 433824 w 512943"/>
                    <a:gd name="connsiteY2" fmla="*/ 38118 h 419119"/>
                    <a:gd name="connsiteX3" fmla="*/ 502879 w 512943"/>
                    <a:gd name="connsiteY3" fmla="*/ 332203 h 419119"/>
                    <a:gd name="connsiteX4" fmla="*/ 262770 w 512943"/>
                    <a:gd name="connsiteY4" fmla="*/ 419119 h 419119"/>
                    <a:gd name="connsiteX5" fmla="*/ 13136 w 512943"/>
                    <a:gd name="connsiteY5" fmla="*/ 332203 h 419119"/>
                    <a:gd name="connsiteX0" fmla="*/ 18788 w 518595"/>
                    <a:gd name="connsiteY0" fmla="*/ 321487 h 408403"/>
                    <a:gd name="connsiteX1" fmla="*/ 82685 w 518595"/>
                    <a:gd name="connsiteY1" fmla="*/ 25021 h 408403"/>
                    <a:gd name="connsiteX2" fmla="*/ 439476 w 518595"/>
                    <a:gd name="connsiteY2" fmla="*/ 27402 h 408403"/>
                    <a:gd name="connsiteX3" fmla="*/ 508531 w 518595"/>
                    <a:gd name="connsiteY3" fmla="*/ 321487 h 408403"/>
                    <a:gd name="connsiteX4" fmla="*/ 268422 w 518595"/>
                    <a:gd name="connsiteY4" fmla="*/ 408403 h 408403"/>
                    <a:gd name="connsiteX5" fmla="*/ 18788 w 518595"/>
                    <a:gd name="connsiteY5" fmla="*/ 321487 h 408403"/>
                    <a:gd name="connsiteX0" fmla="*/ 18788 w 522076"/>
                    <a:gd name="connsiteY0" fmla="*/ 321487 h 408403"/>
                    <a:gd name="connsiteX1" fmla="*/ 82685 w 522076"/>
                    <a:gd name="connsiteY1" fmla="*/ 25021 h 408403"/>
                    <a:gd name="connsiteX2" fmla="*/ 439476 w 522076"/>
                    <a:gd name="connsiteY2" fmla="*/ 27402 h 408403"/>
                    <a:gd name="connsiteX3" fmla="*/ 508531 w 522076"/>
                    <a:gd name="connsiteY3" fmla="*/ 321487 h 408403"/>
                    <a:gd name="connsiteX4" fmla="*/ 268422 w 522076"/>
                    <a:gd name="connsiteY4" fmla="*/ 408403 h 408403"/>
                    <a:gd name="connsiteX5" fmla="*/ 18788 w 522076"/>
                    <a:gd name="connsiteY5" fmla="*/ 321487 h 408403"/>
                    <a:gd name="connsiteX0" fmla="*/ 17033 w 520321"/>
                    <a:gd name="connsiteY0" fmla="*/ 313507 h 400423"/>
                    <a:gd name="connsiteX1" fmla="*/ 80930 w 520321"/>
                    <a:gd name="connsiteY1" fmla="*/ 17041 h 400423"/>
                    <a:gd name="connsiteX2" fmla="*/ 437721 w 520321"/>
                    <a:gd name="connsiteY2" fmla="*/ 19422 h 400423"/>
                    <a:gd name="connsiteX3" fmla="*/ 506776 w 520321"/>
                    <a:gd name="connsiteY3" fmla="*/ 313507 h 400423"/>
                    <a:gd name="connsiteX4" fmla="*/ 266667 w 520321"/>
                    <a:gd name="connsiteY4" fmla="*/ 400423 h 400423"/>
                    <a:gd name="connsiteX5" fmla="*/ 17033 w 520321"/>
                    <a:gd name="connsiteY5" fmla="*/ 313507 h 400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0321" h="400423">
                      <a:moveTo>
                        <a:pt x="17033" y="313507"/>
                      </a:moveTo>
                      <a:cubicBezTo>
                        <a:pt x="-13923" y="249610"/>
                        <a:pt x="-8236" y="1762"/>
                        <a:pt x="80930" y="17041"/>
                      </a:cubicBezTo>
                      <a:cubicBezTo>
                        <a:pt x="170096" y="32320"/>
                        <a:pt x="366747" y="-29989"/>
                        <a:pt x="437721" y="19422"/>
                      </a:cubicBezTo>
                      <a:cubicBezTo>
                        <a:pt x="527745" y="-31180"/>
                        <a:pt x="532507" y="292076"/>
                        <a:pt x="506776" y="313507"/>
                      </a:cubicBezTo>
                      <a:cubicBezTo>
                        <a:pt x="500095" y="358751"/>
                        <a:pt x="348291" y="400423"/>
                        <a:pt x="266667" y="400423"/>
                      </a:cubicBezTo>
                      <a:cubicBezTo>
                        <a:pt x="185043" y="400423"/>
                        <a:pt x="47989" y="377404"/>
                        <a:pt x="17033" y="313507"/>
                      </a:cubicBezTo>
                      <a:close/>
                    </a:path>
                  </a:pathLst>
                </a:custGeom>
                <a:solidFill>
                  <a:srgbClr val="DE485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11B49DAA-6955-E4E2-DAD4-26A3B20BB770}"/>
                    </a:ext>
                  </a:extLst>
                </p:cNvPr>
                <p:cNvSpPr/>
                <p:nvPr/>
              </p:nvSpPr>
              <p:spPr>
                <a:xfrm>
                  <a:off x="7761288" y="6084094"/>
                  <a:ext cx="480218" cy="173831"/>
                </a:xfrm>
                <a:prstGeom prst="ellipse">
                  <a:avLst/>
                </a:prstGeom>
                <a:solidFill>
                  <a:srgbClr val="DE485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B3D24EC2-B0E4-0897-69ED-3DD60D638B0E}"/>
                  </a:ext>
                </a:extLst>
              </p:cNvPr>
              <p:cNvSpPr/>
              <p:nvPr/>
            </p:nvSpPr>
            <p:spPr>
              <a:xfrm>
                <a:off x="8320088" y="59912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54618CC-2A3F-B414-B07B-A9E64FF50D5E}"/>
                  </a:ext>
                </a:extLst>
              </p:cNvPr>
              <p:cNvSpPr/>
              <p:nvPr/>
            </p:nvSpPr>
            <p:spPr>
              <a:xfrm>
                <a:off x="8386762" y="6012656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EBDEC15-AF9A-1E23-4BFC-C16141B5B9D8}"/>
                  </a:ext>
                </a:extLst>
              </p:cNvPr>
              <p:cNvSpPr/>
              <p:nvPr/>
            </p:nvSpPr>
            <p:spPr>
              <a:xfrm>
                <a:off x="8451056" y="60293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B1E26C6-CB40-5365-117F-DA1CC4C6FAE0}"/>
                  </a:ext>
                </a:extLst>
              </p:cNvPr>
              <p:cNvSpPr/>
              <p:nvPr/>
            </p:nvSpPr>
            <p:spPr>
              <a:xfrm>
                <a:off x="8517370" y="60293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A93D06A3-630C-F926-915F-2726052ABCCD}"/>
                  </a:ext>
                </a:extLst>
              </p:cNvPr>
              <p:cNvSpPr/>
              <p:nvPr/>
            </p:nvSpPr>
            <p:spPr>
              <a:xfrm>
                <a:off x="8588807" y="60293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12D0114E-7C53-45F7-6AC0-8C5D8385F5A4}"/>
                  </a:ext>
                </a:extLst>
              </p:cNvPr>
              <p:cNvSpPr/>
              <p:nvPr/>
            </p:nvSpPr>
            <p:spPr>
              <a:xfrm>
                <a:off x="8657863" y="6012656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DF0E99C9-7981-B4D9-7A3A-269346E48741}"/>
                  </a:ext>
                </a:extLst>
              </p:cNvPr>
              <p:cNvSpPr/>
              <p:nvPr/>
            </p:nvSpPr>
            <p:spPr>
              <a:xfrm>
                <a:off x="8725332" y="5991225"/>
                <a:ext cx="0" cy="259556"/>
              </a:xfrm>
              <a:custGeom>
                <a:avLst/>
                <a:gdLst>
                  <a:gd name="connsiteX0" fmla="*/ 0 w 0"/>
                  <a:gd name="connsiteY0" fmla="*/ 0 h 259556"/>
                  <a:gd name="connsiteX1" fmla="*/ 0 w 0"/>
                  <a:gd name="connsiteY1" fmla="*/ 259556 h 259556"/>
                  <a:gd name="connsiteX2" fmla="*/ 0 w 0"/>
                  <a:gd name="connsiteY2" fmla="*/ 259556 h 259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259556">
                    <a:moveTo>
                      <a:pt x="0" y="0"/>
                    </a:moveTo>
                    <a:lnTo>
                      <a:pt x="0" y="259556"/>
                    </a:lnTo>
                    <a:lnTo>
                      <a:pt x="0" y="259556"/>
                    </a:lnTo>
                  </a:path>
                </a:pathLst>
              </a:cu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1335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561352" y="809220"/>
            <a:ext cx="4844450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Folder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BEC845-DDE1-3365-1A04-6B32017296DB}"/>
              </a:ext>
            </a:extLst>
          </p:cNvPr>
          <p:cNvGrpSpPr/>
          <p:nvPr/>
        </p:nvGrpSpPr>
        <p:grpSpPr>
          <a:xfrm>
            <a:off x="-578084" y="1932056"/>
            <a:ext cx="7061200" cy="4457700"/>
            <a:chOff x="1993900" y="1727200"/>
            <a:chExt cx="7061200" cy="4457700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4D7A2DE3-FC7E-F8E2-75C1-CB99109B2043}"/>
                </a:ext>
              </a:extLst>
            </p:cNvPr>
            <p:cNvSpPr/>
            <p:nvPr/>
          </p:nvSpPr>
          <p:spPr>
            <a:xfrm>
              <a:off x="1993900" y="1727200"/>
              <a:ext cx="6223000" cy="4400550"/>
            </a:xfrm>
            <a:custGeom>
              <a:avLst/>
              <a:gdLst>
                <a:gd name="connsiteX0" fmla="*/ 0 w 5918200"/>
                <a:gd name="connsiteY0" fmla="*/ 0 h 1917700"/>
                <a:gd name="connsiteX1" fmla="*/ 5918200 w 5918200"/>
                <a:gd name="connsiteY1" fmla="*/ 0 h 1917700"/>
                <a:gd name="connsiteX2" fmla="*/ 5918200 w 5918200"/>
                <a:gd name="connsiteY2" fmla="*/ 1917700 h 1917700"/>
                <a:gd name="connsiteX3" fmla="*/ 0 w 5918200"/>
                <a:gd name="connsiteY3" fmla="*/ 1917700 h 1917700"/>
                <a:gd name="connsiteX4" fmla="*/ 0 w 5918200"/>
                <a:gd name="connsiteY4" fmla="*/ 0 h 1917700"/>
                <a:gd name="connsiteX0" fmla="*/ 1117600 w 7035800"/>
                <a:gd name="connsiteY0" fmla="*/ 0 h 3479800"/>
                <a:gd name="connsiteX1" fmla="*/ 7035800 w 7035800"/>
                <a:gd name="connsiteY1" fmla="*/ 0 h 3479800"/>
                <a:gd name="connsiteX2" fmla="*/ 7035800 w 7035800"/>
                <a:gd name="connsiteY2" fmla="*/ 1917700 h 3479800"/>
                <a:gd name="connsiteX3" fmla="*/ 0 w 7035800"/>
                <a:gd name="connsiteY3" fmla="*/ 3479800 h 3479800"/>
                <a:gd name="connsiteX4" fmla="*/ 1117600 w 7035800"/>
                <a:gd name="connsiteY4" fmla="*/ 0 h 3479800"/>
                <a:gd name="connsiteX0" fmla="*/ 1117600 w 7035800"/>
                <a:gd name="connsiteY0" fmla="*/ 0 h 3543300"/>
                <a:gd name="connsiteX1" fmla="*/ 7035800 w 7035800"/>
                <a:gd name="connsiteY1" fmla="*/ 0 h 3543300"/>
                <a:gd name="connsiteX2" fmla="*/ 6134100 w 7035800"/>
                <a:gd name="connsiteY2" fmla="*/ 3543300 h 3543300"/>
                <a:gd name="connsiteX3" fmla="*/ 0 w 7035800"/>
                <a:gd name="connsiteY3" fmla="*/ 3479800 h 3543300"/>
                <a:gd name="connsiteX4" fmla="*/ 1117600 w 7035800"/>
                <a:gd name="connsiteY4" fmla="*/ 0 h 3543300"/>
                <a:gd name="connsiteX0" fmla="*/ 1117600 w 7048500"/>
                <a:gd name="connsiteY0" fmla="*/ 0 h 3543300"/>
                <a:gd name="connsiteX1" fmla="*/ 7048500 w 7048500"/>
                <a:gd name="connsiteY1" fmla="*/ 152400 h 3543300"/>
                <a:gd name="connsiteX2" fmla="*/ 6134100 w 7048500"/>
                <a:gd name="connsiteY2" fmla="*/ 3543300 h 3543300"/>
                <a:gd name="connsiteX3" fmla="*/ 0 w 7048500"/>
                <a:gd name="connsiteY3" fmla="*/ 3479800 h 3543300"/>
                <a:gd name="connsiteX4" fmla="*/ 1117600 w 7048500"/>
                <a:gd name="connsiteY4" fmla="*/ 0 h 35433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429000 h 3492500"/>
                <a:gd name="connsiteX4" fmla="*/ 1155700 w 7048500"/>
                <a:gd name="connsiteY4" fmla="*/ 0 h 34925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378200 h 3492500"/>
                <a:gd name="connsiteX4" fmla="*/ 1155700 w 7048500"/>
                <a:gd name="connsiteY4" fmla="*/ 0 h 3492500"/>
                <a:gd name="connsiteX0" fmla="*/ 939800 w 6832600"/>
                <a:gd name="connsiteY0" fmla="*/ 0 h 3568700"/>
                <a:gd name="connsiteX1" fmla="*/ 6832600 w 6832600"/>
                <a:gd name="connsiteY1" fmla="*/ 101600 h 3568700"/>
                <a:gd name="connsiteX2" fmla="*/ 5918200 w 6832600"/>
                <a:gd name="connsiteY2" fmla="*/ 3492500 h 3568700"/>
                <a:gd name="connsiteX3" fmla="*/ 0 w 6832600"/>
                <a:gd name="connsiteY3" fmla="*/ 3568700 h 3568700"/>
                <a:gd name="connsiteX4" fmla="*/ 939800 w 6832600"/>
                <a:gd name="connsiteY4" fmla="*/ 0 h 3568700"/>
                <a:gd name="connsiteX0" fmla="*/ 12700 w 6832600"/>
                <a:gd name="connsiteY0" fmla="*/ 0 h 3644900"/>
                <a:gd name="connsiteX1" fmla="*/ 6832600 w 6832600"/>
                <a:gd name="connsiteY1" fmla="*/ 177800 h 3644900"/>
                <a:gd name="connsiteX2" fmla="*/ 5918200 w 6832600"/>
                <a:gd name="connsiteY2" fmla="*/ 3568700 h 3644900"/>
                <a:gd name="connsiteX3" fmla="*/ 0 w 6832600"/>
                <a:gd name="connsiteY3" fmla="*/ 3644900 h 3644900"/>
                <a:gd name="connsiteX4" fmla="*/ 12700 w 6832600"/>
                <a:gd name="connsiteY4" fmla="*/ 0 h 3644900"/>
                <a:gd name="connsiteX0" fmla="*/ 76200 w 6896100"/>
                <a:gd name="connsiteY0" fmla="*/ 0 h 3657600"/>
                <a:gd name="connsiteX1" fmla="*/ 6896100 w 6896100"/>
                <a:gd name="connsiteY1" fmla="*/ 177800 h 3657600"/>
                <a:gd name="connsiteX2" fmla="*/ 5981700 w 6896100"/>
                <a:gd name="connsiteY2" fmla="*/ 3568700 h 3657600"/>
                <a:gd name="connsiteX3" fmla="*/ 0 w 6896100"/>
                <a:gd name="connsiteY3" fmla="*/ 3657600 h 3657600"/>
                <a:gd name="connsiteX4" fmla="*/ 76200 w 6896100"/>
                <a:gd name="connsiteY4" fmla="*/ 0 h 3657600"/>
                <a:gd name="connsiteX0" fmla="*/ 76200 w 5981700"/>
                <a:gd name="connsiteY0" fmla="*/ 0 h 3657600"/>
                <a:gd name="connsiteX1" fmla="*/ 5905500 w 5981700"/>
                <a:gd name="connsiteY1" fmla="*/ 88900 h 3657600"/>
                <a:gd name="connsiteX2" fmla="*/ 5981700 w 5981700"/>
                <a:gd name="connsiteY2" fmla="*/ 3568700 h 3657600"/>
                <a:gd name="connsiteX3" fmla="*/ 0 w 5981700"/>
                <a:gd name="connsiteY3" fmla="*/ 3657600 h 3657600"/>
                <a:gd name="connsiteX4" fmla="*/ 76200 w 5981700"/>
                <a:gd name="connsiteY4" fmla="*/ 0 h 3657600"/>
                <a:gd name="connsiteX0" fmla="*/ 76200 w 5905500"/>
                <a:gd name="connsiteY0" fmla="*/ 0 h 3657600"/>
                <a:gd name="connsiteX1" fmla="*/ 5905500 w 5905500"/>
                <a:gd name="connsiteY1" fmla="*/ 88900 h 3657600"/>
                <a:gd name="connsiteX2" fmla="*/ 5791200 w 5905500"/>
                <a:gd name="connsiteY2" fmla="*/ 3568700 h 3657600"/>
                <a:gd name="connsiteX3" fmla="*/ 0 w 5905500"/>
                <a:gd name="connsiteY3" fmla="*/ 3657600 h 3657600"/>
                <a:gd name="connsiteX4" fmla="*/ 76200 w 5905500"/>
                <a:gd name="connsiteY4" fmla="*/ 0 h 3657600"/>
                <a:gd name="connsiteX0" fmla="*/ 76200 w 5905500"/>
                <a:gd name="connsiteY0" fmla="*/ 0 h 3746500"/>
                <a:gd name="connsiteX1" fmla="*/ 5905500 w 5905500"/>
                <a:gd name="connsiteY1" fmla="*/ 88900 h 3746500"/>
                <a:gd name="connsiteX2" fmla="*/ 5727700 w 5905500"/>
                <a:gd name="connsiteY2" fmla="*/ 3746500 h 3746500"/>
                <a:gd name="connsiteX3" fmla="*/ 0 w 5905500"/>
                <a:gd name="connsiteY3" fmla="*/ 3657600 h 3746500"/>
                <a:gd name="connsiteX4" fmla="*/ 76200 w 5905500"/>
                <a:gd name="connsiteY4" fmla="*/ 0 h 3746500"/>
                <a:gd name="connsiteX0" fmla="*/ 50800 w 5880100"/>
                <a:gd name="connsiteY0" fmla="*/ 0 h 4064000"/>
                <a:gd name="connsiteX1" fmla="*/ 5880100 w 5880100"/>
                <a:gd name="connsiteY1" fmla="*/ 88900 h 4064000"/>
                <a:gd name="connsiteX2" fmla="*/ 5702300 w 5880100"/>
                <a:gd name="connsiteY2" fmla="*/ 3746500 h 4064000"/>
                <a:gd name="connsiteX3" fmla="*/ 0 w 5880100"/>
                <a:gd name="connsiteY3" fmla="*/ 4064000 h 4064000"/>
                <a:gd name="connsiteX4" fmla="*/ 50800 w 5880100"/>
                <a:gd name="connsiteY4" fmla="*/ 0 h 4064000"/>
                <a:gd name="connsiteX0" fmla="*/ 88900 w 5918200"/>
                <a:gd name="connsiteY0" fmla="*/ 0 h 4038600"/>
                <a:gd name="connsiteX1" fmla="*/ 5918200 w 5918200"/>
                <a:gd name="connsiteY1" fmla="*/ 88900 h 4038600"/>
                <a:gd name="connsiteX2" fmla="*/ 5740400 w 5918200"/>
                <a:gd name="connsiteY2" fmla="*/ 3746500 h 4038600"/>
                <a:gd name="connsiteX3" fmla="*/ 0 w 5918200"/>
                <a:gd name="connsiteY3" fmla="*/ 4038600 h 4038600"/>
                <a:gd name="connsiteX4" fmla="*/ 88900 w 5918200"/>
                <a:gd name="connsiteY4" fmla="*/ 0 h 4038600"/>
                <a:gd name="connsiteX0" fmla="*/ 88900 w 6096000"/>
                <a:gd name="connsiteY0" fmla="*/ 0 h 4152900"/>
                <a:gd name="connsiteX1" fmla="*/ 5918200 w 6096000"/>
                <a:gd name="connsiteY1" fmla="*/ 88900 h 4152900"/>
                <a:gd name="connsiteX2" fmla="*/ 6096000 w 6096000"/>
                <a:gd name="connsiteY2" fmla="*/ 4152900 h 4152900"/>
                <a:gd name="connsiteX3" fmla="*/ 0 w 6096000"/>
                <a:gd name="connsiteY3" fmla="*/ 4038600 h 4152900"/>
                <a:gd name="connsiteX4" fmla="*/ 88900 w 6096000"/>
                <a:gd name="connsiteY4" fmla="*/ 0 h 4152900"/>
                <a:gd name="connsiteX0" fmla="*/ 88900 w 6223000"/>
                <a:gd name="connsiteY0" fmla="*/ 0 h 4152900"/>
                <a:gd name="connsiteX1" fmla="*/ 6223000 w 6223000"/>
                <a:gd name="connsiteY1" fmla="*/ 165100 h 4152900"/>
                <a:gd name="connsiteX2" fmla="*/ 6096000 w 6223000"/>
                <a:gd name="connsiteY2" fmla="*/ 4152900 h 4152900"/>
                <a:gd name="connsiteX3" fmla="*/ 0 w 6223000"/>
                <a:gd name="connsiteY3" fmla="*/ 4038600 h 4152900"/>
                <a:gd name="connsiteX4" fmla="*/ 88900 w 6223000"/>
                <a:gd name="connsiteY4" fmla="*/ 0 h 4152900"/>
                <a:gd name="connsiteX0" fmla="*/ 88900 w 6223000"/>
                <a:gd name="connsiteY0" fmla="*/ 0 h 4114800"/>
                <a:gd name="connsiteX1" fmla="*/ 6223000 w 6223000"/>
                <a:gd name="connsiteY1" fmla="*/ 165100 h 4114800"/>
                <a:gd name="connsiteX2" fmla="*/ 6007100 w 6223000"/>
                <a:gd name="connsiteY2" fmla="*/ 4114800 h 4114800"/>
                <a:gd name="connsiteX3" fmla="*/ 0 w 6223000"/>
                <a:gd name="connsiteY3" fmla="*/ 4038600 h 4114800"/>
                <a:gd name="connsiteX4" fmla="*/ 88900 w 6223000"/>
                <a:gd name="connsiteY4" fmla="*/ 0 h 4114800"/>
                <a:gd name="connsiteX0" fmla="*/ 88900 w 6223000"/>
                <a:gd name="connsiteY0" fmla="*/ 0 h 4064000"/>
                <a:gd name="connsiteX1" fmla="*/ 6223000 w 6223000"/>
                <a:gd name="connsiteY1" fmla="*/ 114300 h 4064000"/>
                <a:gd name="connsiteX2" fmla="*/ 6007100 w 6223000"/>
                <a:gd name="connsiteY2" fmla="*/ 4064000 h 4064000"/>
                <a:gd name="connsiteX3" fmla="*/ 0 w 6223000"/>
                <a:gd name="connsiteY3" fmla="*/ 3987800 h 4064000"/>
                <a:gd name="connsiteX4" fmla="*/ 88900 w 6223000"/>
                <a:gd name="connsiteY4" fmla="*/ 0 h 4064000"/>
                <a:gd name="connsiteX0" fmla="*/ 88900 w 6223000"/>
                <a:gd name="connsiteY0" fmla="*/ 0 h 4064000"/>
                <a:gd name="connsiteX1" fmla="*/ 571500 w 6223000"/>
                <a:gd name="connsiteY1" fmla="*/ 6350 h 4064000"/>
                <a:gd name="connsiteX2" fmla="*/ 6223000 w 6223000"/>
                <a:gd name="connsiteY2" fmla="*/ 114300 h 4064000"/>
                <a:gd name="connsiteX3" fmla="*/ 6007100 w 6223000"/>
                <a:gd name="connsiteY3" fmla="*/ 4064000 h 4064000"/>
                <a:gd name="connsiteX4" fmla="*/ 0 w 6223000"/>
                <a:gd name="connsiteY4" fmla="*/ 3987800 h 4064000"/>
                <a:gd name="connsiteX5" fmla="*/ 88900 w 6223000"/>
                <a:gd name="connsiteY5" fmla="*/ 0 h 4064000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6223000 w 6223000"/>
                <a:gd name="connsiteY3" fmla="*/ 450887 h 4400587"/>
                <a:gd name="connsiteX4" fmla="*/ 6007100 w 6223000"/>
                <a:gd name="connsiteY4" fmla="*/ 4400587 h 4400587"/>
                <a:gd name="connsiteX5" fmla="*/ 0 w 6223000"/>
                <a:gd name="connsiteY5" fmla="*/ 4324387 h 4400587"/>
                <a:gd name="connsiteX6" fmla="*/ 88900 w 6223000"/>
                <a:gd name="connsiteY6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6223000 w 6223000"/>
                <a:gd name="connsiteY4" fmla="*/ 450887 h 4400587"/>
                <a:gd name="connsiteX5" fmla="*/ 6007100 w 6223000"/>
                <a:gd name="connsiteY5" fmla="*/ 4400587 h 4400587"/>
                <a:gd name="connsiteX6" fmla="*/ 0 w 6223000"/>
                <a:gd name="connsiteY6" fmla="*/ 4324387 h 4400587"/>
                <a:gd name="connsiteX7" fmla="*/ 88900 w 6223000"/>
                <a:gd name="connsiteY7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6675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50 h 4400550"/>
                <a:gd name="connsiteX1" fmla="*/ 571500 w 6223000"/>
                <a:gd name="connsiteY1" fmla="*/ 342900 h 4400550"/>
                <a:gd name="connsiteX2" fmla="*/ 666750 w 6223000"/>
                <a:gd name="connsiteY2" fmla="*/ 0 h 4400550"/>
                <a:gd name="connsiteX3" fmla="*/ 2425700 w 6223000"/>
                <a:gd name="connsiteY3" fmla="*/ 25401 h 4400550"/>
                <a:gd name="connsiteX4" fmla="*/ 2552700 w 6223000"/>
                <a:gd name="connsiteY4" fmla="*/ 368301 h 4400550"/>
                <a:gd name="connsiteX5" fmla="*/ 6223000 w 6223000"/>
                <a:gd name="connsiteY5" fmla="*/ 450850 h 4400550"/>
                <a:gd name="connsiteX6" fmla="*/ 6007100 w 6223000"/>
                <a:gd name="connsiteY6" fmla="*/ 4400550 h 4400550"/>
                <a:gd name="connsiteX7" fmla="*/ 0 w 6223000"/>
                <a:gd name="connsiteY7" fmla="*/ 4324350 h 4400550"/>
                <a:gd name="connsiteX8" fmla="*/ 88900 w 6223000"/>
                <a:gd name="connsiteY8" fmla="*/ 336550 h 4400550"/>
                <a:gd name="connsiteX0" fmla="*/ 88900 w 6223000"/>
                <a:gd name="connsiteY0" fmla="*/ 336550 h 4400550"/>
                <a:gd name="connsiteX1" fmla="*/ 571500 w 6223000"/>
                <a:gd name="connsiteY1" fmla="*/ 342900 h 4400550"/>
                <a:gd name="connsiteX2" fmla="*/ 666750 w 6223000"/>
                <a:gd name="connsiteY2" fmla="*/ 0 h 4400550"/>
                <a:gd name="connsiteX3" fmla="*/ 2425700 w 6223000"/>
                <a:gd name="connsiteY3" fmla="*/ 25401 h 4400550"/>
                <a:gd name="connsiteX4" fmla="*/ 2552700 w 6223000"/>
                <a:gd name="connsiteY4" fmla="*/ 368301 h 4400550"/>
                <a:gd name="connsiteX5" fmla="*/ 6223000 w 6223000"/>
                <a:gd name="connsiteY5" fmla="*/ 450850 h 4400550"/>
                <a:gd name="connsiteX6" fmla="*/ 6007100 w 6223000"/>
                <a:gd name="connsiteY6" fmla="*/ 4400550 h 4400550"/>
                <a:gd name="connsiteX7" fmla="*/ 0 w 6223000"/>
                <a:gd name="connsiteY7" fmla="*/ 4324350 h 4400550"/>
                <a:gd name="connsiteX8" fmla="*/ 88900 w 6223000"/>
                <a:gd name="connsiteY8" fmla="*/ 336550 h 4400550"/>
                <a:gd name="connsiteX0" fmla="*/ 88900 w 6223000"/>
                <a:gd name="connsiteY0" fmla="*/ 336550 h 4400550"/>
                <a:gd name="connsiteX1" fmla="*/ 571500 w 6223000"/>
                <a:gd name="connsiteY1" fmla="*/ 342900 h 4400550"/>
                <a:gd name="connsiteX2" fmla="*/ 666750 w 6223000"/>
                <a:gd name="connsiteY2" fmla="*/ 0 h 4400550"/>
                <a:gd name="connsiteX3" fmla="*/ 2444750 w 6223000"/>
                <a:gd name="connsiteY3" fmla="*/ 31751 h 4400550"/>
                <a:gd name="connsiteX4" fmla="*/ 2552700 w 6223000"/>
                <a:gd name="connsiteY4" fmla="*/ 368301 h 4400550"/>
                <a:gd name="connsiteX5" fmla="*/ 6223000 w 6223000"/>
                <a:gd name="connsiteY5" fmla="*/ 450850 h 4400550"/>
                <a:gd name="connsiteX6" fmla="*/ 6007100 w 6223000"/>
                <a:gd name="connsiteY6" fmla="*/ 4400550 h 4400550"/>
                <a:gd name="connsiteX7" fmla="*/ 0 w 6223000"/>
                <a:gd name="connsiteY7" fmla="*/ 4324350 h 4400550"/>
                <a:gd name="connsiteX8" fmla="*/ 88900 w 6223000"/>
                <a:gd name="connsiteY8" fmla="*/ 336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23000" h="4400550">
                  <a:moveTo>
                    <a:pt x="88900" y="336550"/>
                  </a:moveTo>
                  <a:lnTo>
                    <a:pt x="571500" y="342900"/>
                  </a:lnTo>
                  <a:cubicBezTo>
                    <a:pt x="715433" y="347133"/>
                    <a:pt x="649817" y="2117"/>
                    <a:pt x="666750" y="0"/>
                  </a:cubicBezTo>
                  <a:lnTo>
                    <a:pt x="2444750" y="31751"/>
                  </a:lnTo>
                  <a:cubicBezTo>
                    <a:pt x="2482850" y="44451"/>
                    <a:pt x="2451100" y="355601"/>
                    <a:pt x="2552700" y="368301"/>
                  </a:cubicBezTo>
                  <a:lnTo>
                    <a:pt x="6223000" y="450850"/>
                  </a:lnTo>
                  <a:lnTo>
                    <a:pt x="6007100" y="4400550"/>
                  </a:lnTo>
                  <a:lnTo>
                    <a:pt x="0" y="4324350"/>
                  </a:lnTo>
                  <a:cubicBezTo>
                    <a:pt x="4233" y="3109383"/>
                    <a:pt x="84667" y="1551517"/>
                    <a:pt x="88900" y="336550"/>
                  </a:cubicBezTo>
                  <a:close/>
                </a:path>
              </a:pathLst>
            </a:custGeom>
            <a:solidFill>
              <a:srgbClr val="FFFF0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C29B0088-5706-9348-404F-449319610C5C}"/>
                </a:ext>
              </a:extLst>
            </p:cNvPr>
            <p:cNvSpPr/>
            <p:nvPr/>
          </p:nvSpPr>
          <p:spPr>
            <a:xfrm>
              <a:off x="2159000" y="2286490"/>
              <a:ext cx="5905500" cy="3746500"/>
            </a:xfrm>
            <a:custGeom>
              <a:avLst/>
              <a:gdLst>
                <a:gd name="connsiteX0" fmla="*/ 0 w 5918200"/>
                <a:gd name="connsiteY0" fmla="*/ 0 h 1917700"/>
                <a:gd name="connsiteX1" fmla="*/ 5918200 w 5918200"/>
                <a:gd name="connsiteY1" fmla="*/ 0 h 1917700"/>
                <a:gd name="connsiteX2" fmla="*/ 5918200 w 5918200"/>
                <a:gd name="connsiteY2" fmla="*/ 1917700 h 1917700"/>
                <a:gd name="connsiteX3" fmla="*/ 0 w 5918200"/>
                <a:gd name="connsiteY3" fmla="*/ 1917700 h 1917700"/>
                <a:gd name="connsiteX4" fmla="*/ 0 w 5918200"/>
                <a:gd name="connsiteY4" fmla="*/ 0 h 1917700"/>
                <a:gd name="connsiteX0" fmla="*/ 1117600 w 7035800"/>
                <a:gd name="connsiteY0" fmla="*/ 0 h 3479800"/>
                <a:gd name="connsiteX1" fmla="*/ 7035800 w 7035800"/>
                <a:gd name="connsiteY1" fmla="*/ 0 h 3479800"/>
                <a:gd name="connsiteX2" fmla="*/ 7035800 w 7035800"/>
                <a:gd name="connsiteY2" fmla="*/ 1917700 h 3479800"/>
                <a:gd name="connsiteX3" fmla="*/ 0 w 7035800"/>
                <a:gd name="connsiteY3" fmla="*/ 3479800 h 3479800"/>
                <a:gd name="connsiteX4" fmla="*/ 1117600 w 7035800"/>
                <a:gd name="connsiteY4" fmla="*/ 0 h 3479800"/>
                <a:gd name="connsiteX0" fmla="*/ 1117600 w 7035800"/>
                <a:gd name="connsiteY0" fmla="*/ 0 h 3543300"/>
                <a:gd name="connsiteX1" fmla="*/ 7035800 w 7035800"/>
                <a:gd name="connsiteY1" fmla="*/ 0 h 3543300"/>
                <a:gd name="connsiteX2" fmla="*/ 6134100 w 7035800"/>
                <a:gd name="connsiteY2" fmla="*/ 3543300 h 3543300"/>
                <a:gd name="connsiteX3" fmla="*/ 0 w 7035800"/>
                <a:gd name="connsiteY3" fmla="*/ 3479800 h 3543300"/>
                <a:gd name="connsiteX4" fmla="*/ 1117600 w 7035800"/>
                <a:gd name="connsiteY4" fmla="*/ 0 h 3543300"/>
                <a:gd name="connsiteX0" fmla="*/ 1117600 w 7048500"/>
                <a:gd name="connsiteY0" fmla="*/ 0 h 3543300"/>
                <a:gd name="connsiteX1" fmla="*/ 7048500 w 7048500"/>
                <a:gd name="connsiteY1" fmla="*/ 152400 h 3543300"/>
                <a:gd name="connsiteX2" fmla="*/ 6134100 w 7048500"/>
                <a:gd name="connsiteY2" fmla="*/ 3543300 h 3543300"/>
                <a:gd name="connsiteX3" fmla="*/ 0 w 7048500"/>
                <a:gd name="connsiteY3" fmla="*/ 3479800 h 3543300"/>
                <a:gd name="connsiteX4" fmla="*/ 1117600 w 7048500"/>
                <a:gd name="connsiteY4" fmla="*/ 0 h 35433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429000 h 3492500"/>
                <a:gd name="connsiteX4" fmla="*/ 1155700 w 7048500"/>
                <a:gd name="connsiteY4" fmla="*/ 0 h 34925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378200 h 3492500"/>
                <a:gd name="connsiteX4" fmla="*/ 1155700 w 7048500"/>
                <a:gd name="connsiteY4" fmla="*/ 0 h 3492500"/>
                <a:gd name="connsiteX0" fmla="*/ 939800 w 6832600"/>
                <a:gd name="connsiteY0" fmla="*/ 0 h 3568700"/>
                <a:gd name="connsiteX1" fmla="*/ 6832600 w 6832600"/>
                <a:gd name="connsiteY1" fmla="*/ 101600 h 3568700"/>
                <a:gd name="connsiteX2" fmla="*/ 5918200 w 6832600"/>
                <a:gd name="connsiteY2" fmla="*/ 3492500 h 3568700"/>
                <a:gd name="connsiteX3" fmla="*/ 0 w 6832600"/>
                <a:gd name="connsiteY3" fmla="*/ 3568700 h 3568700"/>
                <a:gd name="connsiteX4" fmla="*/ 939800 w 6832600"/>
                <a:gd name="connsiteY4" fmla="*/ 0 h 3568700"/>
                <a:gd name="connsiteX0" fmla="*/ 12700 w 6832600"/>
                <a:gd name="connsiteY0" fmla="*/ 0 h 3644900"/>
                <a:gd name="connsiteX1" fmla="*/ 6832600 w 6832600"/>
                <a:gd name="connsiteY1" fmla="*/ 177800 h 3644900"/>
                <a:gd name="connsiteX2" fmla="*/ 5918200 w 6832600"/>
                <a:gd name="connsiteY2" fmla="*/ 3568700 h 3644900"/>
                <a:gd name="connsiteX3" fmla="*/ 0 w 6832600"/>
                <a:gd name="connsiteY3" fmla="*/ 3644900 h 3644900"/>
                <a:gd name="connsiteX4" fmla="*/ 12700 w 6832600"/>
                <a:gd name="connsiteY4" fmla="*/ 0 h 3644900"/>
                <a:gd name="connsiteX0" fmla="*/ 76200 w 6896100"/>
                <a:gd name="connsiteY0" fmla="*/ 0 h 3657600"/>
                <a:gd name="connsiteX1" fmla="*/ 6896100 w 6896100"/>
                <a:gd name="connsiteY1" fmla="*/ 177800 h 3657600"/>
                <a:gd name="connsiteX2" fmla="*/ 5981700 w 6896100"/>
                <a:gd name="connsiteY2" fmla="*/ 3568700 h 3657600"/>
                <a:gd name="connsiteX3" fmla="*/ 0 w 6896100"/>
                <a:gd name="connsiteY3" fmla="*/ 3657600 h 3657600"/>
                <a:gd name="connsiteX4" fmla="*/ 76200 w 6896100"/>
                <a:gd name="connsiteY4" fmla="*/ 0 h 3657600"/>
                <a:gd name="connsiteX0" fmla="*/ 76200 w 5981700"/>
                <a:gd name="connsiteY0" fmla="*/ 0 h 3657600"/>
                <a:gd name="connsiteX1" fmla="*/ 5905500 w 5981700"/>
                <a:gd name="connsiteY1" fmla="*/ 88900 h 3657600"/>
                <a:gd name="connsiteX2" fmla="*/ 5981700 w 5981700"/>
                <a:gd name="connsiteY2" fmla="*/ 3568700 h 3657600"/>
                <a:gd name="connsiteX3" fmla="*/ 0 w 5981700"/>
                <a:gd name="connsiteY3" fmla="*/ 3657600 h 3657600"/>
                <a:gd name="connsiteX4" fmla="*/ 76200 w 5981700"/>
                <a:gd name="connsiteY4" fmla="*/ 0 h 3657600"/>
                <a:gd name="connsiteX0" fmla="*/ 76200 w 5905500"/>
                <a:gd name="connsiteY0" fmla="*/ 0 h 3657600"/>
                <a:gd name="connsiteX1" fmla="*/ 5905500 w 5905500"/>
                <a:gd name="connsiteY1" fmla="*/ 88900 h 3657600"/>
                <a:gd name="connsiteX2" fmla="*/ 5791200 w 5905500"/>
                <a:gd name="connsiteY2" fmla="*/ 3568700 h 3657600"/>
                <a:gd name="connsiteX3" fmla="*/ 0 w 5905500"/>
                <a:gd name="connsiteY3" fmla="*/ 3657600 h 3657600"/>
                <a:gd name="connsiteX4" fmla="*/ 76200 w 5905500"/>
                <a:gd name="connsiteY4" fmla="*/ 0 h 3657600"/>
                <a:gd name="connsiteX0" fmla="*/ 76200 w 5905500"/>
                <a:gd name="connsiteY0" fmla="*/ 0 h 3746500"/>
                <a:gd name="connsiteX1" fmla="*/ 5905500 w 5905500"/>
                <a:gd name="connsiteY1" fmla="*/ 88900 h 3746500"/>
                <a:gd name="connsiteX2" fmla="*/ 5727700 w 5905500"/>
                <a:gd name="connsiteY2" fmla="*/ 3746500 h 3746500"/>
                <a:gd name="connsiteX3" fmla="*/ 0 w 5905500"/>
                <a:gd name="connsiteY3" fmla="*/ 3657600 h 3746500"/>
                <a:gd name="connsiteX4" fmla="*/ 76200 w 5905500"/>
                <a:gd name="connsiteY4" fmla="*/ 0 h 374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05500" h="3746500">
                  <a:moveTo>
                    <a:pt x="76200" y="0"/>
                  </a:moveTo>
                  <a:lnTo>
                    <a:pt x="5905500" y="88900"/>
                  </a:lnTo>
                  <a:lnTo>
                    <a:pt x="5727700" y="3746500"/>
                  </a:lnTo>
                  <a:lnTo>
                    <a:pt x="0" y="3657600"/>
                  </a:lnTo>
                  <a:cubicBezTo>
                    <a:pt x="4233" y="2442633"/>
                    <a:pt x="71967" y="1214967"/>
                    <a:pt x="76200" y="0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ED62B2-2993-A405-C247-4CC97BA1F685}"/>
                </a:ext>
              </a:extLst>
            </p:cNvPr>
            <p:cNvSpPr/>
            <p:nvPr/>
          </p:nvSpPr>
          <p:spPr>
            <a:xfrm>
              <a:off x="2006600" y="2692400"/>
              <a:ext cx="7048500" cy="3492500"/>
            </a:xfrm>
            <a:custGeom>
              <a:avLst/>
              <a:gdLst>
                <a:gd name="connsiteX0" fmla="*/ 0 w 5918200"/>
                <a:gd name="connsiteY0" fmla="*/ 0 h 1917700"/>
                <a:gd name="connsiteX1" fmla="*/ 5918200 w 5918200"/>
                <a:gd name="connsiteY1" fmla="*/ 0 h 1917700"/>
                <a:gd name="connsiteX2" fmla="*/ 5918200 w 5918200"/>
                <a:gd name="connsiteY2" fmla="*/ 1917700 h 1917700"/>
                <a:gd name="connsiteX3" fmla="*/ 0 w 5918200"/>
                <a:gd name="connsiteY3" fmla="*/ 1917700 h 1917700"/>
                <a:gd name="connsiteX4" fmla="*/ 0 w 5918200"/>
                <a:gd name="connsiteY4" fmla="*/ 0 h 1917700"/>
                <a:gd name="connsiteX0" fmla="*/ 1117600 w 7035800"/>
                <a:gd name="connsiteY0" fmla="*/ 0 h 3479800"/>
                <a:gd name="connsiteX1" fmla="*/ 7035800 w 7035800"/>
                <a:gd name="connsiteY1" fmla="*/ 0 h 3479800"/>
                <a:gd name="connsiteX2" fmla="*/ 7035800 w 7035800"/>
                <a:gd name="connsiteY2" fmla="*/ 1917700 h 3479800"/>
                <a:gd name="connsiteX3" fmla="*/ 0 w 7035800"/>
                <a:gd name="connsiteY3" fmla="*/ 3479800 h 3479800"/>
                <a:gd name="connsiteX4" fmla="*/ 1117600 w 7035800"/>
                <a:gd name="connsiteY4" fmla="*/ 0 h 3479800"/>
                <a:gd name="connsiteX0" fmla="*/ 1117600 w 7035800"/>
                <a:gd name="connsiteY0" fmla="*/ 0 h 3543300"/>
                <a:gd name="connsiteX1" fmla="*/ 7035800 w 7035800"/>
                <a:gd name="connsiteY1" fmla="*/ 0 h 3543300"/>
                <a:gd name="connsiteX2" fmla="*/ 6134100 w 7035800"/>
                <a:gd name="connsiteY2" fmla="*/ 3543300 h 3543300"/>
                <a:gd name="connsiteX3" fmla="*/ 0 w 7035800"/>
                <a:gd name="connsiteY3" fmla="*/ 3479800 h 3543300"/>
                <a:gd name="connsiteX4" fmla="*/ 1117600 w 7035800"/>
                <a:gd name="connsiteY4" fmla="*/ 0 h 3543300"/>
                <a:gd name="connsiteX0" fmla="*/ 1117600 w 7048500"/>
                <a:gd name="connsiteY0" fmla="*/ 0 h 3543300"/>
                <a:gd name="connsiteX1" fmla="*/ 7048500 w 7048500"/>
                <a:gd name="connsiteY1" fmla="*/ 152400 h 3543300"/>
                <a:gd name="connsiteX2" fmla="*/ 6134100 w 7048500"/>
                <a:gd name="connsiteY2" fmla="*/ 3543300 h 3543300"/>
                <a:gd name="connsiteX3" fmla="*/ 0 w 7048500"/>
                <a:gd name="connsiteY3" fmla="*/ 3479800 h 3543300"/>
                <a:gd name="connsiteX4" fmla="*/ 1117600 w 7048500"/>
                <a:gd name="connsiteY4" fmla="*/ 0 h 35433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429000 h 3492500"/>
                <a:gd name="connsiteX4" fmla="*/ 1155700 w 7048500"/>
                <a:gd name="connsiteY4" fmla="*/ 0 h 34925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378200 h 3492500"/>
                <a:gd name="connsiteX4" fmla="*/ 1155700 w 7048500"/>
                <a:gd name="connsiteY4" fmla="*/ 0 h 349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8500" h="3492500">
                  <a:moveTo>
                    <a:pt x="1155700" y="0"/>
                  </a:moveTo>
                  <a:lnTo>
                    <a:pt x="7048500" y="101600"/>
                  </a:lnTo>
                  <a:lnTo>
                    <a:pt x="6134100" y="3492500"/>
                  </a:lnTo>
                  <a:lnTo>
                    <a:pt x="0" y="3378200"/>
                  </a:lnTo>
                  <a:lnTo>
                    <a:pt x="1155700" y="0"/>
                  </a:lnTo>
                  <a:close/>
                </a:path>
              </a:pathLst>
            </a:custGeom>
            <a:solidFill>
              <a:srgbClr val="FFFF0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66541-2F4E-DBEA-A763-8197A6B9D679}"/>
              </a:ext>
            </a:extLst>
          </p:cNvPr>
          <p:cNvGrpSpPr/>
          <p:nvPr/>
        </p:nvGrpSpPr>
        <p:grpSpPr>
          <a:xfrm>
            <a:off x="5561351" y="3916436"/>
            <a:ext cx="4844451" cy="3058278"/>
            <a:chOff x="1993900" y="1727200"/>
            <a:chExt cx="7061200" cy="4457700"/>
          </a:xfrm>
        </p:grpSpPr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ED7433CF-788F-E839-313B-E3CB40B6B6AC}"/>
                </a:ext>
              </a:extLst>
            </p:cNvPr>
            <p:cNvSpPr/>
            <p:nvPr/>
          </p:nvSpPr>
          <p:spPr>
            <a:xfrm>
              <a:off x="1993900" y="1727200"/>
              <a:ext cx="6223000" cy="4400550"/>
            </a:xfrm>
            <a:custGeom>
              <a:avLst/>
              <a:gdLst>
                <a:gd name="connsiteX0" fmla="*/ 0 w 5918200"/>
                <a:gd name="connsiteY0" fmla="*/ 0 h 1917700"/>
                <a:gd name="connsiteX1" fmla="*/ 5918200 w 5918200"/>
                <a:gd name="connsiteY1" fmla="*/ 0 h 1917700"/>
                <a:gd name="connsiteX2" fmla="*/ 5918200 w 5918200"/>
                <a:gd name="connsiteY2" fmla="*/ 1917700 h 1917700"/>
                <a:gd name="connsiteX3" fmla="*/ 0 w 5918200"/>
                <a:gd name="connsiteY3" fmla="*/ 1917700 h 1917700"/>
                <a:gd name="connsiteX4" fmla="*/ 0 w 5918200"/>
                <a:gd name="connsiteY4" fmla="*/ 0 h 1917700"/>
                <a:gd name="connsiteX0" fmla="*/ 1117600 w 7035800"/>
                <a:gd name="connsiteY0" fmla="*/ 0 h 3479800"/>
                <a:gd name="connsiteX1" fmla="*/ 7035800 w 7035800"/>
                <a:gd name="connsiteY1" fmla="*/ 0 h 3479800"/>
                <a:gd name="connsiteX2" fmla="*/ 7035800 w 7035800"/>
                <a:gd name="connsiteY2" fmla="*/ 1917700 h 3479800"/>
                <a:gd name="connsiteX3" fmla="*/ 0 w 7035800"/>
                <a:gd name="connsiteY3" fmla="*/ 3479800 h 3479800"/>
                <a:gd name="connsiteX4" fmla="*/ 1117600 w 7035800"/>
                <a:gd name="connsiteY4" fmla="*/ 0 h 3479800"/>
                <a:gd name="connsiteX0" fmla="*/ 1117600 w 7035800"/>
                <a:gd name="connsiteY0" fmla="*/ 0 h 3543300"/>
                <a:gd name="connsiteX1" fmla="*/ 7035800 w 7035800"/>
                <a:gd name="connsiteY1" fmla="*/ 0 h 3543300"/>
                <a:gd name="connsiteX2" fmla="*/ 6134100 w 7035800"/>
                <a:gd name="connsiteY2" fmla="*/ 3543300 h 3543300"/>
                <a:gd name="connsiteX3" fmla="*/ 0 w 7035800"/>
                <a:gd name="connsiteY3" fmla="*/ 3479800 h 3543300"/>
                <a:gd name="connsiteX4" fmla="*/ 1117600 w 7035800"/>
                <a:gd name="connsiteY4" fmla="*/ 0 h 3543300"/>
                <a:gd name="connsiteX0" fmla="*/ 1117600 w 7048500"/>
                <a:gd name="connsiteY0" fmla="*/ 0 h 3543300"/>
                <a:gd name="connsiteX1" fmla="*/ 7048500 w 7048500"/>
                <a:gd name="connsiteY1" fmla="*/ 152400 h 3543300"/>
                <a:gd name="connsiteX2" fmla="*/ 6134100 w 7048500"/>
                <a:gd name="connsiteY2" fmla="*/ 3543300 h 3543300"/>
                <a:gd name="connsiteX3" fmla="*/ 0 w 7048500"/>
                <a:gd name="connsiteY3" fmla="*/ 3479800 h 3543300"/>
                <a:gd name="connsiteX4" fmla="*/ 1117600 w 7048500"/>
                <a:gd name="connsiteY4" fmla="*/ 0 h 35433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429000 h 3492500"/>
                <a:gd name="connsiteX4" fmla="*/ 1155700 w 7048500"/>
                <a:gd name="connsiteY4" fmla="*/ 0 h 34925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378200 h 3492500"/>
                <a:gd name="connsiteX4" fmla="*/ 1155700 w 7048500"/>
                <a:gd name="connsiteY4" fmla="*/ 0 h 3492500"/>
                <a:gd name="connsiteX0" fmla="*/ 939800 w 6832600"/>
                <a:gd name="connsiteY0" fmla="*/ 0 h 3568700"/>
                <a:gd name="connsiteX1" fmla="*/ 6832600 w 6832600"/>
                <a:gd name="connsiteY1" fmla="*/ 101600 h 3568700"/>
                <a:gd name="connsiteX2" fmla="*/ 5918200 w 6832600"/>
                <a:gd name="connsiteY2" fmla="*/ 3492500 h 3568700"/>
                <a:gd name="connsiteX3" fmla="*/ 0 w 6832600"/>
                <a:gd name="connsiteY3" fmla="*/ 3568700 h 3568700"/>
                <a:gd name="connsiteX4" fmla="*/ 939800 w 6832600"/>
                <a:gd name="connsiteY4" fmla="*/ 0 h 3568700"/>
                <a:gd name="connsiteX0" fmla="*/ 12700 w 6832600"/>
                <a:gd name="connsiteY0" fmla="*/ 0 h 3644900"/>
                <a:gd name="connsiteX1" fmla="*/ 6832600 w 6832600"/>
                <a:gd name="connsiteY1" fmla="*/ 177800 h 3644900"/>
                <a:gd name="connsiteX2" fmla="*/ 5918200 w 6832600"/>
                <a:gd name="connsiteY2" fmla="*/ 3568700 h 3644900"/>
                <a:gd name="connsiteX3" fmla="*/ 0 w 6832600"/>
                <a:gd name="connsiteY3" fmla="*/ 3644900 h 3644900"/>
                <a:gd name="connsiteX4" fmla="*/ 12700 w 6832600"/>
                <a:gd name="connsiteY4" fmla="*/ 0 h 3644900"/>
                <a:gd name="connsiteX0" fmla="*/ 76200 w 6896100"/>
                <a:gd name="connsiteY0" fmla="*/ 0 h 3657600"/>
                <a:gd name="connsiteX1" fmla="*/ 6896100 w 6896100"/>
                <a:gd name="connsiteY1" fmla="*/ 177800 h 3657600"/>
                <a:gd name="connsiteX2" fmla="*/ 5981700 w 6896100"/>
                <a:gd name="connsiteY2" fmla="*/ 3568700 h 3657600"/>
                <a:gd name="connsiteX3" fmla="*/ 0 w 6896100"/>
                <a:gd name="connsiteY3" fmla="*/ 3657600 h 3657600"/>
                <a:gd name="connsiteX4" fmla="*/ 76200 w 6896100"/>
                <a:gd name="connsiteY4" fmla="*/ 0 h 3657600"/>
                <a:gd name="connsiteX0" fmla="*/ 76200 w 5981700"/>
                <a:gd name="connsiteY0" fmla="*/ 0 h 3657600"/>
                <a:gd name="connsiteX1" fmla="*/ 5905500 w 5981700"/>
                <a:gd name="connsiteY1" fmla="*/ 88900 h 3657600"/>
                <a:gd name="connsiteX2" fmla="*/ 5981700 w 5981700"/>
                <a:gd name="connsiteY2" fmla="*/ 3568700 h 3657600"/>
                <a:gd name="connsiteX3" fmla="*/ 0 w 5981700"/>
                <a:gd name="connsiteY3" fmla="*/ 3657600 h 3657600"/>
                <a:gd name="connsiteX4" fmla="*/ 76200 w 5981700"/>
                <a:gd name="connsiteY4" fmla="*/ 0 h 3657600"/>
                <a:gd name="connsiteX0" fmla="*/ 76200 w 5905500"/>
                <a:gd name="connsiteY0" fmla="*/ 0 h 3657600"/>
                <a:gd name="connsiteX1" fmla="*/ 5905500 w 5905500"/>
                <a:gd name="connsiteY1" fmla="*/ 88900 h 3657600"/>
                <a:gd name="connsiteX2" fmla="*/ 5791200 w 5905500"/>
                <a:gd name="connsiteY2" fmla="*/ 3568700 h 3657600"/>
                <a:gd name="connsiteX3" fmla="*/ 0 w 5905500"/>
                <a:gd name="connsiteY3" fmla="*/ 3657600 h 3657600"/>
                <a:gd name="connsiteX4" fmla="*/ 76200 w 5905500"/>
                <a:gd name="connsiteY4" fmla="*/ 0 h 3657600"/>
                <a:gd name="connsiteX0" fmla="*/ 76200 w 5905500"/>
                <a:gd name="connsiteY0" fmla="*/ 0 h 3746500"/>
                <a:gd name="connsiteX1" fmla="*/ 5905500 w 5905500"/>
                <a:gd name="connsiteY1" fmla="*/ 88900 h 3746500"/>
                <a:gd name="connsiteX2" fmla="*/ 5727700 w 5905500"/>
                <a:gd name="connsiteY2" fmla="*/ 3746500 h 3746500"/>
                <a:gd name="connsiteX3" fmla="*/ 0 w 5905500"/>
                <a:gd name="connsiteY3" fmla="*/ 3657600 h 3746500"/>
                <a:gd name="connsiteX4" fmla="*/ 76200 w 5905500"/>
                <a:gd name="connsiteY4" fmla="*/ 0 h 3746500"/>
                <a:gd name="connsiteX0" fmla="*/ 50800 w 5880100"/>
                <a:gd name="connsiteY0" fmla="*/ 0 h 4064000"/>
                <a:gd name="connsiteX1" fmla="*/ 5880100 w 5880100"/>
                <a:gd name="connsiteY1" fmla="*/ 88900 h 4064000"/>
                <a:gd name="connsiteX2" fmla="*/ 5702300 w 5880100"/>
                <a:gd name="connsiteY2" fmla="*/ 3746500 h 4064000"/>
                <a:gd name="connsiteX3" fmla="*/ 0 w 5880100"/>
                <a:gd name="connsiteY3" fmla="*/ 4064000 h 4064000"/>
                <a:gd name="connsiteX4" fmla="*/ 50800 w 5880100"/>
                <a:gd name="connsiteY4" fmla="*/ 0 h 4064000"/>
                <a:gd name="connsiteX0" fmla="*/ 88900 w 5918200"/>
                <a:gd name="connsiteY0" fmla="*/ 0 h 4038600"/>
                <a:gd name="connsiteX1" fmla="*/ 5918200 w 5918200"/>
                <a:gd name="connsiteY1" fmla="*/ 88900 h 4038600"/>
                <a:gd name="connsiteX2" fmla="*/ 5740400 w 5918200"/>
                <a:gd name="connsiteY2" fmla="*/ 3746500 h 4038600"/>
                <a:gd name="connsiteX3" fmla="*/ 0 w 5918200"/>
                <a:gd name="connsiteY3" fmla="*/ 4038600 h 4038600"/>
                <a:gd name="connsiteX4" fmla="*/ 88900 w 5918200"/>
                <a:gd name="connsiteY4" fmla="*/ 0 h 4038600"/>
                <a:gd name="connsiteX0" fmla="*/ 88900 w 6096000"/>
                <a:gd name="connsiteY0" fmla="*/ 0 h 4152900"/>
                <a:gd name="connsiteX1" fmla="*/ 5918200 w 6096000"/>
                <a:gd name="connsiteY1" fmla="*/ 88900 h 4152900"/>
                <a:gd name="connsiteX2" fmla="*/ 6096000 w 6096000"/>
                <a:gd name="connsiteY2" fmla="*/ 4152900 h 4152900"/>
                <a:gd name="connsiteX3" fmla="*/ 0 w 6096000"/>
                <a:gd name="connsiteY3" fmla="*/ 4038600 h 4152900"/>
                <a:gd name="connsiteX4" fmla="*/ 88900 w 6096000"/>
                <a:gd name="connsiteY4" fmla="*/ 0 h 4152900"/>
                <a:gd name="connsiteX0" fmla="*/ 88900 w 6223000"/>
                <a:gd name="connsiteY0" fmla="*/ 0 h 4152900"/>
                <a:gd name="connsiteX1" fmla="*/ 6223000 w 6223000"/>
                <a:gd name="connsiteY1" fmla="*/ 165100 h 4152900"/>
                <a:gd name="connsiteX2" fmla="*/ 6096000 w 6223000"/>
                <a:gd name="connsiteY2" fmla="*/ 4152900 h 4152900"/>
                <a:gd name="connsiteX3" fmla="*/ 0 w 6223000"/>
                <a:gd name="connsiteY3" fmla="*/ 4038600 h 4152900"/>
                <a:gd name="connsiteX4" fmla="*/ 88900 w 6223000"/>
                <a:gd name="connsiteY4" fmla="*/ 0 h 4152900"/>
                <a:gd name="connsiteX0" fmla="*/ 88900 w 6223000"/>
                <a:gd name="connsiteY0" fmla="*/ 0 h 4114800"/>
                <a:gd name="connsiteX1" fmla="*/ 6223000 w 6223000"/>
                <a:gd name="connsiteY1" fmla="*/ 165100 h 4114800"/>
                <a:gd name="connsiteX2" fmla="*/ 6007100 w 6223000"/>
                <a:gd name="connsiteY2" fmla="*/ 4114800 h 4114800"/>
                <a:gd name="connsiteX3" fmla="*/ 0 w 6223000"/>
                <a:gd name="connsiteY3" fmla="*/ 4038600 h 4114800"/>
                <a:gd name="connsiteX4" fmla="*/ 88900 w 6223000"/>
                <a:gd name="connsiteY4" fmla="*/ 0 h 4114800"/>
                <a:gd name="connsiteX0" fmla="*/ 88900 w 6223000"/>
                <a:gd name="connsiteY0" fmla="*/ 0 h 4064000"/>
                <a:gd name="connsiteX1" fmla="*/ 6223000 w 6223000"/>
                <a:gd name="connsiteY1" fmla="*/ 114300 h 4064000"/>
                <a:gd name="connsiteX2" fmla="*/ 6007100 w 6223000"/>
                <a:gd name="connsiteY2" fmla="*/ 4064000 h 4064000"/>
                <a:gd name="connsiteX3" fmla="*/ 0 w 6223000"/>
                <a:gd name="connsiteY3" fmla="*/ 3987800 h 4064000"/>
                <a:gd name="connsiteX4" fmla="*/ 88900 w 6223000"/>
                <a:gd name="connsiteY4" fmla="*/ 0 h 4064000"/>
                <a:gd name="connsiteX0" fmla="*/ 88900 w 6223000"/>
                <a:gd name="connsiteY0" fmla="*/ 0 h 4064000"/>
                <a:gd name="connsiteX1" fmla="*/ 571500 w 6223000"/>
                <a:gd name="connsiteY1" fmla="*/ 6350 h 4064000"/>
                <a:gd name="connsiteX2" fmla="*/ 6223000 w 6223000"/>
                <a:gd name="connsiteY2" fmla="*/ 114300 h 4064000"/>
                <a:gd name="connsiteX3" fmla="*/ 6007100 w 6223000"/>
                <a:gd name="connsiteY3" fmla="*/ 4064000 h 4064000"/>
                <a:gd name="connsiteX4" fmla="*/ 0 w 6223000"/>
                <a:gd name="connsiteY4" fmla="*/ 3987800 h 4064000"/>
                <a:gd name="connsiteX5" fmla="*/ 88900 w 6223000"/>
                <a:gd name="connsiteY5" fmla="*/ 0 h 4064000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6223000 w 6223000"/>
                <a:gd name="connsiteY3" fmla="*/ 450887 h 4400587"/>
                <a:gd name="connsiteX4" fmla="*/ 6007100 w 6223000"/>
                <a:gd name="connsiteY4" fmla="*/ 4400587 h 4400587"/>
                <a:gd name="connsiteX5" fmla="*/ 0 w 6223000"/>
                <a:gd name="connsiteY5" fmla="*/ 4324387 h 4400587"/>
                <a:gd name="connsiteX6" fmla="*/ 88900 w 6223000"/>
                <a:gd name="connsiteY6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6223000 w 6223000"/>
                <a:gd name="connsiteY4" fmla="*/ 450887 h 4400587"/>
                <a:gd name="connsiteX5" fmla="*/ 6007100 w 6223000"/>
                <a:gd name="connsiteY5" fmla="*/ 4400587 h 4400587"/>
                <a:gd name="connsiteX6" fmla="*/ 0 w 6223000"/>
                <a:gd name="connsiteY6" fmla="*/ 4324387 h 4400587"/>
                <a:gd name="connsiteX7" fmla="*/ 88900 w 6223000"/>
                <a:gd name="connsiteY7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6675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50 h 4400550"/>
                <a:gd name="connsiteX1" fmla="*/ 571500 w 6223000"/>
                <a:gd name="connsiteY1" fmla="*/ 342900 h 4400550"/>
                <a:gd name="connsiteX2" fmla="*/ 666750 w 6223000"/>
                <a:gd name="connsiteY2" fmla="*/ 0 h 4400550"/>
                <a:gd name="connsiteX3" fmla="*/ 2425700 w 6223000"/>
                <a:gd name="connsiteY3" fmla="*/ 25401 h 4400550"/>
                <a:gd name="connsiteX4" fmla="*/ 2552700 w 6223000"/>
                <a:gd name="connsiteY4" fmla="*/ 368301 h 4400550"/>
                <a:gd name="connsiteX5" fmla="*/ 6223000 w 6223000"/>
                <a:gd name="connsiteY5" fmla="*/ 450850 h 4400550"/>
                <a:gd name="connsiteX6" fmla="*/ 6007100 w 6223000"/>
                <a:gd name="connsiteY6" fmla="*/ 4400550 h 4400550"/>
                <a:gd name="connsiteX7" fmla="*/ 0 w 6223000"/>
                <a:gd name="connsiteY7" fmla="*/ 4324350 h 4400550"/>
                <a:gd name="connsiteX8" fmla="*/ 88900 w 6223000"/>
                <a:gd name="connsiteY8" fmla="*/ 336550 h 4400550"/>
                <a:gd name="connsiteX0" fmla="*/ 88900 w 6223000"/>
                <a:gd name="connsiteY0" fmla="*/ 336550 h 4400550"/>
                <a:gd name="connsiteX1" fmla="*/ 571500 w 6223000"/>
                <a:gd name="connsiteY1" fmla="*/ 342900 h 4400550"/>
                <a:gd name="connsiteX2" fmla="*/ 666750 w 6223000"/>
                <a:gd name="connsiteY2" fmla="*/ 0 h 4400550"/>
                <a:gd name="connsiteX3" fmla="*/ 2425700 w 6223000"/>
                <a:gd name="connsiteY3" fmla="*/ 25401 h 4400550"/>
                <a:gd name="connsiteX4" fmla="*/ 2552700 w 6223000"/>
                <a:gd name="connsiteY4" fmla="*/ 368301 h 4400550"/>
                <a:gd name="connsiteX5" fmla="*/ 6223000 w 6223000"/>
                <a:gd name="connsiteY5" fmla="*/ 450850 h 4400550"/>
                <a:gd name="connsiteX6" fmla="*/ 6007100 w 6223000"/>
                <a:gd name="connsiteY6" fmla="*/ 4400550 h 4400550"/>
                <a:gd name="connsiteX7" fmla="*/ 0 w 6223000"/>
                <a:gd name="connsiteY7" fmla="*/ 4324350 h 4400550"/>
                <a:gd name="connsiteX8" fmla="*/ 88900 w 6223000"/>
                <a:gd name="connsiteY8" fmla="*/ 336550 h 4400550"/>
                <a:gd name="connsiteX0" fmla="*/ 88900 w 6223000"/>
                <a:gd name="connsiteY0" fmla="*/ 336550 h 4400550"/>
                <a:gd name="connsiteX1" fmla="*/ 571500 w 6223000"/>
                <a:gd name="connsiteY1" fmla="*/ 342900 h 4400550"/>
                <a:gd name="connsiteX2" fmla="*/ 666750 w 6223000"/>
                <a:gd name="connsiteY2" fmla="*/ 0 h 4400550"/>
                <a:gd name="connsiteX3" fmla="*/ 2444750 w 6223000"/>
                <a:gd name="connsiteY3" fmla="*/ 31751 h 4400550"/>
                <a:gd name="connsiteX4" fmla="*/ 2552700 w 6223000"/>
                <a:gd name="connsiteY4" fmla="*/ 368301 h 4400550"/>
                <a:gd name="connsiteX5" fmla="*/ 6223000 w 6223000"/>
                <a:gd name="connsiteY5" fmla="*/ 450850 h 4400550"/>
                <a:gd name="connsiteX6" fmla="*/ 6007100 w 6223000"/>
                <a:gd name="connsiteY6" fmla="*/ 4400550 h 4400550"/>
                <a:gd name="connsiteX7" fmla="*/ 0 w 6223000"/>
                <a:gd name="connsiteY7" fmla="*/ 4324350 h 4400550"/>
                <a:gd name="connsiteX8" fmla="*/ 88900 w 6223000"/>
                <a:gd name="connsiteY8" fmla="*/ 336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23000" h="4400550">
                  <a:moveTo>
                    <a:pt x="88900" y="336550"/>
                  </a:moveTo>
                  <a:lnTo>
                    <a:pt x="571500" y="342900"/>
                  </a:lnTo>
                  <a:cubicBezTo>
                    <a:pt x="715433" y="347133"/>
                    <a:pt x="649817" y="2117"/>
                    <a:pt x="666750" y="0"/>
                  </a:cubicBezTo>
                  <a:lnTo>
                    <a:pt x="2444750" y="31751"/>
                  </a:lnTo>
                  <a:cubicBezTo>
                    <a:pt x="2482850" y="44451"/>
                    <a:pt x="2451100" y="355601"/>
                    <a:pt x="2552700" y="368301"/>
                  </a:cubicBezTo>
                  <a:lnTo>
                    <a:pt x="6223000" y="450850"/>
                  </a:lnTo>
                  <a:lnTo>
                    <a:pt x="6007100" y="4400550"/>
                  </a:lnTo>
                  <a:lnTo>
                    <a:pt x="0" y="4324350"/>
                  </a:lnTo>
                  <a:cubicBezTo>
                    <a:pt x="4233" y="3109383"/>
                    <a:pt x="84667" y="1551517"/>
                    <a:pt x="88900" y="336550"/>
                  </a:cubicBezTo>
                  <a:close/>
                </a:path>
              </a:pathLst>
            </a:custGeom>
            <a:solidFill>
              <a:srgbClr val="FFFF00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F36F1858-4E2A-8905-10F3-41A9482D3720}"/>
                </a:ext>
              </a:extLst>
            </p:cNvPr>
            <p:cNvSpPr/>
            <p:nvPr/>
          </p:nvSpPr>
          <p:spPr>
            <a:xfrm>
              <a:off x="2159000" y="2286490"/>
              <a:ext cx="5905500" cy="3746500"/>
            </a:xfrm>
            <a:custGeom>
              <a:avLst/>
              <a:gdLst>
                <a:gd name="connsiteX0" fmla="*/ 0 w 5918200"/>
                <a:gd name="connsiteY0" fmla="*/ 0 h 1917700"/>
                <a:gd name="connsiteX1" fmla="*/ 5918200 w 5918200"/>
                <a:gd name="connsiteY1" fmla="*/ 0 h 1917700"/>
                <a:gd name="connsiteX2" fmla="*/ 5918200 w 5918200"/>
                <a:gd name="connsiteY2" fmla="*/ 1917700 h 1917700"/>
                <a:gd name="connsiteX3" fmla="*/ 0 w 5918200"/>
                <a:gd name="connsiteY3" fmla="*/ 1917700 h 1917700"/>
                <a:gd name="connsiteX4" fmla="*/ 0 w 5918200"/>
                <a:gd name="connsiteY4" fmla="*/ 0 h 1917700"/>
                <a:gd name="connsiteX0" fmla="*/ 1117600 w 7035800"/>
                <a:gd name="connsiteY0" fmla="*/ 0 h 3479800"/>
                <a:gd name="connsiteX1" fmla="*/ 7035800 w 7035800"/>
                <a:gd name="connsiteY1" fmla="*/ 0 h 3479800"/>
                <a:gd name="connsiteX2" fmla="*/ 7035800 w 7035800"/>
                <a:gd name="connsiteY2" fmla="*/ 1917700 h 3479800"/>
                <a:gd name="connsiteX3" fmla="*/ 0 w 7035800"/>
                <a:gd name="connsiteY3" fmla="*/ 3479800 h 3479800"/>
                <a:gd name="connsiteX4" fmla="*/ 1117600 w 7035800"/>
                <a:gd name="connsiteY4" fmla="*/ 0 h 3479800"/>
                <a:gd name="connsiteX0" fmla="*/ 1117600 w 7035800"/>
                <a:gd name="connsiteY0" fmla="*/ 0 h 3543300"/>
                <a:gd name="connsiteX1" fmla="*/ 7035800 w 7035800"/>
                <a:gd name="connsiteY1" fmla="*/ 0 h 3543300"/>
                <a:gd name="connsiteX2" fmla="*/ 6134100 w 7035800"/>
                <a:gd name="connsiteY2" fmla="*/ 3543300 h 3543300"/>
                <a:gd name="connsiteX3" fmla="*/ 0 w 7035800"/>
                <a:gd name="connsiteY3" fmla="*/ 3479800 h 3543300"/>
                <a:gd name="connsiteX4" fmla="*/ 1117600 w 7035800"/>
                <a:gd name="connsiteY4" fmla="*/ 0 h 3543300"/>
                <a:gd name="connsiteX0" fmla="*/ 1117600 w 7048500"/>
                <a:gd name="connsiteY0" fmla="*/ 0 h 3543300"/>
                <a:gd name="connsiteX1" fmla="*/ 7048500 w 7048500"/>
                <a:gd name="connsiteY1" fmla="*/ 152400 h 3543300"/>
                <a:gd name="connsiteX2" fmla="*/ 6134100 w 7048500"/>
                <a:gd name="connsiteY2" fmla="*/ 3543300 h 3543300"/>
                <a:gd name="connsiteX3" fmla="*/ 0 w 7048500"/>
                <a:gd name="connsiteY3" fmla="*/ 3479800 h 3543300"/>
                <a:gd name="connsiteX4" fmla="*/ 1117600 w 7048500"/>
                <a:gd name="connsiteY4" fmla="*/ 0 h 35433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429000 h 3492500"/>
                <a:gd name="connsiteX4" fmla="*/ 1155700 w 7048500"/>
                <a:gd name="connsiteY4" fmla="*/ 0 h 34925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378200 h 3492500"/>
                <a:gd name="connsiteX4" fmla="*/ 1155700 w 7048500"/>
                <a:gd name="connsiteY4" fmla="*/ 0 h 3492500"/>
                <a:gd name="connsiteX0" fmla="*/ 939800 w 6832600"/>
                <a:gd name="connsiteY0" fmla="*/ 0 h 3568700"/>
                <a:gd name="connsiteX1" fmla="*/ 6832600 w 6832600"/>
                <a:gd name="connsiteY1" fmla="*/ 101600 h 3568700"/>
                <a:gd name="connsiteX2" fmla="*/ 5918200 w 6832600"/>
                <a:gd name="connsiteY2" fmla="*/ 3492500 h 3568700"/>
                <a:gd name="connsiteX3" fmla="*/ 0 w 6832600"/>
                <a:gd name="connsiteY3" fmla="*/ 3568700 h 3568700"/>
                <a:gd name="connsiteX4" fmla="*/ 939800 w 6832600"/>
                <a:gd name="connsiteY4" fmla="*/ 0 h 3568700"/>
                <a:gd name="connsiteX0" fmla="*/ 12700 w 6832600"/>
                <a:gd name="connsiteY0" fmla="*/ 0 h 3644900"/>
                <a:gd name="connsiteX1" fmla="*/ 6832600 w 6832600"/>
                <a:gd name="connsiteY1" fmla="*/ 177800 h 3644900"/>
                <a:gd name="connsiteX2" fmla="*/ 5918200 w 6832600"/>
                <a:gd name="connsiteY2" fmla="*/ 3568700 h 3644900"/>
                <a:gd name="connsiteX3" fmla="*/ 0 w 6832600"/>
                <a:gd name="connsiteY3" fmla="*/ 3644900 h 3644900"/>
                <a:gd name="connsiteX4" fmla="*/ 12700 w 6832600"/>
                <a:gd name="connsiteY4" fmla="*/ 0 h 3644900"/>
                <a:gd name="connsiteX0" fmla="*/ 76200 w 6896100"/>
                <a:gd name="connsiteY0" fmla="*/ 0 h 3657600"/>
                <a:gd name="connsiteX1" fmla="*/ 6896100 w 6896100"/>
                <a:gd name="connsiteY1" fmla="*/ 177800 h 3657600"/>
                <a:gd name="connsiteX2" fmla="*/ 5981700 w 6896100"/>
                <a:gd name="connsiteY2" fmla="*/ 3568700 h 3657600"/>
                <a:gd name="connsiteX3" fmla="*/ 0 w 6896100"/>
                <a:gd name="connsiteY3" fmla="*/ 3657600 h 3657600"/>
                <a:gd name="connsiteX4" fmla="*/ 76200 w 6896100"/>
                <a:gd name="connsiteY4" fmla="*/ 0 h 3657600"/>
                <a:gd name="connsiteX0" fmla="*/ 76200 w 5981700"/>
                <a:gd name="connsiteY0" fmla="*/ 0 h 3657600"/>
                <a:gd name="connsiteX1" fmla="*/ 5905500 w 5981700"/>
                <a:gd name="connsiteY1" fmla="*/ 88900 h 3657600"/>
                <a:gd name="connsiteX2" fmla="*/ 5981700 w 5981700"/>
                <a:gd name="connsiteY2" fmla="*/ 3568700 h 3657600"/>
                <a:gd name="connsiteX3" fmla="*/ 0 w 5981700"/>
                <a:gd name="connsiteY3" fmla="*/ 3657600 h 3657600"/>
                <a:gd name="connsiteX4" fmla="*/ 76200 w 5981700"/>
                <a:gd name="connsiteY4" fmla="*/ 0 h 3657600"/>
                <a:gd name="connsiteX0" fmla="*/ 76200 w 5905500"/>
                <a:gd name="connsiteY0" fmla="*/ 0 h 3657600"/>
                <a:gd name="connsiteX1" fmla="*/ 5905500 w 5905500"/>
                <a:gd name="connsiteY1" fmla="*/ 88900 h 3657600"/>
                <a:gd name="connsiteX2" fmla="*/ 5791200 w 5905500"/>
                <a:gd name="connsiteY2" fmla="*/ 3568700 h 3657600"/>
                <a:gd name="connsiteX3" fmla="*/ 0 w 5905500"/>
                <a:gd name="connsiteY3" fmla="*/ 3657600 h 3657600"/>
                <a:gd name="connsiteX4" fmla="*/ 76200 w 5905500"/>
                <a:gd name="connsiteY4" fmla="*/ 0 h 3657600"/>
                <a:gd name="connsiteX0" fmla="*/ 76200 w 5905500"/>
                <a:gd name="connsiteY0" fmla="*/ 0 h 3746500"/>
                <a:gd name="connsiteX1" fmla="*/ 5905500 w 5905500"/>
                <a:gd name="connsiteY1" fmla="*/ 88900 h 3746500"/>
                <a:gd name="connsiteX2" fmla="*/ 5727700 w 5905500"/>
                <a:gd name="connsiteY2" fmla="*/ 3746500 h 3746500"/>
                <a:gd name="connsiteX3" fmla="*/ 0 w 5905500"/>
                <a:gd name="connsiteY3" fmla="*/ 3657600 h 3746500"/>
                <a:gd name="connsiteX4" fmla="*/ 76200 w 5905500"/>
                <a:gd name="connsiteY4" fmla="*/ 0 h 374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05500" h="3746500">
                  <a:moveTo>
                    <a:pt x="76200" y="0"/>
                  </a:moveTo>
                  <a:lnTo>
                    <a:pt x="5905500" y="88900"/>
                  </a:lnTo>
                  <a:lnTo>
                    <a:pt x="5727700" y="3746500"/>
                  </a:lnTo>
                  <a:lnTo>
                    <a:pt x="0" y="3657600"/>
                  </a:lnTo>
                  <a:cubicBezTo>
                    <a:pt x="4233" y="2442633"/>
                    <a:pt x="71967" y="1214967"/>
                    <a:pt x="76200" y="0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A1CBB3D4-C35F-1A7E-FF49-AF2937048355}"/>
                </a:ext>
              </a:extLst>
            </p:cNvPr>
            <p:cNvSpPr/>
            <p:nvPr/>
          </p:nvSpPr>
          <p:spPr>
            <a:xfrm>
              <a:off x="2006600" y="2692400"/>
              <a:ext cx="7048500" cy="3492500"/>
            </a:xfrm>
            <a:custGeom>
              <a:avLst/>
              <a:gdLst>
                <a:gd name="connsiteX0" fmla="*/ 0 w 5918200"/>
                <a:gd name="connsiteY0" fmla="*/ 0 h 1917700"/>
                <a:gd name="connsiteX1" fmla="*/ 5918200 w 5918200"/>
                <a:gd name="connsiteY1" fmla="*/ 0 h 1917700"/>
                <a:gd name="connsiteX2" fmla="*/ 5918200 w 5918200"/>
                <a:gd name="connsiteY2" fmla="*/ 1917700 h 1917700"/>
                <a:gd name="connsiteX3" fmla="*/ 0 w 5918200"/>
                <a:gd name="connsiteY3" fmla="*/ 1917700 h 1917700"/>
                <a:gd name="connsiteX4" fmla="*/ 0 w 5918200"/>
                <a:gd name="connsiteY4" fmla="*/ 0 h 1917700"/>
                <a:gd name="connsiteX0" fmla="*/ 1117600 w 7035800"/>
                <a:gd name="connsiteY0" fmla="*/ 0 h 3479800"/>
                <a:gd name="connsiteX1" fmla="*/ 7035800 w 7035800"/>
                <a:gd name="connsiteY1" fmla="*/ 0 h 3479800"/>
                <a:gd name="connsiteX2" fmla="*/ 7035800 w 7035800"/>
                <a:gd name="connsiteY2" fmla="*/ 1917700 h 3479800"/>
                <a:gd name="connsiteX3" fmla="*/ 0 w 7035800"/>
                <a:gd name="connsiteY3" fmla="*/ 3479800 h 3479800"/>
                <a:gd name="connsiteX4" fmla="*/ 1117600 w 7035800"/>
                <a:gd name="connsiteY4" fmla="*/ 0 h 3479800"/>
                <a:gd name="connsiteX0" fmla="*/ 1117600 w 7035800"/>
                <a:gd name="connsiteY0" fmla="*/ 0 h 3543300"/>
                <a:gd name="connsiteX1" fmla="*/ 7035800 w 7035800"/>
                <a:gd name="connsiteY1" fmla="*/ 0 h 3543300"/>
                <a:gd name="connsiteX2" fmla="*/ 6134100 w 7035800"/>
                <a:gd name="connsiteY2" fmla="*/ 3543300 h 3543300"/>
                <a:gd name="connsiteX3" fmla="*/ 0 w 7035800"/>
                <a:gd name="connsiteY3" fmla="*/ 3479800 h 3543300"/>
                <a:gd name="connsiteX4" fmla="*/ 1117600 w 7035800"/>
                <a:gd name="connsiteY4" fmla="*/ 0 h 3543300"/>
                <a:gd name="connsiteX0" fmla="*/ 1117600 w 7048500"/>
                <a:gd name="connsiteY0" fmla="*/ 0 h 3543300"/>
                <a:gd name="connsiteX1" fmla="*/ 7048500 w 7048500"/>
                <a:gd name="connsiteY1" fmla="*/ 152400 h 3543300"/>
                <a:gd name="connsiteX2" fmla="*/ 6134100 w 7048500"/>
                <a:gd name="connsiteY2" fmla="*/ 3543300 h 3543300"/>
                <a:gd name="connsiteX3" fmla="*/ 0 w 7048500"/>
                <a:gd name="connsiteY3" fmla="*/ 3479800 h 3543300"/>
                <a:gd name="connsiteX4" fmla="*/ 1117600 w 7048500"/>
                <a:gd name="connsiteY4" fmla="*/ 0 h 35433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429000 h 3492500"/>
                <a:gd name="connsiteX4" fmla="*/ 1155700 w 7048500"/>
                <a:gd name="connsiteY4" fmla="*/ 0 h 34925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378200 h 3492500"/>
                <a:gd name="connsiteX4" fmla="*/ 1155700 w 7048500"/>
                <a:gd name="connsiteY4" fmla="*/ 0 h 349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8500" h="3492500">
                  <a:moveTo>
                    <a:pt x="1155700" y="0"/>
                  </a:moveTo>
                  <a:lnTo>
                    <a:pt x="7048500" y="101600"/>
                  </a:lnTo>
                  <a:lnTo>
                    <a:pt x="6134100" y="3492500"/>
                  </a:lnTo>
                  <a:lnTo>
                    <a:pt x="0" y="3378200"/>
                  </a:lnTo>
                  <a:lnTo>
                    <a:pt x="1155700" y="0"/>
                  </a:lnTo>
                  <a:close/>
                </a:path>
              </a:pathLst>
            </a:custGeom>
            <a:solidFill>
              <a:srgbClr val="FFFF00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74D95A3-741F-9741-FC6C-30232C47CBB1}"/>
              </a:ext>
            </a:extLst>
          </p:cNvPr>
          <p:cNvGrpSpPr/>
          <p:nvPr/>
        </p:nvGrpSpPr>
        <p:grpSpPr>
          <a:xfrm>
            <a:off x="-4007084" y="1588593"/>
            <a:ext cx="7061200" cy="4457700"/>
            <a:chOff x="1993900" y="1727200"/>
            <a:chExt cx="7061200" cy="4457700"/>
          </a:xfrm>
          <a:solidFill>
            <a:schemeClr val="bg1"/>
          </a:solidFill>
        </p:grpSpPr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32787EFA-53B2-CBAB-D83A-35358E80FD17}"/>
                </a:ext>
              </a:extLst>
            </p:cNvPr>
            <p:cNvSpPr/>
            <p:nvPr/>
          </p:nvSpPr>
          <p:spPr>
            <a:xfrm>
              <a:off x="1993900" y="1727200"/>
              <a:ext cx="6223000" cy="4400550"/>
            </a:xfrm>
            <a:custGeom>
              <a:avLst/>
              <a:gdLst>
                <a:gd name="connsiteX0" fmla="*/ 0 w 5918200"/>
                <a:gd name="connsiteY0" fmla="*/ 0 h 1917700"/>
                <a:gd name="connsiteX1" fmla="*/ 5918200 w 5918200"/>
                <a:gd name="connsiteY1" fmla="*/ 0 h 1917700"/>
                <a:gd name="connsiteX2" fmla="*/ 5918200 w 5918200"/>
                <a:gd name="connsiteY2" fmla="*/ 1917700 h 1917700"/>
                <a:gd name="connsiteX3" fmla="*/ 0 w 5918200"/>
                <a:gd name="connsiteY3" fmla="*/ 1917700 h 1917700"/>
                <a:gd name="connsiteX4" fmla="*/ 0 w 5918200"/>
                <a:gd name="connsiteY4" fmla="*/ 0 h 1917700"/>
                <a:gd name="connsiteX0" fmla="*/ 1117600 w 7035800"/>
                <a:gd name="connsiteY0" fmla="*/ 0 h 3479800"/>
                <a:gd name="connsiteX1" fmla="*/ 7035800 w 7035800"/>
                <a:gd name="connsiteY1" fmla="*/ 0 h 3479800"/>
                <a:gd name="connsiteX2" fmla="*/ 7035800 w 7035800"/>
                <a:gd name="connsiteY2" fmla="*/ 1917700 h 3479800"/>
                <a:gd name="connsiteX3" fmla="*/ 0 w 7035800"/>
                <a:gd name="connsiteY3" fmla="*/ 3479800 h 3479800"/>
                <a:gd name="connsiteX4" fmla="*/ 1117600 w 7035800"/>
                <a:gd name="connsiteY4" fmla="*/ 0 h 3479800"/>
                <a:gd name="connsiteX0" fmla="*/ 1117600 w 7035800"/>
                <a:gd name="connsiteY0" fmla="*/ 0 h 3543300"/>
                <a:gd name="connsiteX1" fmla="*/ 7035800 w 7035800"/>
                <a:gd name="connsiteY1" fmla="*/ 0 h 3543300"/>
                <a:gd name="connsiteX2" fmla="*/ 6134100 w 7035800"/>
                <a:gd name="connsiteY2" fmla="*/ 3543300 h 3543300"/>
                <a:gd name="connsiteX3" fmla="*/ 0 w 7035800"/>
                <a:gd name="connsiteY3" fmla="*/ 3479800 h 3543300"/>
                <a:gd name="connsiteX4" fmla="*/ 1117600 w 7035800"/>
                <a:gd name="connsiteY4" fmla="*/ 0 h 3543300"/>
                <a:gd name="connsiteX0" fmla="*/ 1117600 w 7048500"/>
                <a:gd name="connsiteY0" fmla="*/ 0 h 3543300"/>
                <a:gd name="connsiteX1" fmla="*/ 7048500 w 7048500"/>
                <a:gd name="connsiteY1" fmla="*/ 152400 h 3543300"/>
                <a:gd name="connsiteX2" fmla="*/ 6134100 w 7048500"/>
                <a:gd name="connsiteY2" fmla="*/ 3543300 h 3543300"/>
                <a:gd name="connsiteX3" fmla="*/ 0 w 7048500"/>
                <a:gd name="connsiteY3" fmla="*/ 3479800 h 3543300"/>
                <a:gd name="connsiteX4" fmla="*/ 1117600 w 7048500"/>
                <a:gd name="connsiteY4" fmla="*/ 0 h 35433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429000 h 3492500"/>
                <a:gd name="connsiteX4" fmla="*/ 1155700 w 7048500"/>
                <a:gd name="connsiteY4" fmla="*/ 0 h 34925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378200 h 3492500"/>
                <a:gd name="connsiteX4" fmla="*/ 1155700 w 7048500"/>
                <a:gd name="connsiteY4" fmla="*/ 0 h 3492500"/>
                <a:gd name="connsiteX0" fmla="*/ 939800 w 6832600"/>
                <a:gd name="connsiteY0" fmla="*/ 0 h 3568700"/>
                <a:gd name="connsiteX1" fmla="*/ 6832600 w 6832600"/>
                <a:gd name="connsiteY1" fmla="*/ 101600 h 3568700"/>
                <a:gd name="connsiteX2" fmla="*/ 5918200 w 6832600"/>
                <a:gd name="connsiteY2" fmla="*/ 3492500 h 3568700"/>
                <a:gd name="connsiteX3" fmla="*/ 0 w 6832600"/>
                <a:gd name="connsiteY3" fmla="*/ 3568700 h 3568700"/>
                <a:gd name="connsiteX4" fmla="*/ 939800 w 6832600"/>
                <a:gd name="connsiteY4" fmla="*/ 0 h 3568700"/>
                <a:gd name="connsiteX0" fmla="*/ 12700 w 6832600"/>
                <a:gd name="connsiteY0" fmla="*/ 0 h 3644900"/>
                <a:gd name="connsiteX1" fmla="*/ 6832600 w 6832600"/>
                <a:gd name="connsiteY1" fmla="*/ 177800 h 3644900"/>
                <a:gd name="connsiteX2" fmla="*/ 5918200 w 6832600"/>
                <a:gd name="connsiteY2" fmla="*/ 3568700 h 3644900"/>
                <a:gd name="connsiteX3" fmla="*/ 0 w 6832600"/>
                <a:gd name="connsiteY3" fmla="*/ 3644900 h 3644900"/>
                <a:gd name="connsiteX4" fmla="*/ 12700 w 6832600"/>
                <a:gd name="connsiteY4" fmla="*/ 0 h 3644900"/>
                <a:gd name="connsiteX0" fmla="*/ 76200 w 6896100"/>
                <a:gd name="connsiteY0" fmla="*/ 0 h 3657600"/>
                <a:gd name="connsiteX1" fmla="*/ 6896100 w 6896100"/>
                <a:gd name="connsiteY1" fmla="*/ 177800 h 3657600"/>
                <a:gd name="connsiteX2" fmla="*/ 5981700 w 6896100"/>
                <a:gd name="connsiteY2" fmla="*/ 3568700 h 3657600"/>
                <a:gd name="connsiteX3" fmla="*/ 0 w 6896100"/>
                <a:gd name="connsiteY3" fmla="*/ 3657600 h 3657600"/>
                <a:gd name="connsiteX4" fmla="*/ 76200 w 6896100"/>
                <a:gd name="connsiteY4" fmla="*/ 0 h 3657600"/>
                <a:gd name="connsiteX0" fmla="*/ 76200 w 5981700"/>
                <a:gd name="connsiteY0" fmla="*/ 0 h 3657600"/>
                <a:gd name="connsiteX1" fmla="*/ 5905500 w 5981700"/>
                <a:gd name="connsiteY1" fmla="*/ 88900 h 3657600"/>
                <a:gd name="connsiteX2" fmla="*/ 5981700 w 5981700"/>
                <a:gd name="connsiteY2" fmla="*/ 3568700 h 3657600"/>
                <a:gd name="connsiteX3" fmla="*/ 0 w 5981700"/>
                <a:gd name="connsiteY3" fmla="*/ 3657600 h 3657600"/>
                <a:gd name="connsiteX4" fmla="*/ 76200 w 5981700"/>
                <a:gd name="connsiteY4" fmla="*/ 0 h 3657600"/>
                <a:gd name="connsiteX0" fmla="*/ 76200 w 5905500"/>
                <a:gd name="connsiteY0" fmla="*/ 0 h 3657600"/>
                <a:gd name="connsiteX1" fmla="*/ 5905500 w 5905500"/>
                <a:gd name="connsiteY1" fmla="*/ 88900 h 3657600"/>
                <a:gd name="connsiteX2" fmla="*/ 5791200 w 5905500"/>
                <a:gd name="connsiteY2" fmla="*/ 3568700 h 3657600"/>
                <a:gd name="connsiteX3" fmla="*/ 0 w 5905500"/>
                <a:gd name="connsiteY3" fmla="*/ 3657600 h 3657600"/>
                <a:gd name="connsiteX4" fmla="*/ 76200 w 5905500"/>
                <a:gd name="connsiteY4" fmla="*/ 0 h 3657600"/>
                <a:gd name="connsiteX0" fmla="*/ 76200 w 5905500"/>
                <a:gd name="connsiteY0" fmla="*/ 0 h 3746500"/>
                <a:gd name="connsiteX1" fmla="*/ 5905500 w 5905500"/>
                <a:gd name="connsiteY1" fmla="*/ 88900 h 3746500"/>
                <a:gd name="connsiteX2" fmla="*/ 5727700 w 5905500"/>
                <a:gd name="connsiteY2" fmla="*/ 3746500 h 3746500"/>
                <a:gd name="connsiteX3" fmla="*/ 0 w 5905500"/>
                <a:gd name="connsiteY3" fmla="*/ 3657600 h 3746500"/>
                <a:gd name="connsiteX4" fmla="*/ 76200 w 5905500"/>
                <a:gd name="connsiteY4" fmla="*/ 0 h 3746500"/>
                <a:gd name="connsiteX0" fmla="*/ 50800 w 5880100"/>
                <a:gd name="connsiteY0" fmla="*/ 0 h 4064000"/>
                <a:gd name="connsiteX1" fmla="*/ 5880100 w 5880100"/>
                <a:gd name="connsiteY1" fmla="*/ 88900 h 4064000"/>
                <a:gd name="connsiteX2" fmla="*/ 5702300 w 5880100"/>
                <a:gd name="connsiteY2" fmla="*/ 3746500 h 4064000"/>
                <a:gd name="connsiteX3" fmla="*/ 0 w 5880100"/>
                <a:gd name="connsiteY3" fmla="*/ 4064000 h 4064000"/>
                <a:gd name="connsiteX4" fmla="*/ 50800 w 5880100"/>
                <a:gd name="connsiteY4" fmla="*/ 0 h 4064000"/>
                <a:gd name="connsiteX0" fmla="*/ 88900 w 5918200"/>
                <a:gd name="connsiteY0" fmla="*/ 0 h 4038600"/>
                <a:gd name="connsiteX1" fmla="*/ 5918200 w 5918200"/>
                <a:gd name="connsiteY1" fmla="*/ 88900 h 4038600"/>
                <a:gd name="connsiteX2" fmla="*/ 5740400 w 5918200"/>
                <a:gd name="connsiteY2" fmla="*/ 3746500 h 4038600"/>
                <a:gd name="connsiteX3" fmla="*/ 0 w 5918200"/>
                <a:gd name="connsiteY3" fmla="*/ 4038600 h 4038600"/>
                <a:gd name="connsiteX4" fmla="*/ 88900 w 5918200"/>
                <a:gd name="connsiteY4" fmla="*/ 0 h 4038600"/>
                <a:gd name="connsiteX0" fmla="*/ 88900 w 6096000"/>
                <a:gd name="connsiteY0" fmla="*/ 0 h 4152900"/>
                <a:gd name="connsiteX1" fmla="*/ 5918200 w 6096000"/>
                <a:gd name="connsiteY1" fmla="*/ 88900 h 4152900"/>
                <a:gd name="connsiteX2" fmla="*/ 6096000 w 6096000"/>
                <a:gd name="connsiteY2" fmla="*/ 4152900 h 4152900"/>
                <a:gd name="connsiteX3" fmla="*/ 0 w 6096000"/>
                <a:gd name="connsiteY3" fmla="*/ 4038600 h 4152900"/>
                <a:gd name="connsiteX4" fmla="*/ 88900 w 6096000"/>
                <a:gd name="connsiteY4" fmla="*/ 0 h 4152900"/>
                <a:gd name="connsiteX0" fmla="*/ 88900 w 6223000"/>
                <a:gd name="connsiteY0" fmla="*/ 0 h 4152900"/>
                <a:gd name="connsiteX1" fmla="*/ 6223000 w 6223000"/>
                <a:gd name="connsiteY1" fmla="*/ 165100 h 4152900"/>
                <a:gd name="connsiteX2" fmla="*/ 6096000 w 6223000"/>
                <a:gd name="connsiteY2" fmla="*/ 4152900 h 4152900"/>
                <a:gd name="connsiteX3" fmla="*/ 0 w 6223000"/>
                <a:gd name="connsiteY3" fmla="*/ 4038600 h 4152900"/>
                <a:gd name="connsiteX4" fmla="*/ 88900 w 6223000"/>
                <a:gd name="connsiteY4" fmla="*/ 0 h 4152900"/>
                <a:gd name="connsiteX0" fmla="*/ 88900 w 6223000"/>
                <a:gd name="connsiteY0" fmla="*/ 0 h 4114800"/>
                <a:gd name="connsiteX1" fmla="*/ 6223000 w 6223000"/>
                <a:gd name="connsiteY1" fmla="*/ 165100 h 4114800"/>
                <a:gd name="connsiteX2" fmla="*/ 6007100 w 6223000"/>
                <a:gd name="connsiteY2" fmla="*/ 4114800 h 4114800"/>
                <a:gd name="connsiteX3" fmla="*/ 0 w 6223000"/>
                <a:gd name="connsiteY3" fmla="*/ 4038600 h 4114800"/>
                <a:gd name="connsiteX4" fmla="*/ 88900 w 6223000"/>
                <a:gd name="connsiteY4" fmla="*/ 0 h 4114800"/>
                <a:gd name="connsiteX0" fmla="*/ 88900 w 6223000"/>
                <a:gd name="connsiteY0" fmla="*/ 0 h 4064000"/>
                <a:gd name="connsiteX1" fmla="*/ 6223000 w 6223000"/>
                <a:gd name="connsiteY1" fmla="*/ 114300 h 4064000"/>
                <a:gd name="connsiteX2" fmla="*/ 6007100 w 6223000"/>
                <a:gd name="connsiteY2" fmla="*/ 4064000 h 4064000"/>
                <a:gd name="connsiteX3" fmla="*/ 0 w 6223000"/>
                <a:gd name="connsiteY3" fmla="*/ 3987800 h 4064000"/>
                <a:gd name="connsiteX4" fmla="*/ 88900 w 6223000"/>
                <a:gd name="connsiteY4" fmla="*/ 0 h 4064000"/>
                <a:gd name="connsiteX0" fmla="*/ 88900 w 6223000"/>
                <a:gd name="connsiteY0" fmla="*/ 0 h 4064000"/>
                <a:gd name="connsiteX1" fmla="*/ 571500 w 6223000"/>
                <a:gd name="connsiteY1" fmla="*/ 6350 h 4064000"/>
                <a:gd name="connsiteX2" fmla="*/ 6223000 w 6223000"/>
                <a:gd name="connsiteY2" fmla="*/ 114300 h 4064000"/>
                <a:gd name="connsiteX3" fmla="*/ 6007100 w 6223000"/>
                <a:gd name="connsiteY3" fmla="*/ 4064000 h 4064000"/>
                <a:gd name="connsiteX4" fmla="*/ 0 w 6223000"/>
                <a:gd name="connsiteY4" fmla="*/ 3987800 h 4064000"/>
                <a:gd name="connsiteX5" fmla="*/ 88900 w 6223000"/>
                <a:gd name="connsiteY5" fmla="*/ 0 h 4064000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6223000 w 6223000"/>
                <a:gd name="connsiteY3" fmla="*/ 450887 h 4400587"/>
                <a:gd name="connsiteX4" fmla="*/ 6007100 w 6223000"/>
                <a:gd name="connsiteY4" fmla="*/ 4400587 h 4400587"/>
                <a:gd name="connsiteX5" fmla="*/ 0 w 6223000"/>
                <a:gd name="connsiteY5" fmla="*/ 4324387 h 4400587"/>
                <a:gd name="connsiteX6" fmla="*/ 88900 w 6223000"/>
                <a:gd name="connsiteY6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6223000 w 6223000"/>
                <a:gd name="connsiteY4" fmla="*/ 450887 h 4400587"/>
                <a:gd name="connsiteX5" fmla="*/ 6007100 w 6223000"/>
                <a:gd name="connsiteY5" fmla="*/ 4400587 h 4400587"/>
                <a:gd name="connsiteX6" fmla="*/ 0 w 6223000"/>
                <a:gd name="connsiteY6" fmla="*/ 4324387 h 4400587"/>
                <a:gd name="connsiteX7" fmla="*/ 88900 w 6223000"/>
                <a:gd name="connsiteY7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3500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87 h 4400587"/>
                <a:gd name="connsiteX1" fmla="*/ 571500 w 6223000"/>
                <a:gd name="connsiteY1" fmla="*/ 342937 h 4400587"/>
                <a:gd name="connsiteX2" fmla="*/ 666750 w 6223000"/>
                <a:gd name="connsiteY2" fmla="*/ 37 h 4400587"/>
                <a:gd name="connsiteX3" fmla="*/ 2425700 w 6223000"/>
                <a:gd name="connsiteY3" fmla="*/ 25438 h 4400587"/>
                <a:gd name="connsiteX4" fmla="*/ 2552700 w 6223000"/>
                <a:gd name="connsiteY4" fmla="*/ 368338 h 4400587"/>
                <a:gd name="connsiteX5" fmla="*/ 6223000 w 6223000"/>
                <a:gd name="connsiteY5" fmla="*/ 450887 h 4400587"/>
                <a:gd name="connsiteX6" fmla="*/ 6007100 w 6223000"/>
                <a:gd name="connsiteY6" fmla="*/ 4400587 h 4400587"/>
                <a:gd name="connsiteX7" fmla="*/ 0 w 6223000"/>
                <a:gd name="connsiteY7" fmla="*/ 4324387 h 4400587"/>
                <a:gd name="connsiteX8" fmla="*/ 88900 w 6223000"/>
                <a:gd name="connsiteY8" fmla="*/ 336587 h 4400587"/>
                <a:gd name="connsiteX0" fmla="*/ 88900 w 6223000"/>
                <a:gd name="connsiteY0" fmla="*/ 336550 h 4400550"/>
                <a:gd name="connsiteX1" fmla="*/ 571500 w 6223000"/>
                <a:gd name="connsiteY1" fmla="*/ 342900 h 4400550"/>
                <a:gd name="connsiteX2" fmla="*/ 666750 w 6223000"/>
                <a:gd name="connsiteY2" fmla="*/ 0 h 4400550"/>
                <a:gd name="connsiteX3" fmla="*/ 2425700 w 6223000"/>
                <a:gd name="connsiteY3" fmla="*/ 25401 h 4400550"/>
                <a:gd name="connsiteX4" fmla="*/ 2552700 w 6223000"/>
                <a:gd name="connsiteY4" fmla="*/ 368301 h 4400550"/>
                <a:gd name="connsiteX5" fmla="*/ 6223000 w 6223000"/>
                <a:gd name="connsiteY5" fmla="*/ 450850 h 4400550"/>
                <a:gd name="connsiteX6" fmla="*/ 6007100 w 6223000"/>
                <a:gd name="connsiteY6" fmla="*/ 4400550 h 4400550"/>
                <a:gd name="connsiteX7" fmla="*/ 0 w 6223000"/>
                <a:gd name="connsiteY7" fmla="*/ 4324350 h 4400550"/>
                <a:gd name="connsiteX8" fmla="*/ 88900 w 6223000"/>
                <a:gd name="connsiteY8" fmla="*/ 336550 h 4400550"/>
                <a:gd name="connsiteX0" fmla="*/ 88900 w 6223000"/>
                <a:gd name="connsiteY0" fmla="*/ 336550 h 4400550"/>
                <a:gd name="connsiteX1" fmla="*/ 571500 w 6223000"/>
                <a:gd name="connsiteY1" fmla="*/ 342900 h 4400550"/>
                <a:gd name="connsiteX2" fmla="*/ 666750 w 6223000"/>
                <a:gd name="connsiteY2" fmla="*/ 0 h 4400550"/>
                <a:gd name="connsiteX3" fmla="*/ 2425700 w 6223000"/>
                <a:gd name="connsiteY3" fmla="*/ 25401 h 4400550"/>
                <a:gd name="connsiteX4" fmla="*/ 2552700 w 6223000"/>
                <a:gd name="connsiteY4" fmla="*/ 368301 h 4400550"/>
                <a:gd name="connsiteX5" fmla="*/ 6223000 w 6223000"/>
                <a:gd name="connsiteY5" fmla="*/ 450850 h 4400550"/>
                <a:gd name="connsiteX6" fmla="*/ 6007100 w 6223000"/>
                <a:gd name="connsiteY6" fmla="*/ 4400550 h 4400550"/>
                <a:gd name="connsiteX7" fmla="*/ 0 w 6223000"/>
                <a:gd name="connsiteY7" fmla="*/ 4324350 h 4400550"/>
                <a:gd name="connsiteX8" fmla="*/ 88900 w 6223000"/>
                <a:gd name="connsiteY8" fmla="*/ 336550 h 4400550"/>
                <a:gd name="connsiteX0" fmla="*/ 88900 w 6223000"/>
                <a:gd name="connsiteY0" fmla="*/ 336550 h 4400550"/>
                <a:gd name="connsiteX1" fmla="*/ 571500 w 6223000"/>
                <a:gd name="connsiteY1" fmla="*/ 342900 h 4400550"/>
                <a:gd name="connsiteX2" fmla="*/ 666750 w 6223000"/>
                <a:gd name="connsiteY2" fmla="*/ 0 h 4400550"/>
                <a:gd name="connsiteX3" fmla="*/ 2444750 w 6223000"/>
                <a:gd name="connsiteY3" fmla="*/ 31751 h 4400550"/>
                <a:gd name="connsiteX4" fmla="*/ 2552700 w 6223000"/>
                <a:gd name="connsiteY4" fmla="*/ 368301 h 4400550"/>
                <a:gd name="connsiteX5" fmla="*/ 6223000 w 6223000"/>
                <a:gd name="connsiteY5" fmla="*/ 450850 h 4400550"/>
                <a:gd name="connsiteX6" fmla="*/ 6007100 w 6223000"/>
                <a:gd name="connsiteY6" fmla="*/ 4400550 h 4400550"/>
                <a:gd name="connsiteX7" fmla="*/ 0 w 6223000"/>
                <a:gd name="connsiteY7" fmla="*/ 4324350 h 4400550"/>
                <a:gd name="connsiteX8" fmla="*/ 88900 w 6223000"/>
                <a:gd name="connsiteY8" fmla="*/ 336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23000" h="4400550">
                  <a:moveTo>
                    <a:pt x="88900" y="336550"/>
                  </a:moveTo>
                  <a:lnTo>
                    <a:pt x="571500" y="342900"/>
                  </a:lnTo>
                  <a:cubicBezTo>
                    <a:pt x="715433" y="347133"/>
                    <a:pt x="649817" y="2117"/>
                    <a:pt x="666750" y="0"/>
                  </a:cubicBezTo>
                  <a:lnTo>
                    <a:pt x="2444750" y="31751"/>
                  </a:lnTo>
                  <a:cubicBezTo>
                    <a:pt x="2482850" y="44451"/>
                    <a:pt x="2451100" y="355601"/>
                    <a:pt x="2552700" y="368301"/>
                  </a:cubicBezTo>
                  <a:lnTo>
                    <a:pt x="6223000" y="450850"/>
                  </a:lnTo>
                  <a:lnTo>
                    <a:pt x="6007100" y="4400550"/>
                  </a:lnTo>
                  <a:lnTo>
                    <a:pt x="0" y="4324350"/>
                  </a:lnTo>
                  <a:cubicBezTo>
                    <a:pt x="4233" y="3109383"/>
                    <a:pt x="84667" y="1551517"/>
                    <a:pt x="88900" y="33655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A51493A9-7C62-EA15-67DC-C5754B8701AF}"/>
                </a:ext>
              </a:extLst>
            </p:cNvPr>
            <p:cNvSpPr/>
            <p:nvPr/>
          </p:nvSpPr>
          <p:spPr>
            <a:xfrm>
              <a:off x="2159000" y="2286490"/>
              <a:ext cx="5905500" cy="3746500"/>
            </a:xfrm>
            <a:custGeom>
              <a:avLst/>
              <a:gdLst>
                <a:gd name="connsiteX0" fmla="*/ 0 w 5918200"/>
                <a:gd name="connsiteY0" fmla="*/ 0 h 1917700"/>
                <a:gd name="connsiteX1" fmla="*/ 5918200 w 5918200"/>
                <a:gd name="connsiteY1" fmla="*/ 0 h 1917700"/>
                <a:gd name="connsiteX2" fmla="*/ 5918200 w 5918200"/>
                <a:gd name="connsiteY2" fmla="*/ 1917700 h 1917700"/>
                <a:gd name="connsiteX3" fmla="*/ 0 w 5918200"/>
                <a:gd name="connsiteY3" fmla="*/ 1917700 h 1917700"/>
                <a:gd name="connsiteX4" fmla="*/ 0 w 5918200"/>
                <a:gd name="connsiteY4" fmla="*/ 0 h 1917700"/>
                <a:gd name="connsiteX0" fmla="*/ 1117600 w 7035800"/>
                <a:gd name="connsiteY0" fmla="*/ 0 h 3479800"/>
                <a:gd name="connsiteX1" fmla="*/ 7035800 w 7035800"/>
                <a:gd name="connsiteY1" fmla="*/ 0 h 3479800"/>
                <a:gd name="connsiteX2" fmla="*/ 7035800 w 7035800"/>
                <a:gd name="connsiteY2" fmla="*/ 1917700 h 3479800"/>
                <a:gd name="connsiteX3" fmla="*/ 0 w 7035800"/>
                <a:gd name="connsiteY3" fmla="*/ 3479800 h 3479800"/>
                <a:gd name="connsiteX4" fmla="*/ 1117600 w 7035800"/>
                <a:gd name="connsiteY4" fmla="*/ 0 h 3479800"/>
                <a:gd name="connsiteX0" fmla="*/ 1117600 w 7035800"/>
                <a:gd name="connsiteY0" fmla="*/ 0 h 3543300"/>
                <a:gd name="connsiteX1" fmla="*/ 7035800 w 7035800"/>
                <a:gd name="connsiteY1" fmla="*/ 0 h 3543300"/>
                <a:gd name="connsiteX2" fmla="*/ 6134100 w 7035800"/>
                <a:gd name="connsiteY2" fmla="*/ 3543300 h 3543300"/>
                <a:gd name="connsiteX3" fmla="*/ 0 w 7035800"/>
                <a:gd name="connsiteY3" fmla="*/ 3479800 h 3543300"/>
                <a:gd name="connsiteX4" fmla="*/ 1117600 w 7035800"/>
                <a:gd name="connsiteY4" fmla="*/ 0 h 3543300"/>
                <a:gd name="connsiteX0" fmla="*/ 1117600 w 7048500"/>
                <a:gd name="connsiteY0" fmla="*/ 0 h 3543300"/>
                <a:gd name="connsiteX1" fmla="*/ 7048500 w 7048500"/>
                <a:gd name="connsiteY1" fmla="*/ 152400 h 3543300"/>
                <a:gd name="connsiteX2" fmla="*/ 6134100 w 7048500"/>
                <a:gd name="connsiteY2" fmla="*/ 3543300 h 3543300"/>
                <a:gd name="connsiteX3" fmla="*/ 0 w 7048500"/>
                <a:gd name="connsiteY3" fmla="*/ 3479800 h 3543300"/>
                <a:gd name="connsiteX4" fmla="*/ 1117600 w 7048500"/>
                <a:gd name="connsiteY4" fmla="*/ 0 h 35433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429000 h 3492500"/>
                <a:gd name="connsiteX4" fmla="*/ 1155700 w 7048500"/>
                <a:gd name="connsiteY4" fmla="*/ 0 h 34925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378200 h 3492500"/>
                <a:gd name="connsiteX4" fmla="*/ 1155700 w 7048500"/>
                <a:gd name="connsiteY4" fmla="*/ 0 h 3492500"/>
                <a:gd name="connsiteX0" fmla="*/ 939800 w 6832600"/>
                <a:gd name="connsiteY0" fmla="*/ 0 h 3568700"/>
                <a:gd name="connsiteX1" fmla="*/ 6832600 w 6832600"/>
                <a:gd name="connsiteY1" fmla="*/ 101600 h 3568700"/>
                <a:gd name="connsiteX2" fmla="*/ 5918200 w 6832600"/>
                <a:gd name="connsiteY2" fmla="*/ 3492500 h 3568700"/>
                <a:gd name="connsiteX3" fmla="*/ 0 w 6832600"/>
                <a:gd name="connsiteY3" fmla="*/ 3568700 h 3568700"/>
                <a:gd name="connsiteX4" fmla="*/ 939800 w 6832600"/>
                <a:gd name="connsiteY4" fmla="*/ 0 h 3568700"/>
                <a:gd name="connsiteX0" fmla="*/ 12700 w 6832600"/>
                <a:gd name="connsiteY0" fmla="*/ 0 h 3644900"/>
                <a:gd name="connsiteX1" fmla="*/ 6832600 w 6832600"/>
                <a:gd name="connsiteY1" fmla="*/ 177800 h 3644900"/>
                <a:gd name="connsiteX2" fmla="*/ 5918200 w 6832600"/>
                <a:gd name="connsiteY2" fmla="*/ 3568700 h 3644900"/>
                <a:gd name="connsiteX3" fmla="*/ 0 w 6832600"/>
                <a:gd name="connsiteY3" fmla="*/ 3644900 h 3644900"/>
                <a:gd name="connsiteX4" fmla="*/ 12700 w 6832600"/>
                <a:gd name="connsiteY4" fmla="*/ 0 h 3644900"/>
                <a:gd name="connsiteX0" fmla="*/ 76200 w 6896100"/>
                <a:gd name="connsiteY0" fmla="*/ 0 h 3657600"/>
                <a:gd name="connsiteX1" fmla="*/ 6896100 w 6896100"/>
                <a:gd name="connsiteY1" fmla="*/ 177800 h 3657600"/>
                <a:gd name="connsiteX2" fmla="*/ 5981700 w 6896100"/>
                <a:gd name="connsiteY2" fmla="*/ 3568700 h 3657600"/>
                <a:gd name="connsiteX3" fmla="*/ 0 w 6896100"/>
                <a:gd name="connsiteY3" fmla="*/ 3657600 h 3657600"/>
                <a:gd name="connsiteX4" fmla="*/ 76200 w 6896100"/>
                <a:gd name="connsiteY4" fmla="*/ 0 h 3657600"/>
                <a:gd name="connsiteX0" fmla="*/ 76200 w 5981700"/>
                <a:gd name="connsiteY0" fmla="*/ 0 h 3657600"/>
                <a:gd name="connsiteX1" fmla="*/ 5905500 w 5981700"/>
                <a:gd name="connsiteY1" fmla="*/ 88900 h 3657600"/>
                <a:gd name="connsiteX2" fmla="*/ 5981700 w 5981700"/>
                <a:gd name="connsiteY2" fmla="*/ 3568700 h 3657600"/>
                <a:gd name="connsiteX3" fmla="*/ 0 w 5981700"/>
                <a:gd name="connsiteY3" fmla="*/ 3657600 h 3657600"/>
                <a:gd name="connsiteX4" fmla="*/ 76200 w 5981700"/>
                <a:gd name="connsiteY4" fmla="*/ 0 h 3657600"/>
                <a:gd name="connsiteX0" fmla="*/ 76200 w 5905500"/>
                <a:gd name="connsiteY0" fmla="*/ 0 h 3657600"/>
                <a:gd name="connsiteX1" fmla="*/ 5905500 w 5905500"/>
                <a:gd name="connsiteY1" fmla="*/ 88900 h 3657600"/>
                <a:gd name="connsiteX2" fmla="*/ 5791200 w 5905500"/>
                <a:gd name="connsiteY2" fmla="*/ 3568700 h 3657600"/>
                <a:gd name="connsiteX3" fmla="*/ 0 w 5905500"/>
                <a:gd name="connsiteY3" fmla="*/ 3657600 h 3657600"/>
                <a:gd name="connsiteX4" fmla="*/ 76200 w 5905500"/>
                <a:gd name="connsiteY4" fmla="*/ 0 h 3657600"/>
                <a:gd name="connsiteX0" fmla="*/ 76200 w 5905500"/>
                <a:gd name="connsiteY0" fmla="*/ 0 h 3746500"/>
                <a:gd name="connsiteX1" fmla="*/ 5905500 w 5905500"/>
                <a:gd name="connsiteY1" fmla="*/ 88900 h 3746500"/>
                <a:gd name="connsiteX2" fmla="*/ 5727700 w 5905500"/>
                <a:gd name="connsiteY2" fmla="*/ 3746500 h 3746500"/>
                <a:gd name="connsiteX3" fmla="*/ 0 w 5905500"/>
                <a:gd name="connsiteY3" fmla="*/ 3657600 h 3746500"/>
                <a:gd name="connsiteX4" fmla="*/ 76200 w 5905500"/>
                <a:gd name="connsiteY4" fmla="*/ 0 h 374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05500" h="3746500">
                  <a:moveTo>
                    <a:pt x="76200" y="0"/>
                  </a:moveTo>
                  <a:lnTo>
                    <a:pt x="5905500" y="88900"/>
                  </a:lnTo>
                  <a:lnTo>
                    <a:pt x="5727700" y="3746500"/>
                  </a:lnTo>
                  <a:lnTo>
                    <a:pt x="0" y="3657600"/>
                  </a:lnTo>
                  <a:cubicBezTo>
                    <a:pt x="4233" y="2442633"/>
                    <a:pt x="71967" y="1214967"/>
                    <a:pt x="76200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F7C424F6-AAF3-0029-AA09-35E1A13A3B5D}"/>
                </a:ext>
              </a:extLst>
            </p:cNvPr>
            <p:cNvSpPr/>
            <p:nvPr/>
          </p:nvSpPr>
          <p:spPr>
            <a:xfrm>
              <a:off x="2006600" y="2692400"/>
              <a:ext cx="7048500" cy="3492500"/>
            </a:xfrm>
            <a:custGeom>
              <a:avLst/>
              <a:gdLst>
                <a:gd name="connsiteX0" fmla="*/ 0 w 5918200"/>
                <a:gd name="connsiteY0" fmla="*/ 0 h 1917700"/>
                <a:gd name="connsiteX1" fmla="*/ 5918200 w 5918200"/>
                <a:gd name="connsiteY1" fmla="*/ 0 h 1917700"/>
                <a:gd name="connsiteX2" fmla="*/ 5918200 w 5918200"/>
                <a:gd name="connsiteY2" fmla="*/ 1917700 h 1917700"/>
                <a:gd name="connsiteX3" fmla="*/ 0 w 5918200"/>
                <a:gd name="connsiteY3" fmla="*/ 1917700 h 1917700"/>
                <a:gd name="connsiteX4" fmla="*/ 0 w 5918200"/>
                <a:gd name="connsiteY4" fmla="*/ 0 h 1917700"/>
                <a:gd name="connsiteX0" fmla="*/ 1117600 w 7035800"/>
                <a:gd name="connsiteY0" fmla="*/ 0 h 3479800"/>
                <a:gd name="connsiteX1" fmla="*/ 7035800 w 7035800"/>
                <a:gd name="connsiteY1" fmla="*/ 0 h 3479800"/>
                <a:gd name="connsiteX2" fmla="*/ 7035800 w 7035800"/>
                <a:gd name="connsiteY2" fmla="*/ 1917700 h 3479800"/>
                <a:gd name="connsiteX3" fmla="*/ 0 w 7035800"/>
                <a:gd name="connsiteY3" fmla="*/ 3479800 h 3479800"/>
                <a:gd name="connsiteX4" fmla="*/ 1117600 w 7035800"/>
                <a:gd name="connsiteY4" fmla="*/ 0 h 3479800"/>
                <a:gd name="connsiteX0" fmla="*/ 1117600 w 7035800"/>
                <a:gd name="connsiteY0" fmla="*/ 0 h 3543300"/>
                <a:gd name="connsiteX1" fmla="*/ 7035800 w 7035800"/>
                <a:gd name="connsiteY1" fmla="*/ 0 h 3543300"/>
                <a:gd name="connsiteX2" fmla="*/ 6134100 w 7035800"/>
                <a:gd name="connsiteY2" fmla="*/ 3543300 h 3543300"/>
                <a:gd name="connsiteX3" fmla="*/ 0 w 7035800"/>
                <a:gd name="connsiteY3" fmla="*/ 3479800 h 3543300"/>
                <a:gd name="connsiteX4" fmla="*/ 1117600 w 7035800"/>
                <a:gd name="connsiteY4" fmla="*/ 0 h 3543300"/>
                <a:gd name="connsiteX0" fmla="*/ 1117600 w 7048500"/>
                <a:gd name="connsiteY0" fmla="*/ 0 h 3543300"/>
                <a:gd name="connsiteX1" fmla="*/ 7048500 w 7048500"/>
                <a:gd name="connsiteY1" fmla="*/ 152400 h 3543300"/>
                <a:gd name="connsiteX2" fmla="*/ 6134100 w 7048500"/>
                <a:gd name="connsiteY2" fmla="*/ 3543300 h 3543300"/>
                <a:gd name="connsiteX3" fmla="*/ 0 w 7048500"/>
                <a:gd name="connsiteY3" fmla="*/ 3479800 h 3543300"/>
                <a:gd name="connsiteX4" fmla="*/ 1117600 w 7048500"/>
                <a:gd name="connsiteY4" fmla="*/ 0 h 35433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429000 h 3492500"/>
                <a:gd name="connsiteX4" fmla="*/ 1155700 w 7048500"/>
                <a:gd name="connsiteY4" fmla="*/ 0 h 3492500"/>
                <a:gd name="connsiteX0" fmla="*/ 1155700 w 7048500"/>
                <a:gd name="connsiteY0" fmla="*/ 0 h 3492500"/>
                <a:gd name="connsiteX1" fmla="*/ 7048500 w 7048500"/>
                <a:gd name="connsiteY1" fmla="*/ 101600 h 3492500"/>
                <a:gd name="connsiteX2" fmla="*/ 6134100 w 7048500"/>
                <a:gd name="connsiteY2" fmla="*/ 3492500 h 3492500"/>
                <a:gd name="connsiteX3" fmla="*/ 0 w 7048500"/>
                <a:gd name="connsiteY3" fmla="*/ 3378200 h 3492500"/>
                <a:gd name="connsiteX4" fmla="*/ 1155700 w 7048500"/>
                <a:gd name="connsiteY4" fmla="*/ 0 h 349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8500" h="3492500">
                  <a:moveTo>
                    <a:pt x="1155700" y="0"/>
                  </a:moveTo>
                  <a:lnTo>
                    <a:pt x="7048500" y="101600"/>
                  </a:lnTo>
                  <a:lnTo>
                    <a:pt x="6134100" y="3492500"/>
                  </a:lnTo>
                  <a:lnTo>
                    <a:pt x="0" y="3378200"/>
                  </a:lnTo>
                  <a:lnTo>
                    <a:pt x="1155700" y="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8565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3898976" y="795135"/>
            <a:ext cx="62209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Pencil Pouch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AC84323-CDB6-EAAB-CC53-08FF0B4F8ED5}"/>
              </a:ext>
            </a:extLst>
          </p:cNvPr>
          <p:cNvGrpSpPr/>
          <p:nvPr/>
        </p:nvGrpSpPr>
        <p:grpSpPr>
          <a:xfrm>
            <a:off x="377372" y="2884937"/>
            <a:ext cx="5355771" cy="2675238"/>
            <a:chOff x="1857829" y="2641601"/>
            <a:chExt cx="5355771" cy="2675238"/>
          </a:xfrm>
        </p:grpSpPr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3EDE83CD-1CD2-B3E3-BC70-6951C4E37553}"/>
                </a:ext>
              </a:extLst>
            </p:cNvPr>
            <p:cNvSpPr/>
            <p:nvPr/>
          </p:nvSpPr>
          <p:spPr>
            <a:xfrm>
              <a:off x="1857829" y="2641601"/>
              <a:ext cx="5355771" cy="2675238"/>
            </a:xfrm>
            <a:prstGeom prst="round2SameRect">
              <a:avLst>
                <a:gd name="adj1" fmla="val 50000"/>
                <a:gd name="adj2" fmla="val 12178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F9F966EA-C29C-B886-1A95-34D06EB9D11D}"/>
                </a:ext>
              </a:extLst>
            </p:cNvPr>
            <p:cNvSpPr/>
            <p:nvPr/>
          </p:nvSpPr>
          <p:spPr>
            <a:xfrm>
              <a:off x="2090056" y="3886200"/>
              <a:ext cx="4905829" cy="1430639"/>
            </a:xfrm>
            <a:prstGeom prst="round2SameRect">
              <a:avLst>
                <a:gd name="adj1" fmla="val 50000"/>
                <a:gd name="adj2" fmla="val 12178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BFE7F49-2EB7-A942-7469-35406A680E82}"/>
                </a:ext>
              </a:extLst>
            </p:cNvPr>
            <p:cNvGrpSpPr/>
            <p:nvPr/>
          </p:nvGrpSpPr>
          <p:grpSpPr>
            <a:xfrm>
              <a:off x="2361205" y="3886200"/>
              <a:ext cx="4458829" cy="429507"/>
              <a:chOff x="2361205" y="3886200"/>
              <a:chExt cx="4458829" cy="429507"/>
            </a:xfrm>
            <a:solidFill>
              <a:srgbClr val="C4915B"/>
            </a:solidFill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2EDBBDF-4280-C8CC-5611-B03714AAC9A3}"/>
                  </a:ext>
                </a:extLst>
              </p:cNvPr>
              <p:cNvGrpSpPr/>
              <p:nvPr/>
            </p:nvGrpSpPr>
            <p:grpSpPr>
              <a:xfrm>
                <a:off x="262890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D59DAF13-664A-7324-A18E-4A0C9C3E9EDC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E3E40870-C9FA-6174-59E6-B53F244DB1FD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EE2E15B-520F-B7B1-E12B-4C799673BD09}"/>
                  </a:ext>
                </a:extLst>
              </p:cNvPr>
              <p:cNvGrpSpPr/>
              <p:nvPr/>
            </p:nvGrpSpPr>
            <p:grpSpPr>
              <a:xfrm>
                <a:off x="322326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50BB28A3-87FD-ADF0-55C2-416820EB7532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AA750FC5-4405-0BAC-F009-402CFDD4B3F8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42FED2C-30C8-B425-60C1-76A6D088530A}"/>
                  </a:ext>
                </a:extLst>
              </p:cNvPr>
              <p:cNvGrpSpPr/>
              <p:nvPr/>
            </p:nvGrpSpPr>
            <p:grpSpPr>
              <a:xfrm>
                <a:off x="381762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5" name="Rectangle: Rounded Corners 14">
                  <a:extLst>
                    <a:ext uri="{FF2B5EF4-FFF2-40B4-BE49-F238E27FC236}">
                      <a16:creationId xmlns:a16="http://schemas.microsoft.com/office/drawing/2014/main" id="{48A37B8B-9C05-59DD-F454-77AA78381AF4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630F66BD-2376-57C8-0690-EBE7F3CFD423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4098D75-49CC-3D53-EC72-8934809DCF34}"/>
                  </a:ext>
                </a:extLst>
              </p:cNvPr>
              <p:cNvGrpSpPr/>
              <p:nvPr/>
            </p:nvGrpSpPr>
            <p:grpSpPr>
              <a:xfrm>
                <a:off x="441198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C3B57DB8-35B7-1F12-3B36-11F8DF27F5CB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1DDBF709-F3F9-A57C-E108-C334817B8F10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9FD797C-4745-0AD3-975C-97803A470944}"/>
                  </a:ext>
                </a:extLst>
              </p:cNvPr>
              <p:cNvGrpSpPr/>
              <p:nvPr/>
            </p:nvGrpSpPr>
            <p:grpSpPr>
              <a:xfrm>
                <a:off x="500634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81F130C8-BA92-C6DB-E784-11E998128E90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F92B7DB5-8E3D-337B-A96E-D671FBC9134A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1DA9DC9-D56F-36CF-B84A-E9A8577832BC}"/>
                  </a:ext>
                </a:extLst>
              </p:cNvPr>
              <p:cNvGrpSpPr/>
              <p:nvPr/>
            </p:nvGrpSpPr>
            <p:grpSpPr>
              <a:xfrm>
                <a:off x="560070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D8C3D7F0-A464-9391-A2AE-BE3AA2FAAC0B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1DD34A6D-C226-D7C8-106F-FA11F241AF96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6AA5D2B2-A5AA-64B7-27EF-60506C05330F}"/>
                  </a:ext>
                </a:extLst>
              </p:cNvPr>
              <p:cNvSpPr/>
              <p:nvPr/>
            </p:nvSpPr>
            <p:spPr>
              <a:xfrm>
                <a:off x="6195060" y="3886200"/>
                <a:ext cx="297180" cy="167640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EA9BA43-D433-BD4F-F4F1-266CF63E6C7F}"/>
                  </a:ext>
                </a:extLst>
              </p:cNvPr>
              <p:cNvSpPr/>
              <p:nvPr/>
            </p:nvSpPr>
            <p:spPr>
              <a:xfrm>
                <a:off x="6492240" y="3893346"/>
                <a:ext cx="243383" cy="159095"/>
              </a:xfrm>
              <a:custGeom>
                <a:avLst/>
                <a:gdLst>
                  <a:gd name="connsiteX0" fmla="*/ 0 w 243383"/>
                  <a:gd name="connsiteY0" fmla="*/ 0 h 132150"/>
                  <a:gd name="connsiteX1" fmla="*/ 66761 w 243383"/>
                  <a:gd name="connsiteY1" fmla="*/ 20723 h 132150"/>
                  <a:gd name="connsiteX2" fmla="*/ 188268 w 243383"/>
                  <a:gd name="connsiteY2" fmla="*/ 86676 h 132150"/>
                  <a:gd name="connsiteX3" fmla="*/ 243383 w 243383"/>
                  <a:gd name="connsiteY3" fmla="*/ 132150 h 132150"/>
                  <a:gd name="connsiteX4" fmla="*/ 27941 w 243383"/>
                  <a:gd name="connsiteY4" fmla="*/ 132150 h 132150"/>
                  <a:gd name="connsiteX5" fmla="*/ 0 w 243383"/>
                  <a:gd name="connsiteY5" fmla="*/ 104209 h 132150"/>
                  <a:gd name="connsiteX6" fmla="*/ 0 w 243383"/>
                  <a:gd name="connsiteY6" fmla="*/ 0 h 132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383" h="132150">
                    <a:moveTo>
                      <a:pt x="0" y="0"/>
                    </a:moveTo>
                    <a:lnTo>
                      <a:pt x="66761" y="20723"/>
                    </a:lnTo>
                    <a:cubicBezTo>
                      <a:pt x="109551" y="38822"/>
                      <a:pt x="150213" y="60966"/>
                      <a:pt x="188268" y="86676"/>
                    </a:cubicBezTo>
                    <a:lnTo>
                      <a:pt x="243383" y="132150"/>
                    </a:lnTo>
                    <a:lnTo>
                      <a:pt x="27941" y="132150"/>
                    </a:lnTo>
                    <a:cubicBezTo>
                      <a:pt x="12510" y="132150"/>
                      <a:pt x="0" y="119640"/>
                      <a:pt x="0" y="10420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EAA9E76-5F3A-713A-DB2A-B2156A88F949}"/>
                  </a:ext>
                </a:extLst>
              </p:cNvPr>
              <p:cNvSpPr/>
              <p:nvPr/>
            </p:nvSpPr>
            <p:spPr>
              <a:xfrm>
                <a:off x="2361205" y="3896392"/>
                <a:ext cx="267695" cy="139697"/>
              </a:xfrm>
              <a:custGeom>
                <a:avLst/>
                <a:gdLst>
                  <a:gd name="connsiteX0" fmla="*/ 267695 w 267695"/>
                  <a:gd name="connsiteY0" fmla="*/ 0 h 139697"/>
                  <a:gd name="connsiteX1" fmla="*/ 267695 w 267695"/>
                  <a:gd name="connsiteY1" fmla="*/ 111756 h 139697"/>
                  <a:gd name="connsiteX2" fmla="*/ 239754 w 267695"/>
                  <a:gd name="connsiteY2" fmla="*/ 139697 h 139697"/>
                  <a:gd name="connsiteX3" fmla="*/ 0 w 267695"/>
                  <a:gd name="connsiteY3" fmla="*/ 139697 h 139697"/>
                  <a:gd name="connsiteX4" fmla="*/ 55115 w 267695"/>
                  <a:gd name="connsiteY4" fmla="*/ 94223 h 139697"/>
                  <a:gd name="connsiteX5" fmla="*/ 176622 w 267695"/>
                  <a:gd name="connsiteY5" fmla="*/ 28270 h 139697"/>
                  <a:gd name="connsiteX6" fmla="*/ 267695 w 267695"/>
                  <a:gd name="connsiteY6" fmla="*/ 0 h 139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695" h="139697">
                    <a:moveTo>
                      <a:pt x="267695" y="0"/>
                    </a:moveTo>
                    <a:lnTo>
                      <a:pt x="267695" y="111756"/>
                    </a:lnTo>
                    <a:cubicBezTo>
                      <a:pt x="267695" y="127187"/>
                      <a:pt x="255185" y="139697"/>
                      <a:pt x="239754" y="139697"/>
                    </a:cubicBezTo>
                    <a:lnTo>
                      <a:pt x="0" y="139697"/>
                    </a:lnTo>
                    <a:lnTo>
                      <a:pt x="55115" y="94223"/>
                    </a:lnTo>
                    <a:cubicBezTo>
                      <a:pt x="93170" y="68513"/>
                      <a:pt x="133833" y="46369"/>
                      <a:pt x="176622" y="28270"/>
                    </a:cubicBezTo>
                    <a:lnTo>
                      <a:pt x="267695" y="0"/>
                    </a:ln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7726DC15-2494-3DE1-05E9-DAB5AE6ECB2A}"/>
                  </a:ext>
                </a:extLst>
              </p:cNvPr>
              <p:cNvSpPr/>
              <p:nvPr/>
            </p:nvSpPr>
            <p:spPr>
              <a:xfrm rot="20394963">
                <a:off x="6720428" y="4038901"/>
                <a:ext cx="99606" cy="276806"/>
              </a:xfrm>
              <a:prstGeom prst="triangl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F8C50F04-24AB-7AB7-90F7-FD6634D39380}"/>
                </a:ext>
              </a:extLst>
            </p:cNvPr>
            <p:cNvGrpSpPr/>
            <p:nvPr/>
          </p:nvGrpSpPr>
          <p:grpSpPr>
            <a:xfrm>
              <a:off x="2468880" y="2801117"/>
              <a:ext cx="4255585" cy="378129"/>
              <a:chOff x="2468880" y="2801117"/>
              <a:chExt cx="4255585" cy="378129"/>
            </a:xfrm>
            <a:solidFill>
              <a:srgbClr val="C4915B"/>
            </a:solidFill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7BC3D305-6DDD-E5D2-0061-DFB7C39ACE64}"/>
                  </a:ext>
                </a:extLst>
              </p:cNvPr>
              <p:cNvSpPr/>
              <p:nvPr/>
            </p:nvSpPr>
            <p:spPr>
              <a:xfrm>
                <a:off x="2766060" y="2801117"/>
                <a:ext cx="297180" cy="167640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E385C77-1BE5-E6DD-71A3-B0C20AB76480}"/>
                  </a:ext>
                </a:extLst>
              </p:cNvPr>
              <p:cNvGrpSpPr/>
              <p:nvPr/>
            </p:nvGrpSpPr>
            <p:grpSpPr>
              <a:xfrm>
                <a:off x="306324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D04D2464-B53C-851B-6DDA-0C1275E9FF5A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998F37B7-2811-5D89-FBA7-93B9F03A2794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259BE9D6-B964-42BD-AC14-B41616EEB56D}"/>
                  </a:ext>
                </a:extLst>
              </p:cNvPr>
              <p:cNvGrpSpPr/>
              <p:nvPr/>
            </p:nvGrpSpPr>
            <p:grpSpPr>
              <a:xfrm>
                <a:off x="365760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1EBDAE53-B565-460F-AFD4-C9E9CE707800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2FA7AFDC-A8AE-C981-DCFE-29F43685E193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9B8B94E-AF0F-2BAC-8871-50D316648D3F}"/>
                  </a:ext>
                </a:extLst>
              </p:cNvPr>
              <p:cNvGrpSpPr/>
              <p:nvPr/>
            </p:nvGrpSpPr>
            <p:grpSpPr>
              <a:xfrm>
                <a:off x="425196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7AE4B27C-B9DC-71EE-0E1F-DF62F203A8D9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DEE7365A-8E20-E877-08FF-FDC821EA4785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5412E068-C5A4-D247-159D-52547A1E29A6}"/>
                  </a:ext>
                </a:extLst>
              </p:cNvPr>
              <p:cNvGrpSpPr/>
              <p:nvPr/>
            </p:nvGrpSpPr>
            <p:grpSpPr>
              <a:xfrm>
                <a:off x="484632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246A24B2-727B-3B9F-2DAC-CF2236A6E3CA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2E783784-336A-6F3B-4C2E-9AE4E7E797D1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8222AA3-C621-C8C1-D183-3E50AD8817F7}"/>
                  </a:ext>
                </a:extLst>
              </p:cNvPr>
              <p:cNvGrpSpPr/>
              <p:nvPr/>
            </p:nvGrpSpPr>
            <p:grpSpPr>
              <a:xfrm>
                <a:off x="544068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A4DA8106-50AE-2223-0568-AFE57449046E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B8F8DAE9-55AA-5E7E-44ED-EF02E7028000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6CE4F575-E261-B52E-E391-54834F8EE40D}"/>
                  </a:ext>
                </a:extLst>
              </p:cNvPr>
              <p:cNvSpPr/>
              <p:nvPr/>
            </p:nvSpPr>
            <p:spPr>
              <a:xfrm>
                <a:off x="6035040" y="2801117"/>
                <a:ext cx="297180" cy="167640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1BFE5EB-8B1B-3C7F-BF65-A8D0042D91CF}"/>
                  </a:ext>
                </a:extLst>
              </p:cNvPr>
              <p:cNvSpPr/>
              <p:nvPr/>
            </p:nvSpPr>
            <p:spPr>
              <a:xfrm>
                <a:off x="2468880" y="2801117"/>
                <a:ext cx="297180" cy="167640"/>
              </a:xfrm>
              <a:custGeom>
                <a:avLst/>
                <a:gdLst>
                  <a:gd name="connsiteX0" fmla="*/ 92979 w 297180"/>
                  <a:gd name="connsiteY0" fmla="*/ 0 h 167640"/>
                  <a:gd name="connsiteX1" fmla="*/ 269239 w 297180"/>
                  <a:gd name="connsiteY1" fmla="*/ 0 h 167640"/>
                  <a:gd name="connsiteX2" fmla="*/ 297180 w 297180"/>
                  <a:gd name="connsiteY2" fmla="*/ 27941 h 167640"/>
                  <a:gd name="connsiteX3" fmla="*/ 297180 w 297180"/>
                  <a:gd name="connsiteY3" fmla="*/ 139699 h 167640"/>
                  <a:gd name="connsiteX4" fmla="*/ 269239 w 297180"/>
                  <a:gd name="connsiteY4" fmla="*/ 167640 h 167640"/>
                  <a:gd name="connsiteX5" fmla="*/ 27941 w 297180"/>
                  <a:gd name="connsiteY5" fmla="*/ 167640 h 167640"/>
                  <a:gd name="connsiteX6" fmla="*/ 0 w 297180"/>
                  <a:gd name="connsiteY6" fmla="*/ 139699 h 167640"/>
                  <a:gd name="connsiteX7" fmla="*/ 0 w 297180"/>
                  <a:gd name="connsiteY7" fmla="*/ 55983 h 167640"/>
                  <a:gd name="connsiteX8" fmla="*/ 88979 w 297180"/>
                  <a:gd name="connsiteY8" fmla="*/ 1927 h 167640"/>
                  <a:gd name="connsiteX9" fmla="*/ 92979 w 297180"/>
                  <a:gd name="connsiteY9" fmla="*/ 0 h 16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7180" h="167640">
                    <a:moveTo>
                      <a:pt x="92979" y="0"/>
                    </a:moveTo>
                    <a:lnTo>
                      <a:pt x="269239" y="0"/>
                    </a:lnTo>
                    <a:cubicBezTo>
                      <a:pt x="284670" y="0"/>
                      <a:pt x="297180" y="12510"/>
                      <a:pt x="297180" y="27941"/>
                    </a:cubicBezTo>
                    <a:lnTo>
                      <a:pt x="297180" y="139699"/>
                    </a:lnTo>
                    <a:cubicBezTo>
                      <a:pt x="297180" y="155130"/>
                      <a:pt x="284670" y="167640"/>
                      <a:pt x="269239" y="167640"/>
                    </a:cubicBezTo>
                    <a:lnTo>
                      <a:pt x="27941" y="167640"/>
                    </a:lnTo>
                    <a:cubicBezTo>
                      <a:pt x="12510" y="167640"/>
                      <a:pt x="0" y="155130"/>
                      <a:pt x="0" y="139699"/>
                    </a:cubicBezTo>
                    <a:lnTo>
                      <a:pt x="0" y="55983"/>
                    </a:lnTo>
                    <a:lnTo>
                      <a:pt x="88979" y="1927"/>
                    </a:lnTo>
                    <a:lnTo>
                      <a:pt x="92979" y="0"/>
                    </a:ln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C06CB82D-B0DF-C110-AC2F-1DF53AD75669}"/>
                  </a:ext>
                </a:extLst>
              </p:cNvPr>
              <p:cNvSpPr/>
              <p:nvPr/>
            </p:nvSpPr>
            <p:spPr>
              <a:xfrm>
                <a:off x="6327140" y="2801117"/>
                <a:ext cx="297180" cy="167640"/>
              </a:xfrm>
              <a:custGeom>
                <a:avLst/>
                <a:gdLst>
                  <a:gd name="connsiteX0" fmla="*/ 27941 w 297180"/>
                  <a:gd name="connsiteY0" fmla="*/ 0 h 167640"/>
                  <a:gd name="connsiteX1" fmla="*/ 177350 w 297180"/>
                  <a:gd name="connsiteY1" fmla="*/ 0 h 167640"/>
                  <a:gd name="connsiteX2" fmla="*/ 181350 w 297180"/>
                  <a:gd name="connsiteY2" fmla="*/ 1927 h 167640"/>
                  <a:gd name="connsiteX3" fmla="*/ 291637 w 297180"/>
                  <a:gd name="connsiteY3" fmla="*/ 68928 h 167640"/>
                  <a:gd name="connsiteX4" fmla="*/ 297180 w 297180"/>
                  <a:gd name="connsiteY4" fmla="*/ 73073 h 167640"/>
                  <a:gd name="connsiteX5" fmla="*/ 297180 w 297180"/>
                  <a:gd name="connsiteY5" fmla="*/ 139699 h 167640"/>
                  <a:gd name="connsiteX6" fmla="*/ 269239 w 297180"/>
                  <a:gd name="connsiteY6" fmla="*/ 167640 h 167640"/>
                  <a:gd name="connsiteX7" fmla="*/ 27941 w 297180"/>
                  <a:gd name="connsiteY7" fmla="*/ 167640 h 167640"/>
                  <a:gd name="connsiteX8" fmla="*/ 0 w 297180"/>
                  <a:gd name="connsiteY8" fmla="*/ 139699 h 167640"/>
                  <a:gd name="connsiteX9" fmla="*/ 0 w 297180"/>
                  <a:gd name="connsiteY9" fmla="*/ 27941 h 167640"/>
                  <a:gd name="connsiteX10" fmla="*/ 27941 w 297180"/>
                  <a:gd name="connsiteY10" fmla="*/ 0 h 16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7180" h="167640">
                    <a:moveTo>
                      <a:pt x="27941" y="0"/>
                    </a:moveTo>
                    <a:lnTo>
                      <a:pt x="177350" y="0"/>
                    </a:lnTo>
                    <a:lnTo>
                      <a:pt x="181350" y="1927"/>
                    </a:lnTo>
                    <a:cubicBezTo>
                      <a:pt x="219256" y="22519"/>
                      <a:pt x="256056" y="44890"/>
                      <a:pt x="291637" y="68928"/>
                    </a:cubicBezTo>
                    <a:lnTo>
                      <a:pt x="297180" y="73073"/>
                    </a:lnTo>
                    <a:lnTo>
                      <a:pt x="297180" y="139699"/>
                    </a:lnTo>
                    <a:cubicBezTo>
                      <a:pt x="297180" y="155130"/>
                      <a:pt x="284670" y="167640"/>
                      <a:pt x="269239" y="167640"/>
                    </a:cubicBezTo>
                    <a:lnTo>
                      <a:pt x="27941" y="167640"/>
                    </a:lnTo>
                    <a:cubicBezTo>
                      <a:pt x="12510" y="167640"/>
                      <a:pt x="0" y="155130"/>
                      <a:pt x="0" y="139699"/>
                    </a:cubicBezTo>
                    <a:lnTo>
                      <a:pt x="0" y="27941"/>
                    </a:lnTo>
                    <a:cubicBezTo>
                      <a:pt x="0" y="12510"/>
                      <a:pt x="12510" y="0"/>
                      <a:pt x="27941" y="0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7" name="Isosceles Triangle 76">
                <a:extLst>
                  <a:ext uri="{FF2B5EF4-FFF2-40B4-BE49-F238E27FC236}">
                    <a16:creationId xmlns:a16="http://schemas.microsoft.com/office/drawing/2014/main" id="{68D3C0BB-6A03-0D7B-7FC0-9CBB4C9475B2}"/>
                  </a:ext>
                </a:extLst>
              </p:cNvPr>
              <p:cNvSpPr/>
              <p:nvPr/>
            </p:nvSpPr>
            <p:spPr>
              <a:xfrm rot="20394963">
                <a:off x="6624859" y="2902440"/>
                <a:ext cx="99606" cy="276806"/>
              </a:xfrm>
              <a:prstGeom prst="triangl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E38F82B-291D-A5F1-D642-BC00540F4AA2}"/>
              </a:ext>
            </a:extLst>
          </p:cNvPr>
          <p:cNvGrpSpPr/>
          <p:nvPr/>
        </p:nvGrpSpPr>
        <p:grpSpPr>
          <a:xfrm>
            <a:off x="3854633" y="4136682"/>
            <a:ext cx="5355771" cy="2675238"/>
            <a:chOff x="1857829" y="2641601"/>
            <a:chExt cx="5355771" cy="2675238"/>
          </a:xfrm>
        </p:grpSpPr>
        <p:sp>
          <p:nvSpPr>
            <p:cNvPr id="86" name="Rectangle: Top Corners Rounded 85">
              <a:extLst>
                <a:ext uri="{FF2B5EF4-FFF2-40B4-BE49-F238E27FC236}">
                  <a16:creationId xmlns:a16="http://schemas.microsoft.com/office/drawing/2014/main" id="{3D3E0AF5-6898-CF68-C5C5-D1B49FA58A75}"/>
                </a:ext>
              </a:extLst>
            </p:cNvPr>
            <p:cNvSpPr/>
            <p:nvPr/>
          </p:nvSpPr>
          <p:spPr>
            <a:xfrm>
              <a:off x="1857829" y="2641601"/>
              <a:ext cx="5355771" cy="2675238"/>
            </a:xfrm>
            <a:prstGeom prst="round2SameRect">
              <a:avLst>
                <a:gd name="adj1" fmla="val 50000"/>
                <a:gd name="adj2" fmla="val 12178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: Top Corners Rounded 86">
              <a:extLst>
                <a:ext uri="{FF2B5EF4-FFF2-40B4-BE49-F238E27FC236}">
                  <a16:creationId xmlns:a16="http://schemas.microsoft.com/office/drawing/2014/main" id="{CF9EA8AF-BE6D-F5C3-5E07-E6C18920D414}"/>
                </a:ext>
              </a:extLst>
            </p:cNvPr>
            <p:cNvSpPr/>
            <p:nvPr/>
          </p:nvSpPr>
          <p:spPr>
            <a:xfrm>
              <a:off x="2090056" y="3886200"/>
              <a:ext cx="4905829" cy="1430639"/>
            </a:xfrm>
            <a:prstGeom prst="round2SameRect">
              <a:avLst>
                <a:gd name="adj1" fmla="val 50000"/>
                <a:gd name="adj2" fmla="val 12178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EE52DDC-B866-268B-E0A9-7A8DF310A42B}"/>
                </a:ext>
              </a:extLst>
            </p:cNvPr>
            <p:cNvGrpSpPr/>
            <p:nvPr/>
          </p:nvGrpSpPr>
          <p:grpSpPr>
            <a:xfrm>
              <a:off x="2361205" y="3886200"/>
              <a:ext cx="4458829" cy="429507"/>
              <a:chOff x="2361205" y="3886200"/>
              <a:chExt cx="4458829" cy="429507"/>
            </a:xfrm>
            <a:solidFill>
              <a:srgbClr val="C4915B"/>
            </a:solidFill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6AC8F8BC-4082-9D04-B36C-94349EF809DB}"/>
                  </a:ext>
                </a:extLst>
              </p:cNvPr>
              <p:cNvGrpSpPr/>
              <p:nvPr/>
            </p:nvGrpSpPr>
            <p:grpSpPr>
              <a:xfrm>
                <a:off x="262890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30" name="Rectangle: Rounded Corners 129">
                  <a:extLst>
                    <a:ext uri="{FF2B5EF4-FFF2-40B4-BE49-F238E27FC236}">
                      <a16:creationId xmlns:a16="http://schemas.microsoft.com/office/drawing/2014/main" id="{8C6C4CA0-66C2-3466-4A13-B488D0BC0252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: Rounded Corners 130">
                  <a:extLst>
                    <a:ext uri="{FF2B5EF4-FFF2-40B4-BE49-F238E27FC236}">
                      <a16:creationId xmlns:a16="http://schemas.microsoft.com/office/drawing/2014/main" id="{B333503F-25D4-17D5-DE32-B8C1F4A5D768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F262C22E-E807-DF7B-567B-8FE728853080}"/>
                  </a:ext>
                </a:extLst>
              </p:cNvPr>
              <p:cNvGrpSpPr/>
              <p:nvPr/>
            </p:nvGrpSpPr>
            <p:grpSpPr>
              <a:xfrm>
                <a:off x="322326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28" name="Rectangle: Rounded Corners 127">
                  <a:extLst>
                    <a:ext uri="{FF2B5EF4-FFF2-40B4-BE49-F238E27FC236}">
                      <a16:creationId xmlns:a16="http://schemas.microsoft.com/office/drawing/2014/main" id="{F14F7882-55EC-6499-B843-06DD8BC840A3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: Rounded Corners 128">
                  <a:extLst>
                    <a:ext uri="{FF2B5EF4-FFF2-40B4-BE49-F238E27FC236}">
                      <a16:creationId xmlns:a16="http://schemas.microsoft.com/office/drawing/2014/main" id="{2617C035-2312-E489-782C-0E3C73C9632D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7CC09C83-ED18-9360-2F5E-E267E6DBD84E}"/>
                  </a:ext>
                </a:extLst>
              </p:cNvPr>
              <p:cNvGrpSpPr/>
              <p:nvPr/>
            </p:nvGrpSpPr>
            <p:grpSpPr>
              <a:xfrm>
                <a:off x="381762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26" name="Rectangle: Rounded Corners 125">
                  <a:extLst>
                    <a:ext uri="{FF2B5EF4-FFF2-40B4-BE49-F238E27FC236}">
                      <a16:creationId xmlns:a16="http://schemas.microsoft.com/office/drawing/2014/main" id="{BA261CCD-A29A-EB50-B177-78FC1006E6DB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: Rounded Corners 126">
                  <a:extLst>
                    <a:ext uri="{FF2B5EF4-FFF2-40B4-BE49-F238E27FC236}">
                      <a16:creationId xmlns:a16="http://schemas.microsoft.com/office/drawing/2014/main" id="{354F1AD2-41C1-7346-E310-3C1F099A12FE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4D06163F-A919-59B6-FC5E-443B0F9486BE}"/>
                  </a:ext>
                </a:extLst>
              </p:cNvPr>
              <p:cNvGrpSpPr/>
              <p:nvPr/>
            </p:nvGrpSpPr>
            <p:grpSpPr>
              <a:xfrm>
                <a:off x="441198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24" name="Rectangle: Rounded Corners 123">
                  <a:extLst>
                    <a:ext uri="{FF2B5EF4-FFF2-40B4-BE49-F238E27FC236}">
                      <a16:creationId xmlns:a16="http://schemas.microsoft.com/office/drawing/2014/main" id="{56F1EDDB-9143-335B-D6D2-6A08BF8023AC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63AA4FDF-FE9E-7594-4096-70F1911B5EE6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81D6CBCD-4FD2-55BC-5FDC-6AFF215A5095}"/>
                  </a:ext>
                </a:extLst>
              </p:cNvPr>
              <p:cNvGrpSpPr/>
              <p:nvPr/>
            </p:nvGrpSpPr>
            <p:grpSpPr>
              <a:xfrm>
                <a:off x="500634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B20A195C-22B3-1897-BA7E-467436589137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44764C82-5128-BF65-D749-52EA3FCA13AD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BC2DF83-4941-FF27-58FC-7C05C0ADB164}"/>
                  </a:ext>
                </a:extLst>
              </p:cNvPr>
              <p:cNvGrpSpPr/>
              <p:nvPr/>
            </p:nvGrpSpPr>
            <p:grpSpPr>
              <a:xfrm>
                <a:off x="560070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EDB9E276-8D68-0020-ABF5-1C1D1C6B1B8A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9F595EB2-BB31-9729-16CD-45CE4A0049FC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0B057A6D-0ED3-8CFF-3713-41797378A5E1}"/>
                  </a:ext>
                </a:extLst>
              </p:cNvPr>
              <p:cNvSpPr/>
              <p:nvPr/>
            </p:nvSpPr>
            <p:spPr>
              <a:xfrm>
                <a:off x="6195060" y="3886200"/>
                <a:ext cx="297180" cy="167640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5FE98A20-D0FC-3C7A-0760-FC1FAE152F81}"/>
                  </a:ext>
                </a:extLst>
              </p:cNvPr>
              <p:cNvSpPr/>
              <p:nvPr/>
            </p:nvSpPr>
            <p:spPr>
              <a:xfrm>
                <a:off x="6492240" y="3893346"/>
                <a:ext cx="243383" cy="159095"/>
              </a:xfrm>
              <a:custGeom>
                <a:avLst/>
                <a:gdLst>
                  <a:gd name="connsiteX0" fmla="*/ 0 w 243383"/>
                  <a:gd name="connsiteY0" fmla="*/ 0 h 132150"/>
                  <a:gd name="connsiteX1" fmla="*/ 66761 w 243383"/>
                  <a:gd name="connsiteY1" fmla="*/ 20723 h 132150"/>
                  <a:gd name="connsiteX2" fmla="*/ 188268 w 243383"/>
                  <a:gd name="connsiteY2" fmla="*/ 86676 h 132150"/>
                  <a:gd name="connsiteX3" fmla="*/ 243383 w 243383"/>
                  <a:gd name="connsiteY3" fmla="*/ 132150 h 132150"/>
                  <a:gd name="connsiteX4" fmla="*/ 27941 w 243383"/>
                  <a:gd name="connsiteY4" fmla="*/ 132150 h 132150"/>
                  <a:gd name="connsiteX5" fmla="*/ 0 w 243383"/>
                  <a:gd name="connsiteY5" fmla="*/ 104209 h 132150"/>
                  <a:gd name="connsiteX6" fmla="*/ 0 w 243383"/>
                  <a:gd name="connsiteY6" fmla="*/ 0 h 132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383" h="132150">
                    <a:moveTo>
                      <a:pt x="0" y="0"/>
                    </a:moveTo>
                    <a:lnTo>
                      <a:pt x="66761" y="20723"/>
                    </a:lnTo>
                    <a:cubicBezTo>
                      <a:pt x="109551" y="38822"/>
                      <a:pt x="150213" y="60966"/>
                      <a:pt x="188268" y="86676"/>
                    </a:cubicBezTo>
                    <a:lnTo>
                      <a:pt x="243383" y="132150"/>
                    </a:lnTo>
                    <a:lnTo>
                      <a:pt x="27941" y="132150"/>
                    </a:lnTo>
                    <a:cubicBezTo>
                      <a:pt x="12510" y="132150"/>
                      <a:pt x="0" y="119640"/>
                      <a:pt x="0" y="10420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4110A9F8-EF9E-3CF4-8204-A581EC1FB257}"/>
                  </a:ext>
                </a:extLst>
              </p:cNvPr>
              <p:cNvSpPr/>
              <p:nvPr/>
            </p:nvSpPr>
            <p:spPr>
              <a:xfrm>
                <a:off x="2361205" y="3896392"/>
                <a:ext cx="267695" cy="139697"/>
              </a:xfrm>
              <a:custGeom>
                <a:avLst/>
                <a:gdLst>
                  <a:gd name="connsiteX0" fmla="*/ 267695 w 267695"/>
                  <a:gd name="connsiteY0" fmla="*/ 0 h 139697"/>
                  <a:gd name="connsiteX1" fmla="*/ 267695 w 267695"/>
                  <a:gd name="connsiteY1" fmla="*/ 111756 h 139697"/>
                  <a:gd name="connsiteX2" fmla="*/ 239754 w 267695"/>
                  <a:gd name="connsiteY2" fmla="*/ 139697 h 139697"/>
                  <a:gd name="connsiteX3" fmla="*/ 0 w 267695"/>
                  <a:gd name="connsiteY3" fmla="*/ 139697 h 139697"/>
                  <a:gd name="connsiteX4" fmla="*/ 55115 w 267695"/>
                  <a:gd name="connsiteY4" fmla="*/ 94223 h 139697"/>
                  <a:gd name="connsiteX5" fmla="*/ 176622 w 267695"/>
                  <a:gd name="connsiteY5" fmla="*/ 28270 h 139697"/>
                  <a:gd name="connsiteX6" fmla="*/ 267695 w 267695"/>
                  <a:gd name="connsiteY6" fmla="*/ 0 h 139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695" h="139697">
                    <a:moveTo>
                      <a:pt x="267695" y="0"/>
                    </a:moveTo>
                    <a:lnTo>
                      <a:pt x="267695" y="111756"/>
                    </a:lnTo>
                    <a:cubicBezTo>
                      <a:pt x="267695" y="127187"/>
                      <a:pt x="255185" y="139697"/>
                      <a:pt x="239754" y="139697"/>
                    </a:cubicBezTo>
                    <a:lnTo>
                      <a:pt x="0" y="139697"/>
                    </a:lnTo>
                    <a:lnTo>
                      <a:pt x="55115" y="94223"/>
                    </a:lnTo>
                    <a:cubicBezTo>
                      <a:pt x="93170" y="68513"/>
                      <a:pt x="133833" y="46369"/>
                      <a:pt x="176622" y="28270"/>
                    </a:cubicBezTo>
                    <a:lnTo>
                      <a:pt x="267695" y="0"/>
                    </a:lnTo>
                    <a:close/>
                  </a:path>
                </a:pathLst>
              </a:cu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9" name="Isosceles Triangle 118">
                <a:extLst>
                  <a:ext uri="{FF2B5EF4-FFF2-40B4-BE49-F238E27FC236}">
                    <a16:creationId xmlns:a16="http://schemas.microsoft.com/office/drawing/2014/main" id="{3982C422-30E9-3FFF-5ED6-80C52200DDEF}"/>
                  </a:ext>
                </a:extLst>
              </p:cNvPr>
              <p:cNvSpPr/>
              <p:nvPr/>
            </p:nvSpPr>
            <p:spPr>
              <a:xfrm rot="20394963">
                <a:off x="6720428" y="4038901"/>
                <a:ext cx="99606" cy="276806"/>
              </a:xfrm>
              <a:prstGeom prst="triangle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387B3473-8AAE-4A9F-9C4F-E4D611120DAB}"/>
                </a:ext>
              </a:extLst>
            </p:cNvPr>
            <p:cNvGrpSpPr/>
            <p:nvPr/>
          </p:nvGrpSpPr>
          <p:grpSpPr>
            <a:xfrm>
              <a:off x="2468880" y="2801117"/>
              <a:ext cx="4255585" cy="378129"/>
              <a:chOff x="2468880" y="2801117"/>
              <a:chExt cx="4255585" cy="378129"/>
            </a:xfrm>
            <a:solidFill>
              <a:srgbClr val="C4915B"/>
            </a:solidFill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8C595E9C-5534-C1AC-868C-82AD5754AFD3}"/>
                  </a:ext>
                </a:extLst>
              </p:cNvPr>
              <p:cNvSpPr/>
              <p:nvPr/>
            </p:nvSpPr>
            <p:spPr>
              <a:xfrm>
                <a:off x="2766060" y="2801117"/>
                <a:ext cx="297180" cy="167640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4F57310A-78C1-EDC0-EC7A-8A6743D89669}"/>
                  </a:ext>
                </a:extLst>
              </p:cNvPr>
              <p:cNvGrpSpPr/>
              <p:nvPr/>
            </p:nvGrpSpPr>
            <p:grpSpPr>
              <a:xfrm>
                <a:off x="306324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629AADBB-6420-8B6F-6F0F-D8803C7AEB2F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8B731BF2-6596-32FE-8A29-8888BCD25D34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143DECC3-9C59-63E2-052C-30B63D042A49}"/>
                  </a:ext>
                </a:extLst>
              </p:cNvPr>
              <p:cNvGrpSpPr/>
              <p:nvPr/>
            </p:nvGrpSpPr>
            <p:grpSpPr>
              <a:xfrm>
                <a:off x="365760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06" name="Rectangle: Rounded Corners 105">
                  <a:extLst>
                    <a:ext uri="{FF2B5EF4-FFF2-40B4-BE49-F238E27FC236}">
                      <a16:creationId xmlns:a16="http://schemas.microsoft.com/office/drawing/2014/main" id="{0553B7A6-F162-A0E3-5D00-3A8768316920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C019A66C-6AFD-8DFF-767C-5A8465F7188A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BDDCC27A-9BF9-4853-82A1-D7529B447290}"/>
                  </a:ext>
                </a:extLst>
              </p:cNvPr>
              <p:cNvGrpSpPr/>
              <p:nvPr/>
            </p:nvGrpSpPr>
            <p:grpSpPr>
              <a:xfrm>
                <a:off x="425196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04" name="Rectangle: Rounded Corners 103">
                  <a:extLst>
                    <a:ext uri="{FF2B5EF4-FFF2-40B4-BE49-F238E27FC236}">
                      <a16:creationId xmlns:a16="http://schemas.microsoft.com/office/drawing/2014/main" id="{D02CFC99-0DBF-C678-5561-1B71A1A8A3E0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0AC645F7-8D0B-DAD1-651B-547DB25A57E6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CFB28971-EC81-84BE-B962-8ED69971F16E}"/>
                  </a:ext>
                </a:extLst>
              </p:cNvPr>
              <p:cNvGrpSpPr/>
              <p:nvPr/>
            </p:nvGrpSpPr>
            <p:grpSpPr>
              <a:xfrm>
                <a:off x="484632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02" name="Rectangle: Rounded Corners 101">
                  <a:extLst>
                    <a:ext uri="{FF2B5EF4-FFF2-40B4-BE49-F238E27FC236}">
                      <a16:creationId xmlns:a16="http://schemas.microsoft.com/office/drawing/2014/main" id="{2C3B89D7-BA2A-3094-35AC-F69F181F202A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CDF0A0CC-548E-36CA-EF66-D54C0B457261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342667A9-26D5-8B9A-4BC0-262B8E948B4D}"/>
                  </a:ext>
                </a:extLst>
              </p:cNvPr>
              <p:cNvGrpSpPr/>
              <p:nvPr/>
            </p:nvGrpSpPr>
            <p:grpSpPr>
              <a:xfrm>
                <a:off x="544068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00" name="Rectangle: Rounded Corners 99">
                  <a:extLst>
                    <a:ext uri="{FF2B5EF4-FFF2-40B4-BE49-F238E27FC236}">
                      <a16:creationId xmlns:a16="http://schemas.microsoft.com/office/drawing/2014/main" id="{BE13D4E5-2081-A4F2-0ABE-26C5FE40FD66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: Rounded Corners 100">
                  <a:extLst>
                    <a:ext uri="{FF2B5EF4-FFF2-40B4-BE49-F238E27FC236}">
                      <a16:creationId xmlns:a16="http://schemas.microsoft.com/office/drawing/2014/main" id="{3AAE7BE8-6597-81BD-686A-1F00B13ADBE5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EA32B956-3250-BED8-EA02-2ACE323E2F96}"/>
                  </a:ext>
                </a:extLst>
              </p:cNvPr>
              <p:cNvSpPr/>
              <p:nvPr/>
            </p:nvSpPr>
            <p:spPr>
              <a:xfrm>
                <a:off x="6035040" y="2801117"/>
                <a:ext cx="297180" cy="167640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85CD23A7-08AD-8E0D-DB0B-0FC38C1337E6}"/>
                  </a:ext>
                </a:extLst>
              </p:cNvPr>
              <p:cNvSpPr/>
              <p:nvPr/>
            </p:nvSpPr>
            <p:spPr>
              <a:xfrm>
                <a:off x="2468880" y="2801117"/>
                <a:ext cx="297180" cy="167640"/>
              </a:xfrm>
              <a:custGeom>
                <a:avLst/>
                <a:gdLst>
                  <a:gd name="connsiteX0" fmla="*/ 92979 w 297180"/>
                  <a:gd name="connsiteY0" fmla="*/ 0 h 167640"/>
                  <a:gd name="connsiteX1" fmla="*/ 269239 w 297180"/>
                  <a:gd name="connsiteY1" fmla="*/ 0 h 167640"/>
                  <a:gd name="connsiteX2" fmla="*/ 297180 w 297180"/>
                  <a:gd name="connsiteY2" fmla="*/ 27941 h 167640"/>
                  <a:gd name="connsiteX3" fmla="*/ 297180 w 297180"/>
                  <a:gd name="connsiteY3" fmla="*/ 139699 h 167640"/>
                  <a:gd name="connsiteX4" fmla="*/ 269239 w 297180"/>
                  <a:gd name="connsiteY4" fmla="*/ 167640 h 167640"/>
                  <a:gd name="connsiteX5" fmla="*/ 27941 w 297180"/>
                  <a:gd name="connsiteY5" fmla="*/ 167640 h 167640"/>
                  <a:gd name="connsiteX6" fmla="*/ 0 w 297180"/>
                  <a:gd name="connsiteY6" fmla="*/ 139699 h 167640"/>
                  <a:gd name="connsiteX7" fmla="*/ 0 w 297180"/>
                  <a:gd name="connsiteY7" fmla="*/ 55983 h 167640"/>
                  <a:gd name="connsiteX8" fmla="*/ 88979 w 297180"/>
                  <a:gd name="connsiteY8" fmla="*/ 1927 h 167640"/>
                  <a:gd name="connsiteX9" fmla="*/ 92979 w 297180"/>
                  <a:gd name="connsiteY9" fmla="*/ 0 h 16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7180" h="167640">
                    <a:moveTo>
                      <a:pt x="92979" y="0"/>
                    </a:moveTo>
                    <a:lnTo>
                      <a:pt x="269239" y="0"/>
                    </a:lnTo>
                    <a:cubicBezTo>
                      <a:pt x="284670" y="0"/>
                      <a:pt x="297180" y="12510"/>
                      <a:pt x="297180" y="27941"/>
                    </a:cubicBezTo>
                    <a:lnTo>
                      <a:pt x="297180" y="139699"/>
                    </a:lnTo>
                    <a:cubicBezTo>
                      <a:pt x="297180" y="155130"/>
                      <a:pt x="284670" y="167640"/>
                      <a:pt x="269239" y="167640"/>
                    </a:cubicBezTo>
                    <a:lnTo>
                      <a:pt x="27941" y="167640"/>
                    </a:lnTo>
                    <a:cubicBezTo>
                      <a:pt x="12510" y="167640"/>
                      <a:pt x="0" y="155130"/>
                      <a:pt x="0" y="139699"/>
                    </a:cubicBezTo>
                    <a:lnTo>
                      <a:pt x="0" y="55983"/>
                    </a:lnTo>
                    <a:lnTo>
                      <a:pt x="88979" y="1927"/>
                    </a:lnTo>
                    <a:lnTo>
                      <a:pt x="92979" y="0"/>
                    </a:lnTo>
                    <a:close/>
                  </a:path>
                </a:pathLst>
              </a:cu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22FDA051-D3EC-FA0F-175E-F7C5FCA5674B}"/>
                  </a:ext>
                </a:extLst>
              </p:cNvPr>
              <p:cNvSpPr/>
              <p:nvPr/>
            </p:nvSpPr>
            <p:spPr>
              <a:xfrm>
                <a:off x="6327140" y="2801117"/>
                <a:ext cx="297180" cy="167640"/>
              </a:xfrm>
              <a:custGeom>
                <a:avLst/>
                <a:gdLst>
                  <a:gd name="connsiteX0" fmla="*/ 27941 w 297180"/>
                  <a:gd name="connsiteY0" fmla="*/ 0 h 167640"/>
                  <a:gd name="connsiteX1" fmla="*/ 177350 w 297180"/>
                  <a:gd name="connsiteY1" fmla="*/ 0 h 167640"/>
                  <a:gd name="connsiteX2" fmla="*/ 181350 w 297180"/>
                  <a:gd name="connsiteY2" fmla="*/ 1927 h 167640"/>
                  <a:gd name="connsiteX3" fmla="*/ 291637 w 297180"/>
                  <a:gd name="connsiteY3" fmla="*/ 68928 h 167640"/>
                  <a:gd name="connsiteX4" fmla="*/ 297180 w 297180"/>
                  <a:gd name="connsiteY4" fmla="*/ 73073 h 167640"/>
                  <a:gd name="connsiteX5" fmla="*/ 297180 w 297180"/>
                  <a:gd name="connsiteY5" fmla="*/ 139699 h 167640"/>
                  <a:gd name="connsiteX6" fmla="*/ 269239 w 297180"/>
                  <a:gd name="connsiteY6" fmla="*/ 167640 h 167640"/>
                  <a:gd name="connsiteX7" fmla="*/ 27941 w 297180"/>
                  <a:gd name="connsiteY7" fmla="*/ 167640 h 167640"/>
                  <a:gd name="connsiteX8" fmla="*/ 0 w 297180"/>
                  <a:gd name="connsiteY8" fmla="*/ 139699 h 167640"/>
                  <a:gd name="connsiteX9" fmla="*/ 0 w 297180"/>
                  <a:gd name="connsiteY9" fmla="*/ 27941 h 167640"/>
                  <a:gd name="connsiteX10" fmla="*/ 27941 w 297180"/>
                  <a:gd name="connsiteY10" fmla="*/ 0 h 16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7180" h="167640">
                    <a:moveTo>
                      <a:pt x="27941" y="0"/>
                    </a:moveTo>
                    <a:lnTo>
                      <a:pt x="177350" y="0"/>
                    </a:lnTo>
                    <a:lnTo>
                      <a:pt x="181350" y="1927"/>
                    </a:lnTo>
                    <a:cubicBezTo>
                      <a:pt x="219256" y="22519"/>
                      <a:pt x="256056" y="44890"/>
                      <a:pt x="291637" y="68928"/>
                    </a:cubicBezTo>
                    <a:lnTo>
                      <a:pt x="297180" y="73073"/>
                    </a:lnTo>
                    <a:lnTo>
                      <a:pt x="297180" y="139699"/>
                    </a:lnTo>
                    <a:cubicBezTo>
                      <a:pt x="297180" y="155130"/>
                      <a:pt x="284670" y="167640"/>
                      <a:pt x="269239" y="167640"/>
                    </a:cubicBezTo>
                    <a:lnTo>
                      <a:pt x="27941" y="167640"/>
                    </a:lnTo>
                    <a:cubicBezTo>
                      <a:pt x="12510" y="167640"/>
                      <a:pt x="0" y="155130"/>
                      <a:pt x="0" y="139699"/>
                    </a:cubicBezTo>
                    <a:lnTo>
                      <a:pt x="0" y="27941"/>
                    </a:lnTo>
                    <a:cubicBezTo>
                      <a:pt x="0" y="12510"/>
                      <a:pt x="12510" y="0"/>
                      <a:pt x="27941" y="0"/>
                    </a:cubicBezTo>
                    <a:close/>
                  </a:path>
                </a:pathLst>
              </a:cu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9" name="Isosceles Triangle 98">
                <a:extLst>
                  <a:ext uri="{FF2B5EF4-FFF2-40B4-BE49-F238E27FC236}">
                    <a16:creationId xmlns:a16="http://schemas.microsoft.com/office/drawing/2014/main" id="{ABCFCBC1-DA2F-72A0-EA5F-D53B5835924A}"/>
                  </a:ext>
                </a:extLst>
              </p:cNvPr>
              <p:cNvSpPr/>
              <p:nvPr/>
            </p:nvSpPr>
            <p:spPr>
              <a:xfrm rot="20394963">
                <a:off x="6624859" y="2902440"/>
                <a:ext cx="99606" cy="276806"/>
              </a:xfrm>
              <a:prstGeom prst="triangle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4E62195-D82B-FE32-89A8-EBCDF3DE7FAD}"/>
              </a:ext>
            </a:extLst>
          </p:cNvPr>
          <p:cNvGrpSpPr/>
          <p:nvPr/>
        </p:nvGrpSpPr>
        <p:grpSpPr>
          <a:xfrm>
            <a:off x="-997762" y="1435485"/>
            <a:ext cx="5355771" cy="2675238"/>
            <a:chOff x="1857829" y="2641601"/>
            <a:chExt cx="5355771" cy="2675238"/>
          </a:xfrm>
          <a:solidFill>
            <a:schemeClr val="bg1"/>
          </a:solidFill>
        </p:grpSpPr>
        <p:sp>
          <p:nvSpPr>
            <p:cNvPr id="133" name="Rectangle: Top Corners Rounded 132">
              <a:extLst>
                <a:ext uri="{FF2B5EF4-FFF2-40B4-BE49-F238E27FC236}">
                  <a16:creationId xmlns:a16="http://schemas.microsoft.com/office/drawing/2014/main" id="{B3D38429-6F87-0715-5BC2-3D64A3190E7E}"/>
                </a:ext>
              </a:extLst>
            </p:cNvPr>
            <p:cNvSpPr/>
            <p:nvPr/>
          </p:nvSpPr>
          <p:spPr>
            <a:xfrm>
              <a:off x="1857829" y="2641601"/>
              <a:ext cx="5355771" cy="2675238"/>
            </a:xfrm>
            <a:prstGeom prst="round2SameRect">
              <a:avLst>
                <a:gd name="adj1" fmla="val 50000"/>
                <a:gd name="adj2" fmla="val 12178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: Top Corners Rounded 133">
              <a:extLst>
                <a:ext uri="{FF2B5EF4-FFF2-40B4-BE49-F238E27FC236}">
                  <a16:creationId xmlns:a16="http://schemas.microsoft.com/office/drawing/2014/main" id="{21B0F65F-57D1-7979-87ED-1ECBF5DC161B}"/>
                </a:ext>
              </a:extLst>
            </p:cNvPr>
            <p:cNvSpPr/>
            <p:nvPr/>
          </p:nvSpPr>
          <p:spPr>
            <a:xfrm>
              <a:off x="2090056" y="3886200"/>
              <a:ext cx="4905829" cy="1430639"/>
            </a:xfrm>
            <a:prstGeom prst="round2SameRect">
              <a:avLst>
                <a:gd name="adj1" fmla="val 50000"/>
                <a:gd name="adj2" fmla="val 12178"/>
              </a:avLst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A6B53D9-0B3E-C0D0-C48F-4CEF41127C36}"/>
                </a:ext>
              </a:extLst>
            </p:cNvPr>
            <p:cNvGrpSpPr/>
            <p:nvPr/>
          </p:nvGrpSpPr>
          <p:grpSpPr>
            <a:xfrm>
              <a:off x="2361205" y="3886200"/>
              <a:ext cx="4458829" cy="429507"/>
              <a:chOff x="2361205" y="3886200"/>
              <a:chExt cx="4458829" cy="429507"/>
            </a:xfrm>
            <a:grpFill/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8238E067-9587-31FF-4A48-64EB8D31674E}"/>
                  </a:ext>
                </a:extLst>
              </p:cNvPr>
              <p:cNvGrpSpPr/>
              <p:nvPr/>
            </p:nvGrpSpPr>
            <p:grpSpPr>
              <a:xfrm>
                <a:off x="262890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77" name="Rectangle: Rounded Corners 176">
                  <a:extLst>
                    <a:ext uri="{FF2B5EF4-FFF2-40B4-BE49-F238E27FC236}">
                      <a16:creationId xmlns:a16="http://schemas.microsoft.com/office/drawing/2014/main" id="{D1D010E9-4BEB-6F7E-7873-112844CA48E5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Rectangle: Rounded Corners 177">
                  <a:extLst>
                    <a:ext uri="{FF2B5EF4-FFF2-40B4-BE49-F238E27FC236}">
                      <a16:creationId xmlns:a16="http://schemas.microsoft.com/office/drawing/2014/main" id="{9DFD15E4-8A29-348B-3B36-7152D4442F25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F5D0D2FF-85C9-2D6F-E05A-939724329A0E}"/>
                  </a:ext>
                </a:extLst>
              </p:cNvPr>
              <p:cNvGrpSpPr/>
              <p:nvPr/>
            </p:nvGrpSpPr>
            <p:grpSpPr>
              <a:xfrm>
                <a:off x="322326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75" name="Rectangle: Rounded Corners 174">
                  <a:extLst>
                    <a:ext uri="{FF2B5EF4-FFF2-40B4-BE49-F238E27FC236}">
                      <a16:creationId xmlns:a16="http://schemas.microsoft.com/office/drawing/2014/main" id="{E85C6A5C-51C7-4B9E-CE4C-8DFEBDC4C0E4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Rectangle: Rounded Corners 175">
                  <a:extLst>
                    <a:ext uri="{FF2B5EF4-FFF2-40B4-BE49-F238E27FC236}">
                      <a16:creationId xmlns:a16="http://schemas.microsoft.com/office/drawing/2014/main" id="{6831AA9C-A5A9-BE71-8765-99E46FE4A818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7D0046E7-F9E1-AF0D-58D4-E71968AEAD38}"/>
                  </a:ext>
                </a:extLst>
              </p:cNvPr>
              <p:cNvGrpSpPr/>
              <p:nvPr/>
            </p:nvGrpSpPr>
            <p:grpSpPr>
              <a:xfrm>
                <a:off x="381762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73" name="Rectangle: Rounded Corners 172">
                  <a:extLst>
                    <a:ext uri="{FF2B5EF4-FFF2-40B4-BE49-F238E27FC236}">
                      <a16:creationId xmlns:a16="http://schemas.microsoft.com/office/drawing/2014/main" id="{8B0024EA-E023-A163-D6C7-EEB953D485DF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Rectangle: Rounded Corners 173">
                  <a:extLst>
                    <a:ext uri="{FF2B5EF4-FFF2-40B4-BE49-F238E27FC236}">
                      <a16:creationId xmlns:a16="http://schemas.microsoft.com/office/drawing/2014/main" id="{00E85ED7-8F21-76CD-4767-3995A88A1386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5821F1ED-48A4-185B-E0A5-00AB0F49EFD8}"/>
                  </a:ext>
                </a:extLst>
              </p:cNvPr>
              <p:cNvGrpSpPr/>
              <p:nvPr/>
            </p:nvGrpSpPr>
            <p:grpSpPr>
              <a:xfrm>
                <a:off x="441198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D1087DA4-9479-6B65-827C-090D74A36495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A8DB55FD-6C83-3F27-6F20-C132852A5C92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B589A5DF-6A58-CF57-E340-674BC353CE87}"/>
                  </a:ext>
                </a:extLst>
              </p:cNvPr>
              <p:cNvGrpSpPr/>
              <p:nvPr/>
            </p:nvGrpSpPr>
            <p:grpSpPr>
              <a:xfrm>
                <a:off x="500634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4CAD7E12-1AF0-4A93-7A23-48BF2023697A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: Rounded Corners 169">
                  <a:extLst>
                    <a:ext uri="{FF2B5EF4-FFF2-40B4-BE49-F238E27FC236}">
                      <a16:creationId xmlns:a16="http://schemas.microsoft.com/office/drawing/2014/main" id="{32B16E04-6D01-F46A-988A-41CC5E2C1A03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671C6F96-0325-0F02-A2C8-FCCC911366B2}"/>
                  </a:ext>
                </a:extLst>
              </p:cNvPr>
              <p:cNvGrpSpPr/>
              <p:nvPr/>
            </p:nvGrpSpPr>
            <p:grpSpPr>
              <a:xfrm>
                <a:off x="5600700" y="3886200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54FFAFE1-0EE2-1A2B-5876-0FEDD30071EA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A8DC730B-4EA5-7CC4-19E4-34B4E465F531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B5C903D5-76D6-750A-0FAD-845E05FF133D}"/>
                  </a:ext>
                </a:extLst>
              </p:cNvPr>
              <p:cNvSpPr/>
              <p:nvPr/>
            </p:nvSpPr>
            <p:spPr>
              <a:xfrm>
                <a:off x="6195060" y="3886200"/>
                <a:ext cx="297180" cy="167640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952759D2-B265-87D7-527E-8C74BF085001}"/>
                  </a:ext>
                </a:extLst>
              </p:cNvPr>
              <p:cNvSpPr/>
              <p:nvPr/>
            </p:nvSpPr>
            <p:spPr>
              <a:xfrm>
                <a:off x="6492240" y="3893346"/>
                <a:ext cx="243383" cy="159095"/>
              </a:xfrm>
              <a:custGeom>
                <a:avLst/>
                <a:gdLst>
                  <a:gd name="connsiteX0" fmla="*/ 0 w 243383"/>
                  <a:gd name="connsiteY0" fmla="*/ 0 h 132150"/>
                  <a:gd name="connsiteX1" fmla="*/ 66761 w 243383"/>
                  <a:gd name="connsiteY1" fmla="*/ 20723 h 132150"/>
                  <a:gd name="connsiteX2" fmla="*/ 188268 w 243383"/>
                  <a:gd name="connsiteY2" fmla="*/ 86676 h 132150"/>
                  <a:gd name="connsiteX3" fmla="*/ 243383 w 243383"/>
                  <a:gd name="connsiteY3" fmla="*/ 132150 h 132150"/>
                  <a:gd name="connsiteX4" fmla="*/ 27941 w 243383"/>
                  <a:gd name="connsiteY4" fmla="*/ 132150 h 132150"/>
                  <a:gd name="connsiteX5" fmla="*/ 0 w 243383"/>
                  <a:gd name="connsiteY5" fmla="*/ 104209 h 132150"/>
                  <a:gd name="connsiteX6" fmla="*/ 0 w 243383"/>
                  <a:gd name="connsiteY6" fmla="*/ 0 h 132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383" h="132150">
                    <a:moveTo>
                      <a:pt x="0" y="0"/>
                    </a:moveTo>
                    <a:lnTo>
                      <a:pt x="66761" y="20723"/>
                    </a:lnTo>
                    <a:cubicBezTo>
                      <a:pt x="109551" y="38822"/>
                      <a:pt x="150213" y="60966"/>
                      <a:pt x="188268" y="86676"/>
                    </a:cubicBezTo>
                    <a:lnTo>
                      <a:pt x="243383" y="132150"/>
                    </a:lnTo>
                    <a:lnTo>
                      <a:pt x="27941" y="132150"/>
                    </a:lnTo>
                    <a:cubicBezTo>
                      <a:pt x="12510" y="132150"/>
                      <a:pt x="0" y="119640"/>
                      <a:pt x="0" y="10420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E6E502CA-A427-D84B-012F-675A8984971D}"/>
                  </a:ext>
                </a:extLst>
              </p:cNvPr>
              <p:cNvSpPr/>
              <p:nvPr/>
            </p:nvSpPr>
            <p:spPr>
              <a:xfrm>
                <a:off x="2361205" y="3896392"/>
                <a:ext cx="267695" cy="139697"/>
              </a:xfrm>
              <a:custGeom>
                <a:avLst/>
                <a:gdLst>
                  <a:gd name="connsiteX0" fmla="*/ 267695 w 267695"/>
                  <a:gd name="connsiteY0" fmla="*/ 0 h 139697"/>
                  <a:gd name="connsiteX1" fmla="*/ 267695 w 267695"/>
                  <a:gd name="connsiteY1" fmla="*/ 111756 h 139697"/>
                  <a:gd name="connsiteX2" fmla="*/ 239754 w 267695"/>
                  <a:gd name="connsiteY2" fmla="*/ 139697 h 139697"/>
                  <a:gd name="connsiteX3" fmla="*/ 0 w 267695"/>
                  <a:gd name="connsiteY3" fmla="*/ 139697 h 139697"/>
                  <a:gd name="connsiteX4" fmla="*/ 55115 w 267695"/>
                  <a:gd name="connsiteY4" fmla="*/ 94223 h 139697"/>
                  <a:gd name="connsiteX5" fmla="*/ 176622 w 267695"/>
                  <a:gd name="connsiteY5" fmla="*/ 28270 h 139697"/>
                  <a:gd name="connsiteX6" fmla="*/ 267695 w 267695"/>
                  <a:gd name="connsiteY6" fmla="*/ 0 h 139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695" h="139697">
                    <a:moveTo>
                      <a:pt x="267695" y="0"/>
                    </a:moveTo>
                    <a:lnTo>
                      <a:pt x="267695" y="111756"/>
                    </a:lnTo>
                    <a:cubicBezTo>
                      <a:pt x="267695" y="127187"/>
                      <a:pt x="255185" y="139697"/>
                      <a:pt x="239754" y="139697"/>
                    </a:cubicBezTo>
                    <a:lnTo>
                      <a:pt x="0" y="139697"/>
                    </a:lnTo>
                    <a:lnTo>
                      <a:pt x="55115" y="94223"/>
                    </a:lnTo>
                    <a:cubicBezTo>
                      <a:pt x="93170" y="68513"/>
                      <a:pt x="133833" y="46369"/>
                      <a:pt x="176622" y="28270"/>
                    </a:cubicBezTo>
                    <a:lnTo>
                      <a:pt x="267695" y="0"/>
                    </a:ln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6" name="Isosceles Triangle 165">
                <a:extLst>
                  <a:ext uri="{FF2B5EF4-FFF2-40B4-BE49-F238E27FC236}">
                    <a16:creationId xmlns:a16="http://schemas.microsoft.com/office/drawing/2014/main" id="{8E3AFC54-EE25-004F-FBE7-D57B6338191F}"/>
                  </a:ext>
                </a:extLst>
              </p:cNvPr>
              <p:cNvSpPr/>
              <p:nvPr/>
            </p:nvSpPr>
            <p:spPr>
              <a:xfrm rot="20394963">
                <a:off x="6720428" y="4038901"/>
                <a:ext cx="99606" cy="276806"/>
              </a:xfrm>
              <a:prstGeom prst="triangl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06278B32-0AEE-BAB1-05A8-12DB86999BBB}"/>
                </a:ext>
              </a:extLst>
            </p:cNvPr>
            <p:cNvGrpSpPr/>
            <p:nvPr/>
          </p:nvGrpSpPr>
          <p:grpSpPr>
            <a:xfrm>
              <a:off x="2468880" y="2801117"/>
              <a:ext cx="4255585" cy="378129"/>
              <a:chOff x="2468880" y="2801117"/>
              <a:chExt cx="4255585" cy="378129"/>
            </a:xfrm>
            <a:grpFill/>
          </p:grpSpPr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4477077D-2E33-B8AF-473B-D7FE36E7B3DE}"/>
                  </a:ext>
                </a:extLst>
              </p:cNvPr>
              <p:cNvSpPr/>
              <p:nvPr/>
            </p:nvSpPr>
            <p:spPr>
              <a:xfrm>
                <a:off x="2766060" y="2801117"/>
                <a:ext cx="297180" cy="167640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2CECFBEF-838F-E507-F24C-5DA1826F62D8}"/>
                  </a:ext>
                </a:extLst>
              </p:cNvPr>
              <p:cNvGrpSpPr/>
              <p:nvPr/>
            </p:nvGrpSpPr>
            <p:grpSpPr>
              <a:xfrm>
                <a:off x="306324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55" name="Rectangle: Rounded Corners 154">
                  <a:extLst>
                    <a:ext uri="{FF2B5EF4-FFF2-40B4-BE49-F238E27FC236}">
                      <a16:creationId xmlns:a16="http://schemas.microsoft.com/office/drawing/2014/main" id="{EC7716AF-7EC5-8356-BC0C-C7FED2A5EC0C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Rectangle: Rounded Corners 155">
                  <a:extLst>
                    <a:ext uri="{FF2B5EF4-FFF2-40B4-BE49-F238E27FC236}">
                      <a16:creationId xmlns:a16="http://schemas.microsoft.com/office/drawing/2014/main" id="{70B3DE0C-197B-6221-DB29-873D465C67E2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166F4A0B-0A12-C925-2F43-0F569BD137FD}"/>
                  </a:ext>
                </a:extLst>
              </p:cNvPr>
              <p:cNvGrpSpPr/>
              <p:nvPr/>
            </p:nvGrpSpPr>
            <p:grpSpPr>
              <a:xfrm>
                <a:off x="365760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53" name="Rectangle: Rounded Corners 152">
                  <a:extLst>
                    <a:ext uri="{FF2B5EF4-FFF2-40B4-BE49-F238E27FC236}">
                      <a16:creationId xmlns:a16="http://schemas.microsoft.com/office/drawing/2014/main" id="{508ADAFC-1206-6D3A-8414-E5079A9B4BFE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Rectangle: Rounded Corners 153">
                  <a:extLst>
                    <a:ext uri="{FF2B5EF4-FFF2-40B4-BE49-F238E27FC236}">
                      <a16:creationId xmlns:a16="http://schemas.microsoft.com/office/drawing/2014/main" id="{9320AA75-18B7-1A73-EF1F-55842361A827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9913468D-135C-C707-9A4F-8F45B9322050}"/>
                  </a:ext>
                </a:extLst>
              </p:cNvPr>
              <p:cNvGrpSpPr/>
              <p:nvPr/>
            </p:nvGrpSpPr>
            <p:grpSpPr>
              <a:xfrm>
                <a:off x="425196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D1A7F8FB-C485-9168-800E-E5CBB156B35B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: Rounded Corners 151">
                  <a:extLst>
                    <a:ext uri="{FF2B5EF4-FFF2-40B4-BE49-F238E27FC236}">
                      <a16:creationId xmlns:a16="http://schemas.microsoft.com/office/drawing/2014/main" id="{4BCBA4A3-7A9B-E6E9-1EEA-75B58CD5A322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84653D4-360A-1299-732F-6B7291E9E5DC}"/>
                  </a:ext>
                </a:extLst>
              </p:cNvPr>
              <p:cNvGrpSpPr/>
              <p:nvPr/>
            </p:nvGrpSpPr>
            <p:grpSpPr>
              <a:xfrm>
                <a:off x="484632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49" name="Rectangle: Rounded Corners 148">
                  <a:extLst>
                    <a:ext uri="{FF2B5EF4-FFF2-40B4-BE49-F238E27FC236}">
                      <a16:creationId xmlns:a16="http://schemas.microsoft.com/office/drawing/2014/main" id="{CC546ACF-C7DF-D14E-2F1B-500FEEAB4724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37AD4406-2337-FF91-B21C-31422DA1FB3A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6D0714ED-772E-0C86-D9BA-C92C504D8A69}"/>
                  </a:ext>
                </a:extLst>
              </p:cNvPr>
              <p:cNvGrpSpPr/>
              <p:nvPr/>
            </p:nvGrpSpPr>
            <p:grpSpPr>
              <a:xfrm>
                <a:off x="5440680" y="2801117"/>
                <a:ext cx="594360" cy="167640"/>
                <a:chOff x="2628900" y="3886200"/>
                <a:chExt cx="594360" cy="167640"/>
              </a:xfrm>
              <a:grpFill/>
            </p:grpSpPr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684DE6B1-D5ED-93FD-12A1-42E5A49E2C1C}"/>
                    </a:ext>
                  </a:extLst>
                </p:cNvPr>
                <p:cNvSpPr/>
                <p:nvPr/>
              </p:nvSpPr>
              <p:spPr>
                <a:xfrm>
                  <a:off x="262890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AE7D345B-DCC4-5073-6395-7B0C636D2CD8}"/>
                    </a:ext>
                  </a:extLst>
                </p:cNvPr>
                <p:cNvSpPr/>
                <p:nvPr/>
              </p:nvSpPr>
              <p:spPr>
                <a:xfrm>
                  <a:off x="2926080" y="3886200"/>
                  <a:ext cx="297180" cy="167640"/>
                </a:xfrm>
                <a:prstGeom prst="roundRect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3" name="Rectangle: Rounded Corners 142">
                <a:extLst>
                  <a:ext uri="{FF2B5EF4-FFF2-40B4-BE49-F238E27FC236}">
                    <a16:creationId xmlns:a16="http://schemas.microsoft.com/office/drawing/2014/main" id="{D5F429CC-A0C8-7D94-ECB3-3E541149E059}"/>
                  </a:ext>
                </a:extLst>
              </p:cNvPr>
              <p:cNvSpPr/>
              <p:nvPr/>
            </p:nvSpPr>
            <p:spPr>
              <a:xfrm>
                <a:off x="6035040" y="2801117"/>
                <a:ext cx="297180" cy="167640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6D8452D5-8EDA-F16B-C677-EC73B6A09DA6}"/>
                  </a:ext>
                </a:extLst>
              </p:cNvPr>
              <p:cNvSpPr/>
              <p:nvPr/>
            </p:nvSpPr>
            <p:spPr>
              <a:xfrm>
                <a:off x="2468880" y="2801117"/>
                <a:ext cx="297180" cy="167640"/>
              </a:xfrm>
              <a:custGeom>
                <a:avLst/>
                <a:gdLst>
                  <a:gd name="connsiteX0" fmla="*/ 92979 w 297180"/>
                  <a:gd name="connsiteY0" fmla="*/ 0 h 167640"/>
                  <a:gd name="connsiteX1" fmla="*/ 269239 w 297180"/>
                  <a:gd name="connsiteY1" fmla="*/ 0 h 167640"/>
                  <a:gd name="connsiteX2" fmla="*/ 297180 w 297180"/>
                  <a:gd name="connsiteY2" fmla="*/ 27941 h 167640"/>
                  <a:gd name="connsiteX3" fmla="*/ 297180 w 297180"/>
                  <a:gd name="connsiteY3" fmla="*/ 139699 h 167640"/>
                  <a:gd name="connsiteX4" fmla="*/ 269239 w 297180"/>
                  <a:gd name="connsiteY4" fmla="*/ 167640 h 167640"/>
                  <a:gd name="connsiteX5" fmla="*/ 27941 w 297180"/>
                  <a:gd name="connsiteY5" fmla="*/ 167640 h 167640"/>
                  <a:gd name="connsiteX6" fmla="*/ 0 w 297180"/>
                  <a:gd name="connsiteY6" fmla="*/ 139699 h 167640"/>
                  <a:gd name="connsiteX7" fmla="*/ 0 w 297180"/>
                  <a:gd name="connsiteY7" fmla="*/ 55983 h 167640"/>
                  <a:gd name="connsiteX8" fmla="*/ 88979 w 297180"/>
                  <a:gd name="connsiteY8" fmla="*/ 1927 h 167640"/>
                  <a:gd name="connsiteX9" fmla="*/ 92979 w 297180"/>
                  <a:gd name="connsiteY9" fmla="*/ 0 h 16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7180" h="167640">
                    <a:moveTo>
                      <a:pt x="92979" y="0"/>
                    </a:moveTo>
                    <a:lnTo>
                      <a:pt x="269239" y="0"/>
                    </a:lnTo>
                    <a:cubicBezTo>
                      <a:pt x="284670" y="0"/>
                      <a:pt x="297180" y="12510"/>
                      <a:pt x="297180" y="27941"/>
                    </a:cubicBezTo>
                    <a:lnTo>
                      <a:pt x="297180" y="139699"/>
                    </a:lnTo>
                    <a:cubicBezTo>
                      <a:pt x="297180" y="155130"/>
                      <a:pt x="284670" y="167640"/>
                      <a:pt x="269239" y="167640"/>
                    </a:cubicBezTo>
                    <a:lnTo>
                      <a:pt x="27941" y="167640"/>
                    </a:lnTo>
                    <a:cubicBezTo>
                      <a:pt x="12510" y="167640"/>
                      <a:pt x="0" y="155130"/>
                      <a:pt x="0" y="139699"/>
                    </a:cubicBezTo>
                    <a:lnTo>
                      <a:pt x="0" y="55983"/>
                    </a:lnTo>
                    <a:lnTo>
                      <a:pt x="88979" y="1927"/>
                    </a:lnTo>
                    <a:lnTo>
                      <a:pt x="92979" y="0"/>
                    </a:ln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0CC49782-871C-BDDB-40FB-D8BC7059A148}"/>
                  </a:ext>
                </a:extLst>
              </p:cNvPr>
              <p:cNvSpPr/>
              <p:nvPr/>
            </p:nvSpPr>
            <p:spPr>
              <a:xfrm>
                <a:off x="6327140" y="2801117"/>
                <a:ext cx="297180" cy="167640"/>
              </a:xfrm>
              <a:custGeom>
                <a:avLst/>
                <a:gdLst>
                  <a:gd name="connsiteX0" fmla="*/ 27941 w 297180"/>
                  <a:gd name="connsiteY0" fmla="*/ 0 h 167640"/>
                  <a:gd name="connsiteX1" fmla="*/ 177350 w 297180"/>
                  <a:gd name="connsiteY1" fmla="*/ 0 h 167640"/>
                  <a:gd name="connsiteX2" fmla="*/ 181350 w 297180"/>
                  <a:gd name="connsiteY2" fmla="*/ 1927 h 167640"/>
                  <a:gd name="connsiteX3" fmla="*/ 291637 w 297180"/>
                  <a:gd name="connsiteY3" fmla="*/ 68928 h 167640"/>
                  <a:gd name="connsiteX4" fmla="*/ 297180 w 297180"/>
                  <a:gd name="connsiteY4" fmla="*/ 73073 h 167640"/>
                  <a:gd name="connsiteX5" fmla="*/ 297180 w 297180"/>
                  <a:gd name="connsiteY5" fmla="*/ 139699 h 167640"/>
                  <a:gd name="connsiteX6" fmla="*/ 269239 w 297180"/>
                  <a:gd name="connsiteY6" fmla="*/ 167640 h 167640"/>
                  <a:gd name="connsiteX7" fmla="*/ 27941 w 297180"/>
                  <a:gd name="connsiteY7" fmla="*/ 167640 h 167640"/>
                  <a:gd name="connsiteX8" fmla="*/ 0 w 297180"/>
                  <a:gd name="connsiteY8" fmla="*/ 139699 h 167640"/>
                  <a:gd name="connsiteX9" fmla="*/ 0 w 297180"/>
                  <a:gd name="connsiteY9" fmla="*/ 27941 h 167640"/>
                  <a:gd name="connsiteX10" fmla="*/ 27941 w 297180"/>
                  <a:gd name="connsiteY10" fmla="*/ 0 h 16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7180" h="167640">
                    <a:moveTo>
                      <a:pt x="27941" y="0"/>
                    </a:moveTo>
                    <a:lnTo>
                      <a:pt x="177350" y="0"/>
                    </a:lnTo>
                    <a:lnTo>
                      <a:pt x="181350" y="1927"/>
                    </a:lnTo>
                    <a:cubicBezTo>
                      <a:pt x="219256" y="22519"/>
                      <a:pt x="256056" y="44890"/>
                      <a:pt x="291637" y="68928"/>
                    </a:cubicBezTo>
                    <a:lnTo>
                      <a:pt x="297180" y="73073"/>
                    </a:lnTo>
                    <a:lnTo>
                      <a:pt x="297180" y="139699"/>
                    </a:lnTo>
                    <a:cubicBezTo>
                      <a:pt x="297180" y="155130"/>
                      <a:pt x="284670" y="167640"/>
                      <a:pt x="269239" y="167640"/>
                    </a:cubicBezTo>
                    <a:lnTo>
                      <a:pt x="27941" y="167640"/>
                    </a:lnTo>
                    <a:cubicBezTo>
                      <a:pt x="12510" y="167640"/>
                      <a:pt x="0" y="155130"/>
                      <a:pt x="0" y="139699"/>
                    </a:cubicBezTo>
                    <a:lnTo>
                      <a:pt x="0" y="27941"/>
                    </a:lnTo>
                    <a:cubicBezTo>
                      <a:pt x="0" y="12510"/>
                      <a:pt x="12510" y="0"/>
                      <a:pt x="27941" y="0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6" name="Isosceles Triangle 145">
                <a:extLst>
                  <a:ext uri="{FF2B5EF4-FFF2-40B4-BE49-F238E27FC236}">
                    <a16:creationId xmlns:a16="http://schemas.microsoft.com/office/drawing/2014/main" id="{7B21D504-3BFB-8B55-10DC-23A06C4ED265}"/>
                  </a:ext>
                </a:extLst>
              </p:cNvPr>
              <p:cNvSpPr/>
              <p:nvPr/>
            </p:nvSpPr>
            <p:spPr>
              <a:xfrm rot="20394963">
                <a:off x="6624859" y="2902440"/>
                <a:ext cx="99606" cy="276806"/>
              </a:xfrm>
              <a:prstGeom prst="triangl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6085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123816" y="795135"/>
            <a:ext cx="49960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Calculator 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52C39B-4D75-6AEC-DA1C-07DB89DF1C2E}"/>
              </a:ext>
            </a:extLst>
          </p:cNvPr>
          <p:cNvGrpSpPr/>
          <p:nvPr/>
        </p:nvGrpSpPr>
        <p:grpSpPr>
          <a:xfrm>
            <a:off x="843417" y="2364795"/>
            <a:ext cx="3169746" cy="4000412"/>
            <a:chOff x="1570760" y="1748533"/>
            <a:chExt cx="3169746" cy="400041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6110897-A94D-04F6-3BD4-9CBCB34FECFE}"/>
                </a:ext>
              </a:extLst>
            </p:cNvPr>
            <p:cNvSpPr/>
            <p:nvPr/>
          </p:nvSpPr>
          <p:spPr>
            <a:xfrm rot="21396969">
              <a:off x="1570760" y="1970549"/>
              <a:ext cx="2977520" cy="3778396"/>
            </a:xfrm>
            <a:prstGeom prst="roundRect">
              <a:avLst/>
            </a:prstGeom>
            <a:solidFill>
              <a:schemeClr val="accent6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FFA42D0-A7CC-2D81-D0B9-A054BF658956}"/>
                </a:ext>
              </a:extLst>
            </p:cNvPr>
            <p:cNvSpPr/>
            <p:nvPr/>
          </p:nvSpPr>
          <p:spPr>
            <a:xfrm rot="21396969">
              <a:off x="1762986" y="1748533"/>
              <a:ext cx="2977520" cy="377839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B651480-5E18-C824-7F8C-909BFE8B7314}"/>
                </a:ext>
              </a:extLst>
            </p:cNvPr>
            <p:cNvGrpSpPr/>
            <p:nvPr/>
          </p:nvGrpSpPr>
          <p:grpSpPr>
            <a:xfrm>
              <a:off x="3995890" y="2863771"/>
              <a:ext cx="591174" cy="2183886"/>
              <a:chOff x="3995890" y="2388052"/>
              <a:chExt cx="591174" cy="2659605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4" name="Cross 3">
                <a:extLst>
                  <a:ext uri="{FF2B5EF4-FFF2-40B4-BE49-F238E27FC236}">
                    <a16:creationId xmlns:a16="http://schemas.microsoft.com/office/drawing/2014/main" id="{6EA4EF8F-5BD3-5D54-DA67-905FF2E096FE}"/>
                  </a:ext>
                </a:extLst>
              </p:cNvPr>
              <p:cNvSpPr/>
              <p:nvPr/>
            </p:nvSpPr>
            <p:spPr>
              <a:xfrm rot="21447417">
                <a:off x="3995890" y="2388052"/>
                <a:ext cx="393903" cy="393903"/>
              </a:xfrm>
              <a:prstGeom prst="plus">
                <a:avLst>
                  <a:gd name="adj" fmla="val 41192"/>
                </a:avLst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Cross 5">
                <a:extLst>
                  <a:ext uri="{FF2B5EF4-FFF2-40B4-BE49-F238E27FC236}">
                    <a16:creationId xmlns:a16="http://schemas.microsoft.com/office/drawing/2014/main" id="{A8A528A1-51F9-BC9D-ACB0-66F48C627B99}"/>
                  </a:ext>
                </a:extLst>
              </p:cNvPr>
              <p:cNvSpPr/>
              <p:nvPr/>
            </p:nvSpPr>
            <p:spPr>
              <a:xfrm rot="2559428">
                <a:off x="4063460" y="3061368"/>
                <a:ext cx="393903" cy="393903"/>
              </a:xfrm>
              <a:prstGeom prst="plus">
                <a:avLst>
                  <a:gd name="adj" fmla="val 42094"/>
                </a:avLst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8F2CFE9-3EDB-C918-D479-AD02A613F28B}"/>
                  </a:ext>
                </a:extLst>
              </p:cNvPr>
              <p:cNvSpPr/>
              <p:nvPr/>
            </p:nvSpPr>
            <p:spPr>
              <a:xfrm rot="21419591">
                <a:off x="4106105" y="3812482"/>
                <a:ext cx="410993" cy="45719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AF85B86-5F54-AEB7-F2B9-3F6F9E296F3A}"/>
                  </a:ext>
                </a:extLst>
              </p:cNvPr>
              <p:cNvSpPr/>
              <p:nvPr/>
            </p:nvSpPr>
            <p:spPr>
              <a:xfrm rot="21419591">
                <a:off x="4136584" y="4335207"/>
                <a:ext cx="410993" cy="45719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801807F-2725-7312-820A-DA71FB3EB305}"/>
                  </a:ext>
                </a:extLst>
              </p:cNvPr>
              <p:cNvSpPr/>
              <p:nvPr/>
            </p:nvSpPr>
            <p:spPr>
              <a:xfrm>
                <a:off x="4284038" y="4168166"/>
                <a:ext cx="114300" cy="11430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3690B0-601B-286D-E760-D47509FE1B47}"/>
                  </a:ext>
                </a:extLst>
              </p:cNvPr>
              <p:cNvSpPr/>
              <p:nvPr/>
            </p:nvSpPr>
            <p:spPr>
              <a:xfrm>
                <a:off x="4302662" y="4433276"/>
                <a:ext cx="114300" cy="11430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FC8B34B-DE90-819A-5F23-375F96D9679F}"/>
                  </a:ext>
                </a:extLst>
              </p:cNvPr>
              <p:cNvSpPr/>
              <p:nvPr/>
            </p:nvSpPr>
            <p:spPr>
              <a:xfrm rot="21419591">
                <a:off x="4176071" y="4857323"/>
                <a:ext cx="410993" cy="45719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DB2A29-677A-2389-9DEC-1CD86227E4C6}"/>
                  </a:ext>
                </a:extLst>
              </p:cNvPr>
              <p:cNvSpPr/>
              <p:nvPr/>
            </p:nvSpPr>
            <p:spPr>
              <a:xfrm rot="21419591">
                <a:off x="4176070" y="5001938"/>
                <a:ext cx="410993" cy="45719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32DC94C-E187-33D0-3C14-AD4AA081E822}"/>
                </a:ext>
              </a:extLst>
            </p:cNvPr>
            <p:cNvSpPr/>
            <p:nvPr/>
          </p:nvSpPr>
          <p:spPr>
            <a:xfrm rot="21405119">
              <a:off x="1946030" y="1857271"/>
              <a:ext cx="2440078" cy="500920"/>
            </a:xfrm>
            <a:prstGeom prst="roundRect">
              <a:avLst/>
            </a:prstGeom>
            <a:solidFill>
              <a:srgbClr val="BAFCED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1615570-90D3-C9DA-08DB-1F6891D53996}"/>
                </a:ext>
              </a:extLst>
            </p:cNvPr>
            <p:cNvGrpSpPr/>
            <p:nvPr/>
          </p:nvGrpSpPr>
          <p:grpSpPr>
            <a:xfrm rot="21366715">
              <a:off x="2026185" y="2918115"/>
              <a:ext cx="1952638" cy="2272989"/>
              <a:chOff x="2167070" y="2606121"/>
              <a:chExt cx="1666735" cy="1736174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D861F366-E1FD-0B4A-18AB-6AC95EAA4FD1}"/>
                  </a:ext>
                </a:extLst>
              </p:cNvPr>
              <p:cNvSpPr/>
              <p:nvPr/>
            </p:nvSpPr>
            <p:spPr>
              <a:xfrm>
                <a:off x="2196816" y="2606121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3155ABE0-C071-18A5-16EF-A2097E288606}"/>
                  </a:ext>
                </a:extLst>
              </p:cNvPr>
              <p:cNvSpPr/>
              <p:nvPr/>
            </p:nvSpPr>
            <p:spPr>
              <a:xfrm>
                <a:off x="2790975" y="2623179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C6266B9F-DD77-A1D2-7AB2-E90531359C01}"/>
                  </a:ext>
                </a:extLst>
              </p:cNvPr>
              <p:cNvSpPr/>
              <p:nvPr/>
            </p:nvSpPr>
            <p:spPr>
              <a:xfrm>
                <a:off x="3377785" y="2610459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A46FDA53-D686-7AA8-E58D-F18C31520C6C}"/>
                  </a:ext>
                </a:extLst>
              </p:cNvPr>
              <p:cNvSpPr/>
              <p:nvPr/>
            </p:nvSpPr>
            <p:spPr>
              <a:xfrm>
                <a:off x="2167070" y="3262393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BDD5F594-4F9C-8ADD-01F9-90DAD47C2503}"/>
                  </a:ext>
                </a:extLst>
              </p:cNvPr>
              <p:cNvSpPr/>
              <p:nvPr/>
            </p:nvSpPr>
            <p:spPr>
              <a:xfrm>
                <a:off x="2796480" y="3259253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E543F760-921D-AE90-A4D6-3953F6CFD3A1}"/>
                  </a:ext>
                </a:extLst>
              </p:cNvPr>
              <p:cNvSpPr/>
              <p:nvPr/>
            </p:nvSpPr>
            <p:spPr>
              <a:xfrm>
                <a:off x="3422812" y="3263666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998769BA-D3B4-72D4-EDCC-E1A946F234C4}"/>
                  </a:ext>
                </a:extLst>
              </p:cNvPr>
              <p:cNvSpPr/>
              <p:nvPr/>
            </p:nvSpPr>
            <p:spPr>
              <a:xfrm>
                <a:off x="2167070" y="3930029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C6B0EA3-98F1-5848-057A-82F335F44F7E}"/>
                  </a:ext>
                </a:extLst>
              </p:cNvPr>
              <p:cNvSpPr/>
              <p:nvPr/>
            </p:nvSpPr>
            <p:spPr>
              <a:xfrm>
                <a:off x="2793285" y="3926389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7E10BA01-2F84-1449-A643-81601146D76C}"/>
                  </a:ext>
                </a:extLst>
              </p:cNvPr>
              <p:cNvSpPr/>
              <p:nvPr/>
            </p:nvSpPr>
            <p:spPr>
              <a:xfrm>
                <a:off x="3422812" y="3931302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E74D716-1837-0545-C88C-F14209A37FD0}"/>
              </a:ext>
            </a:extLst>
          </p:cNvPr>
          <p:cNvGrpSpPr/>
          <p:nvPr/>
        </p:nvGrpSpPr>
        <p:grpSpPr>
          <a:xfrm>
            <a:off x="5502503" y="2611538"/>
            <a:ext cx="3169746" cy="4000412"/>
            <a:chOff x="1570760" y="1748533"/>
            <a:chExt cx="3169746" cy="400041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B839B56-4988-56C0-F45C-FEA099A77FCA}"/>
                </a:ext>
              </a:extLst>
            </p:cNvPr>
            <p:cNvSpPr/>
            <p:nvPr/>
          </p:nvSpPr>
          <p:spPr>
            <a:xfrm rot="21396969">
              <a:off x="1570760" y="1970549"/>
              <a:ext cx="2977520" cy="3778396"/>
            </a:xfrm>
            <a:prstGeom prst="roundRect">
              <a:avLst/>
            </a:prstGeom>
            <a:solidFill>
              <a:schemeClr val="accent6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06176E9-ACE1-DD54-D4FE-8B57D6AD2526}"/>
                </a:ext>
              </a:extLst>
            </p:cNvPr>
            <p:cNvSpPr/>
            <p:nvPr/>
          </p:nvSpPr>
          <p:spPr>
            <a:xfrm rot="21396969">
              <a:off x="1762986" y="1748533"/>
              <a:ext cx="2977520" cy="377839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D782C09-EBD5-BBC0-724E-E32904DE786F}"/>
                </a:ext>
              </a:extLst>
            </p:cNvPr>
            <p:cNvGrpSpPr/>
            <p:nvPr/>
          </p:nvGrpSpPr>
          <p:grpSpPr>
            <a:xfrm>
              <a:off x="3995890" y="2863771"/>
              <a:ext cx="591174" cy="2183886"/>
              <a:chOff x="3995890" y="2388052"/>
              <a:chExt cx="591174" cy="2659605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46" name="Cross 45">
                <a:extLst>
                  <a:ext uri="{FF2B5EF4-FFF2-40B4-BE49-F238E27FC236}">
                    <a16:creationId xmlns:a16="http://schemas.microsoft.com/office/drawing/2014/main" id="{7873A3A3-A612-ADB7-2DD2-6550F92A2B6B}"/>
                  </a:ext>
                </a:extLst>
              </p:cNvPr>
              <p:cNvSpPr/>
              <p:nvPr/>
            </p:nvSpPr>
            <p:spPr>
              <a:xfrm rot="21447417">
                <a:off x="3995890" y="2388052"/>
                <a:ext cx="393903" cy="393903"/>
              </a:xfrm>
              <a:prstGeom prst="plus">
                <a:avLst>
                  <a:gd name="adj" fmla="val 41192"/>
                </a:avLst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Cross 46">
                <a:extLst>
                  <a:ext uri="{FF2B5EF4-FFF2-40B4-BE49-F238E27FC236}">
                    <a16:creationId xmlns:a16="http://schemas.microsoft.com/office/drawing/2014/main" id="{F9A41ECC-8B52-B80D-DF34-23332CD5BFE4}"/>
                  </a:ext>
                </a:extLst>
              </p:cNvPr>
              <p:cNvSpPr/>
              <p:nvPr/>
            </p:nvSpPr>
            <p:spPr>
              <a:xfrm rot="2559428">
                <a:off x="4063460" y="3061368"/>
                <a:ext cx="393903" cy="393903"/>
              </a:xfrm>
              <a:prstGeom prst="plus">
                <a:avLst>
                  <a:gd name="adj" fmla="val 42094"/>
                </a:avLst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3C65638-11D4-093A-BED6-897CE13C13F3}"/>
                  </a:ext>
                </a:extLst>
              </p:cNvPr>
              <p:cNvSpPr/>
              <p:nvPr/>
            </p:nvSpPr>
            <p:spPr>
              <a:xfrm rot="21419591">
                <a:off x="4106105" y="3812482"/>
                <a:ext cx="410993" cy="45719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310AE82-7CFC-90E1-61B6-6C76DE3E8315}"/>
                  </a:ext>
                </a:extLst>
              </p:cNvPr>
              <p:cNvSpPr/>
              <p:nvPr/>
            </p:nvSpPr>
            <p:spPr>
              <a:xfrm rot="21419591">
                <a:off x="4136584" y="4335207"/>
                <a:ext cx="410993" cy="45719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267003A-BB8E-C8CC-4074-EFD4297DB8C1}"/>
                  </a:ext>
                </a:extLst>
              </p:cNvPr>
              <p:cNvSpPr/>
              <p:nvPr/>
            </p:nvSpPr>
            <p:spPr>
              <a:xfrm>
                <a:off x="4284038" y="4168166"/>
                <a:ext cx="114300" cy="114300"/>
              </a:xfrm>
              <a:prstGeom prst="ellipse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28F7152-4AD0-77AC-2290-CDABF2F20E38}"/>
                  </a:ext>
                </a:extLst>
              </p:cNvPr>
              <p:cNvSpPr/>
              <p:nvPr/>
            </p:nvSpPr>
            <p:spPr>
              <a:xfrm>
                <a:off x="4302662" y="4433276"/>
                <a:ext cx="114300" cy="114300"/>
              </a:xfrm>
              <a:prstGeom prst="ellipse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5F5D1A3-116A-3D4B-014E-78B7D718485B}"/>
                  </a:ext>
                </a:extLst>
              </p:cNvPr>
              <p:cNvSpPr/>
              <p:nvPr/>
            </p:nvSpPr>
            <p:spPr>
              <a:xfrm rot="21419591">
                <a:off x="4176071" y="4857323"/>
                <a:ext cx="410993" cy="45719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A758C41-F683-D58B-A389-07EAACAE5F7D}"/>
                  </a:ext>
                </a:extLst>
              </p:cNvPr>
              <p:cNvSpPr/>
              <p:nvPr/>
            </p:nvSpPr>
            <p:spPr>
              <a:xfrm rot="21419591">
                <a:off x="4176070" y="5001938"/>
                <a:ext cx="410993" cy="45719"/>
              </a:xfrm>
              <a:prstGeom prst="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7C59DF3-1F38-12BF-0E87-805ED5CAA0B0}"/>
                </a:ext>
              </a:extLst>
            </p:cNvPr>
            <p:cNvSpPr/>
            <p:nvPr/>
          </p:nvSpPr>
          <p:spPr>
            <a:xfrm rot="21405119">
              <a:off x="1946030" y="1857271"/>
              <a:ext cx="2440078" cy="500920"/>
            </a:xfrm>
            <a:prstGeom prst="roundRect">
              <a:avLst/>
            </a:prstGeom>
            <a:solidFill>
              <a:srgbClr val="BAFCED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CD9425E-4804-B202-7027-E36D23F4E36D}"/>
                </a:ext>
              </a:extLst>
            </p:cNvPr>
            <p:cNvGrpSpPr/>
            <p:nvPr/>
          </p:nvGrpSpPr>
          <p:grpSpPr>
            <a:xfrm rot="21366715">
              <a:off x="2026185" y="2918115"/>
              <a:ext cx="1952638" cy="2272989"/>
              <a:chOff x="2167070" y="2606121"/>
              <a:chExt cx="1666735" cy="1736174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5CBAC3C2-AB0D-BBBA-CED6-80C8826C59EF}"/>
                  </a:ext>
                </a:extLst>
              </p:cNvPr>
              <p:cNvSpPr/>
              <p:nvPr/>
            </p:nvSpPr>
            <p:spPr>
              <a:xfrm>
                <a:off x="2196816" y="2606121"/>
                <a:ext cx="410993" cy="410993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6202EEC4-8590-6EC8-5AED-A7F05A8A3C01}"/>
                  </a:ext>
                </a:extLst>
              </p:cNvPr>
              <p:cNvSpPr/>
              <p:nvPr/>
            </p:nvSpPr>
            <p:spPr>
              <a:xfrm>
                <a:off x="2790975" y="2623179"/>
                <a:ext cx="410993" cy="410993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2FB35CD6-8ACF-5FC1-79BC-FA1B0A83BB47}"/>
                  </a:ext>
                </a:extLst>
              </p:cNvPr>
              <p:cNvSpPr/>
              <p:nvPr/>
            </p:nvSpPr>
            <p:spPr>
              <a:xfrm>
                <a:off x="3377785" y="2610459"/>
                <a:ext cx="410993" cy="410993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2EE4F1A0-A6C3-6F52-00E6-131CD2E509B0}"/>
                  </a:ext>
                </a:extLst>
              </p:cNvPr>
              <p:cNvSpPr/>
              <p:nvPr/>
            </p:nvSpPr>
            <p:spPr>
              <a:xfrm>
                <a:off x="2167070" y="3262393"/>
                <a:ext cx="410993" cy="410993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E7BF07BB-5446-9FF0-8CF0-44EAA33F574F}"/>
                  </a:ext>
                </a:extLst>
              </p:cNvPr>
              <p:cNvSpPr/>
              <p:nvPr/>
            </p:nvSpPr>
            <p:spPr>
              <a:xfrm>
                <a:off x="2796480" y="3259253"/>
                <a:ext cx="410993" cy="410993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6EA43E56-E93D-795A-CCC9-A8C2F9425FEE}"/>
                  </a:ext>
                </a:extLst>
              </p:cNvPr>
              <p:cNvSpPr/>
              <p:nvPr/>
            </p:nvSpPr>
            <p:spPr>
              <a:xfrm>
                <a:off x="3422812" y="3263666"/>
                <a:ext cx="410993" cy="410993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3FBC2D31-93C9-6239-AC2F-8CDFECB58BA8}"/>
                  </a:ext>
                </a:extLst>
              </p:cNvPr>
              <p:cNvSpPr/>
              <p:nvPr/>
            </p:nvSpPr>
            <p:spPr>
              <a:xfrm>
                <a:off x="2167070" y="3930029"/>
                <a:ext cx="410993" cy="410993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98AD1CD-5A39-67CD-CFCF-45C2CC4F7E76}"/>
                  </a:ext>
                </a:extLst>
              </p:cNvPr>
              <p:cNvSpPr/>
              <p:nvPr/>
            </p:nvSpPr>
            <p:spPr>
              <a:xfrm>
                <a:off x="2793285" y="3926389"/>
                <a:ext cx="410993" cy="410993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682D2E58-7F3A-6E0C-02AD-F42607C9D199}"/>
                  </a:ext>
                </a:extLst>
              </p:cNvPr>
              <p:cNvSpPr/>
              <p:nvPr/>
            </p:nvSpPr>
            <p:spPr>
              <a:xfrm>
                <a:off x="3422812" y="3931302"/>
                <a:ext cx="410993" cy="410993"/>
              </a:xfrm>
              <a:prstGeom prst="roundRect">
                <a:avLst/>
              </a:prstGeom>
              <a:grp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9002261-DAB6-A1E4-ED77-E98B88121F1A}"/>
              </a:ext>
            </a:extLst>
          </p:cNvPr>
          <p:cNvGrpSpPr/>
          <p:nvPr/>
        </p:nvGrpSpPr>
        <p:grpSpPr>
          <a:xfrm>
            <a:off x="-871708" y="1859939"/>
            <a:ext cx="3169746" cy="4000412"/>
            <a:chOff x="1570760" y="1748533"/>
            <a:chExt cx="3169746" cy="4000412"/>
          </a:xfrm>
          <a:solidFill>
            <a:schemeClr val="bg1"/>
          </a:solidFill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F08E9D8A-1D7A-4805-BDCF-640390368B88}"/>
                </a:ext>
              </a:extLst>
            </p:cNvPr>
            <p:cNvSpPr/>
            <p:nvPr/>
          </p:nvSpPr>
          <p:spPr>
            <a:xfrm rot="21396969">
              <a:off x="1570760" y="1970549"/>
              <a:ext cx="2977520" cy="3778396"/>
            </a:xfrm>
            <a:prstGeom prst="round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B4EDE4C-C824-0D03-240B-F1A11FEAD8DF}"/>
                </a:ext>
              </a:extLst>
            </p:cNvPr>
            <p:cNvSpPr/>
            <p:nvPr/>
          </p:nvSpPr>
          <p:spPr>
            <a:xfrm rot="21396969">
              <a:off x="1762986" y="1748533"/>
              <a:ext cx="2977520" cy="3778396"/>
            </a:xfrm>
            <a:prstGeom prst="round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5C35FD0-C831-904D-C0FB-B705FBD08AF7}"/>
                </a:ext>
              </a:extLst>
            </p:cNvPr>
            <p:cNvGrpSpPr/>
            <p:nvPr/>
          </p:nvGrpSpPr>
          <p:grpSpPr>
            <a:xfrm>
              <a:off x="3995890" y="2863771"/>
              <a:ext cx="591174" cy="2183886"/>
              <a:chOff x="3995890" y="2388052"/>
              <a:chExt cx="591174" cy="2659605"/>
            </a:xfrm>
            <a:grpFill/>
          </p:grpSpPr>
          <p:sp>
            <p:nvSpPr>
              <p:cNvPr id="69" name="Cross 68">
                <a:extLst>
                  <a:ext uri="{FF2B5EF4-FFF2-40B4-BE49-F238E27FC236}">
                    <a16:creationId xmlns:a16="http://schemas.microsoft.com/office/drawing/2014/main" id="{621FEE35-679C-E9E5-A8D7-E8B6E17F25B9}"/>
                  </a:ext>
                </a:extLst>
              </p:cNvPr>
              <p:cNvSpPr/>
              <p:nvPr/>
            </p:nvSpPr>
            <p:spPr>
              <a:xfrm rot="21447417">
                <a:off x="3995890" y="2388052"/>
                <a:ext cx="393903" cy="393903"/>
              </a:xfrm>
              <a:prstGeom prst="plus">
                <a:avLst>
                  <a:gd name="adj" fmla="val 41192"/>
                </a:avLst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Cross 69">
                <a:extLst>
                  <a:ext uri="{FF2B5EF4-FFF2-40B4-BE49-F238E27FC236}">
                    <a16:creationId xmlns:a16="http://schemas.microsoft.com/office/drawing/2014/main" id="{44CFFA38-7D52-E21B-60AC-313D564584A8}"/>
                  </a:ext>
                </a:extLst>
              </p:cNvPr>
              <p:cNvSpPr/>
              <p:nvPr/>
            </p:nvSpPr>
            <p:spPr>
              <a:xfrm rot="2559428">
                <a:off x="4063460" y="3061368"/>
                <a:ext cx="393903" cy="393903"/>
              </a:xfrm>
              <a:prstGeom prst="plus">
                <a:avLst>
                  <a:gd name="adj" fmla="val 42094"/>
                </a:avLst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A877781-3EAA-4FB9-EB56-FA485C9FE93A}"/>
                  </a:ext>
                </a:extLst>
              </p:cNvPr>
              <p:cNvSpPr/>
              <p:nvPr/>
            </p:nvSpPr>
            <p:spPr>
              <a:xfrm rot="21419591">
                <a:off x="4106105" y="3812482"/>
                <a:ext cx="410993" cy="45719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21D0F68-C3A7-BA87-9D92-13FA72146A92}"/>
                  </a:ext>
                </a:extLst>
              </p:cNvPr>
              <p:cNvSpPr/>
              <p:nvPr/>
            </p:nvSpPr>
            <p:spPr>
              <a:xfrm rot="21419591">
                <a:off x="4136584" y="4335207"/>
                <a:ext cx="410993" cy="45719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598D0AB-6110-7A76-23A5-ACB555B1BCE3}"/>
                  </a:ext>
                </a:extLst>
              </p:cNvPr>
              <p:cNvSpPr/>
              <p:nvPr/>
            </p:nvSpPr>
            <p:spPr>
              <a:xfrm>
                <a:off x="4284038" y="4168166"/>
                <a:ext cx="114300" cy="11430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A01525C-AF54-F5B8-D233-1A97E5EE890A}"/>
                  </a:ext>
                </a:extLst>
              </p:cNvPr>
              <p:cNvSpPr/>
              <p:nvPr/>
            </p:nvSpPr>
            <p:spPr>
              <a:xfrm>
                <a:off x="4302662" y="4433276"/>
                <a:ext cx="114300" cy="114300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CD8B574-1A2E-13C5-227B-0A33121A6767}"/>
                  </a:ext>
                </a:extLst>
              </p:cNvPr>
              <p:cNvSpPr/>
              <p:nvPr/>
            </p:nvSpPr>
            <p:spPr>
              <a:xfrm rot="21419591">
                <a:off x="4176071" y="4857323"/>
                <a:ext cx="410993" cy="45719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665775D-FBDE-D3B5-BB30-92871B72E639}"/>
                  </a:ext>
                </a:extLst>
              </p:cNvPr>
              <p:cNvSpPr/>
              <p:nvPr/>
            </p:nvSpPr>
            <p:spPr>
              <a:xfrm rot="21419591">
                <a:off x="4176070" y="5001938"/>
                <a:ext cx="410993" cy="45719"/>
              </a:xfrm>
              <a:prstGeom prst="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4EE65FBF-1822-A550-ADD0-06F93C14BC23}"/>
                </a:ext>
              </a:extLst>
            </p:cNvPr>
            <p:cNvSpPr/>
            <p:nvPr/>
          </p:nvSpPr>
          <p:spPr>
            <a:xfrm rot="21405119">
              <a:off x="1946030" y="1857271"/>
              <a:ext cx="2440078" cy="500920"/>
            </a:xfrm>
            <a:prstGeom prst="round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8EF3D00-E4D1-1AD0-23C3-2EDD5306064F}"/>
                </a:ext>
              </a:extLst>
            </p:cNvPr>
            <p:cNvGrpSpPr/>
            <p:nvPr/>
          </p:nvGrpSpPr>
          <p:grpSpPr>
            <a:xfrm rot="21366715">
              <a:off x="2026185" y="2918115"/>
              <a:ext cx="1952638" cy="2272989"/>
              <a:chOff x="2167070" y="2606121"/>
              <a:chExt cx="1666735" cy="1736174"/>
            </a:xfrm>
            <a:grpFill/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74ADA56-20D3-FDBB-8E92-EE89236A050A}"/>
                  </a:ext>
                </a:extLst>
              </p:cNvPr>
              <p:cNvSpPr/>
              <p:nvPr/>
            </p:nvSpPr>
            <p:spPr>
              <a:xfrm>
                <a:off x="2196816" y="2606121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D1E8F8B-A737-5BAA-774E-4B49F136BA69}"/>
                  </a:ext>
                </a:extLst>
              </p:cNvPr>
              <p:cNvSpPr/>
              <p:nvPr/>
            </p:nvSpPr>
            <p:spPr>
              <a:xfrm>
                <a:off x="2790975" y="2623179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3E80318D-8113-216C-139D-0D3C1131698F}"/>
                  </a:ext>
                </a:extLst>
              </p:cNvPr>
              <p:cNvSpPr/>
              <p:nvPr/>
            </p:nvSpPr>
            <p:spPr>
              <a:xfrm>
                <a:off x="3377785" y="2610459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5C74E5BA-D4F6-6AB5-EB45-AF9BD55546D4}"/>
                  </a:ext>
                </a:extLst>
              </p:cNvPr>
              <p:cNvSpPr/>
              <p:nvPr/>
            </p:nvSpPr>
            <p:spPr>
              <a:xfrm>
                <a:off x="2167070" y="3262393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DE5E47A3-7126-5AD2-BBAE-68C84F7F4B32}"/>
                  </a:ext>
                </a:extLst>
              </p:cNvPr>
              <p:cNvSpPr/>
              <p:nvPr/>
            </p:nvSpPr>
            <p:spPr>
              <a:xfrm>
                <a:off x="2796480" y="3259253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23C61420-9C1C-3D05-B8E0-44B0C66BFAF4}"/>
                  </a:ext>
                </a:extLst>
              </p:cNvPr>
              <p:cNvSpPr/>
              <p:nvPr/>
            </p:nvSpPr>
            <p:spPr>
              <a:xfrm>
                <a:off x="3422812" y="3263666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9DC7D175-06E9-92DF-D065-D30EB05B810E}"/>
                  </a:ext>
                </a:extLst>
              </p:cNvPr>
              <p:cNvSpPr/>
              <p:nvPr/>
            </p:nvSpPr>
            <p:spPr>
              <a:xfrm>
                <a:off x="2167070" y="3930029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1836CC0B-FEF2-D40F-4995-60607D06AA53}"/>
                  </a:ext>
                </a:extLst>
              </p:cNvPr>
              <p:cNvSpPr/>
              <p:nvPr/>
            </p:nvSpPr>
            <p:spPr>
              <a:xfrm>
                <a:off x="2793285" y="3926389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C348CAF1-A275-9A4A-C428-368C71633A4B}"/>
                  </a:ext>
                </a:extLst>
              </p:cNvPr>
              <p:cNvSpPr/>
              <p:nvPr/>
            </p:nvSpPr>
            <p:spPr>
              <a:xfrm>
                <a:off x="3422812" y="3931302"/>
                <a:ext cx="410993" cy="410993"/>
              </a:xfrm>
              <a:prstGeom prst="roundRect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8891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383314" y="831892"/>
            <a:ext cx="6022487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Lunch Box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B46BE2-5D53-9036-8C24-94E264D25E59}"/>
              </a:ext>
            </a:extLst>
          </p:cNvPr>
          <p:cNvGrpSpPr/>
          <p:nvPr/>
        </p:nvGrpSpPr>
        <p:grpSpPr>
          <a:xfrm>
            <a:off x="-1184580" y="2772986"/>
            <a:ext cx="4210729" cy="4335463"/>
            <a:chOff x="2721369" y="1855269"/>
            <a:chExt cx="4210729" cy="4335463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069440BA-0EE5-5E17-BAB2-54F99A04BBA8}"/>
                </a:ext>
              </a:extLst>
            </p:cNvPr>
            <p:cNvSpPr/>
            <p:nvPr/>
          </p:nvSpPr>
          <p:spPr>
            <a:xfrm>
              <a:off x="3564278" y="2915272"/>
              <a:ext cx="3367819" cy="3275460"/>
            </a:xfrm>
            <a:custGeom>
              <a:avLst/>
              <a:gdLst>
                <a:gd name="connsiteX0" fmla="*/ 0 w 845038"/>
                <a:gd name="connsiteY0" fmla="*/ 0 h 706379"/>
                <a:gd name="connsiteX1" fmla="*/ 845038 w 845038"/>
                <a:gd name="connsiteY1" fmla="*/ 0 h 706379"/>
                <a:gd name="connsiteX2" fmla="*/ 845038 w 845038"/>
                <a:gd name="connsiteY2" fmla="*/ 706379 h 706379"/>
                <a:gd name="connsiteX3" fmla="*/ 0 w 845038"/>
                <a:gd name="connsiteY3" fmla="*/ 706379 h 706379"/>
                <a:gd name="connsiteX4" fmla="*/ 0 w 845038"/>
                <a:gd name="connsiteY4" fmla="*/ 0 h 706379"/>
                <a:gd name="connsiteX0" fmla="*/ 0 w 1159363"/>
                <a:gd name="connsiteY0" fmla="*/ 0 h 830204"/>
                <a:gd name="connsiteX1" fmla="*/ 1159363 w 1159363"/>
                <a:gd name="connsiteY1" fmla="*/ 123825 h 830204"/>
                <a:gd name="connsiteX2" fmla="*/ 1159363 w 1159363"/>
                <a:gd name="connsiteY2" fmla="*/ 830204 h 830204"/>
                <a:gd name="connsiteX3" fmla="*/ 314325 w 1159363"/>
                <a:gd name="connsiteY3" fmla="*/ 830204 h 830204"/>
                <a:gd name="connsiteX4" fmla="*/ 0 w 1159363"/>
                <a:gd name="connsiteY4" fmla="*/ 0 h 830204"/>
                <a:gd name="connsiteX0" fmla="*/ 133350 w 1292713"/>
                <a:gd name="connsiteY0" fmla="*/ 0 h 830204"/>
                <a:gd name="connsiteX1" fmla="*/ 1292713 w 1292713"/>
                <a:gd name="connsiteY1" fmla="*/ 123825 h 830204"/>
                <a:gd name="connsiteX2" fmla="*/ 1292713 w 1292713"/>
                <a:gd name="connsiteY2" fmla="*/ 830204 h 830204"/>
                <a:gd name="connsiteX3" fmla="*/ 0 w 1292713"/>
                <a:gd name="connsiteY3" fmla="*/ 782579 h 830204"/>
                <a:gd name="connsiteX4" fmla="*/ 133350 w 1292713"/>
                <a:gd name="connsiteY4" fmla="*/ 0 h 830204"/>
                <a:gd name="connsiteX0" fmla="*/ 133350 w 1292713"/>
                <a:gd name="connsiteY0" fmla="*/ 0 h 3773429"/>
                <a:gd name="connsiteX1" fmla="*/ 1292713 w 1292713"/>
                <a:gd name="connsiteY1" fmla="*/ 123825 h 3773429"/>
                <a:gd name="connsiteX2" fmla="*/ 959338 w 1292713"/>
                <a:gd name="connsiteY2" fmla="*/ 3773429 h 3773429"/>
                <a:gd name="connsiteX3" fmla="*/ 0 w 1292713"/>
                <a:gd name="connsiteY3" fmla="*/ 782579 h 3773429"/>
                <a:gd name="connsiteX4" fmla="*/ 133350 w 129271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52400 w 940288"/>
                <a:gd name="connsiteY0" fmla="*/ 0 h 3744854"/>
                <a:gd name="connsiteX1" fmla="*/ 902188 w 940288"/>
                <a:gd name="connsiteY1" fmla="*/ 781050 h 3744854"/>
                <a:gd name="connsiteX2" fmla="*/ 940288 w 940288"/>
                <a:gd name="connsiteY2" fmla="*/ 3744854 h 3744854"/>
                <a:gd name="connsiteX3" fmla="*/ 0 w 940288"/>
                <a:gd name="connsiteY3" fmla="*/ 2830454 h 3744854"/>
                <a:gd name="connsiteX4" fmla="*/ 152400 w 940288"/>
                <a:gd name="connsiteY4" fmla="*/ 0 h 3744854"/>
                <a:gd name="connsiteX0" fmla="*/ 193280 w 981168"/>
                <a:gd name="connsiteY0" fmla="*/ 0 h 3744854"/>
                <a:gd name="connsiteX1" fmla="*/ 943068 w 981168"/>
                <a:gd name="connsiteY1" fmla="*/ 781050 h 3744854"/>
                <a:gd name="connsiteX2" fmla="*/ 981168 w 981168"/>
                <a:gd name="connsiteY2" fmla="*/ 3744854 h 3744854"/>
                <a:gd name="connsiteX3" fmla="*/ 40880 w 981168"/>
                <a:gd name="connsiteY3" fmla="*/ 2830454 h 3744854"/>
                <a:gd name="connsiteX4" fmla="*/ 193280 w 981168"/>
                <a:gd name="connsiteY4" fmla="*/ 0 h 3744854"/>
                <a:gd name="connsiteX0" fmla="*/ 193280 w 2533743"/>
                <a:gd name="connsiteY0" fmla="*/ 0 h 3744854"/>
                <a:gd name="connsiteX1" fmla="*/ 2533743 w 2533743"/>
                <a:gd name="connsiteY1" fmla="*/ 495300 h 3744854"/>
                <a:gd name="connsiteX2" fmla="*/ 981168 w 2533743"/>
                <a:gd name="connsiteY2" fmla="*/ 3744854 h 3744854"/>
                <a:gd name="connsiteX3" fmla="*/ 40880 w 2533743"/>
                <a:gd name="connsiteY3" fmla="*/ 2830454 h 3744854"/>
                <a:gd name="connsiteX4" fmla="*/ 193280 w 2533743"/>
                <a:gd name="connsiteY4" fmla="*/ 0 h 3744854"/>
                <a:gd name="connsiteX0" fmla="*/ 193280 w 2562318"/>
                <a:gd name="connsiteY0" fmla="*/ 0 h 3392429"/>
                <a:gd name="connsiteX1" fmla="*/ 2533743 w 2562318"/>
                <a:gd name="connsiteY1" fmla="*/ 495300 h 3392429"/>
                <a:gd name="connsiteX2" fmla="*/ 2562318 w 2562318"/>
                <a:gd name="connsiteY2" fmla="*/ 3392429 h 3392429"/>
                <a:gd name="connsiteX3" fmla="*/ 40880 w 2562318"/>
                <a:gd name="connsiteY3" fmla="*/ 2830454 h 3392429"/>
                <a:gd name="connsiteX4" fmla="*/ 193280 w 2562318"/>
                <a:gd name="connsiteY4" fmla="*/ 0 h 3392429"/>
                <a:gd name="connsiteX0" fmla="*/ 193280 w 2562318"/>
                <a:gd name="connsiteY0" fmla="*/ 0 h 3420286"/>
                <a:gd name="connsiteX1" fmla="*/ 2533743 w 2562318"/>
                <a:gd name="connsiteY1" fmla="*/ 495300 h 3420286"/>
                <a:gd name="connsiteX2" fmla="*/ 2562318 w 2562318"/>
                <a:gd name="connsiteY2" fmla="*/ 3392429 h 3420286"/>
                <a:gd name="connsiteX3" fmla="*/ 40880 w 2562318"/>
                <a:gd name="connsiteY3" fmla="*/ 2830454 h 3420286"/>
                <a:gd name="connsiteX4" fmla="*/ 193280 w 2562318"/>
                <a:gd name="connsiteY4" fmla="*/ 0 h 3420286"/>
                <a:gd name="connsiteX0" fmla="*/ 193280 w 2562318"/>
                <a:gd name="connsiteY0" fmla="*/ 0 h 3538442"/>
                <a:gd name="connsiteX1" fmla="*/ 2533743 w 2562318"/>
                <a:gd name="connsiteY1" fmla="*/ 495300 h 3538442"/>
                <a:gd name="connsiteX2" fmla="*/ 2562318 w 2562318"/>
                <a:gd name="connsiteY2" fmla="*/ 3392429 h 3538442"/>
                <a:gd name="connsiteX3" fmla="*/ 40880 w 2562318"/>
                <a:gd name="connsiteY3" fmla="*/ 2830454 h 3538442"/>
                <a:gd name="connsiteX4" fmla="*/ 193280 w 2562318"/>
                <a:gd name="connsiteY4" fmla="*/ 0 h 3538442"/>
                <a:gd name="connsiteX0" fmla="*/ 704850 w 3073888"/>
                <a:gd name="connsiteY0" fmla="*/ 0 h 4071308"/>
                <a:gd name="connsiteX1" fmla="*/ 3045313 w 3073888"/>
                <a:gd name="connsiteY1" fmla="*/ 495300 h 4071308"/>
                <a:gd name="connsiteX2" fmla="*/ 3073888 w 3073888"/>
                <a:gd name="connsiteY2" fmla="*/ 3392429 h 4071308"/>
                <a:gd name="connsiteX3" fmla="*/ 0 w 3073888"/>
                <a:gd name="connsiteY3" fmla="*/ 3840104 h 4071308"/>
                <a:gd name="connsiteX4" fmla="*/ 704850 w 3073888"/>
                <a:gd name="connsiteY4" fmla="*/ 0 h 4071308"/>
                <a:gd name="connsiteX0" fmla="*/ 151846 w 3206684"/>
                <a:gd name="connsiteY0" fmla="*/ 247650 h 3576008"/>
                <a:gd name="connsiteX1" fmla="*/ 3178109 w 3206684"/>
                <a:gd name="connsiteY1" fmla="*/ 0 h 3576008"/>
                <a:gd name="connsiteX2" fmla="*/ 3206684 w 3206684"/>
                <a:gd name="connsiteY2" fmla="*/ 2897129 h 3576008"/>
                <a:gd name="connsiteX3" fmla="*/ 132796 w 3206684"/>
                <a:gd name="connsiteY3" fmla="*/ 3344804 h 3576008"/>
                <a:gd name="connsiteX4" fmla="*/ 151846 w 3206684"/>
                <a:gd name="connsiteY4" fmla="*/ 247650 h 3576008"/>
                <a:gd name="connsiteX0" fmla="*/ 151846 w 3319755"/>
                <a:gd name="connsiteY0" fmla="*/ 247652 h 3576010"/>
                <a:gd name="connsiteX1" fmla="*/ 3178109 w 3319755"/>
                <a:gd name="connsiteY1" fmla="*/ 2 h 3576010"/>
                <a:gd name="connsiteX2" fmla="*/ 3206684 w 3319755"/>
                <a:gd name="connsiteY2" fmla="*/ 2897131 h 3576010"/>
                <a:gd name="connsiteX3" fmla="*/ 132796 w 3319755"/>
                <a:gd name="connsiteY3" fmla="*/ 3344806 h 3576010"/>
                <a:gd name="connsiteX4" fmla="*/ 151846 w 3319755"/>
                <a:gd name="connsiteY4" fmla="*/ 247652 h 3576010"/>
                <a:gd name="connsiteX0" fmla="*/ 151846 w 3319755"/>
                <a:gd name="connsiteY0" fmla="*/ 247652 h 3358531"/>
                <a:gd name="connsiteX1" fmla="*/ 3178109 w 3319755"/>
                <a:gd name="connsiteY1" fmla="*/ 2 h 3358531"/>
                <a:gd name="connsiteX2" fmla="*/ 3206684 w 3319755"/>
                <a:gd name="connsiteY2" fmla="*/ 2897131 h 3358531"/>
                <a:gd name="connsiteX3" fmla="*/ 132796 w 3319755"/>
                <a:gd name="connsiteY3" fmla="*/ 3344806 h 3358531"/>
                <a:gd name="connsiteX4" fmla="*/ 151846 w 3319755"/>
                <a:gd name="connsiteY4" fmla="*/ 247652 h 3358531"/>
                <a:gd name="connsiteX0" fmla="*/ 151846 w 3319755"/>
                <a:gd name="connsiteY0" fmla="*/ 247652 h 3301040"/>
                <a:gd name="connsiteX1" fmla="*/ 3178109 w 3319755"/>
                <a:gd name="connsiteY1" fmla="*/ 2 h 3301040"/>
                <a:gd name="connsiteX2" fmla="*/ 3206684 w 3319755"/>
                <a:gd name="connsiteY2" fmla="*/ 2897131 h 3301040"/>
                <a:gd name="connsiteX3" fmla="*/ 132796 w 3319755"/>
                <a:gd name="connsiteY3" fmla="*/ 3282813 h 3301040"/>
                <a:gd name="connsiteX4" fmla="*/ 151846 w 3319755"/>
                <a:gd name="connsiteY4" fmla="*/ 247652 h 3301040"/>
                <a:gd name="connsiteX0" fmla="*/ 167388 w 3335297"/>
                <a:gd name="connsiteY0" fmla="*/ 247652 h 3301040"/>
                <a:gd name="connsiteX1" fmla="*/ 3193651 w 3335297"/>
                <a:gd name="connsiteY1" fmla="*/ 2 h 3301040"/>
                <a:gd name="connsiteX2" fmla="*/ 3222226 w 3335297"/>
                <a:gd name="connsiteY2" fmla="*/ 2897131 h 3301040"/>
                <a:gd name="connsiteX3" fmla="*/ 148338 w 3335297"/>
                <a:gd name="connsiteY3" fmla="*/ 3282813 h 3301040"/>
                <a:gd name="connsiteX4" fmla="*/ 167388 w 3335297"/>
                <a:gd name="connsiteY4" fmla="*/ 247652 h 3301040"/>
                <a:gd name="connsiteX0" fmla="*/ 179099 w 3347008"/>
                <a:gd name="connsiteY0" fmla="*/ 247652 h 3301040"/>
                <a:gd name="connsiteX1" fmla="*/ 3205362 w 3347008"/>
                <a:gd name="connsiteY1" fmla="*/ 2 h 3301040"/>
                <a:gd name="connsiteX2" fmla="*/ 3233937 w 3347008"/>
                <a:gd name="connsiteY2" fmla="*/ 2897131 h 3301040"/>
                <a:gd name="connsiteX3" fmla="*/ 121949 w 3347008"/>
                <a:gd name="connsiteY3" fmla="*/ 3282813 h 3301040"/>
                <a:gd name="connsiteX4" fmla="*/ 179099 w 3347008"/>
                <a:gd name="connsiteY4" fmla="*/ 247652 h 3301040"/>
                <a:gd name="connsiteX0" fmla="*/ 199910 w 3367819"/>
                <a:gd name="connsiteY0" fmla="*/ 247652 h 3275460"/>
                <a:gd name="connsiteX1" fmla="*/ 3226173 w 3367819"/>
                <a:gd name="connsiteY1" fmla="*/ 2 h 3275460"/>
                <a:gd name="connsiteX2" fmla="*/ 3254748 w 3367819"/>
                <a:gd name="connsiteY2" fmla="*/ 2897131 h 3275460"/>
                <a:gd name="connsiteX3" fmla="*/ 85610 w 3367819"/>
                <a:gd name="connsiteY3" fmla="*/ 3254238 h 3275460"/>
                <a:gd name="connsiteX4" fmla="*/ 199910 w 3367819"/>
                <a:gd name="connsiteY4" fmla="*/ 247652 h 3275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7819" h="3275460">
                  <a:moveTo>
                    <a:pt x="199910" y="247652"/>
                  </a:moveTo>
                  <a:lnTo>
                    <a:pt x="3226173" y="2"/>
                  </a:lnTo>
                  <a:cubicBezTo>
                    <a:pt x="3534148" y="-2663"/>
                    <a:pt x="3242048" y="1909196"/>
                    <a:pt x="3254748" y="2897131"/>
                  </a:cubicBezTo>
                  <a:cubicBezTo>
                    <a:pt x="2960369" y="3249556"/>
                    <a:pt x="543205" y="3317845"/>
                    <a:pt x="85610" y="3254238"/>
                  </a:cubicBezTo>
                  <a:cubicBezTo>
                    <a:pt x="67830" y="2600313"/>
                    <a:pt x="-155690" y="305312"/>
                    <a:pt x="199910" y="247652"/>
                  </a:cubicBezTo>
                  <a:close/>
                </a:path>
              </a:pathLst>
            </a:custGeom>
            <a:solidFill>
              <a:srgbClr val="B0CF7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98664DF7-C955-3979-ECDC-4CD28E528EA1}"/>
                </a:ext>
              </a:extLst>
            </p:cNvPr>
            <p:cNvSpPr/>
            <p:nvPr/>
          </p:nvSpPr>
          <p:spPr>
            <a:xfrm>
              <a:off x="2721369" y="2470355"/>
              <a:ext cx="959020" cy="3704650"/>
            </a:xfrm>
            <a:custGeom>
              <a:avLst/>
              <a:gdLst>
                <a:gd name="connsiteX0" fmla="*/ 0 w 845038"/>
                <a:gd name="connsiteY0" fmla="*/ 0 h 706379"/>
                <a:gd name="connsiteX1" fmla="*/ 845038 w 845038"/>
                <a:gd name="connsiteY1" fmla="*/ 0 h 706379"/>
                <a:gd name="connsiteX2" fmla="*/ 845038 w 845038"/>
                <a:gd name="connsiteY2" fmla="*/ 706379 h 706379"/>
                <a:gd name="connsiteX3" fmla="*/ 0 w 845038"/>
                <a:gd name="connsiteY3" fmla="*/ 706379 h 706379"/>
                <a:gd name="connsiteX4" fmla="*/ 0 w 845038"/>
                <a:gd name="connsiteY4" fmla="*/ 0 h 706379"/>
                <a:gd name="connsiteX0" fmla="*/ 0 w 1159363"/>
                <a:gd name="connsiteY0" fmla="*/ 0 h 830204"/>
                <a:gd name="connsiteX1" fmla="*/ 1159363 w 1159363"/>
                <a:gd name="connsiteY1" fmla="*/ 123825 h 830204"/>
                <a:gd name="connsiteX2" fmla="*/ 1159363 w 1159363"/>
                <a:gd name="connsiteY2" fmla="*/ 830204 h 830204"/>
                <a:gd name="connsiteX3" fmla="*/ 314325 w 1159363"/>
                <a:gd name="connsiteY3" fmla="*/ 830204 h 830204"/>
                <a:gd name="connsiteX4" fmla="*/ 0 w 1159363"/>
                <a:gd name="connsiteY4" fmla="*/ 0 h 830204"/>
                <a:gd name="connsiteX0" fmla="*/ 133350 w 1292713"/>
                <a:gd name="connsiteY0" fmla="*/ 0 h 830204"/>
                <a:gd name="connsiteX1" fmla="*/ 1292713 w 1292713"/>
                <a:gd name="connsiteY1" fmla="*/ 123825 h 830204"/>
                <a:gd name="connsiteX2" fmla="*/ 1292713 w 1292713"/>
                <a:gd name="connsiteY2" fmla="*/ 830204 h 830204"/>
                <a:gd name="connsiteX3" fmla="*/ 0 w 1292713"/>
                <a:gd name="connsiteY3" fmla="*/ 782579 h 830204"/>
                <a:gd name="connsiteX4" fmla="*/ 133350 w 1292713"/>
                <a:gd name="connsiteY4" fmla="*/ 0 h 830204"/>
                <a:gd name="connsiteX0" fmla="*/ 133350 w 1292713"/>
                <a:gd name="connsiteY0" fmla="*/ 0 h 3773429"/>
                <a:gd name="connsiteX1" fmla="*/ 1292713 w 1292713"/>
                <a:gd name="connsiteY1" fmla="*/ 123825 h 3773429"/>
                <a:gd name="connsiteX2" fmla="*/ 959338 w 1292713"/>
                <a:gd name="connsiteY2" fmla="*/ 3773429 h 3773429"/>
                <a:gd name="connsiteX3" fmla="*/ 0 w 1292713"/>
                <a:gd name="connsiteY3" fmla="*/ 782579 h 3773429"/>
                <a:gd name="connsiteX4" fmla="*/ 133350 w 129271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52400 w 940288"/>
                <a:gd name="connsiteY0" fmla="*/ 0 h 3744854"/>
                <a:gd name="connsiteX1" fmla="*/ 902188 w 940288"/>
                <a:gd name="connsiteY1" fmla="*/ 781050 h 3744854"/>
                <a:gd name="connsiteX2" fmla="*/ 940288 w 940288"/>
                <a:gd name="connsiteY2" fmla="*/ 3744854 h 3744854"/>
                <a:gd name="connsiteX3" fmla="*/ 0 w 940288"/>
                <a:gd name="connsiteY3" fmla="*/ 2830454 h 3744854"/>
                <a:gd name="connsiteX4" fmla="*/ 152400 w 940288"/>
                <a:gd name="connsiteY4" fmla="*/ 0 h 3744854"/>
                <a:gd name="connsiteX0" fmla="*/ 193280 w 981168"/>
                <a:gd name="connsiteY0" fmla="*/ 0 h 3744854"/>
                <a:gd name="connsiteX1" fmla="*/ 943068 w 981168"/>
                <a:gd name="connsiteY1" fmla="*/ 781050 h 3744854"/>
                <a:gd name="connsiteX2" fmla="*/ 981168 w 981168"/>
                <a:gd name="connsiteY2" fmla="*/ 3744854 h 3744854"/>
                <a:gd name="connsiteX3" fmla="*/ 40880 w 981168"/>
                <a:gd name="connsiteY3" fmla="*/ 2830454 h 3744854"/>
                <a:gd name="connsiteX4" fmla="*/ 193280 w 981168"/>
                <a:gd name="connsiteY4" fmla="*/ 0 h 3744854"/>
                <a:gd name="connsiteX0" fmla="*/ 193280 w 973548"/>
                <a:gd name="connsiteY0" fmla="*/ 0 h 3714374"/>
                <a:gd name="connsiteX1" fmla="*/ 943068 w 973548"/>
                <a:gd name="connsiteY1" fmla="*/ 781050 h 3714374"/>
                <a:gd name="connsiteX2" fmla="*/ 973548 w 973548"/>
                <a:gd name="connsiteY2" fmla="*/ 3714374 h 3714374"/>
                <a:gd name="connsiteX3" fmla="*/ 40880 w 973548"/>
                <a:gd name="connsiteY3" fmla="*/ 2830454 h 3714374"/>
                <a:gd name="connsiteX4" fmla="*/ 193280 w 973548"/>
                <a:gd name="connsiteY4" fmla="*/ 0 h 3714374"/>
                <a:gd name="connsiteX0" fmla="*/ 193280 w 993015"/>
                <a:gd name="connsiteY0" fmla="*/ 0 h 3740019"/>
                <a:gd name="connsiteX1" fmla="*/ 943068 w 993015"/>
                <a:gd name="connsiteY1" fmla="*/ 781050 h 3740019"/>
                <a:gd name="connsiteX2" fmla="*/ 993015 w 993015"/>
                <a:gd name="connsiteY2" fmla="*/ 3740019 h 3740019"/>
                <a:gd name="connsiteX3" fmla="*/ 40880 w 993015"/>
                <a:gd name="connsiteY3" fmla="*/ 2830454 h 3740019"/>
                <a:gd name="connsiteX4" fmla="*/ 193280 w 993015"/>
                <a:gd name="connsiteY4" fmla="*/ 0 h 3740019"/>
                <a:gd name="connsiteX0" fmla="*/ 193280 w 960569"/>
                <a:gd name="connsiteY0" fmla="*/ 0 h 3733608"/>
                <a:gd name="connsiteX1" fmla="*/ 943068 w 960569"/>
                <a:gd name="connsiteY1" fmla="*/ 781050 h 3733608"/>
                <a:gd name="connsiteX2" fmla="*/ 960569 w 960569"/>
                <a:gd name="connsiteY2" fmla="*/ 3733608 h 3733608"/>
                <a:gd name="connsiteX3" fmla="*/ 40880 w 960569"/>
                <a:gd name="connsiteY3" fmla="*/ 2830454 h 3733608"/>
                <a:gd name="connsiteX4" fmla="*/ 193280 w 960569"/>
                <a:gd name="connsiteY4" fmla="*/ 0 h 3733608"/>
                <a:gd name="connsiteX0" fmla="*/ 193280 w 980036"/>
                <a:gd name="connsiteY0" fmla="*/ 0 h 3701552"/>
                <a:gd name="connsiteX1" fmla="*/ 943068 w 980036"/>
                <a:gd name="connsiteY1" fmla="*/ 781050 h 3701552"/>
                <a:gd name="connsiteX2" fmla="*/ 980036 w 980036"/>
                <a:gd name="connsiteY2" fmla="*/ 3701552 h 3701552"/>
                <a:gd name="connsiteX3" fmla="*/ 40880 w 980036"/>
                <a:gd name="connsiteY3" fmla="*/ 2830454 h 3701552"/>
                <a:gd name="connsiteX4" fmla="*/ 193280 w 980036"/>
                <a:gd name="connsiteY4" fmla="*/ 0 h 3701552"/>
                <a:gd name="connsiteX0" fmla="*/ 193280 w 980036"/>
                <a:gd name="connsiteY0" fmla="*/ 0 h 3728469"/>
                <a:gd name="connsiteX1" fmla="*/ 943068 w 980036"/>
                <a:gd name="connsiteY1" fmla="*/ 781050 h 3728469"/>
                <a:gd name="connsiteX2" fmla="*/ 980036 w 980036"/>
                <a:gd name="connsiteY2" fmla="*/ 3701552 h 3728469"/>
                <a:gd name="connsiteX3" fmla="*/ 40880 w 980036"/>
                <a:gd name="connsiteY3" fmla="*/ 2830454 h 3728469"/>
                <a:gd name="connsiteX4" fmla="*/ 193280 w 980036"/>
                <a:gd name="connsiteY4" fmla="*/ 0 h 3728469"/>
                <a:gd name="connsiteX0" fmla="*/ 193280 w 980036"/>
                <a:gd name="connsiteY0" fmla="*/ 0 h 3740410"/>
                <a:gd name="connsiteX1" fmla="*/ 943068 w 980036"/>
                <a:gd name="connsiteY1" fmla="*/ 781050 h 3740410"/>
                <a:gd name="connsiteX2" fmla="*/ 980036 w 980036"/>
                <a:gd name="connsiteY2" fmla="*/ 3701552 h 3740410"/>
                <a:gd name="connsiteX3" fmla="*/ 40880 w 980036"/>
                <a:gd name="connsiteY3" fmla="*/ 2830454 h 3740410"/>
                <a:gd name="connsiteX4" fmla="*/ 193280 w 980036"/>
                <a:gd name="connsiteY4" fmla="*/ 0 h 3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0036" h="3740410">
                  <a:moveTo>
                    <a:pt x="193280" y="0"/>
                  </a:moveTo>
                  <a:lnTo>
                    <a:pt x="943068" y="781050"/>
                  </a:lnTo>
                  <a:cubicBezTo>
                    <a:pt x="908143" y="1892810"/>
                    <a:pt x="967336" y="2713617"/>
                    <a:pt x="980036" y="3701552"/>
                  </a:cubicBezTo>
                  <a:cubicBezTo>
                    <a:pt x="896763" y="3879610"/>
                    <a:pt x="420984" y="3421004"/>
                    <a:pt x="40880" y="2830454"/>
                  </a:cubicBezTo>
                  <a:cubicBezTo>
                    <a:pt x="91680" y="1886969"/>
                    <a:pt x="-162320" y="57660"/>
                    <a:pt x="193280" y="0"/>
                  </a:cubicBezTo>
                  <a:close/>
                </a:path>
              </a:pathLst>
            </a:custGeom>
            <a:solidFill>
              <a:srgbClr val="B0CF7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C5F7F80-0BE0-C095-3D54-061953186331}"/>
                </a:ext>
              </a:extLst>
            </p:cNvPr>
            <p:cNvGrpSpPr/>
            <p:nvPr/>
          </p:nvGrpSpPr>
          <p:grpSpPr>
            <a:xfrm>
              <a:off x="2721369" y="3190702"/>
              <a:ext cx="4210729" cy="1499804"/>
              <a:chOff x="2721369" y="3190702"/>
              <a:chExt cx="4210729" cy="1499804"/>
            </a:xfrm>
          </p:grpSpPr>
          <p:sp>
            <p:nvSpPr>
              <p:cNvPr id="27" name="Rectangle 6">
                <a:extLst>
                  <a:ext uri="{FF2B5EF4-FFF2-40B4-BE49-F238E27FC236}">
                    <a16:creationId xmlns:a16="http://schemas.microsoft.com/office/drawing/2014/main" id="{81E40C44-0320-D03F-27FF-5F008204EC46}"/>
                  </a:ext>
                </a:extLst>
              </p:cNvPr>
              <p:cNvSpPr/>
              <p:nvPr/>
            </p:nvSpPr>
            <p:spPr>
              <a:xfrm>
                <a:off x="5586858" y="3575050"/>
                <a:ext cx="1345240" cy="457200"/>
              </a:xfrm>
              <a:custGeom>
                <a:avLst/>
                <a:gdLst>
                  <a:gd name="connsiteX0" fmla="*/ 0 w 1244600"/>
                  <a:gd name="connsiteY0" fmla="*/ 0 h 304800"/>
                  <a:gd name="connsiteX1" fmla="*/ 1244600 w 1244600"/>
                  <a:gd name="connsiteY1" fmla="*/ 0 h 304800"/>
                  <a:gd name="connsiteX2" fmla="*/ 1244600 w 1244600"/>
                  <a:gd name="connsiteY2" fmla="*/ 304800 h 304800"/>
                  <a:gd name="connsiteX3" fmla="*/ 0 w 1244600"/>
                  <a:gd name="connsiteY3" fmla="*/ 304800 h 304800"/>
                  <a:gd name="connsiteX4" fmla="*/ 0 w 1244600"/>
                  <a:gd name="connsiteY4" fmla="*/ 0 h 304800"/>
                  <a:gd name="connsiteX0" fmla="*/ 0 w 1244600"/>
                  <a:gd name="connsiteY0" fmla="*/ 114300 h 419100"/>
                  <a:gd name="connsiteX1" fmla="*/ 1149350 w 1244600"/>
                  <a:gd name="connsiteY1" fmla="*/ 0 h 419100"/>
                  <a:gd name="connsiteX2" fmla="*/ 1244600 w 1244600"/>
                  <a:gd name="connsiteY2" fmla="*/ 419100 h 419100"/>
                  <a:gd name="connsiteX3" fmla="*/ 0 w 1244600"/>
                  <a:gd name="connsiteY3" fmla="*/ 419100 h 419100"/>
                  <a:gd name="connsiteX4" fmla="*/ 0 w 1244600"/>
                  <a:gd name="connsiteY4" fmla="*/ 114300 h 419100"/>
                  <a:gd name="connsiteX0" fmla="*/ 0 w 1174750"/>
                  <a:gd name="connsiteY0" fmla="*/ 114300 h 419100"/>
                  <a:gd name="connsiteX1" fmla="*/ 1149350 w 1174750"/>
                  <a:gd name="connsiteY1" fmla="*/ 0 h 419100"/>
                  <a:gd name="connsiteX2" fmla="*/ 1174750 w 1174750"/>
                  <a:gd name="connsiteY2" fmla="*/ 304800 h 419100"/>
                  <a:gd name="connsiteX3" fmla="*/ 0 w 1174750"/>
                  <a:gd name="connsiteY3" fmla="*/ 419100 h 419100"/>
                  <a:gd name="connsiteX4" fmla="*/ 0 w 1174750"/>
                  <a:gd name="connsiteY4" fmla="*/ 114300 h 419100"/>
                  <a:gd name="connsiteX0" fmla="*/ 0 w 1174750"/>
                  <a:gd name="connsiteY0" fmla="*/ 114300 h 457200"/>
                  <a:gd name="connsiteX1" fmla="*/ 1149350 w 1174750"/>
                  <a:gd name="connsiteY1" fmla="*/ 0 h 457200"/>
                  <a:gd name="connsiteX2" fmla="*/ 1174750 w 1174750"/>
                  <a:gd name="connsiteY2" fmla="*/ 304800 h 457200"/>
                  <a:gd name="connsiteX3" fmla="*/ 6350 w 1174750"/>
                  <a:gd name="connsiteY3" fmla="*/ 457200 h 457200"/>
                  <a:gd name="connsiteX4" fmla="*/ 0 w 1174750"/>
                  <a:gd name="connsiteY4" fmla="*/ 114300 h 457200"/>
                  <a:gd name="connsiteX0" fmla="*/ 0 w 1231900"/>
                  <a:gd name="connsiteY0" fmla="*/ 177800 h 457200"/>
                  <a:gd name="connsiteX1" fmla="*/ 1206500 w 1231900"/>
                  <a:gd name="connsiteY1" fmla="*/ 0 h 457200"/>
                  <a:gd name="connsiteX2" fmla="*/ 1231900 w 1231900"/>
                  <a:gd name="connsiteY2" fmla="*/ 304800 h 457200"/>
                  <a:gd name="connsiteX3" fmla="*/ 63500 w 1231900"/>
                  <a:gd name="connsiteY3" fmla="*/ 457200 h 457200"/>
                  <a:gd name="connsiteX4" fmla="*/ 0 w 1231900"/>
                  <a:gd name="connsiteY4" fmla="*/ 177800 h 457200"/>
                  <a:gd name="connsiteX0" fmla="*/ 0 w 1212850"/>
                  <a:gd name="connsiteY0" fmla="*/ 177800 h 457200"/>
                  <a:gd name="connsiteX1" fmla="*/ 1206500 w 1212850"/>
                  <a:gd name="connsiteY1" fmla="*/ 0 h 457200"/>
                  <a:gd name="connsiteX2" fmla="*/ 1212850 w 1212850"/>
                  <a:gd name="connsiteY2" fmla="*/ 254000 h 457200"/>
                  <a:gd name="connsiteX3" fmla="*/ 63500 w 1212850"/>
                  <a:gd name="connsiteY3" fmla="*/ 457200 h 457200"/>
                  <a:gd name="connsiteX4" fmla="*/ 0 w 1212850"/>
                  <a:gd name="connsiteY4" fmla="*/ 177800 h 457200"/>
                  <a:gd name="connsiteX0" fmla="*/ 0 w 1212850"/>
                  <a:gd name="connsiteY0" fmla="*/ 177800 h 457200"/>
                  <a:gd name="connsiteX1" fmla="*/ 1206500 w 1212850"/>
                  <a:gd name="connsiteY1" fmla="*/ 0 h 457200"/>
                  <a:gd name="connsiteX2" fmla="*/ 1212850 w 1212850"/>
                  <a:gd name="connsiteY2" fmla="*/ 254000 h 457200"/>
                  <a:gd name="connsiteX3" fmla="*/ 63500 w 1212850"/>
                  <a:gd name="connsiteY3" fmla="*/ 457200 h 457200"/>
                  <a:gd name="connsiteX4" fmla="*/ 0 w 1212850"/>
                  <a:gd name="connsiteY4" fmla="*/ 177800 h 457200"/>
                  <a:gd name="connsiteX0" fmla="*/ 0 w 1212850"/>
                  <a:gd name="connsiteY0" fmla="*/ 177800 h 457200"/>
                  <a:gd name="connsiteX1" fmla="*/ 1206500 w 1212850"/>
                  <a:gd name="connsiteY1" fmla="*/ 0 h 457200"/>
                  <a:gd name="connsiteX2" fmla="*/ 1212850 w 1212850"/>
                  <a:gd name="connsiteY2" fmla="*/ 254000 h 457200"/>
                  <a:gd name="connsiteX3" fmla="*/ 63500 w 1212850"/>
                  <a:gd name="connsiteY3" fmla="*/ 457200 h 457200"/>
                  <a:gd name="connsiteX4" fmla="*/ 0 w 1212850"/>
                  <a:gd name="connsiteY4" fmla="*/ 1778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850" h="457200">
                    <a:moveTo>
                      <a:pt x="0" y="177800"/>
                    </a:moveTo>
                    <a:cubicBezTo>
                      <a:pt x="402167" y="118533"/>
                      <a:pt x="1045633" y="65617"/>
                      <a:pt x="1206500" y="0"/>
                    </a:cubicBezTo>
                    <a:lnTo>
                      <a:pt x="1212850" y="254000"/>
                    </a:lnTo>
                    <a:cubicBezTo>
                      <a:pt x="886883" y="366183"/>
                      <a:pt x="446617" y="389467"/>
                      <a:pt x="63500" y="457200"/>
                    </a:cubicBez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EA5B6B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11">
                <a:extLst>
                  <a:ext uri="{FF2B5EF4-FFF2-40B4-BE49-F238E27FC236}">
                    <a16:creationId xmlns:a16="http://schemas.microsoft.com/office/drawing/2014/main" id="{DA7A7C3A-47C3-8FEE-24D0-D9FC74A345D1}"/>
                  </a:ext>
                </a:extLst>
              </p:cNvPr>
              <p:cNvSpPr/>
              <p:nvPr/>
            </p:nvSpPr>
            <p:spPr>
              <a:xfrm>
                <a:off x="5132152" y="4041564"/>
                <a:ext cx="182798" cy="648942"/>
              </a:xfrm>
              <a:custGeom>
                <a:avLst/>
                <a:gdLst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22310 w 222310"/>
                  <a:gd name="connsiteY2" fmla="*/ 6171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15960 w 222310"/>
                  <a:gd name="connsiteY2" fmla="*/ 5282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36242"/>
                  <a:gd name="connsiteX1" fmla="*/ 222310 w 222310"/>
                  <a:gd name="connsiteY1" fmla="*/ 0 h 636242"/>
                  <a:gd name="connsiteX2" fmla="*/ 215960 w 222310"/>
                  <a:gd name="connsiteY2" fmla="*/ 528292 h 636242"/>
                  <a:gd name="connsiteX3" fmla="*/ 50800 w 222310"/>
                  <a:gd name="connsiteY3" fmla="*/ 636242 h 636242"/>
                  <a:gd name="connsiteX4" fmla="*/ 0 w 222310"/>
                  <a:gd name="connsiteY4" fmla="*/ 0 h 636242"/>
                  <a:gd name="connsiteX0" fmla="*/ 0 w 171510"/>
                  <a:gd name="connsiteY0" fmla="*/ 0 h 648942"/>
                  <a:gd name="connsiteX1" fmla="*/ 171510 w 171510"/>
                  <a:gd name="connsiteY1" fmla="*/ 12700 h 648942"/>
                  <a:gd name="connsiteX2" fmla="*/ 165160 w 171510"/>
                  <a:gd name="connsiteY2" fmla="*/ 540992 h 648942"/>
                  <a:gd name="connsiteX3" fmla="*/ 0 w 171510"/>
                  <a:gd name="connsiteY3" fmla="*/ 648942 h 648942"/>
                  <a:gd name="connsiteX4" fmla="*/ 0 w 171510"/>
                  <a:gd name="connsiteY4" fmla="*/ 0 h 648942"/>
                  <a:gd name="connsiteX0" fmla="*/ 11288 w 182798"/>
                  <a:gd name="connsiteY0" fmla="*/ 0 h 648942"/>
                  <a:gd name="connsiteX1" fmla="*/ 182798 w 182798"/>
                  <a:gd name="connsiteY1" fmla="*/ 12700 h 648942"/>
                  <a:gd name="connsiteX2" fmla="*/ 176448 w 182798"/>
                  <a:gd name="connsiteY2" fmla="*/ 540992 h 648942"/>
                  <a:gd name="connsiteX3" fmla="*/ 11288 w 182798"/>
                  <a:gd name="connsiteY3" fmla="*/ 648942 h 648942"/>
                  <a:gd name="connsiteX4" fmla="*/ 11288 w 182798"/>
                  <a:gd name="connsiteY4" fmla="*/ 0 h 648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98" h="648942">
                    <a:moveTo>
                      <a:pt x="11288" y="0"/>
                    </a:moveTo>
                    <a:lnTo>
                      <a:pt x="182798" y="12700"/>
                    </a:lnTo>
                    <a:cubicBezTo>
                      <a:pt x="180681" y="188797"/>
                      <a:pt x="178565" y="364895"/>
                      <a:pt x="176448" y="540992"/>
                    </a:cubicBezTo>
                    <a:lnTo>
                      <a:pt x="11288" y="648942"/>
                    </a:lnTo>
                    <a:cubicBezTo>
                      <a:pt x="11288" y="432628"/>
                      <a:pt x="-14112" y="229014"/>
                      <a:pt x="11288" y="0"/>
                    </a:cubicBezTo>
                    <a:close/>
                  </a:path>
                </a:pathLst>
              </a:custGeom>
              <a:solidFill>
                <a:srgbClr val="EA5B6B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11">
                <a:extLst>
                  <a:ext uri="{FF2B5EF4-FFF2-40B4-BE49-F238E27FC236}">
                    <a16:creationId xmlns:a16="http://schemas.microsoft.com/office/drawing/2014/main" id="{EF40FC3D-5950-151E-47F8-17852A6C15B3}"/>
                  </a:ext>
                </a:extLst>
              </p:cNvPr>
              <p:cNvSpPr/>
              <p:nvPr/>
            </p:nvSpPr>
            <p:spPr>
              <a:xfrm flipH="1">
                <a:off x="5586858" y="4022878"/>
                <a:ext cx="165160" cy="579092"/>
              </a:xfrm>
              <a:custGeom>
                <a:avLst/>
                <a:gdLst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22310 w 222310"/>
                  <a:gd name="connsiteY2" fmla="*/ 6171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15960 w 222310"/>
                  <a:gd name="connsiteY2" fmla="*/ 5282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36242"/>
                  <a:gd name="connsiteX1" fmla="*/ 222310 w 222310"/>
                  <a:gd name="connsiteY1" fmla="*/ 0 h 636242"/>
                  <a:gd name="connsiteX2" fmla="*/ 215960 w 222310"/>
                  <a:gd name="connsiteY2" fmla="*/ 528292 h 636242"/>
                  <a:gd name="connsiteX3" fmla="*/ 50800 w 222310"/>
                  <a:gd name="connsiteY3" fmla="*/ 636242 h 636242"/>
                  <a:gd name="connsiteX4" fmla="*/ 0 w 222310"/>
                  <a:gd name="connsiteY4" fmla="*/ 0 h 636242"/>
                  <a:gd name="connsiteX0" fmla="*/ 0 w 171510"/>
                  <a:gd name="connsiteY0" fmla="*/ 0 h 648942"/>
                  <a:gd name="connsiteX1" fmla="*/ 171510 w 171510"/>
                  <a:gd name="connsiteY1" fmla="*/ 12700 h 648942"/>
                  <a:gd name="connsiteX2" fmla="*/ 165160 w 171510"/>
                  <a:gd name="connsiteY2" fmla="*/ 540992 h 648942"/>
                  <a:gd name="connsiteX3" fmla="*/ 0 w 171510"/>
                  <a:gd name="connsiteY3" fmla="*/ 648942 h 648942"/>
                  <a:gd name="connsiteX4" fmla="*/ 0 w 171510"/>
                  <a:gd name="connsiteY4" fmla="*/ 0 h 648942"/>
                  <a:gd name="connsiteX0" fmla="*/ 11288 w 182798"/>
                  <a:gd name="connsiteY0" fmla="*/ 0 h 648942"/>
                  <a:gd name="connsiteX1" fmla="*/ 182798 w 182798"/>
                  <a:gd name="connsiteY1" fmla="*/ 12700 h 648942"/>
                  <a:gd name="connsiteX2" fmla="*/ 176448 w 182798"/>
                  <a:gd name="connsiteY2" fmla="*/ 540992 h 648942"/>
                  <a:gd name="connsiteX3" fmla="*/ 11288 w 182798"/>
                  <a:gd name="connsiteY3" fmla="*/ 648942 h 648942"/>
                  <a:gd name="connsiteX4" fmla="*/ 11288 w 182798"/>
                  <a:gd name="connsiteY4" fmla="*/ 0 h 648942"/>
                  <a:gd name="connsiteX0" fmla="*/ 9849 w 181359"/>
                  <a:gd name="connsiteY0" fmla="*/ 0 h 540992"/>
                  <a:gd name="connsiteX1" fmla="*/ 181359 w 181359"/>
                  <a:gd name="connsiteY1" fmla="*/ 12700 h 540992"/>
                  <a:gd name="connsiteX2" fmla="*/ 175009 w 181359"/>
                  <a:gd name="connsiteY2" fmla="*/ 540992 h 540992"/>
                  <a:gd name="connsiteX3" fmla="*/ 16199 w 181359"/>
                  <a:gd name="connsiteY3" fmla="*/ 464792 h 540992"/>
                  <a:gd name="connsiteX4" fmla="*/ 9849 w 181359"/>
                  <a:gd name="connsiteY4" fmla="*/ 0 h 540992"/>
                  <a:gd name="connsiteX0" fmla="*/ 38100 w 165160"/>
                  <a:gd name="connsiteY0" fmla="*/ 0 h 579092"/>
                  <a:gd name="connsiteX1" fmla="*/ 165160 w 165160"/>
                  <a:gd name="connsiteY1" fmla="*/ 50800 h 579092"/>
                  <a:gd name="connsiteX2" fmla="*/ 158810 w 165160"/>
                  <a:gd name="connsiteY2" fmla="*/ 579092 h 579092"/>
                  <a:gd name="connsiteX3" fmla="*/ 0 w 165160"/>
                  <a:gd name="connsiteY3" fmla="*/ 502892 h 579092"/>
                  <a:gd name="connsiteX4" fmla="*/ 38100 w 165160"/>
                  <a:gd name="connsiteY4" fmla="*/ 0 h 579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0" h="579092">
                    <a:moveTo>
                      <a:pt x="38100" y="0"/>
                    </a:moveTo>
                    <a:lnTo>
                      <a:pt x="165160" y="50800"/>
                    </a:lnTo>
                    <a:cubicBezTo>
                      <a:pt x="163043" y="226897"/>
                      <a:pt x="160927" y="402995"/>
                      <a:pt x="158810" y="579092"/>
                    </a:cubicBezTo>
                    <a:lnTo>
                      <a:pt x="0" y="502892"/>
                    </a:lnTo>
                    <a:cubicBezTo>
                      <a:pt x="0" y="286578"/>
                      <a:pt x="12700" y="229014"/>
                      <a:pt x="38100" y="0"/>
                    </a:cubicBezTo>
                    <a:close/>
                  </a:path>
                </a:pathLst>
              </a:custGeom>
              <a:solidFill>
                <a:srgbClr val="EA5B6B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5">
                <a:extLst>
                  <a:ext uri="{FF2B5EF4-FFF2-40B4-BE49-F238E27FC236}">
                    <a16:creationId xmlns:a16="http://schemas.microsoft.com/office/drawing/2014/main" id="{95BCFE80-A531-858A-D319-AAB5B1087D02}"/>
                  </a:ext>
                </a:extLst>
              </p:cNvPr>
              <p:cNvSpPr/>
              <p:nvPr/>
            </p:nvSpPr>
            <p:spPr>
              <a:xfrm>
                <a:off x="2721369" y="3190702"/>
                <a:ext cx="2493569" cy="990588"/>
              </a:xfrm>
              <a:custGeom>
                <a:avLst/>
                <a:gdLst>
                  <a:gd name="connsiteX0" fmla="*/ 0 w 811213"/>
                  <a:gd name="connsiteY0" fmla="*/ 0 h 545638"/>
                  <a:gd name="connsiteX1" fmla="*/ 811213 w 811213"/>
                  <a:gd name="connsiteY1" fmla="*/ 0 h 545638"/>
                  <a:gd name="connsiteX2" fmla="*/ 811213 w 811213"/>
                  <a:gd name="connsiteY2" fmla="*/ 545638 h 545638"/>
                  <a:gd name="connsiteX3" fmla="*/ 0 w 811213"/>
                  <a:gd name="connsiteY3" fmla="*/ 545638 h 545638"/>
                  <a:gd name="connsiteX4" fmla="*/ 0 w 811213"/>
                  <a:gd name="connsiteY4" fmla="*/ 0 h 545638"/>
                  <a:gd name="connsiteX0" fmla="*/ 0 w 811213"/>
                  <a:gd name="connsiteY0" fmla="*/ 0 h 621838"/>
                  <a:gd name="connsiteX1" fmla="*/ 811213 w 811213"/>
                  <a:gd name="connsiteY1" fmla="*/ 76200 h 621838"/>
                  <a:gd name="connsiteX2" fmla="*/ 811213 w 811213"/>
                  <a:gd name="connsiteY2" fmla="*/ 621838 h 621838"/>
                  <a:gd name="connsiteX3" fmla="*/ 0 w 811213"/>
                  <a:gd name="connsiteY3" fmla="*/ 621838 h 621838"/>
                  <a:gd name="connsiteX4" fmla="*/ 0 w 811213"/>
                  <a:gd name="connsiteY4" fmla="*/ 0 h 621838"/>
                  <a:gd name="connsiteX0" fmla="*/ 7620 w 818833"/>
                  <a:gd name="connsiteY0" fmla="*/ 0 h 621838"/>
                  <a:gd name="connsiteX1" fmla="*/ 818833 w 818833"/>
                  <a:gd name="connsiteY1" fmla="*/ 76200 h 621838"/>
                  <a:gd name="connsiteX2" fmla="*/ 818833 w 818833"/>
                  <a:gd name="connsiteY2" fmla="*/ 621838 h 621838"/>
                  <a:gd name="connsiteX3" fmla="*/ 0 w 818833"/>
                  <a:gd name="connsiteY3" fmla="*/ 263698 h 621838"/>
                  <a:gd name="connsiteX4" fmla="*/ 7620 w 818833"/>
                  <a:gd name="connsiteY4" fmla="*/ 0 h 621838"/>
                  <a:gd name="connsiteX0" fmla="*/ 7620 w 2327593"/>
                  <a:gd name="connsiteY0" fmla="*/ 0 h 919018"/>
                  <a:gd name="connsiteX1" fmla="*/ 818833 w 2327593"/>
                  <a:gd name="connsiteY1" fmla="*/ 76200 h 919018"/>
                  <a:gd name="connsiteX2" fmla="*/ 2327593 w 2327593"/>
                  <a:gd name="connsiteY2" fmla="*/ 919018 h 919018"/>
                  <a:gd name="connsiteX3" fmla="*/ 0 w 2327593"/>
                  <a:gd name="connsiteY3" fmla="*/ 263698 h 919018"/>
                  <a:gd name="connsiteX4" fmla="*/ 7620 w 2327593"/>
                  <a:gd name="connsiteY4" fmla="*/ 0 h 919018"/>
                  <a:gd name="connsiteX0" fmla="*/ 7620 w 2396173"/>
                  <a:gd name="connsiteY0" fmla="*/ 0 h 919018"/>
                  <a:gd name="connsiteX1" fmla="*/ 2396173 w 2396173"/>
                  <a:gd name="connsiteY1" fmla="*/ 609600 h 919018"/>
                  <a:gd name="connsiteX2" fmla="*/ 2327593 w 2396173"/>
                  <a:gd name="connsiteY2" fmla="*/ 919018 h 919018"/>
                  <a:gd name="connsiteX3" fmla="*/ 0 w 2396173"/>
                  <a:gd name="connsiteY3" fmla="*/ 263698 h 919018"/>
                  <a:gd name="connsiteX4" fmla="*/ 7620 w 2396173"/>
                  <a:gd name="connsiteY4" fmla="*/ 0 h 919018"/>
                  <a:gd name="connsiteX0" fmla="*/ 7620 w 2396173"/>
                  <a:gd name="connsiteY0" fmla="*/ 0 h 922838"/>
                  <a:gd name="connsiteX1" fmla="*/ 2396173 w 2396173"/>
                  <a:gd name="connsiteY1" fmla="*/ 609600 h 922838"/>
                  <a:gd name="connsiteX2" fmla="*/ 2327593 w 2396173"/>
                  <a:gd name="connsiteY2" fmla="*/ 919018 h 922838"/>
                  <a:gd name="connsiteX3" fmla="*/ 0 w 2396173"/>
                  <a:gd name="connsiteY3" fmla="*/ 263698 h 922838"/>
                  <a:gd name="connsiteX4" fmla="*/ 7620 w 2396173"/>
                  <a:gd name="connsiteY4" fmla="*/ 0 h 922838"/>
                  <a:gd name="connsiteX0" fmla="*/ 7620 w 2396173"/>
                  <a:gd name="connsiteY0" fmla="*/ 0 h 911719"/>
                  <a:gd name="connsiteX1" fmla="*/ 2396173 w 2396173"/>
                  <a:gd name="connsiteY1" fmla="*/ 609600 h 911719"/>
                  <a:gd name="connsiteX2" fmla="*/ 2335213 w 2396173"/>
                  <a:gd name="connsiteY2" fmla="*/ 896158 h 911719"/>
                  <a:gd name="connsiteX3" fmla="*/ 0 w 2396173"/>
                  <a:gd name="connsiteY3" fmla="*/ 263698 h 911719"/>
                  <a:gd name="connsiteX4" fmla="*/ 7620 w 2396173"/>
                  <a:gd name="connsiteY4" fmla="*/ 0 h 911719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1008915"/>
                  <a:gd name="connsiteX1" fmla="*/ 2396173 w 2396173"/>
                  <a:gd name="connsiteY1" fmla="*/ 640080 h 1008915"/>
                  <a:gd name="connsiteX2" fmla="*/ 2335213 w 2396173"/>
                  <a:gd name="connsiteY2" fmla="*/ 926638 h 1008915"/>
                  <a:gd name="connsiteX3" fmla="*/ 0 w 2396173"/>
                  <a:gd name="connsiteY3" fmla="*/ 294178 h 1008915"/>
                  <a:gd name="connsiteX4" fmla="*/ 7620 w 2396173"/>
                  <a:gd name="connsiteY4" fmla="*/ 0 h 1008915"/>
                  <a:gd name="connsiteX0" fmla="*/ 7620 w 2396173"/>
                  <a:gd name="connsiteY0" fmla="*/ 0 h 1008915"/>
                  <a:gd name="connsiteX1" fmla="*/ 2396173 w 2396173"/>
                  <a:gd name="connsiteY1" fmla="*/ 640080 h 1008915"/>
                  <a:gd name="connsiteX2" fmla="*/ 2335213 w 2396173"/>
                  <a:gd name="connsiteY2" fmla="*/ 926638 h 1008915"/>
                  <a:gd name="connsiteX3" fmla="*/ 0 w 2396173"/>
                  <a:gd name="connsiteY3" fmla="*/ 294178 h 1008915"/>
                  <a:gd name="connsiteX4" fmla="*/ 7620 w 2396173"/>
                  <a:gd name="connsiteY4" fmla="*/ 0 h 1008915"/>
                  <a:gd name="connsiteX0" fmla="*/ 7620 w 2396173"/>
                  <a:gd name="connsiteY0" fmla="*/ 0 h 983515"/>
                  <a:gd name="connsiteX1" fmla="*/ 2396173 w 2396173"/>
                  <a:gd name="connsiteY1" fmla="*/ 614680 h 983515"/>
                  <a:gd name="connsiteX2" fmla="*/ 2335213 w 2396173"/>
                  <a:gd name="connsiteY2" fmla="*/ 901238 h 983515"/>
                  <a:gd name="connsiteX3" fmla="*/ 0 w 2396173"/>
                  <a:gd name="connsiteY3" fmla="*/ 268778 h 983515"/>
                  <a:gd name="connsiteX4" fmla="*/ 7620 w 2396173"/>
                  <a:gd name="connsiteY4" fmla="*/ 0 h 983515"/>
                  <a:gd name="connsiteX0" fmla="*/ 7620 w 2396173"/>
                  <a:gd name="connsiteY0" fmla="*/ 0 h 983515"/>
                  <a:gd name="connsiteX1" fmla="*/ 2396173 w 2396173"/>
                  <a:gd name="connsiteY1" fmla="*/ 614680 h 983515"/>
                  <a:gd name="connsiteX2" fmla="*/ 2335213 w 2396173"/>
                  <a:gd name="connsiteY2" fmla="*/ 901238 h 983515"/>
                  <a:gd name="connsiteX3" fmla="*/ 0 w 2396173"/>
                  <a:gd name="connsiteY3" fmla="*/ 268778 h 983515"/>
                  <a:gd name="connsiteX4" fmla="*/ 7620 w 2396173"/>
                  <a:gd name="connsiteY4" fmla="*/ 0 h 983515"/>
                  <a:gd name="connsiteX0" fmla="*/ 7620 w 2396173"/>
                  <a:gd name="connsiteY0" fmla="*/ 0 h 983515"/>
                  <a:gd name="connsiteX1" fmla="*/ 2396173 w 2396173"/>
                  <a:gd name="connsiteY1" fmla="*/ 614680 h 983515"/>
                  <a:gd name="connsiteX2" fmla="*/ 2335213 w 2396173"/>
                  <a:gd name="connsiteY2" fmla="*/ 901238 h 983515"/>
                  <a:gd name="connsiteX3" fmla="*/ 0 w 2396173"/>
                  <a:gd name="connsiteY3" fmla="*/ 268778 h 983515"/>
                  <a:gd name="connsiteX4" fmla="*/ 7620 w 2396173"/>
                  <a:gd name="connsiteY4" fmla="*/ 0 h 983515"/>
                  <a:gd name="connsiteX0" fmla="*/ 0 w 2401253"/>
                  <a:gd name="connsiteY0" fmla="*/ 0 h 983515"/>
                  <a:gd name="connsiteX1" fmla="*/ 2401253 w 2401253"/>
                  <a:gd name="connsiteY1" fmla="*/ 614680 h 983515"/>
                  <a:gd name="connsiteX2" fmla="*/ 2340293 w 2401253"/>
                  <a:gd name="connsiteY2" fmla="*/ 901238 h 983515"/>
                  <a:gd name="connsiteX3" fmla="*/ 5080 w 2401253"/>
                  <a:gd name="connsiteY3" fmla="*/ 268778 h 983515"/>
                  <a:gd name="connsiteX4" fmla="*/ 0 w 2401253"/>
                  <a:gd name="connsiteY4" fmla="*/ 0 h 983515"/>
                  <a:gd name="connsiteX0" fmla="*/ 0 w 2401253"/>
                  <a:gd name="connsiteY0" fmla="*/ 0 h 970847"/>
                  <a:gd name="connsiteX1" fmla="*/ 2401253 w 2401253"/>
                  <a:gd name="connsiteY1" fmla="*/ 614680 h 970847"/>
                  <a:gd name="connsiteX2" fmla="*/ 2340293 w 2401253"/>
                  <a:gd name="connsiteY2" fmla="*/ 901238 h 970847"/>
                  <a:gd name="connsiteX3" fmla="*/ 5080 w 2401253"/>
                  <a:gd name="connsiteY3" fmla="*/ 240203 h 970847"/>
                  <a:gd name="connsiteX4" fmla="*/ 0 w 2401253"/>
                  <a:gd name="connsiteY4" fmla="*/ 0 h 970847"/>
                  <a:gd name="connsiteX0" fmla="*/ 0 w 2401253"/>
                  <a:gd name="connsiteY0" fmla="*/ 0 h 990588"/>
                  <a:gd name="connsiteX1" fmla="*/ 2401253 w 2401253"/>
                  <a:gd name="connsiteY1" fmla="*/ 614680 h 990588"/>
                  <a:gd name="connsiteX2" fmla="*/ 2340293 w 2401253"/>
                  <a:gd name="connsiteY2" fmla="*/ 901238 h 990588"/>
                  <a:gd name="connsiteX3" fmla="*/ 5080 w 2401253"/>
                  <a:gd name="connsiteY3" fmla="*/ 240203 h 990588"/>
                  <a:gd name="connsiteX4" fmla="*/ 0 w 2401253"/>
                  <a:gd name="connsiteY4" fmla="*/ 0 h 990588"/>
                  <a:gd name="connsiteX0" fmla="*/ 0 w 2401253"/>
                  <a:gd name="connsiteY0" fmla="*/ 0 h 990588"/>
                  <a:gd name="connsiteX1" fmla="*/ 2401253 w 2401253"/>
                  <a:gd name="connsiteY1" fmla="*/ 614680 h 990588"/>
                  <a:gd name="connsiteX2" fmla="*/ 2340293 w 2401253"/>
                  <a:gd name="connsiteY2" fmla="*/ 901238 h 990588"/>
                  <a:gd name="connsiteX3" fmla="*/ 5080 w 2401253"/>
                  <a:gd name="connsiteY3" fmla="*/ 240203 h 990588"/>
                  <a:gd name="connsiteX4" fmla="*/ 0 w 2401253"/>
                  <a:gd name="connsiteY4" fmla="*/ 0 h 990588"/>
                  <a:gd name="connsiteX0" fmla="*/ 0 w 2401253"/>
                  <a:gd name="connsiteY0" fmla="*/ 0 h 990588"/>
                  <a:gd name="connsiteX1" fmla="*/ 2401253 w 2401253"/>
                  <a:gd name="connsiteY1" fmla="*/ 614680 h 990588"/>
                  <a:gd name="connsiteX2" fmla="*/ 2340293 w 2401253"/>
                  <a:gd name="connsiteY2" fmla="*/ 901238 h 990588"/>
                  <a:gd name="connsiteX3" fmla="*/ 5080 w 2401253"/>
                  <a:gd name="connsiteY3" fmla="*/ 240203 h 990588"/>
                  <a:gd name="connsiteX4" fmla="*/ 0 w 2401253"/>
                  <a:gd name="connsiteY4" fmla="*/ 0 h 990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1253" h="990588">
                    <a:moveTo>
                      <a:pt x="0" y="0"/>
                    </a:moveTo>
                    <a:cubicBezTo>
                      <a:pt x="366924" y="652780"/>
                      <a:pt x="1044364" y="880745"/>
                      <a:pt x="2401253" y="614680"/>
                    </a:cubicBezTo>
                    <a:lnTo>
                      <a:pt x="2340293" y="901238"/>
                    </a:lnTo>
                    <a:cubicBezTo>
                      <a:pt x="1914949" y="858058"/>
                      <a:pt x="796184" y="1399713"/>
                      <a:pt x="5080" y="240203"/>
                    </a:cubicBezTo>
                    <a:cubicBezTo>
                      <a:pt x="3387" y="150610"/>
                      <a:pt x="1693" y="89593"/>
                      <a:pt x="0" y="0"/>
                    </a:cubicBezTo>
                    <a:close/>
                  </a:path>
                </a:pathLst>
              </a:custGeom>
              <a:solidFill>
                <a:srgbClr val="EA5B6B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EA03E40-D027-B5A5-9AB7-2523F967E86C}"/>
                  </a:ext>
                </a:extLst>
              </p:cNvPr>
              <p:cNvSpPr/>
              <p:nvPr/>
            </p:nvSpPr>
            <p:spPr>
              <a:xfrm>
                <a:off x="5092640" y="3762148"/>
                <a:ext cx="330200" cy="419142"/>
              </a:xfrm>
              <a:prstGeom prst="ellipse">
                <a:avLst/>
              </a:prstGeom>
              <a:solidFill>
                <a:srgbClr val="EA5B6B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16CC285-6B64-5705-375C-7BD6E9ED7618}"/>
                  </a:ext>
                </a:extLst>
              </p:cNvPr>
              <p:cNvSpPr/>
              <p:nvPr/>
            </p:nvSpPr>
            <p:spPr>
              <a:xfrm>
                <a:off x="5421759" y="3716900"/>
                <a:ext cx="330200" cy="419142"/>
              </a:xfrm>
              <a:prstGeom prst="ellipse">
                <a:avLst/>
              </a:prstGeom>
              <a:solidFill>
                <a:srgbClr val="EA5B6B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id="{C987D314-0F20-8B91-59AB-CE5211861C1B}"/>
                </a:ext>
              </a:extLst>
            </p:cNvPr>
            <p:cNvSpPr/>
            <p:nvPr/>
          </p:nvSpPr>
          <p:spPr>
            <a:xfrm>
              <a:off x="2879725" y="2255513"/>
              <a:ext cx="3978275" cy="1016470"/>
            </a:xfrm>
            <a:custGeom>
              <a:avLst/>
              <a:gdLst>
                <a:gd name="connsiteX0" fmla="*/ 0 w 3438525"/>
                <a:gd name="connsiteY0" fmla="*/ 0 h 632179"/>
                <a:gd name="connsiteX1" fmla="*/ 3438525 w 3438525"/>
                <a:gd name="connsiteY1" fmla="*/ 0 h 632179"/>
                <a:gd name="connsiteX2" fmla="*/ 3438525 w 3438525"/>
                <a:gd name="connsiteY2" fmla="*/ 632179 h 632179"/>
                <a:gd name="connsiteX3" fmla="*/ 0 w 3438525"/>
                <a:gd name="connsiteY3" fmla="*/ 632179 h 632179"/>
                <a:gd name="connsiteX4" fmla="*/ 0 w 3438525"/>
                <a:gd name="connsiteY4" fmla="*/ 0 h 632179"/>
                <a:gd name="connsiteX0" fmla="*/ 0 w 3609975"/>
                <a:gd name="connsiteY0" fmla="*/ 0 h 679804"/>
                <a:gd name="connsiteX1" fmla="*/ 3609975 w 3609975"/>
                <a:gd name="connsiteY1" fmla="*/ 47625 h 679804"/>
                <a:gd name="connsiteX2" fmla="*/ 3609975 w 3609975"/>
                <a:gd name="connsiteY2" fmla="*/ 679804 h 679804"/>
                <a:gd name="connsiteX3" fmla="*/ 171450 w 3609975"/>
                <a:gd name="connsiteY3" fmla="*/ 679804 h 679804"/>
                <a:gd name="connsiteX4" fmla="*/ 0 w 3609975"/>
                <a:gd name="connsiteY4" fmla="*/ 0 h 679804"/>
                <a:gd name="connsiteX0" fmla="*/ 0 w 3609975"/>
                <a:gd name="connsiteY0" fmla="*/ 190500 h 870304"/>
                <a:gd name="connsiteX1" fmla="*/ 3009900 w 3609975"/>
                <a:gd name="connsiteY1" fmla="*/ 0 h 870304"/>
                <a:gd name="connsiteX2" fmla="*/ 3609975 w 3609975"/>
                <a:gd name="connsiteY2" fmla="*/ 870304 h 870304"/>
                <a:gd name="connsiteX3" fmla="*/ 171450 w 3609975"/>
                <a:gd name="connsiteY3" fmla="*/ 870304 h 870304"/>
                <a:gd name="connsiteX4" fmla="*/ 0 w 3609975"/>
                <a:gd name="connsiteY4" fmla="*/ 190500 h 870304"/>
                <a:gd name="connsiteX0" fmla="*/ 0 w 3609975"/>
                <a:gd name="connsiteY0" fmla="*/ 190500 h 1013179"/>
                <a:gd name="connsiteX1" fmla="*/ 3009900 w 3609975"/>
                <a:gd name="connsiteY1" fmla="*/ 0 h 1013179"/>
                <a:gd name="connsiteX2" fmla="*/ 3609975 w 3609975"/>
                <a:gd name="connsiteY2" fmla="*/ 870304 h 1013179"/>
                <a:gd name="connsiteX3" fmla="*/ 809625 w 3609975"/>
                <a:gd name="connsiteY3" fmla="*/ 1013179 h 1013179"/>
                <a:gd name="connsiteX4" fmla="*/ 0 w 360997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6968 h 1021025"/>
                <a:gd name="connsiteX1" fmla="*/ 3009900 w 3971925"/>
                <a:gd name="connsiteY1" fmla="*/ 6468 h 1021025"/>
                <a:gd name="connsiteX2" fmla="*/ 3971925 w 3971925"/>
                <a:gd name="connsiteY2" fmla="*/ 714847 h 1021025"/>
                <a:gd name="connsiteX3" fmla="*/ 809625 w 3971925"/>
                <a:gd name="connsiteY3" fmla="*/ 1019647 h 1021025"/>
                <a:gd name="connsiteX4" fmla="*/ 0 w 3971925"/>
                <a:gd name="connsiteY4" fmla="*/ 196968 h 1021025"/>
                <a:gd name="connsiteX0" fmla="*/ 0 w 4010025"/>
                <a:gd name="connsiteY0" fmla="*/ 212568 h 1017575"/>
                <a:gd name="connsiteX1" fmla="*/ 3048000 w 4010025"/>
                <a:gd name="connsiteY1" fmla="*/ 3018 h 1017575"/>
                <a:gd name="connsiteX2" fmla="*/ 4010025 w 4010025"/>
                <a:gd name="connsiteY2" fmla="*/ 711397 h 1017575"/>
                <a:gd name="connsiteX3" fmla="*/ 847725 w 4010025"/>
                <a:gd name="connsiteY3" fmla="*/ 1016197 h 1017575"/>
                <a:gd name="connsiteX4" fmla="*/ 0 w 4010025"/>
                <a:gd name="connsiteY4" fmla="*/ 212568 h 1017575"/>
                <a:gd name="connsiteX0" fmla="*/ 0 w 4010025"/>
                <a:gd name="connsiteY0" fmla="*/ 189807 h 1023389"/>
                <a:gd name="connsiteX1" fmla="*/ 3048000 w 4010025"/>
                <a:gd name="connsiteY1" fmla="*/ 8832 h 1023389"/>
                <a:gd name="connsiteX2" fmla="*/ 4010025 w 4010025"/>
                <a:gd name="connsiteY2" fmla="*/ 717211 h 1023389"/>
                <a:gd name="connsiteX3" fmla="*/ 847725 w 4010025"/>
                <a:gd name="connsiteY3" fmla="*/ 1022011 h 1023389"/>
                <a:gd name="connsiteX4" fmla="*/ 0 w 4010025"/>
                <a:gd name="connsiteY4" fmla="*/ 189807 h 1023389"/>
                <a:gd name="connsiteX0" fmla="*/ 0 w 3997325"/>
                <a:gd name="connsiteY0" fmla="*/ 226808 h 1015940"/>
                <a:gd name="connsiteX1" fmla="*/ 3035300 w 3997325"/>
                <a:gd name="connsiteY1" fmla="*/ 1383 h 1015940"/>
                <a:gd name="connsiteX2" fmla="*/ 3997325 w 3997325"/>
                <a:gd name="connsiteY2" fmla="*/ 709762 h 1015940"/>
                <a:gd name="connsiteX3" fmla="*/ 835025 w 3997325"/>
                <a:gd name="connsiteY3" fmla="*/ 1014562 h 1015940"/>
                <a:gd name="connsiteX4" fmla="*/ 0 w 3997325"/>
                <a:gd name="connsiteY4" fmla="*/ 226808 h 1015940"/>
                <a:gd name="connsiteX0" fmla="*/ 0 w 3971925"/>
                <a:gd name="connsiteY0" fmla="*/ 238844 h 1015276"/>
                <a:gd name="connsiteX1" fmla="*/ 3009900 w 3971925"/>
                <a:gd name="connsiteY1" fmla="*/ 719 h 1015276"/>
                <a:gd name="connsiteX2" fmla="*/ 3971925 w 3971925"/>
                <a:gd name="connsiteY2" fmla="*/ 709098 h 1015276"/>
                <a:gd name="connsiteX3" fmla="*/ 809625 w 3971925"/>
                <a:gd name="connsiteY3" fmla="*/ 1013898 h 1015276"/>
                <a:gd name="connsiteX4" fmla="*/ 0 w 3971925"/>
                <a:gd name="connsiteY4" fmla="*/ 238844 h 1015276"/>
                <a:gd name="connsiteX0" fmla="*/ 0 w 3978275"/>
                <a:gd name="connsiteY0" fmla="*/ 220988 h 1016470"/>
                <a:gd name="connsiteX1" fmla="*/ 3016250 w 3978275"/>
                <a:gd name="connsiteY1" fmla="*/ 1913 h 1016470"/>
                <a:gd name="connsiteX2" fmla="*/ 3978275 w 3978275"/>
                <a:gd name="connsiteY2" fmla="*/ 710292 h 1016470"/>
                <a:gd name="connsiteX3" fmla="*/ 815975 w 3978275"/>
                <a:gd name="connsiteY3" fmla="*/ 1015092 h 1016470"/>
                <a:gd name="connsiteX4" fmla="*/ 0 w 3978275"/>
                <a:gd name="connsiteY4" fmla="*/ 220988 h 101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275" h="1016470">
                  <a:moveTo>
                    <a:pt x="0" y="220988"/>
                  </a:moveTo>
                  <a:cubicBezTo>
                    <a:pt x="555625" y="-23487"/>
                    <a:pt x="2212975" y="-1262"/>
                    <a:pt x="3016250" y="1913"/>
                  </a:cubicBezTo>
                  <a:cubicBezTo>
                    <a:pt x="3565525" y="199939"/>
                    <a:pt x="3905250" y="540841"/>
                    <a:pt x="3978275" y="710292"/>
                  </a:cubicBezTo>
                  <a:cubicBezTo>
                    <a:pt x="3857625" y="954767"/>
                    <a:pt x="1574800" y="1027792"/>
                    <a:pt x="815975" y="1015092"/>
                  </a:cubicBezTo>
                  <a:cubicBezTo>
                    <a:pt x="479425" y="931366"/>
                    <a:pt x="88900" y="399964"/>
                    <a:pt x="0" y="220988"/>
                  </a:cubicBezTo>
                  <a:close/>
                </a:path>
              </a:pathLst>
            </a:custGeom>
            <a:solidFill>
              <a:srgbClr val="FFFF5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Block Arc 14">
              <a:extLst>
                <a:ext uri="{FF2B5EF4-FFF2-40B4-BE49-F238E27FC236}">
                  <a16:creationId xmlns:a16="http://schemas.microsoft.com/office/drawing/2014/main" id="{3FB90AAD-C112-B626-8E88-208CA699D28F}"/>
                </a:ext>
              </a:extLst>
            </p:cNvPr>
            <p:cNvSpPr/>
            <p:nvPr/>
          </p:nvSpPr>
          <p:spPr>
            <a:xfrm>
              <a:off x="3748137" y="1855269"/>
              <a:ext cx="2209699" cy="926595"/>
            </a:xfrm>
            <a:custGeom>
              <a:avLst/>
              <a:gdLst>
                <a:gd name="connsiteX0" fmla="*/ 0 w 1889024"/>
                <a:gd name="connsiteY0" fmla="*/ 750239 h 1500478"/>
                <a:gd name="connsiteX1" fmla="*/ 944512 w 1889024"/>
                <a:gd name="connsiteY1" fmla="*/ 0 h 1500478"/>
                <a:gd name="connsiteX2" fmla="*/ 1889024 w 1889024"/>
                <a:gd name="connsiteY2" fmla="*/ 750239 h 1500478"/>
                <a:gd name="connsiteX3" fmla="*/ 1513905 w 1889024"/>
                <a:gd name="connsiteY3" fmla="*/ 750239 h 1500478"/>
                <a:gd name="connsiteX4" fmla="*/ 944512 w 1889024"/>
                <a:gd name="connsiteY4" fmla="*/ 375119 h 1500478"/>
                <a:gd name="connsiteX5" fmla="*/ 375119 w 1889024"/>
                <a:gd name="connsiteY5" fmla="*/ 750239 h 1500478"/>
                <a:gd name="connsiteX6" fmla="*/ 0 w 1889024"/>
                <a:gd name="connsiteY6" fmla="*/ 750239 h 1500478"/>
                <a:gd name="connsiteX0" fmla="*/ 0 w 2212874"/>
                <a:gd name="connsiteY0" fmla="*/ 751504 h 751504"/>
                <a:gd name="connsiteX1" fmla="*/ 944512 w 2212874"/>
                <a:gd name="connsiteY1" fmla="*/ 1265 h 751504"/>
                <a:gd name="connsiteX2" fmla="*/ 2212874 w 2212874"/>
                <a:gd name="connsiteY2" fmla="*/ 627679 h 751504"/>
                <a:gd name="connsiteX3" fmla="*/ 1513905 w 2212874"/>
                <a:gd name="connsiteY3" fmla="*/ 751504 h 751504"/>
                <a:gd name="connsiteX4" fmla="*/ 944512 w 2212874"/>
                <a:gd name="connsiteY4" fmla="*/ 376384 h 751504"/>
                <a:gd name="connsiteX5" fmla="*/ 375119 w 2212874"/>
                <a:gd name="connsiteY5" fmla="*/ 751504 h 751504"/>
                <a:gd name="connsiteX6" fmla="*/ 0 w 2212874"/>
                <a:gd name="connsiteY6" fmla="*/ 751504 h 751504"/>
                <a:gd name="connsiteX0" fmla="*/ 0 w 2212874"/>
                <a:gd name="connsiteY0" fmla="*/ 751504 h 751504"/>
                <a:gd name="connsiteX1" fmla="*/ 944512 w 2212874"/>
                <a:gd name="connsiteY1" fmla="*/ 1265 h 751504"/>
                <a:gd name="connsiteX2" fmla="*/ 2212874 w 2212874"/>
                <a:gd name="connsiteY2" fmla="*/ 627679 h 751504"/>
                <a:gd name="connsiteX3" fmla="*/ 1828230 w 2212874"/>
                <a:gd name="connsiteY3" fmla="*/ 580054 h 751504"/>
                <a:gd name="connsiteX4" fmla="*/ 944512 w 2212874"/>
                <a:gd name="connsiteY4" fmla="*/ 376384 h 751504"/>
                <a:gd name="connsiteX5" fmla="*/ 375119 w 2212874"/>
                <a:gd name="connsiteY5" fmla="*/ 751504 h 751504"/>
                <a:gd name="connsiteX6" fmla="*/ 0 w 2212874"/>
                <a:gd name="connsiteY6" fmla="*/ 751504 h 751504"/>
                <a:gd name="connsiteX0" fmla="*/ 0 w 2212874"/>
                <a:gd name="connsiteY0" fmla="*/ 912939 h 912939"/>
                <a:gd name="connsiteX1" fmla="*/ 973087 w 2212874"/>
                <a:gd name="connsiteY1" fmla="*/ 775 h 912939"/>
                <a:gd name="connsiteX2" fmla="*/ 2212874 w 2212874"/>
                <a:gd name="connsiteY2" fmla="*/ 789114 h 912939"/>
                <a:gd name="connsiteX3" fmla="*/ 1828230 w 2212874"/>
                <a:gd name="connsiteY3" fmla="*/ 741489 h 912939"/>
                <a:gd name="connsiteX4" fmla="*/ 944512 w 2212874"/>
                <a:gd name="connsiteY4" fmla="*/ 537819 h 912939"/>
                <a:gd name="connsiteX5" fmla="*/ 375119 w 2212874"/>
                <a:gd name="connsiteY5" fmla="*/ 912939 h 912939"/>
                <a:gd name="connsiteX6" fmla="*/ 0 w 2212874"/>
                <a:gd name="connsiteY6" fmla="*/ 912939 h 912939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944512 w 2212874"/>
                <a:gd name="connsiteY4" fmla="*/ 549850 h 924970"/>
                <a:gd name="connsiteX5" fmla="*/ 375119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375119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990155 w 2212874"/>
                <a:gd name="connsiteY3" fmla="*/ 782095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165249"/>
                <a:gd name="connsiteY0" fmla="*/ 912436 h 912436"/>
                <a:gd name="connsiteX1" fmla="*/ 973087 w 2165249"/>
                <a:gd name="connsiteY1" fmla="*/ 272 h 912436"/>
                <a:gd name="connsiteX2" fmla="*/ 2165249 w 2165249"/>
                <a:gd name="connsiteY2" fmla="*/ 836236 h 912436"/>
                <a:gd name="connsiteX3" fmla="*/ 1990155 w 2165249"/>
                <a:gd name="connsiteY3" fmla="*/ 769561 h 912436"/>
                <a:gd name="connsiteX4" fmla="*/ 1296937 w 2165249"/>
                <a:gd name="connsiteY4" fmla="*/ 108691 h 912436"/>
                <a:gd name="connsiteX5" fmla="*/ 251294 w 2165249"/>
                <a:gd name="connsiteY5" fmla="*/ 912436 h 912436"/>
                <a:gd name="connsiteX6" fmla="*/ 0 w 2165249"/>
                <a:gd name="connsiteY6" fmla="*/ 912436 h 912436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1990155 w 2165249"/>
                <a:gd name="connsiteY3" fmla="*/ 77597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1990155 w 2165249"/>
                <a:gd name="connsiteY3" fmla="*/ 77597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2002855 w 2165249"/>
                <a:gd name="connsiteY3" fmla="*/ 80772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2002855 w 2165249"/>
                <a:gd name="connsiteY3" fmla="*/ 80772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241449"/>
                <a:gd name="connsiteY0" fmla="*/ 913031 h 913031"/>
                <a:gd name="connsiteX1" fmla="*/ 973087 w 2241449"/>
                <a:gd name="connsiteY1" fmla="*/ 867 h 913031"/>
                <a:gd name="connsiteX2" fmla="*/ 2241449 w 2241449"/>
                <a:gd name="connsiteY2" fmla="*/ 782856 h 913031"/>
                <a:gd name="connsiteX3" fmla="*/ 2002855 w 2241449"/>
                <a:gd name="connsiteY3" fmla="*/ 801906 h 913031"/>
                <a:gd name="connsiteX4" fmla="*/ 1296937 w 2241449"/>
                <a:gd name="connsiteY4" fmla="*/ 109286 h 913031"/>
                <a:gd name="connsiteX5" fmla="*/ 251294 w 2241449"/>
                <a:gd name="connsiteY5" fmla="*/ 913031 h 913031"/>
                <a:gd name="connsiteX6" fmla="*/ 0 w 2241449"/>
                <a:gd name="connsiteY6" fmla="*/ 913031 h 913031"/>
                <a:gd name="connsiteX0" fmla="*/ 0 w 2241449"/>
                <a:gd name="connsiteY0" fmla="*/ 912678 h 912678"/>
                <a:gd name="connsiteX1" fmla="*/ 973087 w 2241449"/>
                <a:gd name="connsiteY1" fmla="*/ 514 h 912678"/>
                <a:gd name="connsiteX2" fmla="*/ 2241449 w 2241449"/>
                <a:gd name="connsiteY2" fmla="*/ 782503 h 912678"/>
                <a:gd name="connsiteX3" fmla="*/ 2002855 w 2241449"/>
                <a:gd name="connsiteY3" fmla="*/ 801553 h 912678"/>
                <a:gd name="connsiteX4" fmla="*/ 1296937 w 2241449"/>
                <a:gd name="connsiteY4" fmla="*/ 108933 h 912678"/>
                <a:gd name="connsiteX5" fmla="*/ 251294 w 2241449"/>
                <a:gd name="connsiteY5" fmla="*/ 912678 h 912678"/>
                <a:gd name="connsiteX6" fmla="*/ 0 w 2241449"/>
                <a:gd name="connsiteY6" fmla="*/ 912678 h 912678"/>
                <a:gd name="connsiteX0" fmla="*/ 0 w 2241449"/>
                <a:gd name="connsiteY0" fmla="*/ 920459 h 920459"/>
                <a:gd name="connsiteX1" fmla="*/ 973087 w 2241449"/>
                <a:gd name="connsiteY1" fmla="*/ 8295 h 920459"/>
                <a:gd name="connsiteX2" fmla="*/ 2241449 w 2241449"/>
                <a:gd name="connsiteY2" fmla="*/ 790284 h 920459"/>
                <a:gd name="connsiteX3" fmla="*/ 2002855 w 2241449"/>
                <a:gd name="connsiteY3" fmla="*/ 809334 h 920459"/>
                <a:gd name="connsiteX4" fmla="*/ 1296937 w 2241449"/>
                <a:gd name="connsiteY4" fmla="*/ 116714 h 920459"/>
                <a:gd name="connsiteX5" fmla="*/ 251294 w 2241449"/>
                <a:gd name="connsiteY5" fmla="*/ 920459 h 920459"/>
                <a:gd name="connsiteX6" fmla="*/ 0 w 2241449"/>
                <a:gd name="connsiteY6" fmla="*/ 920459 h 920459"/>
                <a:gd name="connsiteX0" fmla="*/ 0 w 2241449"/>
                <a:gd name="connsiteY0" fmla="*/ 926647 h 926647"/>
                <a:gd name="connsiteX1" fmla="*/ 973087 w 2241449"/>
                <a:gd name="connsiteY1" fmla="*/ 14483 h 926647"/>
                <a:gd name="connsiteX2" fmla="*/ 2241449 w 2241449"/>
                <a:gd name="connsiteY2" fmla="*/ 796472 h 926647"/>
                <a:gd name="connsiteX3" fmla="*/ 2002855 w 2241449"/>
                <a:gd name="connsiteY3" fmla="*/ 815522 h 926647"/>
                <a:gd name="connsiteX4" fmla="*/ 1296937 w 2241449"/>
                <a:gd name="connsiteY4" fmla="*/ 122902 h 926647"/>
                <a:gd name="connsiteX5" fmla="*/ 251294 w 2241449"/>
                <a:gd name="connsiteY5" fmla="*/ 926647 h 926647"/>
                <a:gd name="connsiteX6" fmla="*/ 0 w 2241449"/>
                <a:gd name="connsiteY6" fmla="*/ 926647 h 926647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02855 w 2209699"/>
                <a:gd name="connsiteY3" fmla="*/ 815470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  <a:gd name="connsiteX6" fmla="*/ 0 w 2209699"/>
                <a:gd name="connsiteY6" fmla="*/ 926595 h 926595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44130 w 2209699"/>
                <a:gd name="connsiteY3" fmla="*/ 805945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  <a:gd name="connsiteX6" fmla="*/ 0 w 2209699"/>
                <a:gd name="connsiteY6" fmla="*/ 926595 h 926595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44130 w 2209699"/>
                <a:gd name="connsiteY3" fmla="*/ 805945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  <a:gd name="connsiteX6" fmla="*/ 0 w 2209699"/>
                <a:gd name="connsiteY6" fmla="*/ 926595 h 926595"/>
                <a:gd name="connsiteX0" fmla="*/ 0 w 2209699"/>
                <a:gd name="connsiteY0" fmla="*/ 926595 h 1018035"/>
                <a:gd name="connsiteX1" fmla="*/ 973087 w 2209699"/>
                <a:gd name="connsiteY1" fmla="*/ 14431 h 1018035"/>
                <a:gd name="connsiteX2" fmla="*/ 2209699 w 2209699"/>
                <a:gd name="connsiteY2" fmla="*/ 799595 h 1018035"/>
                <a:gd name="connsiteX3" fmla="*/ 2044130 w 2209699"/>
                <a:gd name="connsiteY3" fmla="*/ 805945 h 1018035"/>
                <a:gd name="connsiteX4" fmla="*/ 1296937 w 2209699"/>
                <a:gd name="connsiteY4" fmla="*/ 122850 h 1018035"/>
                <a:gd name="connsiteX5" fmla="*/ 251294 w 2209699"/>
                <a:gd name="connsiteY5" fmla="*/ 926595 h 1018035"/>
                <a:gd name="connsiteX6" fmla="*/ 91440 w 2209699"/>
                <a:gd name="connsiteY6" fmla="*/ 1018035 h 1018035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44130 w 2209699"/>
                <a:gd name="connsiteY3" fmla="*/ 805945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09699" h="926595">
                  <a:moveTo>
                    <a:pt x="0" y="926595"/>
                  </a:moveTo>
                  <a:cubicBezTo>
                    <a:pt x="85725" y="636074"/>
                    <a:pt x="428062" y="109152"/>
                    <a:pt x="973087" y="14431"/>
                  </a:cubicBezTo>
                  <a:cubicBezTo>
                    <a:pt x="1635587" y="-115215"/>
                    <a:pt x="2082699" y="667824"/>
                    <a:pt x="2209699" y="799595"/>
                  </a:cubicBezTo>
                  <a:cubicBezTo>
                    <a:pt x="2084659" y="799595"/>
                    <a:pt x="2169170" y="805945"/>
                    <a:pt x="2044130" y="805945"/>
                  </a:cubicBezTo>
                  <a:cubicBezTo>
                    <a:pt x="1923480" y="611472"/>
                    <a:pt x="1617754" y="59350"/>
                    <a:pt x="1296937" y="122850"/>
                  </a:cubicBezTo>
                  <a:cubicBezTo>
                    <a:pt x="811020" y="132375"/>
                    <a:pt x="251294" y="719422"/>
                    <a:pt x="251294" y="926595"/>
                  </a:cubicBezTo>
                </a:path>
              </a:pathLst>
            </a:custGeom>
            <a:solidFill>
              <a:srgbClr val="FFFF53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FC9D863B-20EB-BCBA-B579-008F50514159}"/>
                </a:ext>
              </a:extLst>
            </p:cNvPr>
            <p:cNvSpPr/>
            <p:nvPr/>
          </p:nvSpPr>
          <p:spPr>
            <a:xfrm rot="5194689">
              <a:off x="5783685" y="2517966"/>
              <a:ext cx="168026" cy="359568"/>
            </a:xfrm>
            <a:prstGeom prst="roundRect">
              <a:avLst/>
            </a:prstGeom>
            <a:solidFill>
              <a:srgbClr val="FFFF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C0BF3AE-2D54-12CE-B344-95568B4F295A}"/>
              </a:ext>
            </a:extLst>
          </p:cNvPr>
          <p:cNvGrpSpPr/>
          <p:nvPr/>
        </p:nvGrpSpPr>
        <p:grpSpPr>
          <a:xfrm>
            <a:off x="2210243" y="2404096"/>
            <a:ext cx="4210729" cy="4335463"/>
            <a:chOff x="2721369" y="1855269"/>
            <a:chExt cx="4210729" cy="4335463"/>
          </a:xfrm>
        </p:grpSpPr>
        <p:sp>
          <p:nvSpPr>
            <p:cNvPr id="48" name="Rectangle 3">
              <a:extLst>
                <a:ext uri="{FF2B5EF4-FFF2-40B4-BE49-F238E27FC236}">
                  <a16:creationId xmlns:a16="http://schemas.microsoft.com/office/drawing/2014/main" id="{6B5BD1F0-78EB-DA10-C7C9-7CE62A865920}"/>
                </a:ext>
              </a:extLst>
            </p:cNvPr>
            <p:cNvSpPr/>
            <p:nvPr/>
          </p:nvSpPr>
          <p:spPr>
            <a:xfrm>
              <a:off x="3564278" y="2915272"/>
              <a:ext cx="3367819" cy="3275460"/>
            </a:xfrm>
            <a:custGeom>
              <a:avLst/>
              <a:gdLst>
                <a:gd name="connsiteX0" fmla="*/ 0 w 845038"/>
                <a:gd name="connsiteY0" fmla="*/ 0 h 706379"/>
                <a:gd name="connsiteX1" fmla="*/ 845038 w 845038"/>
                <a:gd name="connsiteY1" fmla="*/ 0 h 706379"/>
                <a:gd name="connsiteX2" fmla="*/ 845038 w 845038"/>
                <a:gd name="connsiteY2" fmla="*/ 706379 h 706379"/>
                <a:gd name="connsiteX3" fmla="*/ 0 w 845038"/>
                <a:gd name="connsiteY3" fmla="*/ 706379 h 706379"/>
                <a:gd name="connsiteX4" fmla="*/ 0 w 845038"/>
                <a:gd name="connsiteY4" fmla="*/ 0 h 706379"/>
                <a:gd name="connsiteX0" fmla="*/ 0 w 1159363"/>
                <a:gd name="connsiteY0" fmla="*/ 0 h 830204"/>
                <a:gd name="connsiteX1" fmla="*/ 1159363 w 1159363"/>
                <a:gd name="connsiteY1" fmla="*/ 123825 h 830204"/>
                <a:gd name="connsiteX2" fmla="*/ 1159363 w 1159363"/>
                <a:gd name="connsiteY2" fmla="*/ 830204 h 830204"/>
                <a:gd name="connsiteX3" fmla="*/ 314325 w 1159363"/>
                <a:gd name="connsiteY3" fmla="*/ 830204 h 830204"/>
                <a:gd name="connsiteX4" fmla="*/ 0 w 1159363"/>
                <a:gd name="connsiteY4" fmla="*/ 0 h 830204"/>
                <a:gd name="connsiteX0" fmla="*/ 133350 w 1292713"/>
                <a:gd name="connsiteY0" fmla="*/ 0 h 830204"/>
                <a:gd name="connsiteX1" fmla="*/ 1292713 w 1292713"/>
                <a:gd name="connsiteY1" fmla="*/ 123825 h 830204"/>
                <a:gd name="connsiteX2" fmla="*/ 1292713 w 1292713"/>
                <a:gd name="connsiteY2" fmla="*/ 830204 h 830204"/>
                <a:gd name="connsiteX3" fmla="*/ 0 w 1292713"/>
                <a:gd name="connsiteY3" fmla="*/ 782579 h 830204"/>
                <a:gd name="connsiteX4" fmla="*/ 133350 w 1292713"/>
                <a:gd name="connsiteY4" fmla="*/ 0 h 830204"/>
                <a:gd name="connsiteX0" fmla="*/ 133350 w 1292713"/>
                <a:gd name="connsiteY0" fmla="*/ 0 h 3773429"/>
                <a:gd name="connsiteX1" fmla="*/ 1292713 w 1292713"/>
                <a:gd name="connsiteY1" fmla="*/ 123825 h 3773429"/>
                <a:gd name="connsiteX2" fmla="*/ 959338 w 1292713"/>
                <a:gd name="connsiteY2" fmla="*/ 3773429 h 3773429"/>
                <a:gd name="connsiteX3" fmla="*/ 0 w 1292713"/>
                <a:gd name="connsiteY3" fmla="*/ 782579 h 3773429"/>
                <a:gd name="connsiteX4" fmla="*/ 133350 w 129271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52400 w 940288"/>
                <a:gd name="connsiteY0" fmla="*/ 0 h 3744854"/>
                <a:gd name="connsiteX1" fmla="*/ 902188 w 940288"/>
                <a:gd name="connsiteY1" fmla="*/ 781050 h 3744854"/>
                <a:gd name="connsiteX2" fmla="*/ 940288 w 940288"/>
                <a:gd name="connsiteY2" fmla="*/ 3744854 h 3744854"/>
                <a:gd name="connsiteX3" fmla="*/ 0 w 940288"/>
                <a:gd name="connsiteY3" fmla="*/ 2830454 h 3744854"/>
                <a:gd name="connsiteX4" fmla="*/ 152400 w 940288"/>
                <a:gd name="connsiteY4" fmla="*/ 0 h 3744854"/>
                <a:gd name="connsiteX0" fmla="*/ 193280 w 981168"/>
                <a:gd name="connsiteY0" fmla="*/ 0 h 3744854"/>
                <a:gd name="connsiteX1" fmla="*/ 943068 w 981168"/>
                <a:gd name="connsiteY1" fmla="*/ 781050 h 3744854"/>
                <a:gd name="connsiteX2" fmla="*/ 981168 w 981168"/>
                <a:gd name="connsiteY2" fmla="*/ 3744854 h 3744854"/>
                <a:gd name="connsiteX3" fmla="*/ 40880 w 981168"/>
                <a:gd name="connsiteY3" fmla="*/ 2830454 h 3744854"/>
                <a:gd name="connsiteX4" fmla="*/ 193280 w 981168"/>
                <a:gd name="connsiteY4" fmla="*/ 0 h 3744854"/>
                <a:gd name="connsiteX0" fmla="*/ 193280 w 2533743"/>
                <a:gd name="connsiteY0" fmla="*/ 0 h 3744854"/>
                <a:gd name="connsiteX1" fmla="*/ 2533743 w 2533743"/>
                <a:gd name="connsiteY1" fmla="*/ 495300 h 3744854"/>
                <a:gd name="connsiteX2" fmla="*/ 981168 w 2533743"/>
                <a:gd name="connsiteY2" fmla="*/ 3744854 h 3744854"/>
                <a:gd name="connsiteX3" fmla="*/ 40880 w 2533743"/>
                <a:gd name="connsiteY3" fmla="*/ 2830454 h 3744854"/>
                <a:gd name="connsiteX4" fmla="*/ 193280 w 2533743"/>
                <a:gd name="connsiteY4" fmla="*/ 0 h 3744854"/>
                <a:gd name="connsiteX0" fmla="*/ 193280 w 2562318"/>
                <a:gd name="connsiteY0" fmla="*/ 0 h 3392429"/>
                <a:gd name="connsiteX1" fmla="*/ 2533743 w 2562318"/>
                <a:gd name="connsiteY1" fmla="*/ 495300 h 3392429"/>
                <a:gd name="connsiteX2" fmla="*/ 2562318 w 2562318"/>
                <a:gd name="connsiteY2" fmla="*/ 3392429 h 3392429"/>
                <a:gd name="connsiteX3" fmla="*/ 40880 w 2562318"/>
                <a:gd name="connsiteY3" fmla="*/ 2830454 h 3392429"/>
                <a:gd name="connsiteX4" fmla="*/ 193280 w 2562318"/>
                <a:gd name="connsiteY4" fmla="*/ 0 h 3392429"/>
                <a:gd name="connsiteX0" fmla="*/ 193280 w 2562318"/>
                <a:gd name="connsiteY0" fmla="*/ 0 h 3420286"/>
                <a:gd name="connsiteX1" fmla="*/ 2533743 w 2562318"/>
                <a:gd name="connsiteY1" fmla="*/ 495300 h 3420286"/>
                <a:gd name="connsiteX2" fmla="*/ 2562318 w 2562318"/>
                <a:gd name="connsiteY2" fmla="*/ 3392429 h 3420286"/>
                <a:gd name="connsiteX3" fmla="*/ 40880 w 2562318"/>
                <a:gd name="connsiteY3" fmla="*/ 2830454 h 3420286"/>
                <a:gd name="connsiteX4" fmla="*/ 193280 w 2562318"/>
                <a:gd name="connsiteY4" fmla="*/ 0 h 3420286"/>
                <a:gd name="connsiteX0" fmla="*/ 193280 w 2562318"/>
                <a:gd name="connsiteY0" fmla="*/ 0 h 3538442"/>
                <a:gd name="connsiteX1" fmla="*/ 2533743 w 2562318"/>
                <a:gd name="connsiteY1" fmla="*/ 495300 h 3538442"/>
                <a:gd name="connsiteX2" fmla="*/ 2562318 w 2562318"/>
                <a:gd name="connsiteY2" fmla="*/ 3392429 h 3538442"/>
                <a:gd name="connsiteX3" fmla="*/ 40880 w 2562318"/>
                <a:gd name="connsiteY3" fmla="*/ 2830454 h 3538442"/>
                <a:gd name="connsiteX4" fmla="*/ 193280 w 2562318"/>
                <a:gd name="connsiteY4" fmla="*/ 0 h 3538442"/>
                <a:gd name="connsiteX0" fmla="*/ 704850 w 3073888"/>
                <a:gd name="connsiteY0" fmla="*/ 0 h 4071308"/>
                <a:gd name="connsiteX1" fmla="*/ 3045313 w 3073888"/>
                <a:gd name="connsiteY1" fmla="*/ 495300 h 4071308"/>
                <a:gd name="connsiteX2" fmla="*/ 3073888 w 3073888"/>
                <a:gd name="connsiteY2" fmla="*/ 3392429 h 4071308"/>
                <a:gd name="connsiteX3" fmla="*/ 0 w 3073888"/>
                <a:gd name="connsiteY3" fmla="*/ 3840104 h 4071308"/>
                <a:gd name="connsiteX4" fmla="*/ 704850 w 3073888"/>
                <a:gd name="connsiteY4" fmla="*/ 0 h 4071308"/>
                <a:gd name="connsiteX0" fmla="*/ 151846 w 3206684"/>
                <a:gd name="connsiteY0" fmla="*/ 247650 h 3576008"/>
                <a:gd name="connsiteX1" fmla="*/ 3178109 w 3206684"/>
                <a:gd name="connsiteY1" fmla="*/ 0 h 3576008"/>
                <a:gd name="connsiteX2" fmla="*/ 3206684 w 3206684"/>
                <a:gd name="connsiteY2" fmla="*/ 2897129 h 3576008"/>
                <a:gd name="connsiteX3" fmla="*/ 132796 w 3206684"/>
                <a:gd name="connsiteY3" fmla="*/ 3344804 h 3576008"/>
                <a:gd name="connsiteX4" fmla="*/ 151846 w 3206684"/>
                <a:gd name="connsiteY4" fmla="*/ 247650 h 3576008"/>
                <a:gd name="connsiteX0" fmla="*/ 151846 w 3319755"/>
                <a:gd name="connsiteY0" fmla="*/ 247652 h 3576010"/>
                <a:gd name="connsiteX1" fmla="*/ 3178109 w 3319755"/>
                <a:gd name="connsiteY1" fmla="*/ 2 h 3576010"/>
                <a:gd name="connsiteX2" fmla="*/ 3206684 w 3319755"/>
                <a:gd name="connsiteY2" fmla="*/ 2897131 h 3576010"/>
                <a:gd name="connsiteX3" fmla="*/ 132796 w 3319755"/>
                <a:gd name="connsiteY3" fmla="*/ 3344806 h 3576010"/>
                <a:gd name="connsiteX4" fmla="*/ 151846 w 3319755"/>
                <a:gd name="connsiteY4" fmla="*/ 247652 h 3576010"/>
                <a:gd name="connsiteX0" fmla="*/ 151846 w 3319755"/>
                <a:gd name="connsiteY0" fmla="*/ 247652 h 3358531"/>
                <a:gd name="connsiteX1" fmla="*/ 3178109 w 3319755"/>
                <a:gd name="connsiteY1" fmla="*/ 2 h 3358531"/>
                <a:gd name="connsiteX2" fmla="*/ 3206684 w 3319755"/>
                <a:gd name="connsiteY2" fmla="*/ 2897131 h 3358531"/>
                <a:gd name="connsiteX3" fmla="*/ 132796 w 3319755"/>
                <a:gd name="connsiteY3" fmla="*/ 3344806 h 3358531"/>
                <a:gd name="connsiteX4" fmla="*/ 151846 w 3319755"/>
                <a:gd name="connsiteY4" fmla="*/ 247652 h 3358531"/>
                <a:gd name="connsiteX0" fmla="*/ 151846 w 3319755"/>
                <a:gd name="connsiteY0" fmla="*/ 247652 h 3301040"/>
                <a:gd name="connsiteX1" fmla="*/ 3178109 w 3319755"/>
                <a:gd name="connsiteY1" fmla="*/ 2 h 3301040"/>
                <a:gd name="connsiteX2" fmla="*/ 3206684 w 3319755"/>
                <a:gd name="connsiteY2" fmla="*/ 2897131 h 3301040"/>
                <a:gd name="connsiteX3" fmla="*/ 132796 w 3319755"/>
                <a:gd name="connsiteY3" fmla="*/ 3282813 h 3301040"/>
                <a:gd name="connsiteX4" fmla="*/ 151846 w 3319755"/>
                <a:gd name="connsiteY4" fmla="*/ 247652 h 3301040"/>
                <a:gd name="connsiteX0" fmla="*/ 167388 w 3335297"/>
                <a:gd name="connsiteY0" fmla="*/ 247652 h 3301040"/>
                <a:gd name="connsiteX1" fmla="*/ 3193651 w 3335297"/>
                <a:gd name="connsiteY1" fmla="*/ 2 h 3301040"/>
                <a:gd name="connsiteX2" fmla="*/ 3222226 w 3335297"/>
                <a:gd name="connsiteY2" fmla="*/ 2897131 h 3301040"/>
                <a:gd name="connsiteX3" fmla="*/ 148338 w 3335297"/>
                <a:gd name="connsiteY3" fmla="*/ 3282813 h 3301040"/>
                <a:gd name="connsiteX4" fmla="*/ 167388 w 3335297"/>
                <a:gd name="connsiteY4" fmla="*/ 247652 h 3301040"/>
                <a:gd name="connsiteX0" fmla="*/ 179099 w 3347008"/>
                <a:gd name="connsiteY0" fmla="*/ 247652 h 3301040"/>
                <a:gd name="connsiteX1" fmla="*/ 3205362 w 3347008"/>
                <a:gd name="connsiteY1" fmla="*/ 2 h 3301040"/>
                <a:gd name="connsiteX2" fmla="*/ 3233937 w 3347008"/>
                <a:gd name="connsiteY2" fmla="*/ 2897131 h 3301040"/>
                <a:gd name="connsiteX3" fmla="*/ 121949 w 3347008"/>
                <a:gd name="connsiteY3" fmla="*/ 3282813 h 3301040"/>
                <a:gd name="connsiteX4" fmla="*/ 179099 w 3347008"/>
                <a:gd name="connsiteY4" fmla="*/ 247652 h 3301040"/>
                <a:gd name="connsiteX0" fmla="*/ 199910 w 3367819"/>
                <a:gd name="connsiteY0" fmla="*/ 247652 h 3275460"/>
                <a:gd name="connsiteX1" fmla="*/ 3226173 w 3367819"/>
                <a:gd name="connsiteY1" fmla="*/ 2 h 3275460"/>
                <a:gd name="connsiteX2" fmla="*/ 3254748 w 3367819"/>
                <a:gd name="connsiteY2" fmla="*/ 2897131 h 3275460"/>
                <a:gd name="connsiteX3" fmla="*/ 85610 w 3367819"/>
                <a:gd name="connsiteY3" fmla="*/ 3254238 h 3275460"/>
                <a:gd name="connsiteX4" fmla="*/ 199910 w 3367819"/>
                <a:gd name="connsiteY4" fmla="*/ 247652 h 3275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7819" h="3275460">
                  <a:moveTo>
                    <a:pt x="199910" y="247652"/>
                  </a:moveTo>
                  <a:lnTo>
                    <a:pt x="3226173" y="2"/>
                  </a:lnTo>
                  <a:cubicBezTo>
                    <a:pt x="3534148" y="-2663"/>
                    <a:pt x="3242048" y="1909196"/>
                    <a:pt x="3254748" y="2897131"/>
                  </a:cubicBezTo>
                  <a:cubicBezTo>
                    <a:pt x="2960369" y="3249556"/>
                    <a:pt x="543205" y="3317845"/>
                    <a:pt x="85610" y="3254238"/>
                  </a:cubicBezTo>
                  <a:cubicBezTo>
                    <a:pt x="67830" y="2600313"/>
                    <a:pt x="-155690" y="305312"/>
                    <a:pt x="199910" y="247652"/>
                  </a:cubicBezTo>
                  <a:close/>
                </a:path>
              </a:pathLst>
            </a:custGeom>
            <a:solidFill>
              <a:srgbClr val="B0CF71"/>
            </a:solidFill>
            <a:ln w="57150">
              <a:solidFill>
                <a:srgbClr val="B0CF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3">
              <a:extLst>
                <a:ext uri="{FF2B5EF4-FFF2-40B4-BE49-F238E27FC236}">
                  <a16:creationId xmlns:a16="http://schemas.microsoft.com/office/drawing/2014/main" id="{99271910-E5B3-7E38-0E03-5A7EAFCC25CF}"/>
                </a:ext>
              </a:extLst>
            </p:cNvPr>
            <p:cNvSpPr/>
            <p:nvPr/>
          </p:nvSpPr>
          <p:spPr>
            <a:xfrm>
              <a:off x="2721369" y="2470355"/>
              <a:ext cx="959020" cy="3704650"/>
            </a:xfrm>
            <a:custGeom>
              <a:avLst/>
              <a:gdLst>
                <a:gd name="connsiteX0" fmla="*/ 0 w 845038"/>
                <a:gd name="connsiteY0" fmla="*/ 0 h 706379"/>
                <a:gd name="connsiteX1" fmla="*/ 845038 w 845038"/>
                <a:gd name="connsiteY1" fmla="*/ 0 h 706379"/>
                <a:gd name="connsiteX2" fmla="*/ 845038 w 845038"/>
                <a:gd name="connsiteY2" fmla="*/ 706379 h 706379"/>
                <a:gd name="connsiteX3" fmla="*/ 0 w 845038"/>
                <a:gd name="connsiteY3" fmla="*/ 706379 h 706379"/>
                <a:gd name="connsiteX4" fmla="*/ 0 w 845038"/>
                <a:gd name="connsiteY4" fmla="*/ 0 h 706379"/>
                <a:gd name="connsiteX0" fmla="*/ 0 w 1159363"/>
                <a:gd name="connsiteY0" fmla="*/ 0 h 830204"/>
                <a:gd name="connsiteX1" fmla="*/ 1159363 w 1159363"/>
                <a:gd name="connsiteY1" fmla="*/ 123825 h 830204"/>
                <a:gd name="connsiteX2" fmla="*/ 1159363 w 1159363"/>
                <a:gd name="connsiteY2" fmla="*/ 830204 h 830204"/>
                <a:gd name="connsiteX3" fmla="*/ 314325 w 1159363"/>
                <a:gd name="connsiteY3" fmla="*/ 830204 h 830204"/>
                <a:gd name="connsiteX4" fmla="*/ 0 w 1159363"/>
                <a:gd name="connsiteY4" fmla="*/ 0 h 830204"/>
                <a:gd name="connsiteX0" fmla="*/ 133350 w 1292713"/>
                <a:gd name="connsiteY0" fmla="*/ 0 h 830204"/>
                <a:gd name="connsiteX1" fmla="*/ 1292713 w 1292713"/>
                <a:gd name="connsiteY1" fmla="*/ 123825 h 830204"/>
                <a:gd name="connsiteX2" fmla="*/ 1292713 w 1292713"/>
                <a:gd name="connsiteY2" fmla="*/ 830204 h 830204"/>
                <a:gd name="connsiteX3" fmla="*/ 0 w 1292713"/>
                <a:gd name="connsiteY3" fmla="*/ 782579 h 830204"/>
                <a:gd name="connsiteX4" fmla="*/ 133350 w 1292713"/>
                <a:gd name="connsiteY4" fmla="*/ 0 h 830204"/>
                <a:gd name="connsiteX0" fmla="*/ 133350 w 1292713"/>
                <a:gd name="connsiteY0" fmla="*/ 0 h 3773429"/>
                <a:gd name="connsiteX1" fmla="*/ 1292713 w 1292713"/>
                <a:gd name="connsiteY1" fmla="*/ 123825 h 3773429"/>
                <a:gd name="connsiteX2" fmla="*/ 959338 w 1292713"/>
                <a:gd name="connsiteY2" fmla="*/ 3773429 h 3773429"/>
                <a:gd name="connsiteX3" fmla="*/ 0 w 1292713"/>
                <a:gd name="connsiteY3" fmla="*/ 782579 h 3773429"/>
                <a:gd name="connsiteX4" fmla="*/ 133350 w 129271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52400 w 940288"/>
                <a:gd name="connsiteY0" fmla="*/ 0 h 3744854"/>
                <a:gd name="connsiteX1" fmla="*/ 902188 w 940288"/>
                <a:gd name="connsiteY1" fmla="*/ 781050 h 3744854"/>
                <a:gd name="connsiteX2" fmla="*/ 940288 w 940288"/>
                <a:gd name="connsiteY2" fmla="*/ 3744854 h 3744854"/>
                <a:gd name="connsiteX3" fmla="*/ 0 w 940288"/>
                <a:gd name="connsiteY3" fmla="*/ 2830454 h 3744854"/>
                <a:gd name="connsiteX4" fmla="*/ 152400 w 940288"/>
                <a:gd name="connsiteY4" fmla="*/ 0 h 3744854"/>
                <a:gd name="connsiteX0" fmla="*/ 193280 w 981168"/>
                <a:gd name="connsiteY0" fmla="*/ 0 h 3744854"/>
                <a:gd name="connsiteX1" fmla="*/ 943068 w 981168"/>
                <a:gd name="connsiteY1" fmla="*/ 781050 h 3744854"/>
                <a:gd name="connsiteX2" fmla="*/ 981168 w 981168"/>
                <a:gd name="connsiteY2" fmla="*/ 3744854 h 3744854"/>
                <a:gd name="connsiteX3" fmla="*/ 40880 w 981168"/>
                <a:gd name="connsiteY3" fmla="*/ 2830454 h 3744854"/>
                <a:gd name="connsiteX4" fmla="*/ 193280 w 981168"/>
                <a:gd name="connsiteY4" fmla="*/ 0 h 3744854"/>
                <a:gd name="connsiteX0" fmla="*/ 193280 w 973548"/>
                <a:gd name="connsiteY0" fmla="*/ 0 h 3714374"/>
                <a:gd name="connsiteX1" fmla="*/ 943068 w 973548"/>
                <a:gd name="connsiteY1" fmla="*/ 781050 h 3714374"/>
                <a:gd name="connsiteX2" fmla="*/ 973548 w 973548"/>
                <a:gd name="connsiteY2" fmla="*/ 3714374 h 3714374"/>
                <a:gd name="connsiteX3" fmla="*/ 40880 w 973548"/>
                <a:gd name="connsiteY3" fmla="*/ 2830454 h 3714374"/>
                <a:gd name="connsiteX4" fmla="*/ 193280 w 973548"/>
                <a:gd name="connsiteY4" fmla="*/ 0 h 3714374"/>
                <a:gd name="connsiteX0" fmla="*/ 193280 w 993015"/>
                <a:gd name="connsiteY0" fmla="*/ 0 h 3740019"/>
                <a:gd name="connsiteX1" fmla="*/ 943068 w 993015"/>
                <a:gd name="connsiteY1" fmla="*/ 781050 h 3740019"/>
                <a:gd name="connsiteX2" fmla="*/ 993015 w 993015"/>
                <a:gd name="connsiteY2" fmla="*/ 3740019 h 3740019"/>
                <a:gd name="connsiteX3" fmla="*/ 40880 w 993015"/>
                <a:gd name="connsiteY3" fmla="*/ 2830454 h 3740019"/>
                <a:gd name="connsiteX4" fmla="*/ 193280 w 993015"/>
                <a:gd name="connsiteY4" fmla="*/ 0 h 3740019"/>
                <a:gd name="connsiteX0" fmla="*/ 193280 w 960569"/>
                <a:gd name="connsiteY0" fmla="*/ 0 h 3733608"/>
                <a:gd name="connsiteX1" fmla="*/ 943068 w 960569"/>
                <a:gd name="connsiteY1" fmla="*/ 781050 h 3733608"/>
                <a:gd name="connsiteX2" fmla="*/ 960569 w 960569"/>
                <a:gd name="connsiteY2" fmla="*/ 3733608 h 3733608"/>
                <a:gd name="connsiteX3" fmla="*/ 40880 w 960569"/>
                <a:gd name="connsiteY3" fmla="*/ 2830454 h 3733608"/>
                <a:gd name="connsiteX4" fmla="*/ 193280 w 960569"/>
                <a:gd name="connsiteY4" fmla="*/ 0 h 3733608"/>
                <a:gd name="connsiteX0" fmla="*/ 193280 w 980036"/>
                <a:gd name="connsiteY0" fmla="*/ 0 h 3701552"/>
                <a:gd name="connsiteX1" fmla="*/ 943068 w 980036"/>
                <a:gd name="connsiteY1" fmla="*/ 781050 h 3701552"/>
                <a:gd name="connsiteX2" fmla="*/ 980036 w 980036"/>
                <a:gd name="connsiteY2" fmla="*/ 3701552 h 3701552"/>
                <a:gd name="connsiteX3" fmla="*/ 40880 w 980036"/>
                <a:gd name="connsiteY3" fmla="*/ 2830454 h 3701552"/>
                <a:gd name="connsiteX4" fmla="*/ 193280 w 980036"/>
                <a:gd name="connsiteY4" fmla="*/ 0 h 3701552"/>
                <a:gd name="connsiteX0" fmla="*/ 193280 w 980036"/>
                <a:gd name="connsiteY0" fmla="*/ 0 h 3728469"/>
                <a:gd name="connsiteX1" fmla="*/ 943068 w 980036"/>
                <a:gd name="connsiteY1" fmla="*/ 781050 h 3728469"/>
                <a:gd name="connsiteX2" fmla="*/ 980036 w 980036"/>
                <a:gd name="connsiteY2" fmla="*/ 3701552 h 3728469"/>
                <a:gd name="connsiteX3" fmla="*/ 40880 w 980036"/>
                <a:gd name="connsiteY3" fmla="*/ 2830454 h 3728469"/>
                <a:gd name="connsiteX4" fmla="*/ 193280 w 980036"/>
                <a:gd name="connsiteY4" fmla="*/ 0 h 3728469"/>
                <a:gd name="connsiteX0" fmla="*/ 193280 w 980036"/>
                <a:gd name="connsiteY0" fmla="*/ 0 h 3740410"/>
                <a:gd name="connsiteX1" fmla="*/ 943068 w 980036"/>
                <a:gd name="connsiteY1" fmla="*/ 781050 h 3740410"/>
                <a:gd name="connsiteX2" fmla="*/ 980036 w 980036"/>
                <a:gd name="connsiteY2" fmla="*/ 3701552 h 3740410"/>
                <a:gd name="connsiteX3" fmla="*/ 40880 w 980036"/>
                <a:gd name="connsiteY3" fmla="*/ 2830454 h 3740410"/>
                <a:gd name="connsiteX4" fmla="*/ 193280 w 980036"/>
                <a:gd name="connsiteY4" fmla="*/ 0 h 3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0036" h="3740410">
                  <a:moveTo>
                    <a:pt x="193280" y="0"/>
                  </a:moveTo>
                  <a:lnTo>
                    <a:pt x="943068" y="781050"/>
                  </a:lnTo>
                  <a:cubicBezTo>
                    <a:pt x="908143" y="1892810"/>
                    <a:pt x="967336" y="2713617"/>
                    <a:pt x="980036" y="3701552"/>
                  </a:cubicBezTo>
                  <a:cubicBezTo>
                    <a:pt x="896763" y="3879610"/>
                    <a:pt x="420984" y="3421004"/>
                    <a:pt x="40880" y="2830454"/>
                  </a:cubicBezTo>
                  <a:cubicBezTo>
                    <a:pt x="91680" y="1886969"/>
                    <a:pt x="-162320" y="57660"/>
                    <a:pt x="193280" y="0"/>
                  </a:cubicBezTo>
                  <a:close/>
                </a:path>
              </a:pathLst>
            </a:custGeom>
            <a:solidFill>
              <a:srgbClr val="B0CF71"/>
            </a:solidFill>
            <a:ln w="57150">
              <a:solidFill>
                <a:srgbClr val="B0CF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8295D52-A15C-1905-F6A6-E58D9BE344E7}"/>
                </a:ext>
              </a:extLst>
            </p:cNvPr>
            <p:cNvGrpSpPr/>
            <p:nvPr/>
          </p:nvGrpSpPr>
          <p:grpSpPr>
            <a:xfrm>
              <a:off x="2721369" y="3190702"/>
              <a:ext cx="4210729" cy="1499804"/>
              <a:chOff x="2721369" y="3190702"/>
              <a:chExt cx="4210729" cy="1499804"/>
            </a:xfrm>
          </p:grpSpPr>
          <p:sp>
            <p:nvSpPr>
              <p:cNvPr id="54" name="Rectangle 6">
                <a:extLst>
                  <a:ext uri="{FF2B5EF4-FFF2-40B4-BE49-F238E27FC236}">
                    <a16:creationId xmlns:a16="http://schemas.microsoft.com/office/drawing/2014/main" id="{1E38BF16-4411-ACDF-EE4C-2E6C4E32A6DE}"/>
                  </a:ext>
                </a:extLst>
              </p:cNvPr>
              <p:cNvSpPr/>
              <p:nvPr/>
            </p:nvSpPr>
            <p:spPr>
              <a:xfrm>
                <a:off x="5586858" y="3575050"/>
                <a:ext cx="1345240" cy="457200"/>
              </a:xfrm>
              <a:custGeom>
                <a:avLst/>
                <a:gdLst>
                  <a:gd name="connsiteX0" fmla="*/ 0 w 1244600"/>
                  <a:gd name="connsiteY0" fmla="*/ 0 h 304800"/>
                  <a:gd name="connsiteX1" fmla="*/ 1244600 w 1244600"/>
                  <a:gd name="connsiteY1" fmla="*/ 0 h 304800"/>
                  <a:gd name="connsiteX2" fmla="*/ 1244600 w 1244600"/>
                  <a:gd name="connsiteY2" fmla="*/ 304800 h 304800"/>
                  <a:gd name="connsiteX3" fmla="*/ 0 w 1244600"/>
                  <a:gd name="connsiteY3" fmla="*/ 304800 h 304800"/>
                  <a:gd name="connsiteX4" fmla="*/ 0 w 1244600"/>
                  <a:gd name="connsiteY4" fmla="*/ 0 h 304800"/>
                  <a:gd name="connsiteX0" fmla="*/ 0 w 1244600"/>
                  <a:gd name="connsiteY0" fmla="*/ 114300 h 419100"/>
                  <a:gd name="connsiteX1" fmla="*/ 1149350 w 1244600"/>
                  <a:gd name="connsiteY1" fmla="*/ 0 h 419100"/>
                  <a:gd name="connsiteX2" fmla="*/ 1244600 w 1244600"/>
                  <a:gd name="connsiteY2" fmla="*/ 419100 h 419100"/>
                  <a:gd name="connsiteX3" fmla="*/ 0 w 1244600"/>
                  <a:gd name="connsiteY3" fmla="*/ 419100 h 419100"/>
                  <a:gd name="connsiteX4" fmla="*/ 0 w 1244600"/>
                  <a:gd name="connsiteY4" fmla="*/ 114300 h 419100"/>
                  <a:gd name="connsiteX0" fmla="*/ 0 w 1174750"/>
                  <a:gd name="connsiteY0" fmla="*/ 114300 h 419100"/>
                  <a:gd name="connsiteX1" fmla="*/ 1149350 w 1174750"/>
                  <a:gd name="connsiteY1" fmla="*/ 0 h 419100"/>
                  <a:gd name="connsiteX2" fmla="*/ 1174750 w 1174750"/>
                  <a:gd name="connsiteY2" fmla="*/ 304800 h 419100"/>
                  <a:gd name="connsiteX3" fmla="*/ 0 w 1174750"/>
                  <a:gd name="connsiteY3" fmla="*/ 419100 h 419100"/>
                  <a:gd name="connsiteX4" fmla="*/ 0 w 1174750"/>
                  <a:gd name="connsiteY4" fmla="*/ 114300 h 419100"/>
                  <a:gd name="connsiteX0" fmla="*/ 0 w 1174750"/>
                  <a:gd name="connsiteY0" fmla="*/ 114300 h 457200"/>
                  <a:gd name="connsiteX1" fmla="*/ 1149350 w 1174750"/>
                  <a:gd name="connsiteY1" fmla="*/ 0 h 457200"/>
                  <a:gd name="connsiteX2" fmla="*/ 1174750 w 1174750"/>
                  <a:gd name="connsiteY2" fmla="*/ 304800 h 457200"/>
                  <a:gd name="connsiteX3" fmla="*/ 6350 w 1174750"/>
                  <a:gd name="connsiteY3" fmla="*/ 457200 h 457200"/>
                  <a:gd name="connsiteX4" fmla="*/ 0 w 1174750"/>
                  <a:gd name="connsiteY4" fmla="*/ 114300 h 457200"/>
                  <a:gd name="connsiteX0" fmla="*/ 0 w 1231900"/>
                  <a:gd name="connsiteY0" fmla="*/ 177800 h 457200"/>
                  <a:gd name="connsiteX1" fmla="*/ 1206500 w 1231900"/>
                  <a:gd name="connsiteY1" fmla="*/ 0 h 457200"/>
                  <a:gd name="connsiteX2" fmla="*/ 1231900 w 1231900"/>
                  <a:gd name="connsiteY2" fmla="*/ 304800 h 457200"/>
                  <a:gd name="connsiteX3" fmla="*/ 63500 w 1231900"/>
                  <a:gd name="connsiteY3" fmla="*/ 457200 h 457200"/>
                  <a:gd name="connsiteX4" fmla="*/ 0 w 1231900"/>
                  <a:gd name="connsiteY4" fmla="*/ 177800 h 457200"/>
                  <a:gd name="connsiteX0" fmla="*/ 0 w 1212850"/>
                  <a:gd name="connsiteY0" fmla="*/ 177800 h 457200"/>
                  <a:gd name="connsiteX1" fmla="*/ 1206500 w 1212850"/>
                  <a:gd name="connsiteY1" fmla="*/ 0 h 457200"/>
                  <a:gd name="connsiteX2" fmla="*/ 1212850 w 1212850"/>
                  <a:gd name="connsiteY2" fmla="*/ 254000 h 457200"/>
                  <a:gd name="connsiteX3" fmla="*/ 63500 w 1212850"/>
                  <a:gd name="connsiteY3" fmla="*/ 457200 h 457200"/>
                  <a:gd name="connsiteX4" fmla="*/ 0 w 1212850"/>
                  <a:gd name="connsiteY4" fmla="*/ 177800 h 457200"/>
                  <a:gd name="connsiteX0" fmla="*/ 0 w 1212850"/>
                  <a:gd name="connsiteY0" fmla="*/ 177800 h 457200"/>
                  <a:gd name="connsiteX1" fmla="*/ 1206500 w 1212850"/>
                  <a:gd name="connsiteY1" fmla="*/ 0 h 457200"/>
                  <a:gd name="connsiteX2" fmla="*/ 1212850 w 1212850"/>
                  <a:gd name="connsiteY2" fmla="*/ 254000 h 457200"/>
                  <a:gd name="connsiteX3" fmla="*/ 63500 w 1212850"/>
                  <a:gd name="connsiteY3" fmla="*/ 457200 h 457200"/>
                  <a:gd name="connsiteX4" fmla="*/ 0 w 1212850"/>
                  <a:gd name="connsiteY4" fmla="*/ 177800 h 457200"/>
                  <a:gd name="connsiteX0" fmla="*/ 0 w 1212850"/>
                  <a:gd name="connsiteY0" fmla="*/ 177800 h 457200"/>
                  <a:gd name="connsiteX1" fmla="*/ 1206500 w 1212850"/>
                  <a:gd name="connsiteY1" fmla="*/ 0 h 457200"/>
                  <a:gd name="connsiteX2" fmla="*/ 1212850 w 1212850"/>
                  <a:gd name="connsiteY2" fmla="*/ 254000 h 457200"/>
                  <a:gd name="connsiteX3" fmla="*/ 63500 w 1212850"/>
                  <a:gd name="connsiteY3" fmla="*/ 457200 h 457200"/>
                  <a:gd name="connsiteX4" fmla="*/ 0 w 1212850"/>
                  <a:gd name="connsiteY4" fmla="*/ 1778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850" h="457200">
                    <a:moveTo>
                      <a:pt x="0" y="177800"/>
                    </a:moveTo>
                    <a:cubicBezTo>
                      <a:pt x="402167" y="118533"/>
                      <a:pt x="1045633" y="65617"/>
                      <a:pt x="1206500" y="0"/>
                    </a:cubicBezTo>
                    <a:lnTo>
                      <a:pt x="1212850" y="254000"/>
                    </a:lnTo>
                    <a:cubicBezTo>
                      <a:pt x="886883" y="366183"/>
                      <a:pt x="446617" y="389467"/>
                      <a:pt x="63500" y="457200"/>
                    </a:cubicBez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EA5B6B"/>
              </a:solidFill>
              <a:ln w="38100">
                <a:solidFill>
                  <a:srgbClr val="EA5B6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11">
                <a:extLst>
                  <a:ext uri="{FF2B5EF4-FFF2-40B4-BE49-F238E27FC236}">
                    <a16:creationId xmlns:a16="http://schemas.microsoft.com/office/drawing/2014/main" id="{49CD11EC-DC2E-D130-F19A-A56DE265685F}"/>
                  </a:ext>
                </a:extLst>
              </p:cNvPr>
              <p:cNvSpPr/>
              <p:nvPr/>
            </p:nvSpPr>
            <p:spPr>
              <a:xfrm>
                <a:off x="5132152" y="4041564"/>
                <a:ext cx="182798" cy="648942"/>
              </a:xfrm>
              <a:custGeom>
                <a:avLst/>
                <a:gdLst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22310 w 222310"/>
                  <a:gd name="connsiteY2" fmla="*/ 6171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15960 w 222310"/>
                  <a:gd name="connsiteY2" fmla="*/ 5282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36242"/>
                  <a:gd name="connsiteX1" fmla="*/ 222310 w 222310"/>
                  <a:gd name="connsiteY1" fmla="*/ 0 h 636242"/>
                  <a:gd name="connsiteX2" fmla="*/ 215960 w 222310"/>
                  <a:gd name="connsiteY2" fmla="*/ 528292 h 636242"/>
                  <a:gd name="connsiteX3" fmla="*/ 50800 w 222310"/>
                  <a:gd name="connsiteY3" fmla="*/ 636242 h 636242"/>
                  <a:gd name="connsiteX4" fmla="*/ 0 w 222310"/>
                  <a:gd name="connsiteY4" fmla="*/ 0 h 636242"/>
                  <a:gd name="connsiteX0" fmla="*/ 0 w 171510"/>
                  <a:gd name="connsiteY0" fmla="*/ 0 h 648942"/>
                  <a:gd name="connsiteX1" fmla="*/ 171510 w 171510"/>
                  <a:gd name="connsiteY1" fmla="*/ 12700 h 648942"/>
                  <a:gd name="connsiteX2" fmla="*/ 165160 w 171510"/>
                  <a:gd name="connsiteY2" fmla="*/ 540992 h 648942"/>
                  <a:gd name="connsiteX3" fmla="*/ 0 w 171510"/>
                  <a:gd name="connsiteY3" fmla="*/ 648942 h 648942"/>
                  <a:gd name="connsiteX4" fmla="*/ 0 w 171510"/>
                  <a:gd name="connsiteY4" fmla="*/ 0 h 648942"/>
                  <a:gd name="connsiteX0" fmla="*/ 11288 w 182798"/>
                  <a:gd name="connsiteY0" fmla="*/ 0 h 648942"/>
                  <a:gd name="connsiteX1" fmla="*/ 182798 w 182798"/>
                  <a:gd name="connsiteY1" fmla="*/ 12700 h 648942"/>
                  <a:gd name="connsiteX2" fmla="*/ 176448 w 182798"/>
                  <a:gd name="connsiteY2" fmla="*/ 540992 h 648942"/>
                  <a:gd name="connsiteX3" fmla="*/ 11288 w 182798"/>
                  <a:gd name="connsiteY3" fmla="*/ 648942 h 648942"/>
                  <a:gd name="connsiteX4" fmla="*/ 11288 w 182798"/>
                  <a:gd name="connsiteY4" fmla="*/ 0 h 648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98" h="648942">
                    <a:moveTo>
                      <a:pt x="11288" y="0"/>
                    </a:moveTo>
                    <a:lnTo>
                      <a:pt x="182798" y="12700"/>
                    </a:lnTo>
                    <a:cubicBezTo>
                      <a:pt x="180681" y="188797"/>
                      <a:pt x="178565" y="364895"/>
                      <a:pt x="176448" y="540992"/>
                    </a:cubicBezTo>
                    <a:lnTo>
                      <a:pt x="11288" y="648942"/>
                    </a:lnTo>
                    <a:cubicBezTo>
                      <a:pt x="11288" y="432628"/>
                      <a:pt x="-14112" y="229014"/>
                      <a:pt x="11288" y="0"/>
                    </a:cubicBezTo>
                    <a:close/>
                  </a:path>
                </a:pathLst>
              </a:custGeom>
              <a:solidFill>
                <a:srgbClr val="EA5B6B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11">
                <a:extLst>
                  <a:ext uri="{FF2B5EF4-FFF2-40B4-BE49-F238E27FC236}">
                    <a16:creationId xmlns:a16="http://schemas.microsoft.com/office/drawing/2014/main" id="{D3C16AEF-62A5-1B48-C108-56882E660F3D}"/>
                  </a:ext>
                </a:extLst>
              </p:cNvPr>
              <p:cNvSpPr/>
              <p:nvPr/>
            </p:nvSpPr>
            <p:spPr>
              <a:xfrm flipH="1">
                <a:off x="5586858" y="4022878"/>
                <a:ext cx="165160" cy="579092"/>
              </a:xfrm>
              <a:custGeom>
                <a:avLst/>
                <a:gdLst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22310 w 222310"/>
                  <a:gd name="connsiteY2" fmla="*/ 6171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15960 w 222310"/>
                  <a:gd name="connsiteY2" fmla="*/ 5282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36242"/>
                  <a:gd name="connsiteX1" fmla="*/ 222310 w 222310"/>
                  <a:gd name="connsiteY1" fmla="*/ 0 h 636242"/>
                  <a:gd name="connsiteX2" fmla="*/ 215960 w 222310"/>
                  <a:gd name="connsiteY2" fmla="*/ 528292 h 636242"/>
                  <a:gd name="connsiteX3" fmla="*/ 50800 w 222310"/>
                  <a:gd name="connsiteY3" fmla="*/ 636242 h 636242"/>
                  <a:gd name="connsiteX4" fmla="*/ 0 w 222310"/>
                  <a:gd name="connsiteY4" fmla="*/ 0 h 636242"/>
                  <a:gd name="connsiteX0" fmla="*/ 0 w 171510"/>
                  <a:gd name="connsiteY0" fmla="*/ 0 h 648942"/>
                  <a:gd name="connsiteX1" fmla="*/ 171510 w 171510"/>
                  <a:gd name="connsiteY1" fmla="*/ 12700 h 648942"/>
                  <a:gd name="connsiteX2" fmla="*/ 165160 w 171510"/>
                  <a:gd name="connsiteY2" fmla="*/ 540992 h 648942"/>
                  <a:gd name="connsiteX3" fmla="*/ 0 w 171510"/>
                  <a:gd name="connsiteY3" fmla="*/ 648942 h 648942"/>
                  <a:gd name="connsiteX4" fmla="*/ 0 w 171510"/>
                  <a:gd name="connsiteY4" fmla="*/ 0 h 648942"/>
                  <a:gd name="connsiteX0" fmla="*/ 11288 w 182798"/>
                  <a:gd name="connsiteY0" fmla="*/ 0 h 648942"/>
                  <a:gd name="connsiteX1" fmla="*/ 182798 w 182798"/>
                  <a:gd name="connsiteY1" fmla="*/ 12700 h 648942"/>
                  <a:gd name="connsiteX2" fmla="*/ 176448 w 182798"/>
                  <a:gd name="connsiteY2" fmla="*/ 540992 h 648942"/>
                  <a:gd name="connsiteX3" fmla="*/ 11288 w 182798"/>
                  <a:gd name="connsiteY3" fmla="*/ 648942 h 648942"/>
                  <a:gd name="connsiteX4" fmla="*/ 11288 w 182798"/>
                  <a:gd name="connsiteY4" fmla="*/ 0 h 648942"/>
                  <a:gd name="connsiteX0" fmla="*/ 9849 w 181359"/>
                  <a:gd name="connsiteY0" fmla="*/ 0 h 540992"/>
                  <a:gd name="connsiteX1" fmla="*/ 181359 w 181359"/>
                  <a:gd name="connsiteY1" fmla="*/ 12700 h 540992"/>
                  <a:gd name="connsiteX2" fmla="*/ 175009 w 181359"/>
                  <a:gd name="connsiteY2" fmla="*/ 540992 h 540992"/>
                  <a:gd name="connsiteX3" fmla="*/ 16199 w 181359"/>
                  <a:gd name="connsiteY3" fmla="*/ 464792 h 540992"/>
                  <a:gd name="connsiteX4" fmla="*/ 9849 w 181359"/>
                  <a:gd name="connsiteY4" fmla="*/ 0 h 540992"/>
                  <a:gd name="connsiteX0" fmla="*/ 38100 w 165160"/>
                  <a:gd name="connsiteY0" fmla="*/ 0 h 579092"/>
                  <a:gd name="connsiteX1" fmla="*/ 165160 w 165160"/>
                  <a:gd name="connsiteY1" fmla="*/ 50800 h 579092"/>
                  <a:gd name="connsiteX2" fmla="*/ 158810 w 165160"/>
                  <a:gd name="connsiteY2" fmla="*/ 579092 h 579092"/>
                  <a:gd name="connsiteX3" fmla="*/ 0 w 165160"/>
                  <a:gd name="connsiteY3" fmla="*/ 502892 h 579092"/>
                  <a:gd name="connsiteX4" fmla="*/ 38100 w 165160"/>
                  <a:gd name="connsiteY4" fmla="*/ 0 h 579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0" h="579092">
                    <a:moveTo>
                      <a:pt x="38100" y="0"/>
                    </a:moveTo>
                    <a:lnTo>
                      <a:pt x="165160" y="50800"/>
                    </a:lnTo>
                    <a:cubicBezTo>
                      <a:pt x="163043" y="226897"/>
                      <a:pt x="160927" y="402995"/>
                      <a:pt x="158810" y="579092"/>
                    </a:cubicBezTo>
                    <a:lnTo>
                      <a:pt x="0" y="502892"/>
                    </a:lnTo>
                    <a:cubicBezTo>
                      <a:pt x="0" y="286578"/>
                      <a:pt x="12700" y="229014"/>
                      <a:pt x="38100" y="0"/>
                    </a:cubicBezTo>
                    <a:close/>
                  </a:path>
                </a:pathLst>
              </a:custGeom>
              <a:solidFill>
                <a:srgbClr val="EA5B6B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">
                <a:extLst>
                  <a:ext uri="{FF2B5EF4-FFF2-40B4-BE49-F238E27FC236}">
                    <a16:creationId xmlns:a16="http://schemas.microsoft.com/office/drawing/2014/main" id="{D1D88B11-7498-3649-607F-2E618439CA1E}"/>
                  </a:ext>
                </a:extLst>
              </p:cNvPr>
              <p:cNvSpPr/>
              <p:nvPr/>
            </p:nvSpPr>
            <p:spPr>
              <a:xfrm>
                <a:off x="2721369" y="3190702"/>
                <a:ext cx="2493569" cy="990588"/>
              </a:xfrm>
              <a:custGeom>
                <a:avLst/>
                <a:gdLst>
                  <a:gd name="connsiteX0" fmla="*/ 0 w 811213"/>
                  <a:gd name="connsiteY0" fmla="*/ 0 h 545638"/>
                  <a:gd name="connsiteX1" fmla="*/ 811213 w 811213"/>
                  <a:gd name="connsiteY1" fmla="*/ 0 h 545638"/>
                  <a:gd name="connsiteX2" fmla="*/ 811213 w 811213"/>
                  <a:gd name="connsiteY2" fmla="*/ 545638 h 545638"/>
                  <a:gd name="connsiteX3" fmla="*/ 0 w 811213"/>
                  <a:gd name="connsiteY3" fmla="*/ 545638 h 545638"/>
                  <a:gd name="connsiteX4" fmla="*/ 0 w 811213"/>
                  <a:gd name="connsiteY4" fmla="*/ 0 h 545638"/>
                  <a:gd name="connsiteX0" fmla="*/ 0 w 811213"/>
                  <a:gd name="connsiteY0" fmla="*/ 0 h 621838"/>
                  <a:gd name="connsiteX1" fmla="*/ 811213 w 811213"/>
                  <a:gd name="connsiteY1" fmla="*/ 76200 h 621838"/>
                  <a:gd name="connsiteX2" fmla="*/ 811213 w 811213"/>
                  <a:gd name="connsiteY2" fmla="*/ 621838 h 621838"/>
                  <a:gd name="connsiteX3" fmla="*/ 0 w 811213"/>
                  <a:gd name="connsiteY3" fmla="*/ 621838 h 621838"/>
                  <a:gd name="connsiteX4" fmla="*/ 0 w 811213"/>
                  <a:gd name="connsiteY4" fmla="*/ 0 h 621838"/>
                  <a:gd name="connsiteX0" fmla="*/ 7620 w 818833"/>
                  <a:gd name="connsiteY0" fmla="*/ 0 h 621838"/>
                  <a:gd name="connsiteX1" fmla="*/ 818833 w 818833"/>
                  <a:gd name="connsiteY1" fmla="*/ 76200 h 621838"/>
                  <a:gd name="connsiteX2" fmla="*/ 818833 w 818833"/>
                  <a:gd name="connsiteY2" fmla="*/ 621838 h 621838"/>
                  <a:gd name="connsiteX3" fmla="*/ 0 w 818833"/>
                  <a:gd name="connsiteY3" fmla="*/ 263698 h 621838"/>
                  <a:gd name="connsiteX4" fmla="*/ 7620 w 818833"/>
                  <a:gd name="connsiteY4" fmla="*/ 0 h 621838"/>
                  <a:gd name="connsiteX0" fmla="*/ 7620 w 2327593"/>
                  <a:gd name="connsiteY0" fmla="*/ 0 h 919018"/>
                  <a:gd name="connsiteX1" fmla="*/ 818833 w 2327593"/>
                  <a:gd name="connsiteY1" fmla="*/ 76200 h 919018"/>
                  <a:gd name="connsiteX2" fmla="*/ 2327593 w 2327593"/>
                  <a:gd name="connsiteY2" fmla="*/ 919018 h 919018"/>
                  <a:gd name="connsiteX3" fmla="*/ 0 w 2327593"/>
                  <a:gd name="connsiteY3" fmla="*/ 263698 h 919018"/>
                  <a:gd name="connsiteX4" fmla="*/ 7620 w 2327593"/>
                  <a:gd name="connsiteY4" fmla="*/ 0 h 919018"/>
                  <a:gd name="connsiteX0" fmla="*/ 7620 w 2396173"/>
                  <a:gd name="connsiteY0" fmla="*/ 0 h 919018"/>
                  <a:gd name="connsiteX1" fmla="*/ 2396173 w 2396173"/>
                  <a:gd name="connsiteY1" fmla="*/ 609600 h 919018"/>
                  <a:gd name="connsiteX2" fmla="*/ 2327593 w 2396173"/>
                  <a:gd name="connsiteY2" fmla="*/ 919018 h 919018"/>
                  <a:gd name="connsiteX3" fmla="*/ 0 w 2396173"/>
                  <a:gd name="connsiteY3" fmla="*/ 263698 h 919018"/>
                  <a:gd name="connsiteX4" fmla="*/ 7620 w 2396173"/>
                  <a:gd name="connsiteY4" fmla="*/ 0 h 919018"/>
                  <a:gd name="connsiteX0" fmla="*/ 7620 w 2396173"/>
                  <a:gd name="connsiteY0" fmla="*/ 0 h 922838"/>
                  <a:gd name="connsiteX1" fmla="*/ 2396173 w 2396173"/>
                  <a:gd name="connsiteY1" fmla="*/ 609600 h 922838"/>
                  <a:gd name="connsiteX2" fmla="*/ 2327593 w 2396173"/>
                  <a:gd name="connsiteY2" fmla="*/ 919018 h 922838"/>
                  <a:gd name="connsiteX3" fmla="*/ 0 w 2396173"/>
                  <a:gd name="connsiteY3" fmla="*/ 263698 h 922838"/>
                  <a:gd name="connsiteX4" fmla="*/ 7620 w 2396173"/>
                  <a:gd name="connsiteY4" fmla="*/ 0 h 922838"/>
                  <a:gd name="connsiteX0" fmla="*/ 7620 w 2396173"/>
                  <a:gd name="connsiteY0" fmla="*/ 0 h 911719"/>
                  <a:gd name="connsiteX1" fmla="*/ 2396173 w 2396173"/>
                  <a:gd name="connsiteY1" fmla="*/ 609600 h 911719"/>
                  <a:gd name="connsiteX2" fmla="*/ 2335213 w 2396173"/>
                  <a:gd name="connsiteY2" fmla="*/ 896158 h 911719"/>
                  <a:gd name="connsiteX3" fmla="*/ 0 w 2396173"/>
                  <a:gd name="connsiteY3" fmla="*/ 263698 h 911719"/>
                  <a:gd name="connsiteX4" fmla="*/ 7620 w 2396173"/>
                  <a:gd name="connsiteY4" fmla="*/ 0 h 911719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1008915"/>
                  <a:gd name="connsiteX1" fmla="*/ 2396173 w 2396173"/>
                  <a:gd name="connsiteY1" fmla="*/ 640080 h 1008915"/>
                  <a:gd name="connsiteX2" fmla="*/ 2335213 w 2396173"/>
                  <a:gd name="connsiteY2" fmla="*/ 926638 h 1008915"/>
                  <a:gd name="connsiteX3" fmla="*/ 0 w 2396173"/>
                  <a:gd name="connsiteY3" fmla="*/ 294178 h 1008915"/>
                  <a:gd name="connsiteX4" fmla="*/ 7620 w 2396173"/>
                  <a:gd name="connsiteY4" fmla="*/ 0 h 1008915"/>
                  <a:gd name="connsiteX0" fmla="*/ 7620 w 2396173"/>
                  <a:gd name="connsiteY0" fmla="*/ 0 h 1008915"/>
                  <a:gd name="connsiteX1" fmla="*/ 2396173 w 2396173"/>
                  <a:gd name="connsiteY1" fmla="*/ 640080 h 1008915"/>
                  <a:gd name="connsiteX2" fmla="*/ 2335213 w 2396173"/>
                  <a:gd name="connsiteY2" fmla="*/ 926638 h 1008915"/>
                  <a:gd name="connsiteX3" fmla="*/ 0 w 2396173"/>
                  <a:gd name="connsiteY3" fmla="*/ 294178 h 1008915"/>
                  <a:gd name="connsiteX4" fmla="*/ 7620 w 2396173"/>
                  <a:gd name="connsiteY4" fmla="*/ 0 h 1008915"/>
                  <a:gd name="connsiteX0" fmla="*/ 7620 w 2396173"/>
                  <a:gd name="connsiteY0" fmla="*/ 0 h 983515"/>
                  <a:gd name="connsiteX1" fmla="*/ 2396173 w 2396173"/>
                  <a:gd name="connsiteY1" fmla="*/ 614680 h 983515"/>
                  <a:gd name="connsiteX2" fmla="*/ 2335213 w 2396173"/>
                  <a:gd name="connsiteY2" fmla="*/ 901238 h 983515"/>
                  <a:gd name="connsiteX3" fmla="*/ 0 w 2396173"/>
                  <a:gd name="connsiteY3" fmla="*/ 268778 h 983515"/>
                  <a:gd name="connsiteX4" fmla="*/ 7620 w 2396173"/>
                  <a:gd name="connsiteY4" fmla="*/ 0 h 983515"/>
                  <a:gd name="connsiteX0" fmla="*/ 7620 w 2396173"/>
                  <a:gd name="connsiteY0" fmla="*/ 0 h 983515"/>
                  <a:gd name="connsiteX1" fmla="*/ 2396173 w 2396173"/>
                  <a:gd name="connsiteY1" fmla="*/ 614680 h 983515"/>
                  <a:gd name="connsiteX2" fmla="*/ 2335213 w 2396173"/>
                  <a:gd name="connsiteY2" fmla="*/ 901238 h 983515"/>
                  <a:gd name="connsiteX3" fmla="*/ 0 w 2396173"/>
                  <a:gd name="connsiteY3" fmla="*/ 268778 h 983515"/>
                  <a:gd name="connsiteX4" fmla="*/ 7620 w 2396173"/>
                  <a:gd name="connsiteY4" fmla="*/ 0 h 983515"/>
                  <a:gd name="connsiteX0" fmla="*/ 7620 w 2396173"/>
                  <a:gd name="connsiteY0" fmla="*/ 0 h 983515"/>
                  <a:gd name="connsiteX1" fmla="*/ 2396173 w 2396173"/>
                  <a:gd name="connsiteY1" fmla="*/ 614680 h 983515"/>
                  <a:gd name="connsiteX2" fmla="*/ 2335213 w 2396173"/>
                  <a:gd name="connsiteY2" fmla="*/ 901238 h 983515"/>
                  <a:gd name="connsiteX3" fmla="*/ 0 w 2396173"/>
                  <a:gd name="connsiteY3" fmla="*/ 268778 h 983515"/>
                  <a:gd name="connsiteX4" fmla="*/ 7620 w 2396173"/>
                  <a:gd name="connsiteY4" fmla="*/ 0 h 983515"/>
                  <a:gd name="connsiteX0" fmla="*/ 0 w 2401253"/>
                  <a:gd name="connsiteY0" fmla="*/ 0 h 983515"/>
                  <a:gd name="connsiteX1" fmla="*/ 2401253 w 2401253"/>
                  <a:gd name="connsiteY1" fmla="*/ 614680 h 983515"/>
                  <a:gd name="connsiteX2" fmla="*/ 2340293 w 2401253"/>
                  <a:gd name="connsiteY2" fmla="*/ 901238 h 983515"/>
                  <a:gd name="connsiteX3" fmla="*/ 5080 w 2401253"/>
                  <a:gd name="connsiteY3" fmla="*/ 268778 h 983515"/>
                  <a:gd name="connsiteX4" fmla="*/ 0 w 2401253"/>
                  <a:gd name="connsiteY4" fmla="*/ 0 h 983515"/>
                  <a:gd name="connsiteX0" fmla="*/ 0 w 2401253"/>
                  <a:gd name="connsiteY0" fmla="*/ 0 h 970847"/>
                  <a:gd name="connsiteX1" fmla="*/ 2401253 w 2401253"/>
                  <a:gd name="connsiteY1" fmla="*/ 614680 h 970847"/>
                  <a:gd name="connsiteX2" fmla="*/ 2340293 w 2401253"/>
                  <a:gd name="connsiteY2" fmla="*/ 901238 h 970847"/>
                  <a:gd name="connsiteX3" fmla="*/ 5080 w 2401253"/>
                  <a:gd name="connsiteY3" fmla="*/ 240203 h 970847"/>
                  <a:gd name="connsiteX4" fmla="*/ 0 w 2401253"/>
                  <a:gd name="connsiteY4" fmla="*/ 0 h 970847"/>
                  <a:gd name="connsiteX0" fmla="*/ 0 w 2401253"/>
                  <a:gd name="connsiteY0" fmla="*/ 0 h 990588"/>
                  <a:gd name="connsiteX1" fmla="*/ 2401253 w 2401253"/>
                  <a:gd name="connsiteY1" fmla="*/ 614680 h 990588"/>
                  <a:gd name="connsiteX2" fmla="*/ 2340293 w 2401253"/>
                  <a:gd name="connsiteY2" fmla="*/ 901238 h 990588"/>
                  <a:gd name="connsiteX3" fmla="*/ 5080 w 2401253"/>
                  <a:gd name="connsiteY3" fmla="*/ 240203 h 990588"/>
                  <a:gd name="connsiteX4" fmla="*/ 0 w 2401253"/>
                  <a:gd name="connsiteY4" fmla="*/ 0 h 990588"/>
                  <a:gd name="connsiteX0" fmla="*/ 0 w 2401253"/>
                  <a:gd name="connsiteY0" fmla="*/ 0 h 990588"/>
                  <a:gd name="connsiteX1" fmla="*/ 2401253 w 2401253"/>
                  <a:gd name="connsiteY1" fmla="*/ 614680 h 990588"/>
                  <a:gd name="connsiteX2" fmla="*/ 2340293 w 2401253"/>
                  <a:gd name="connsiteY2" fmla="*/ 901238 h 990588"/>
                  <a:gd name="connsiteX3" fmla="*/ 5080 w 2401253"/>
                  <a:gd name="connsiteY3" fmla="*/ 240203 h 990588"/>
                  <a:gd name="connsiteX4" fmla="*/ 0 w 2401253"/>
                  <a:gd name="connsiteY4" fmla="*/ 0 h 990588"/>
                  <a:gd name="connsiteX0" fmla="*/ 0 w 2401253"/>
                  <a:gd name="connsiteY0" fmla="*/ 0 h 990588"/>
                  <a:gd name="connsiteX1" fmla="*/ 2401253 w 2401253"/>
                  <a:gd name="connsiteY1" fmla="*/ 614680 h 990588"/>
                  <a:gd name="connsiteX2" fmla="*/ 2340293 w 2401253"/>
                  <a:gd name="connsiteY2" fmla="*/ 901238 h 990588"/>
                  <a:gd name="connsiteX3" fmla="*/ 5080 w 2401253"/>
                  <a:gd name="connsiteY3" fmla="*/ 240203 h 990588"/>
                  <a:gd name="connsiteX4" fmla="*/ 0 w 2401253"/>
                  <a:gd name="connsiteY4" fmla="*/ 0 h 990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1253" h="990588">
                    <a:moveTo>
                      <a:pt x="0" y="0"/>
                    </a:moveTo>
                    <a:cubicBezTo>
                      <a:pt x="366924" y="652780"/>
                      <a:pt x="1044364" y="880745"/>
                      <a:pt x="2401253" y="614680"/>
                    </a:cubicBezTo>
                    <a:lnTo>
                      <a:pt x="2340293" y="901238"/>
                    </a:lnTo>
                    <a:cubicBezTo>
                      <a:pt x="1914949" y="858058"/>
                      <a:pt x="796184" y="1399713"/>
                      <a:pt x="5080" y="240203"/>
                    </a:cubicBezTo>
                    <a:cubicBezTo>
                      <a:pt x="3387" y="150610"/>
                      <a:pt x="1693" y="89593"/>
                      <a:pt x="0" y="0"/>
                    </a:cubicBezTo>
                    <a:close/>
                  </a:path>
                </a:pathLst>
              </a:custGeom>
              <a:solidFill>
                <a:srgbClr val="EA5B6B"/>
              </a:solidFill>
              <a:ln w="38100">
                <a:solidFill>
                  <a:srgbClr val="EA5B6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7AE6D3B-45EB-82F0-9B2E-1724E143F417}"/>
                  </a:ext>
                </a:extLst>
              </p:cNvPr>
              <p:cNvSpPr/>
              <p:nvPr/>
            </p:nvSpPr>
            <p:spPr>
              <a:xfrm>
                <a:off x="5092640" y="3762148"/>
                <a:ext cx="330200" cy="419142"/>
              </a:xfrm>
              <a:prstGeom prst="ellipse">
                <a:avLst/>
              </a:prstGeom>
              <a:solidFill>
                <a:srgbClr val="EA5B6B"/>
              </a:solidFill>
              <a:ln w="38100">
                <a:solidFill>
                  <a:srgbClr val="EA5B6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2D774DB-8F8F-2801-276B-339C2FD8F47A}"/>
                  </a:ext>
                </a:extLst>
              </p:cNvPr>
              <p:cNvSpPr/>
              <p:nvPr/>
            </p:nvSpPr>
            <p:spPr>
              <a:xfrm>
                <a:off x="5421759" y="3716900"/>
                <a:ext cx="330200" cy="419142"/>
              </a:xfrm>
              <a:prstGeom prst="ellipse">
                <a:avLst/>
              </a:prstGeom>
              <a:solidFill>
                <a:srgbClr val="EA5B6B"/>
              </a:solidFill>
              <a:ln w="38100">
                <a:solidFill>
                  <a:srgbClr val="EA5B6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Rectangle 2">
              <a:extLst>
                <a:ext uri="{FF2B5EF4-FFF2-40B4-BE49-F238E27FC236}">
                  <a16:creationId xmlns:a16="http://schemas.microsoft.com/office/drawing/2014/main" id="{1C02ED7E-28A6-BCA9-7BC7-EE277ED6D640}"/>
                </a:ext>
              </a:extLst>
            </p:cNvPr>
            <p:cNvSpPr/>
            <p:nvPr/>
          </p:nvSpPr>
          <p:spPr>
            <a:xfrm>
              <a:off x="2879725" y="2255513"/>
              <a:ext cx="3978275" cy="1016470"/>
            </a:xfrm>
            <a:custGeom>
              <a:avLst/>
              <a:gdLst>
                <a:gd name="connsiteX0" fmla="*/ 0 w 3438525"/>
                <a:gd name="connsiteY0" fmla="*/ 0 h 632179"/>
                <a:gd name="connsiteX1" fmla="*/ 3438525 w 3438525"/>
                <a:gd name="connsiteY1" fmla="*/ 0 h 632179"/>
                <a:gd name="connsiteX2" fmla="*/ 3438525 w 3438525"/>
                <a:gd name="connsiteY2" fmla="*/ 632179 h 632179"/>
                <a:gd name="connsiteX3" fmla="*/ 0 w 3438525"/>
                <a:gd name="connsiteY3" fmla="*/ 632179 h 632179"/>
                <a:gd name="connsiteX4" fmla="*/ 0 w 3438525"/>
                <a:gd name="connsiteY4" fmla="*/ 0 h 632179"/>
                <a:gd name="connsiteX0" fmla="*/ 0 w 3609975"/>
                <a:gd name="connsiteY0" fmla="*/ 0 h 679804"/>
                <a:gd name="connsiteX1" fmla="*/ 3609975 w 3609975"/>
                <a:gd name="connsiteY1" fmla="*/ 47625 h 679804"/>
                <a:gd name="connsiteX2" fmla="*/ 3609975 w 3609975"/>
                <a:gd name="connsiteY2" fmla="*/ 679804 h 679804"/>
                <a:gd name="connsiteX3" fmla="*/ 171450 w 3609975"/>
                <a:gd name="connsiteY3" fmla="*/ 679804 h 679804"/>
                <a:gd name="connsiteX4" fmla="*/ 0 w 3609975"/>
                <a:gd name="connsiteY4" fmla="*/ 0 h 679804"/>
                <a:gd name="connsiteX0" fmla="*/ 0 w 3609975"/>
                <a:gd name="connsiteY0" fmla="*/ 190500 h 870304"/>
                <a:gd name="connsiteX1" fmla="*/ 3009900 w 3609975"/>
                <a:gd name="connsiteY1" fmla="*/ 0 h 870304"/>
                <a:gd name="connsiteX2" fmla="*/ 3609975 w 3609975"/>
                <a:gd name="connsiteY2" fmla="*/ 870304 h 870304"/>
                <a:gd name="connsiteX3" fmla="*/ 171450 w 3609975"/>
                <a:gd name="connsiteY3" fmla="*/ 870304 h 870304"/>
                <a:gd name="connsiteX4" fmla="*/ 0 w 3609975"/>
                <a:gd name="connsiteY4" fmla="*/ 190500 h 870304"/>
                <a:gd name="connsiteX0" fmla="*/ 0 w 3609975"/>
                <a:gd name="connsiteY0" fmla="*/ 190500 h 1013179"/>
                <a:gd name="connsiteX1" fmla="*/ 3009900 w 3609975"/>
                <a:gd name="connsiteY1" fmla="*/ 0 h 1013179"/>
                <a:gd name="connsiteX2" fmla="*/ 3609975 w 3609975"/>
                <a:gd name="connsiteY2" fmla="*/ 870304 h 1013179"/>
                <a:gd name="connsiteX3" fmla="*/ 809625 w 3609975"/>
                <a:gd name="connsiteY3" fmla="*/ 1013179 h 1013179"/>
                <a:gd name="connsiteX4" fmla="*/ 0 w 360997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6968 h 1021025"/>
                <a:gd name="connsiteX1" fmla="*/ 3009900 w 3971925"/>
                <a:gd name="connsiteY1" fmla="*/ 6468 h 1021025"/>
                <a:gd name="connsiteX2" fmla="*/ 3971925 w 3971925"/>
                <a:gd name="connsiteY2" fmla="*/ 714847 h 1021025"/>
                <a:gd name="connsiteX3" fmla="*/ 809625 w 3971925"/>
                <a:gd name="connsiteY3" fmla="*/ 1019647 h 1021025"/>
                <a:gd name="connsiteX4" fmla="*/ 0 w 3971925"/>
                <a:gd name="connsiteY4" fmla="*/ 196968 h 1021025"/>
                <a:gd name="connsiteX0" fmla="*/ 0 w 4010025"/>
                <a:gd name="connsiteY0" fmla="*/ 212568 h 1017575"/>
                <a:gd name="connsiteX1" fmla="*/ 3048000 w 4010025"/>
                <a:gd name="connsiteY1" fmla="*/ 3018 h 1017575"/>
                <a:gd name="connsiteX2" fmla="*/ 4010025 w 4010025"/>
                <a:gd name="connsiteY2" fmla="*/ 711397 h 1017575"/>
                <a:gd name="connsiteX3" fmla="*/ 847725 w 4010025"/>
                <a:gd name="connsiteY3" fmla="*/ 1016197 h 1017575"/>
                <a:gd name="connsiteX4" fmla="*/ 0 w 4010025"/>
                <a:gd name="connsiteY4" fmla="*/ 212568 h 1017575"/>
                <a:gd name="connsiteX0" fmla="*/ 0 w 4010025"/>
                <a:gd name="connsiteY0" fmla="*/ 189807 h 1023389"/>
                <a:gd name="connsiteX1" fmla="*/ 3048000 w 4010025"/>
                <a:gd name="connsiteY1" fmla="*/ 8832 h 1023389"/>
                <a:gd name="connsiteX2" fmla="*/ 4010025 w 4010025"/>
                <a:gd name="connsiteY2" fmla="*/ 717211 h 1023389"/>
                <a:gd name="connsiteX3" fmla="*/ 847725 w 4010025"/>
                <a:gd name="connsiteY3" fmla="*/ 1022011 h 1023389"/>
                <a:gd name="connsiteX4" fmla="*/ 0 w 4010025"/>
                <a:gd name="connsiteY4" fmla="*/ 189807 h 1023389"/>
                <a:gd name="connsiteX0" fmla="*/ 0 w 3997325"/>
                <a:gd name="connsiteY0" fmla="*/ 226808 h 1015940"/>
                <a:gd name="connsiteX1" fmla="*/ 3035300 w 3997325"/>
                <a:gd name="connsiteY1" fmla="*/ 1383 h 1015940"/>
                <a:gd name="connsiteX2" fmla="*/ 3997325 w 3997325"/>
                <a:gd name="connsiteY2" fmla="*/ 709762 h 1015940"/>
                <a:gd name="connsiteX3" fmla="*/ 835025 w 3997325"/>
                <a:gd name="connsiteY3" fmla="*/ 1014562 h 1015940"/>
                <a:gd name="connsiteX4" fmla="*/ 0 w 3997325"/>
                <a:gd name="connsiteY4" fmla="*/ 226808 h 1015940"/>
                <a:gd name="connsiteX0" fmla="*/ 0 w 3971925"/>
                <a:gd name="connsiteY0" fmla="*/ 238844 h 1015276"/>
                <a:gd name="connsiteX1" fmla="*/ 3009900 w 3971925"/>
                <a:gd name="connsiteY1" fmla="*/ 719 h 1015276"/>
                <a:gd name="connsiteX2" fmla="*/ 3971925 w 3971925"/>
                <a:gd name="connsiteY2" fmla="*/ 709098 h 1015276"/>
                <a:gd name="connsiteX3" fmla="*/ 809625 w 3971925"/>
                <a:gd name="connsiteY3" fmla="*/ 1013898 h 1015276"/>
                <a:gd name="connsiteX4" fmla="*/ 0 w 3971925"/>
                <a:gd name="connsiteY4" fmla="*/ 238844 h 1015276"/>
                <a:gd name="connsiteX0" fmla="*/ 0 w 3978275"/>
                <a:gd name="connsiteY0" fmla="*/ 220988 h 1016470"/>
                <a:gd name="connsiteX1" fmla="*/ 3016250 w 3978275"/>
                <a:gd name="connsiteY1" fmla="*/ 1913 h 1016470"/>
                <a:gd name="connsiteX2" fmla="*/ 3978275 w 3978275"/>
                <a:gd name="connsiteY2" fmla="*/ 710292 h 1016470"/>
                <a:gd name="connsiteX3" fmla="*/ 815975 w 3978275"/>
                <a:gd name="connsiteY3" fmla="*/ 1015092 h 1016470"/>
                <a:gd name="connsiteX4" fmla="*/ 0 w 3978275"/>
                <a:gd name="connsiteY4" fmla="*/ 220988 h 101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275" h="1016470">
                  <a:moveTo>
                    <a:pt x="0" y="220988"/>
                  </a:moveTo>
                  <a:cubicBezTo>
                    <a:pt x="555625" y="-23487"/>
                    <a:pt x="2212975" y="-1262"/>
                    <a:pt x="3016250" y="1913"/>
                  </a:cubicBezTo>
                  <a:cubicBezTo>
                    <a:pt x="3565525" y="199939"/>
                    <a:pt x="3905250" y="540841"/>
                    <a:pt x="3978275" y="710292"/>
                  </a:cubicBezTo>
                  <a:cubicBezTo>
                    <a:pt x="3857625" y="954767"/>
                    <a:pt x="1574800" y="1027792"/>
                    <a:pt x="815975" y="1015092"/>
                  </a:cubicBezTo>
                  <a:cubicBezTo>
                    <a:pt x="479425" y="931366"/>
                    <a:pt x="88900" y="399964"/>
                    <a:pt x="0" y="220988"/>
                  </a:cubicBezTo>
                  <a:close/>
                </a:path>
              </a:pathLst>
            </a:custGeom>
            <a:solidFill>
              <a:srgbClr val="FFFF53"/>
            </a:solidFill>
            <a:ln w="76200">
              <a:solidFill>
                <a:srgbClr val="FFFF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Block Arc 14">
              <a:extLst>
                <a:ext uri="{FF2B5EF4-FFF2-40B4-BE49-F238E27FC236}">
                  <a16:creationId xmlns:a16="http://schemas.microsoft.com/office/drawing/2014/main" id="{6D9F9A2D-44C3-8145-EFDB-4976AE586038}"/>
                </a:ext>
              </a:extLst>
            </p:cNvPr>
            <p:cNvSpPr/>
            <p:nvPr/>
          </p:nvSpPr>
          <p:spPr>
            <a:xfrm>
              <a:off x="3748137" y="1855269"/>
              <a:ext cx="2209699" cy="926595"/>
            </a:xfrm>
            <a:custGeom>
              <a:avLst/>
              <a:gdLst>
                <a:gd name="connsiteX0" fmla="*/ 0 w 1889024"/>
                <a:gd name="connsiteY0" fmla="*/ 750239 h 1500478"/>
                <a:gd name="connsiteX1" fmla="*/ 944512 w 1889024"/>
                <a:gd name="connsiteY1" fmla="*/ 0 h 1500478"/>
                <a:gd name="connsiteX2" fmla="*/ 1889024 w 1889024"/>
                <a:gd name="connsiteY2" fmla="*/ 750239 h 1500478"/>
                <a:gd name="connsiteX3" fmla="*/ 1513905 w 1889024"/>
                <a:gd name="connsiteY3" fmla="*/ 750239 h 1500478"/>
                <a:gd name="connsiteX4" fmla="*/ 944512 w 1889024"/>
                <a:gd name="connsiteY4" fmla="*/ 375119 h 1500478"/>
                <a:gd name="connsiteX5" fmla="*/ 375119 w 1889024"/>
                <a:gd name="connsiteY5" fmla="*/ 750239 h 1500478"/>
                <a:gd name="connsiteX6" fmla="*/ 0 w 1889024"/>
                <a:gd name="connsiteY6" fmla="*/ 750239 h 1500478"/>
                <a:gd name="connsiteX0" fmla="*/ 0 w 2212874"/>
                <a:gd name="connsiteY0" fmla="*/ 751504 h 751504"/>
                <a:gd name="connsiteX1" fmla="*/ 944512 w 2212874"/>
                <a:gd name="connsiteY1" fmla="*/ 1265 h 751504"/>
                <a:gd name="connsiteX2" fmla="*/ 2212874 w 2212874"/>
                <a:gd name="connsiteY2" fmla="*/ 627679 h 751504"/>
                <a:gd name="connsiteX3" fmla="*/ 1513905 w 2212874"/>
                <a:gd name="connsiteY3" fmla="*/ 751504 h 751504"/>
                <a:gd name="connsiteX4" fmla="*/ 944512 w 2212874"/>
                <a:gd name="connsiteY4" fmla="*/ 376384 h 751504"/>
                <a:gd name="connsiteX5" fmla="*/ 375119 w 2212874"/>
                <a:gd name="connsiteY5" fmla="*/ 751504 h 751504"/>
                <a:gd name="connsiteX6" fmla="*/ 0 w 2212874"/>
                <a:gd name="connsiteY6" fmla="*/ 751504 h 751504"/>
                <a:gd name="connsiteX0" fmla="*/ 0 w 2212874"/>
                <a:gd name="connsiteY0" fmla="*/ 751504 h 751504"/>
                <a:gd name="connsiteX1" fmla="*/ 944512 w 2212874"/>
                <a:gd name="connsiteY1" fmla="*/ 1265 h 751504"/>
                <a:gd name="connsiteX2" fmla="*/ 2212874 w 2212874"/>
                <a:gd name="connsiteY2" fmla="*/ 627679 h 751504"/>
                <a:gd name="connsiteX3" fmla="*/ 1828230 w 2212874"/>
                <a:gd name="connsiteY3" fmla="*/ 580054 h 751504"/>
                <a:gd name="connsiteX4" fmla="*/ 944512 w 2212874"/>
                <a:gd name="connsiteY4" fmla="*/ 376384 h 751504"/>
                <a:gd name="connsiteX5" fmla="*/ 375119 w 2212874"/>
                <a:gd name="connsiteY5" fmla="*/ 751504 h 751504"/>
                <a:gd name="connsiteX6" fmla="*/ 0 w 2212874"/>
                <a:gd name="connsiteY6" fmla="*/ 751504 h 751504"/>
                <a:gd name="connsiteX0" fmla="*/ 0 w 2212874"/>
                <a:gd name="connsiteY0" fmla="*/ 912939 h 912939"/>
                <a:gd name="connsiteX1" fmla="*/ 973087 w 2212874"/>
                <a:gd name="connsiteY1" fmla="*/ 775 h 912939"/>
                <a:gd name="connsiteX2" fmla="*/ 2212874 w 2212874"/>
                <a:gd name="connsiteY2" fmla="*/ 789114 h 912939"/>
                <a:gd name="connsiteX3" fmla="*/ 1828230 w 2212874"/>
                <a:gd name="connsiteY3" fmla="*/ 741489 h 912939"/>
                <a:gd name="connsiteX4" fmla="*/ 944512 w 2212874"/>
                <a:gd name="connsiteY4" fmla="*/ 537819 h 912939"/>
                <a:gd name="connsiteX5" fmla="*/ 375119 w 2212874"/>
                <a:gd name="connsiteY5" fmla="*/ 912939 h 912939"/>
                <a:gd name="connsiteX6" fmla="*/ 0 w 2212874"/>
                <a:gd name="connsiteY6" fmla="*/ 912939 h 912939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944512 w 2212874"/>
                <a:gd name="connsiteY4" fmla="*/ 549850 h 924970"/>
                <a:gd name="connsiteX5" fmla="*/ 375119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375119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990155 w 2212874"/>
                <a:gd name="connsiteY3" fmla="*/ 782095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165249"/>
                <a:gd name="connsiteY0" fmla="*/ 912436 h 912436"/>
                <a:gd name="connsiteX1" fmla="*/ 973087 w 2165249"/>
                <a:gd name="connsiteY1" fmla="*/ 272 h 912436"/>
                <a:gd name="connsiteX2" fmla="*/ 2165249 w 2165249"/>
                <a:gd name="connsiteY2" fmla="*/ 836236 h 912436"/>
                <a:gd name="connsiteX3" fmla="*/ 1990155 w 2165249"/>
                <a:gd name="connsiteY3" fmla="*/ 769561 h 912436"/>
                <a:gd name="connsiteX4" fmla="*/ 1296937 w 2165249"/>
                <a:gd name="connsiteY4" fmla="*/ 108691 h 912436"/>
                <a:gd name="connsiteX5" fmla="*/ 251294 w 2165249"/>
                <a:gd name="connsiteY5" fmla="*/ 912436 h 912436"/>
                <a:gd name="connsiteX6" fmla="*/ 0 w 2165249"/>
                <a:gd name="connsiteY6" fmla="*/ 912436 h 912436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1990155 w 2165249"/>
                <a:gd name="connsiteY3" fmla="*/ 77597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1990155 w 2165249"/>
                <a:gd name="connsiteY3" fmla="*/ 77597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2002855 w 2165249"/>
                <a:gd name="connsiteY3" fmla="*/ 80772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2002855 w 2165249"/>
                <a:gd name="connsiteY3" fmla="*/ 80772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241449"/>
                <a:gd name="connsiteY0" fmla="*/ 913031 h 913031"/>
                <a:gd name="connsiteX1" fmla="*/ 973087 w 2241449"/>
                <a:gd name="connsiteY1" fmla="*/ 867 h 913031"/>
                <a:gd name="connsiteX2" fmla="*/ 2241449 w 2241449"/>
                <a:gd name="connsiteY2" fmla="*/ 782856 h 913031"/>
                <a:gd name="connsiteX3" fmla="*/ 2002855 w 2241449"/>
                <a:gd name="connsiteY3" fmla="*/ 801906 h 913031"/>
                <a:gd name="connsiteX4" fmla="*/ 1296937 w 2241449"/>
                <a:gd name="connsiteY4" fmla="*/ 109286 h 913031"/>
                <a:gd name="connsiteX5" fmla="*/ 251294 w 2241449"/>
                <a:gd name="connsiteY5" fmla="*/ 913031 h 913031"/>
                <a:gd name="connsiteX6" fmla="*/ 0 w 2241449"/>
                <a:gd name="connsiteY6" fmla="*/ 913031 h 913031"/>
                <a:gd name="connsiteX0" fmla="*/ 0 w 2241449"/>
                <a:gd name="connsiteY0" fmla="*/ 912678 h 912678"/>
                <a:gd name="connsiteX1" fmla="*/ 973087 w 2241449"/>
                <a:gd name="connsiteY1" fmla="*/ 514 h 912678"/>
                <a:gd name="connsiteX2" fmla="*/ 2241449 w 2241449"/>
                <a:gd name="connsiteY2" fmla="*/ 782503 h 912678"/>
                <a:gd name="connsiteX3" fmla="*/ 2002855 w 2241449"/>
                <a:gd name="connsiteY3" fmla="*/ 801553 h 912678"/>
                <a:gd name="connsiteX4" fmla="*/ 1296937 w 2241449"/>
                <a:gd name="connsiteY4" fmla="*/ 108933 h 912678"/>
                <a:gd name="connsiteX5" fmla="*/ 251294 w 2241449"/>
                <a:gd name="connsiteY5" fmla="*/ 912678 h 912678"/>
                <a:gd name="connsiteX6" fmla="*/ 0 w 2241449"/>
                <a:gd name="connsiteY6" fmla="*/ 912678 h 912678"/>
                <a:gd name="connsiteX0" fmla="*/ 0 w 2241449"/>
                <a:gd name="connsiteY0" fmla="*/ 920459 h 920459"/>
                <a:gd name="connsiteX1" fmla="*/ 973087 w 2241449"/>
                <a:gd name="connsiteY1" fmla="*/ 8295 h 920459"/>
                <a:gd name="connsiteX2" fmla="*/ 2241449 w 2241449"/>
                <a:gd name="connsiteY2" fmla="*/ 790284 h 920459"/>
                <a:gd name="connsiteX3" fmla="*/ 2002855 w 2241449"/>
                <a:gd name="connsiteY3" fmla="*/ 809334 h 920459"/>
                <a:gd name="connsiteX4" fmla="*/ 1296937 w 2241449"/>
                <a:gd name="connsiteY4" fmla="*/ 116714 h 920459"/>
                <a:gd name="connsiteX5" fmla="*/ 251294 w 2241449"/>
                <a:gd name="connsiteY5" fmla="*/ 920459 h 920459"/>
                <a:gd name="connsiteX6" fmla="*/ 0 w 2241449"/>
                <a:gd name="connsiteY6" fmla="*/ 920459 h 920459"/>
                <a:gd name="connsiteX0" fmla="*/ 0 w 2241449"/>
                <a:gd name="connsiteY0" fmla="*/ 926647 h 926647"/>
                <a:gd name="connsiteX1" fmla="*/ 973087 w 2241449"/>
                <a:gd name="connsiteY1" fmla="*/ 14483 h 926647"/>
                <a:gd name="connsiteX2" fmla="*/ 2241449 w 2241449"/>
                <a:gd name="connsiteY2" fmla="*/ 796472 h 926647"/>
                <a:gd name="connsiteX3" fmla="*/ 2002855 w 2241449"/>
                <a:gd name="connsiteY3" fmla="*/ 815522 h 926647"/>
                <a:gd name="connsiteX4" fmla="*/ 1296937 w 2241449"/>
                <a:gd name="connsiteY4" fmla="*/ 122902 h 926647"/>
                <a:gd name="connsiteX5" fmla="*/ 251294 w 2241449"/>
                <a:gd name="connsiteY5" fmla="*/ 926647 h 926647"/>
                <a:gd name="connsiteX6" fmla="*/ 0 w 2241449"/>
                <a:gd name="connsiteY6" fmla="*/ 926647 h 926647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02855 w 2209699"/>
                <a:gd name="connsiteY3" fmla="*/ 815470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  <a:gd name="connsiteX6" fmla="*/ 0 w 2209699"/>
                <a:gd name="connsiteY6" fmla="*/ 926595 h 926595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44130 w 2209699"/>
                <a:gd name="connsiteY3" fmla="*/ 805945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  <a:gd name="connsiteX6" fmla="*/ 0 w 2209699"/>
                <a:gd name="connsiteY6" fmla="*/ 926595 h 926595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44130 w 2209699"/>
                <a:gd name="connsiteY3" fmla="*/ 805945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  <a:gd name="connsiteX6" fmla="*/ 0 w 2209699"/>
                <a:gd name="connsiteY6" fmla="*/ 926595 h 926595"/>
                <a:gd name="connsiteX0" fmla="*/ 0 w 2209699"/>
                <a:gd name="connsiteY0" fmla="*/ 926595 h 1018035"/>
                <a:gd name="connsiteX1" fmla="*/ 973087 w 2209699"/>
                <a:gd name="connsiteY1" fmla="*/ 14431 h 1018035"/>
                <a:gd name="connsiteX2" fmla="*/ 2209699 w 2209699"/>
                <a:gd name="connsiteY2" fmla="*/ 799595 h 1018035"/>
                <a:gd name="connsiteX3" fmla="*/ 2044130 w 2209699"/>
                <a:gd name="connsiteY3" fmla="*/ 805945 h 1018035"/>
                <a:gd name="connsiteX4" fmla="*/ 1296937 w 2209699"/>
                <a:gd name="connsiteY4" fmla="*/ 122850 h 1018035"/>
                <a:gd name="connsiteX5" fmla="*/ 251294 w 2209699"/>
                <a:gd name="connsiteY5" fmla="*/ 926595 h 1018035"/>
                <a:gd name="connsiteX6" fmla="*/ 91440 w 2209699"/>
                <a:gd name="connsiteY6" fmla="*/ 1018035 h 1018035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44130 w 2209699"/>
                <a:gd name="connsiteY3" fmla="*/ 805945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09699" h="926595">
                  <a:moveTo>
                    <a:pt x="0" y="926595"/>
                  </a:moveTo>
                  <a:cubicBezTo>
                    <a:pt x="85725" y="636074"/>
                    <a:pt x="428062" y="109152"/>
                    <a:pt x="973087" y="14431"/>
                  </a:cubicBezTo>
                  <a:cubicBezTo>
                    <a:pt x="1635587" y="-115215"/>
                    <a:pt x="2082699" y="667824"/>
                    <a:pt x="2209699" y="799595"/>
                  </a:cubicBezTo>
                  <a:cubicBezTo>
                    <a:pt x="2084659" y="799595"/>
                    <a:pt x="2169170" y="805945"/>
                    <a:pt x="2044130" y="805945"/>
                  </a:cubicBezTo>
                  <a:cubicBezTo>
                    <a:pt x="1923480" y="611472"/>
                    <a:pt x="1617754" y="59350"/>
                    <a:pt x="1296937" y="122850"/>
                  </a:cubicBezTo>
                  <a:cubicBezTo>
                    <a:pt x="811020" y="132375"/>
                    <a:pt x="251294" y="719422"/>
                    <a:pt x="251294" y="926595"/>
                  </a:cubicBezTo>
                </a:path>
              </a:pathLst>
            </a:custGeom>
            <a:solidFill>
              <a:srgbClr val="FFFF53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FB1F5210-0AFC-9ADE-630F-E64379045219}"/>
                </a:ext>
              </a:extLst>
            </p:cNvPr>
            <p:cNvSpPr/>
            <p:nvPr/>
          </p:nvSpPr>
          <p:spPr>
            <a:xfrm rot="5194689">
              <a:off x="5783685" y="2517966"/>
              <a:ext cx="168026" cy="359568"/>
            </a:xfrm>
            <a:prstGeom prst="roundRect">
              <a:avLst/>
            </a:prstGeom>
            <a:solidFill>
              <a:srgbClr val="FFFF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4BA26D6-A8F6-3A2D-CB9A-12635FB0B465}"/>
              </a:ext>
            </a:extLst>
          </p:cNvPr>
          <p:cNvGrpSpPr/>
          <p:nvPr/>
        </p:nvGrpSpPr>
        <p:grpSpPr>
          <a:xfrm>
            <a:off x="7078289" y="2245807"/>
            <a:ext cx="4210729" cy="4335463"/>
            <a:chOff x="2721369" y="1855269"/>
            <a:chExt cx="4210729" cy="4335463"/>
          </a:xfrm>
          <a:solidFill>
            <a:schemeClr val="bg1"/>
          </a:solidFill>
        </p:grpSpPr>
        <p:sp>
          <p:nvSpPr>
            <p:cNvPr id="61" name="Rectangle 3">
              <a:extLst>
                <a:ext uri="{FF2B5EF4-FFF2-40B4-BE49-F238E27FC236}">
                  <a16:creationId xmlns:a16="http://schemas.microsoft.com/office/drawing/2014/main" id="{E6187F61-164D-F84A-91A1-9890581A4115}"/>
                </a:ext>
              </a:extLst>
            </p:cNvPr>
            <p:cNvSpPr/>
            <p:nvPr/>
          </p:nvSpPr>
          <p:spPr>
            <a:xfrm>
              <a:off x="3564278" y="2915272"/>
              <a:ext cx="3367819" cy="3275460"/>
            </a:xfrm>
            <a:custGeom>
              <a:avLst/>
              <a:gdLst>
                <a:gd name="connsiteX0" fmla="*/ 0 w 845038"/>
                <a:gd name="connsiteY0" fmla="*/ 0 h 706379"/>
                <a:gd name="connsiteX1" fmla="*/ 845038 w 845038"/>
                <a:gd name="connsiteY1" fmla="*/ 0 h 706379"/>
                <a:gd name="connsiteX2" fmla="*/ 845038 w 845038"/>
                <a:gd name="connsiteY2" fmla="*/ 706379 h 706379"/>
                <a:gd name="connsiteX3" fmla="*/ 0 w 845038"/>
                <a:gd name="connsiteY3" fmla="*/ 706379 h 706379"/>
                <a:gd name="connsiteX4" fmla="*/ 0 w 845038"/>
                <a:gd name="connsiteY4" fmla="*/ 0 h 706379"/>
                <a:gd name="connsiteX0" fmla="*/ 0 w 1159363"/>
                <a:gd name="connsiteY0" fmla="*/ 0 h 830204"/>
                <a:gd name="connsiteX1" fmla="*/ 1159363 w 1159363"/>
                <a:gd name="connsiteY1" fmla="*/ 123825 h 830204"/>
                <a:gd name="connsiteX2" fmla="*/ 1159363 w 1159363"/>
                <a:gd name="connsiteY2" fmla="*/ 830204 h 830204"/>
                <a:gd name="connsiteX3" fmla="*/ 314325 w 1159363"/>
                <a:gd name="connsiteY3" fmla="*/ 830204 h 830204"/>
                <a:gd name="connsiteX4" fmla="*/ 0 w 1159363"/>
                <a:gd name="connsiteY4" fmla="*/ 0 h 830204"/>
                <a:gd name="connsiteX0" fmla="*/ 133350 w 1292713"/>
                <a:gd name="connsiteY0" fmla="*/ 0 h 830204"/>
                <a:gd name="connsiteX1" fmla="*/ 1292713 w 1292713"/>
                <a:gd name="connsiteY1" fmla="*/ 123825 h 830204"/>
                <a:gd name="connsiteX2" fmla="*/ 1292713 w 1292713"/>
                <a:gd name="connsiteY2" fmla="*/ 830204 h 830204"/>
                <a:gd name="connsiteX3" fmla="*/ 0 w 1292713"/>
                <a:gd name="connsiteY3" fmla="*/ 782579 h 830204"/>
                <a:gd name="connsiteX4" fmla="*/ 133350 w 1292713"/>
                <a:gd name="connsiteY4" fmla="*/ 0 h 830204"/>
                <a:gd name="connsiteX0" fmla="*/ 133350 w 1292713"/>
                <a:gd name="connsiteY0" fmla="*/ 0 h 3773429"/>
                <a:gd name="connsiteX1" fmla="*/ 1292713 w 1292713"/>
                <a:gd name="connsiteY1" fmla="*/ 123825 h 3773429"/>
                <a:gd name="connsiteX2" fmla="*/ 959338 w 1292713"/>
                <a:gd name="connsiteY2" fmla="*/ 3773429 h 3773429"/>
                <a:gd name="connsiteX3" fmla="*/ 0 w 1292713"/>
                <a:gd name="connsiteY3" fmla="*/ 782579 h 3773429"/>
                <a:gd name="connsiteX4" fmla="*/ 133350 w 129271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52400 w 940288"/>
                <a:gd name="connsiteY0" fmla="*/ 0 h 3744854"/>
                <a:gd name="connsiteX1" fmla="*/ 902188 w 940288"/>
                <a:gd name="connsiteY1" fmla="*/ 781050 h 3744854"/>
                <a:gd name="connsiteX2" fmla="*/ 940288 w 940288"/>
                <a:gd name="connsiteY2" fmla="*/ 3744854 h 3744854"/>
                <a:gd name="connsiteX3" fmla="*/ 0 w 940288"/>
                <a:gd name="connsiteY3" fmla="*/ 2830454 h 3744854"/>
                <a:gd name="connsiteX4" fmla="*/ 152400 w 940288"/>
                <a:gd name="connsiteY4" fmla="*/ 0 h 3744854"/>
                <a:gd name="connsiteX0" fmla="*/ 193280 w 981168"/>
                <a:gd name="connsiteY0" fmla="*/ 0 h 3744854"/>
                <a:gd name="connsiteX1" fmla="*/ 943068 w 981168"/>
                <a:gd name="connsiteY1" fmla="*/ 781050 h 3744854"/>
                <a:gd name="connsiteX2" fmla="*/ 981168 w 981168"/>
                <a:gd name="connsiteY2" fmla="*/ 3744854 h 3744854"/>
                <a:gd name="connsiteX3" fmla="*/ 40880 w 981168"/>
                <a:gd name="connsiteY3" fmla="*/ 2830454 h 3744854"/>
                <a:gd name="connsiteX4" fmla="*/ 193280 w 981168"/>
                <a:gd name="connsiteY4" fmla="*/ 0 h 3744854"/>
                <a:gd name="connsiteX0" fmla="*/ 193280 w 2533743"/>
                <a:gd name="connsiteY0" fmla="*/ 0 h 3744854"/>
                <a:gd name="connsiteX1" fmla="*/ 2533743 w 2533743"/>
                <a:gd name="connsiteY1" fmla="*/ 495300 h 3744854"/>
                <a:gd name="connsiteX2" fmla="*/ 981168 w 2533743"/>
                <a:gd name="connsiteY2" fmla="*/ 3744854 h 3744854"/>
                <a:gd name="connsiteX3" fmla="*/ 40880 w 2533743"/>
                <a:gd name="connsiteY3" fmla="*/ 2830454 h 3744854"/>
                <a:gd name="connsiteX4" fmla="*/ 193280 w 2533743"/>
                <a:gd name="connsiteY4" fmla="*/ 0 h 3744854"/>
                <a:gd name="connsiteX0" fmla="*/ 193280 w 2562318"/>
                <a:gd name="connsiteY0" fmla="*/ 0 h 3392429"/>
                <a:gd name="connsiteX1" fmla="*/ 2533743 w 2562318"/>
                <a:gd name="connsiteY1" fmla="*/ 495300 h 3392429"/>
                <a:gd name="connsiteX2" fmla="*/ 2562318 w 2562318"/>
                <a:gd name="connsiteY2" fmla="*/ 3392429 h 3392429"/>
                <a:gd name="connsiteX3" fmla="*/ 40880 w 2562318"/>
                <a:gd name="connsiteY3" fmla="*/ 2830454 h 3392429"/>
                <a:gd name="connsiteX4" fmla="*/ 193280 w 2562318"/>
                <a:gd name="connsiteY4" fmla="*/ 0 h 3392429"/>
                <a:gd name="connsiteX0" fmla="*/ 193280 w 2562318"/>
                <a:gd name="connsiteY0" fmla="*/ 0 h 3420286"/>
                <a:gd name="connsiteX1" fmla="*/ 2533743 w 2562318"/>
                <a:gd name="connsiteY1" fmla="*/ 495300 h 3420286"/>
                <a:gd name="connsiteX2" fmla="*/ 2562318 w 2562318"/>
                <a:gd name="connsiteY2" fmla="*/ 3392429 h 3420286"/>
                <a:gd name="connsiteX3" fmla="*/ 40880 w 2562318"/>
                <a:gd name="connsiteY3" fmla="*/ 2830454 h 3420286"/>
                <a:gd name="connsiteX4" fmla="*/ 193280 w 2562318"/>
                <a:gd name="connsiteY4" fmla="*/ 0 h 3420286"/>
                <a:gd name="connsiteX0" fmla="*/ 193280 w 2562318"/>
                <a:gd name="connsiteY0" fmla="*/ 0 h 3538442"/>
                <a:gd name="connsiteX1" fmla="*/ 2533743 w 2562318"/>
                <a:gd name="connsiteY1" fmla="*/ 495300 h 3538442"/>
                <a:gd name="connsiteX2" fmla="*/ 2562318 w 2562318"/>
                <a:gd name="connsiteY2" fmla="*/ 3392429 h 3538442"/>
                <a:gd name="connsiteX3" fmla="*/ 40880 w 2562318"/>
                <a:gd name="connsiteY3" fmla="*/ 2830454 h 3538442"/>
                <a:gd name="connsiteX4" fmla="*/ 193280 w 2562318"/>
                <a:gd name="connsiteY4" fmla="*/ 0 h 3538442"/>
                <a:gd name="connsiteX0" fmla="*/ 704850 w 3073888"/>
                <a:gd name="connsiteY0" fmla="*/ 0 h 4071308"/>
                <a:gd name="connsiteX1" fmla="*/ 3045313 w 3073888"/>
                <a:gd name="connsiteY1" fmla="*/ 495300 h 4071308"/>
                <a:gd name="connsiteX2" fmla="*/ 3073888 w 3073888"/>
                <a:gd name="connsiteY2" fmla="*/ 3392429 h 4071308"/>
                <a:gd name="connsiteX3" fmla="*/ 0 w 3073888"/>
                <a:gd name="connsiteY3" fmla="*/ 3840104 h 4071308"/>
                <a:gd name="connsiteX4" fmla="*/ 704850 w 3073888"/>
                <a:gd name="connsiteY4" fmla="*/ 0 h 4071308"/>
                <a:gd name="connsiteX0" fmla="*/ 151846 w 3206684"/>
                <a:gd name="connsiteY0" fmla="*/ 247650 h 3576008"/>
                <a:gd name="connsiteX1" fmla="*/ 3178109 w 3206684"/>
                <a:gd name="connsiteY1" fmla="*/ 0 h 3576008"/>
                <a:gd name="connsiteX2" fmla="*/ 3206684 w 3206684"/>
                <a:gd name="connsiteY2" fmla="*/ 2897129 h 3576008"/>
                <a:gd name="connsiteX3" fmla="*/ 132796 w 3206684"/>
                <a:gd name="connsiteY3" fmla="*/ 3344804 h 3576008"/>
                <a:gd name="connsiteX4" fmla="*/ 151846 w 3206684"/>
                <a:gd name="connsiteY4" fmla="*/ 247650 h 3576008"/>
                <a:gd name="connsiteX0" fmla="*/ 151846 w 3319755"/>
                <a:gd name="connsiteY0" fmla="*/ 247652 h 3576010"/>
                <a:gd name="connsiteX1" fmla="*/ 3178109 w 3319755"/>
                <a:gd name="connsiteY1" fmla="*/ 2 h 3576010"/>
                <a:gd name="connsiteX2" fmla="*/ 3206684 w 3319755"/>
                <a:gd name="connsiteY2" fmla="*/ 2897131 h 3576010"/>
                <a:gd name="connsiteX3" fmla="*/ 132796 w 3319755"/>
                <a:gd name="connsiteY3" fmla="*/ 3344806 h 3576010"/>
                <a:gd name="connsiteX4" fmla="*/ 151846 w 3319755"/>
                <a:gd name="connsiteY4" fmla="*/ 247652 h 3576010"/>
                <a:gd name="connsiteX0" fmla="*/ 151846 w 3319755"/>
                <a:gd name="connsiteY0" fmla="*/ 247652 h 3358531"/>
                <a:gd name="connsiteX1" fmla="*/ 3178109 w 3319755"/>
                <a:gd name="connsiteY1" fmla="*/ 2 h 3358531"/>
                <a:gd name="connsiteX2" fmla="*/ 3206684 w 3319755"/>
                <a:gd name="connsiteY2" fmla="*/ 2897131 h 3358531"/>
                <a:gd name="connsiteX3" fmla="*/ 132796 w 3319755"/>
                <a:gd name="connsiteY3" fmla="*/ 3344806 h 3358531"/>
                <a:gd name="connsiteX4" fmla="*/ 151846 w 3319755"/>
                <a:gd name="connsiteY4" fmla="*/ 247652 h 3358531"/>
                <a:gd name="connsiteX0" fmla="*/ 151846 w 3319755"/>
                <a:gd name="connsiteY0" fmla="*/ 247652 h 3301040"/>
                <a:gd name="connsiteX1" fmla="*/ 3178109 w 3319755"/>
                <a:gd name="connsiteY1" fmla="*/ 2 h 3301040"/>
                <a:gd name="connsiteX2" fmla="*/ 3206684 w 3319755"/>
                <a:gd name="connsiteY2" fmla="*/ 2897131 h 3301040"/>
                <a:gd name="connsiteX3" fmla="*/ 132796 w 3319755"/>
                <a:gd name="connsiteY3" fmla="*/ 3282813 h 3301040"/>
                <a:gd name="connsiteX4" fmla="*/ 151846 w 3319755"/>
                <a:gd name="connsiteY4" fmla="*/ 247652 h 3301040"/>
                <a:gd name="connsiteX0" fmla="*/ 167388 w 3335297"/>
                <a:gd name="connsiteY0" fmla="*/ 247652 h 3301040"/>
                <a:gd name="connsiteX1" fmla="*/ 3193651 w 3335297"/>
                <a:gd name="connsiteY1" fmla="*/ 2 h 3301040"/>
                <a:gd name="connsiteX2" fmla="*/ 3222226 w 3335297"/>
                <a:gd name="connsiteY2" fmla="*/ 2897131 h 3301040"/>
                <a:gd name="connsiteX3" fmla="*/ 148338 w 3335297"/>
                <a:gd name="connsiteY3" fmla="*/ 3282813 h 3301040"/>
                <a:gd name="connsiteX4" fmla="*/ 167388 w 3335297"/>
                <a:gd name="connsiteY4" fmla="*/ 247652 h 3301040"/>
                <a:gd name="connsiteX0" fmla="*/ 179099 w 3347008"/>
                <a:gd name="connsiteY0" fmla="*/ 247652 h 3301040"/>
                <a:gd name="connsiteX1" fmla="*/ 3205362 w 3347008"/>
                <a:gd name="connsiteY1" fmla="*/ 2 h 3301040"/>
                <a:gd name="connsiteX2" fmla="*/ 3233937 w 3347008"/>
                <a:gd name="connsiteY2" fmla="*/ 2897131 h 3301040"/>
                <a:gd name="connsiteX3" fmla="*/ 121949 w 3347008"/>
                <a:gd name="connsiteY3" fmla="*/ 3282813 h 3301040"/>
                <a:gd name="connsiteX4" fmla="*/ 179099 w 3347008"/>
                <a:gd name="connsiteY4" fmla="*/ 247652 h 3301040"/>
                <a:gd name="connsiteX0" fmla="*/ 199910 w 3367819"/>
                <a:gd name="connsiteY0" fmla="*/ 247652 h 3275460"/>
                <a:gd name="connsiteX1" fmla="*/ 3226173 w 3367819"/>
                <a:gd name="connsiteY1" fmla="*/ 2 h 3275460"/>
                <a:gd name="connsiteX2" fmla="*/ 3254748 w 3367819"/>
                <a:gd name="connsiteY2" fmla="*/ 2897131 h 3275460"/>
                <a:gd name="connsiteX3" fmla="*/ 85610 w 3367819"/>
                <a:gd name="connsiteY3" fmla="*/ 3254238 h 3275460"/>
                <a:gd name="connsiteX4" fmla="*/ 199910 w 3367819"/>
                <a:gd name="connsiteY4" fmla="*/ 247652 h 3275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7819" h="3275460">
                  <a:moveTo>
                    <a:pt x="199910" y="247652"/>
                  </a:moveTo>
                  <a:lnTo>
                    <a:pt x="3226173" y="2"/>
                  </a:lnTo>
                  <a:cubicBezTo>
                    <a:pt x="3534148" y="-2663"/>
                    <a:pt x="3242048" y="1909196"/>
                    <a:pt x="3254748" y="2897131"/>
                  </a:cubicBezTo>
                  <a:cubicBezTo>
                    <a:pt x="2960369" y="3249556"/>
                    <a:pt x="543205" y="3317845"/>
                    <a:pt x="85610" y="3254238"/>
                  </a:cubicBezTo>
                  <a:cubicBezTo>
                    <a:pt x="67830" y="2600313"/>
                    <a:pt x="-155690" y="305312"/>
                    <a:pt x="199910" y="247652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3">
              <a:extLst>
                <a:ext uri="{FF2B5EF4-FFF2-40B4-BE49-F238E27FC236}">
                  <a16:creationId xmlns:a16="http://schemas.microsoft.com/office/drawing/2014/main" id="{748D2174-5C53-2432-07A4-862584BA10F4}"/>
                </a:ext>
              </a:extLst>
            </p:cNvPr>
            <p:cNvSpPr/>
            <p:nvPr/>
          </p:nvSpPr>
          <p:spPr>
            <a:xfrm>
              <a:off x="2721369" y="2470355"/>
              <a:ext cx="959020" cy="3704650"/>
            </a:xfrm>
            <a:custGeom>
              <a:avLst/>
              <a:gdLst>
                <a:gd name="connsiteX0" fmla="*/ 0 w 845038"/>
                <a:gd name="connsiteY0" fmla="*/ 0 h 706379"/>
                <a:gd name="connsiteX1" fmla="*/ 845038 w 845038"/>
                <a:gd name="connsiteY1" fmla="*/ 0 h 706379"/>
                <a:gd name="connsiteX2" fmla="*/ 845038 w 845038"/>
                <a:gd name="connsiteY2" fmla="*/ 706379 h 706379"/>
                <a:gd name="connsiteX3" fmla="*/ 0 w 845038"/>
                <a:gd name="connsiteY3" fmla="*/ 706379 h 706379"/>
                <a:gd name="connsiteX4" fmla="*/ 0 w 845038"/>
                <a:gd name="connsiteY4" fmla="*/ 0 h 706379"/>
                <a:gd name="connsiteX0" fmla="*/ 0 w 1159363"/>
                <a:gd name="connsiteY0" fmla="*/ 0 h 830204"/>
                <a:gd name="connsiteX1" fmla="*/ 1159363 w 1159363"/>
                <a:gd name="connsiteY1" fmla="*/ 123825 h 830204"/>
                <a:gd name="connsiteX2" fmla="*/ 1159363 w 1159363"/>
                <a:gd name="connsiteY2" fmla="*/ 830204 h 830204"/>
                <a:gd name="connsiteX3" fmla="*/ 314325 w 1159363"/>
                <a:gd name="connsiteY3" fmla="*/ 830204 h 830204"/>
                <a:gd name="connsiteX4" fmla="*/ 0 w 1159363"/>
                <a:gd name="connsiteY4" fmla="*/ 0 h 830204"/>
                <a:gd name="connsiteX0" fmla="*/ 133350 w 1292713"/>
                <a:gd name="connsiteY0" fmla="*/ 0 h 830204"/>
                <a:gd name="connsiteX1" fmla="*/ 1292713 w 1292713"/>
                <a:gd name="connsiteY1" fmla="*/ 123825 h 830204"/>
                <a:gd name="connsiteX2" fmla="*/ 1292713 w 1292713"/>
                <a:gd name="connsiteY2" fmla="*/ 830204 h 830204"/>
                <a:gd name="connsiteX3" fmla="*/ 0 w 1292713"/>
                <a:gd name="connsiteY3" fmla="*/ 782579 h 830204"/>
                <a:gd name="connsiteX4" fmla="*/ 133350 w 1292713"/>
                <a:gd name="connsiteY4" fmla="*/ 0 h 830204"/>
                <a:gd name="connsiteX0" fmla="*/ 133350 w 1292713"/>
                <a:gd name="connsiteY0" fmla="*/ 0 h 3773429"/>
                <a:gd name="connsiteX1" fmla="*/ 1292713 w 1292713"/>
                <a:gd name="connsiteY1" fmla="*/ 123825 h 3773429"/>
                <a:gd name="connsiteX2" fmla="*/ 959338 w 1292713"/>
                <a:gd name="connsiteY2" fmla="*/ 3773429 h 3773429"/>
                <a:gd name="connsiteX3" fmla="*/ 0 w 1292713"/>
                <a:gd name="connsiteY3" fmla="*/ 782579 h 3773429"/>
                <a:gd name="connsiteX4" fmla="*/ 133350 w 129271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1273663"/>
                <a:gd name="connsiteY0" fmla="*/ 0 h 3773429"/>
                <a:gd name="connsiteX1" fmla="*/ 1273663 w 1273663"/>
                <a:gd name="connsiteY1" fmla="*/ 123825 h 3773429"/>
                <a:gd name="connsiteX2" fmla="*/ 940288 w 1273663"/>
                <a:gd name="connsiteY2" fmla="*/ 3773429 h 3773429"/>
                <a:gd name="connsiteX3" fmla="*/ 0 w 1273663"/>
                <a:gd name="connsiteY3" fmla="*/ 2859029 h 3773429"/>
                <a:gd name="connsiteX4" fmla="*/ 114300 w 1273663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14300 w 940288"/>
                <a:gd name="connsiteY0" fmla="*/ 0 h 3773429"/>
                <a:gd name="connsiteX1" fmla="*/ 902188 w 940288"/>
                <a:gd name="connsiteY1" fmla="*/ 809625 h 3773429"/>
                <a:gd name="connsiteX2" fmla="*/ 940288 w 940288"/>
                <a:gd name="connsiteY2" fmla="*/ 3773429 h 3773429"/>
                <a:gd name="connsiteX3" fmla="*/ 0 w 940288"/>
                <a:gd name="connsiteY3" fmla="*/ 2859029 h 3773429"/>
                <a:gd name="connsiteX4" fmla="*/ 114300 w 940288"/>
                <a:gd name="connsiteY4" fmla="*/ 0 h 3773429"/>
                <a:gd name="connsiteX0" fmla="*/ 152400 w 940288"/>
                <a:gd name="connsiteY0" fmla="*/ 0 h 3744854"/>
                <a:gd name="connsiteX1" fmla="*/ 902188 w 940288"/>
                <a:gd name="connsiteY1" fmla="*/ 781050 h 3744854"/>
                <a:gd name="connsiteX2" fmla="*/ 940288 w 940288"/>
                <a:gd name="connsiteY2" fmla="*/ 3744854 h 3744854"/>
                <a:gd name="connsiteX3" fmla="*/ 0 w 940288"/>
                <a:gd name="connsiteY3" fmla="*/ 2830454 h 3744854"/>
                <a:gd name="connsiteX4" fmla="*/ 152400 w 940288"/>
                <a:gd name="connsiteY4" fmla="*/ 0 h 3744854"/>
                <a:gd name="connsiteX0" fmla="*/ 193280 w 981168"/>
                <a:gd name="connsiteY0" fmla="*/ 0 h 3744854"/>
                <a:gd name="connsiteX1" fmla="*/ 943068 w 981168"/>
                <a:gd name="connsiteY1" fmla="*/ 781050 h 3744854"/>
                <a:gd name="connsiteX2" fmla="*/ 981168 w 981168"/>
                <a:gd name="connsiteY2" fmla="*/ 3744854 h 3744854"/>
                <a:gd name="connsiteX3" fmla="*/ 40880 w 981168"/>
                <a:gd name="connsiteY3" fmla="*/ 2830454 h 3744854"/>
                <a:gd name="connsiteX4" fmla="*/ 193280 w 981168"/>
                <a:gd name="connsiteY4" fmla="*/ 0 h 3744854"/>
                <a:gd name="connsiteX0" fmla="*/ 193280 w 973548"/>
                <a:gd name="connsiteY0" fmla="*/ 0 h 3714374"/>
                <a:gd name="connsiteX1" fmla="*/ 943068 w 973548"/>
                <a:gd name="connsiteY1" fmla="*/ 781050 h 3714374"/>
                <a:gd name="connsiteX2" fmla="*/ 973548 w 973548"/>
                <a:gd name="connsiteY2" fmla="*/ 3714374 h 3714374"/>
                <a:gd name="connsiteX3" fmla="*/ 40880 w 973548"/>
                <a:gd name="connsiteY3" fmla="*/ 2830454 h 3714374"/>
                <a:gd name="connsiteX4" fmla="*/ 193280 w 973548"/>
                <a:gd name="connsiteY4" fmla="*/ 0 h 3714374"/>
                <a:gd name="connsiteX0" fmla="*/ 193280 w 993015"/>
                <a:gd name="connsiteY0" fmla="*/ 0 h 3740019"/>
                <a:gd name="connsiteX1" fmla="*/ 943068 w 993015"/>
                <a:gd name="connsiteY1" fmla="*/ 781050 h 3740019"/>
                <a:gd name="connsiteX2" fmla="*/ 993015 w 993015"/>
                <a:gd name="connsiteY2" fmla="*/ 3740019 h 3740019"/>
                <a:gd name="connsiteX3" fmla="*/ 40880 w 993015"/>
                <a:gd name="connsiteY3" fmla="*/ 2830454 h 3740019"/>
                <a:gd name="connsiteX4" fmla="*/ 193280 w 993015"/>
                <a:gd name="connsiteY4" fmla="*/ 0 h 3740019"/>
                <a:gd name="connsiteX0" fmla="*/ 193280 w 960569"/>
                <a:gd name="connsiteY0" fmla="*/ 0 h 3733608"/>
                <a:gd name="connsiteX1" fmla="*/ 943068 w 960569"/>
                <a:gd name="connsiteY1" fmla="*/ 781050 h 3733608"/>
                <a:gd name="connsiteX2" fmla="*/ 960569 w 960569"/>
                <a:gd name="connsiteY2" fmla="*/ 3733608 h 3733608"/>
                <a:gd name="connsiteX3" fmla="*/ 40880 w 960569"/>
                <a:gd name="connsiteY3" fmla="*/ 2830454 h 3733608"/>
                <a:gd name="connsiteX4" fmla="*/ 193280 w 960569"/>
                <a:gd name="connsiteY4" fmla="*/ 0 h 3733608"/>
                <a:gd name="connsiteX0" fmla="*/ 193280 w 980036"/>
                <a:gd name="connsiteY0" fmla="*/ 0 h 3701552"/>
                <a:gd name="connsiteX1" fmla="*/ 943068 w 980036"/>
                <a:gd name="connsiteY1" fmla="*/ 781050 h 3701552"/>
                <a:gd name="connsiteX2" fmla="*/ 980036 w 980036"/>
                <a:gd name="connsiteY2" fmla="*/ 3701552 h 3701552"/>
                <a:gd name="connsiteX3" fmla="*/ 40880 w 980036"/>
                <a:gd name="connsiteY3" fmla="*/ 2830454 h 3701552"/>
                <a:gd name="connsiteX4" fmla="*/ 193280 w 980036"/>
                <a:gd name="connsiteY4" fmla="*/ 0 h 3701552"/>
                <a:gd name="connsiteX0" fmla="*/ 193280 w 980036"/>
                <a:gd name="connsiteY0" fmla="*/ 0 h 3728469"/>
                <a:gd name="connsiteX1" fmla="*/ 943068 w 980036"/>
                <a:gd name="connsiteY1" fmla="*/ 781050 h 3728469"/>
                <a:gd name="connsiteX2" fmla="*/ 980036 w 980036"/>
                <a:gd name="connsiteY2" fmla="*/ 3701552 h 3728469"/>
                <a:gd name="connsiteX3" fmla="*/ 40880 w 980036"/>
                <a:gd name="connsiteY3" fmla="*/ 2830454 h 3728469"/>
                <a:gd name="connsiteX4" fmla="*/ 193280 w 980036"/>
                <a:gd name="connsiteY4" fmla="*/ 0 h 3728469"/>
                <a:gd name="connsiteX0" fmla="*/ 193280 w 980036"/>
                <a:gd name="connsiteY0" fmla="*/ 0 h 3740410"/>
                <a:gd name="connsiteX1" fmla="*/ 943068 w 980036"/>
                <a:gd name="connsiteY1" fmla="*/ 781050 h 3740410"/>
                <a:gd name="connsiteX2" fmla="*/ 980036 w 980036"/>
                <a:gd name="connsiteY2" fmla="*/ 3701552 h 3740410"/>
                <a:gd name="connsiteX3" fmla="*/ 40880 w 980036"/>
                <a:gd name="connsiteY3" fmla="*/ 2830454 h 3740410"/>
                <a:gd name="connsiteX4" fmla="*/ 193280 w 980036"/>
                <a:gd name="connsiteY4" fmla="*/ 0 h 3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0036" h="3740410">
                  <a:moveTo>
                    <a:pt x="193280" y="0"/>
                  </a:moveTo>
                  <a:lnTo>
                    <a:pt x="943068" y="781050"/>
                  </a:lnTo>
                  <a:cubicBezTo>
                    <a:pt x="908143" y="1892810"/>
                    <a:pt x="967336" y="2713617"/>
                    <a:pt x="980036" y="3701552"/>
                  </a:cubicBezTo>
                  <a:cubicBezTo>
                    <a:pt x="896763" y="3879610"/>
                    <a:pt x="420984" y="3421004"/>
                    <a:pt x="40880" y="2830454"/>
                  </a:cubicBezTo>
                  <a:cubicBezTo>
                    <a:pt x="91680" y="1886969"/>
                    <a:pt x="-162320" y="57660"/>
                    <a:pt x="193280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835658F-C27F-313F-9C6C-DE25256990BF}"/>
                </a:ext>
              </a:extLst>
            </p:cNvPr>
            <p:cNvGrpSpPr/>
            <p:nvPr/>
          </p:nvGrpSpPr>
          <p:grpSpPr>
            <a:xfrm>
              <a:off x="2721369" y="3190702"/>
              <a:ext cx="4210729" cy="1499804"/>
              <a:chOff x="2721369" y="3190702"/>
              <a:chExt cx="4210729" cy="1499804"/>
            </a:xfrm>
            <a:grpFill/>
          </p:grpSpPr>
          <p:sp>
            <p:nvSpPr>
              <p:cNvPr id="1028" name="Rectangle 6">
                <a:extLst>
                  <a:ext uri="{FF2B5EF4-FFF2-40B4-BE49-F238E27FC236}">
                    <a16:creationId xmlns:a16="http://schemas.microsoft.com/office/drawing/2014/main" id="{D02187D6-7B75-E933-709A-44F5ECDFA608}"/>
                  </a:ext>
                </a:extLst>
              </p:cNvPr>
              <p:cNvSpPr/>
              <p:nvPr/>
            </p:nvSpPr>
            <p:spPr>
              <a:xfrm>
                <a:off x="5586858" y="3575050"/>
                <a:ext cx="1345240" cy="457200"/>
              </a:xfrm>
              <a:custGeom>
                <a:avLst/>
                <a:gdLst>
                  <a:gd name="connsiteX0" fmla="*/ 0 w 1244600"/>
                  <a:gd name="connsiteY0" fmla="*/ 0 h 304800"/>
                  <a:gd name="connsiteX1" fmla="*/ 1244600 w 1244600"/>
                  <a:gd name="connsiteY1" fmla="*/ 0 h 304800"/>
                  <a:gd name="connsiteX2" fmla="*/ 1244600 w 1244600"/>
                  <a:gd name="connsiteY2" fmla="*/ 304800 h 304800"/>
                  <a:gd name="connsiteX3" fmla="*/ 0 w 1244600"/>
                  <a:gd name="connsiteY3" fmla="*/ 304800 h 304800"/>
                  <a:gd name="connsiteX4" fmla="*/ 0 w 1244600"/>
                  <a:gd name="connsiteY4" fmla="*/ 0 h 304800"/>
                  <a:gd name="connsiteX0" fmla="*/ 0 w 1244600"/>
                  <a:gd name="connsiteY0" fmla="*/ 114300 h 419100"/>
                  <a:gd name="connsiteX1" fmla="*/ 1149350 w 1244600"/>
                  <a:gd name="connsiteY1" fmla="*/ 0 h 419100"/>
                  <a:gd name="connsiteX2" fmla="*/ 1244600 w 1244600"/>
                  <a:gd name="connsiteY2" fmla="*/ 419100 h 419100"/>
                  <a:gd name="connsiteX3" fmla="*/ 0 w 1244600"/>
                  <a:gd name="connsiteY3" fmla="*/ 419100 h 419100"/>
                  <a:gd name="connsiteX4" fmla="*/ 0 w 1244600"/>
                  <a:gd name="connsiteY4" fmla="*/ 114300 h 419100"/>
                  <a:gd name="connsiteX0" fmla="*/ 0 w 1174750"/>
                  <a:gd name="connsiteY0" fmla="*/ 114300 h 419100"/>
                  <a:gd name="connsiteX1" fmla="*/ 1149350 w 1174750"/>
                  <a:gd name="connsiteY1" fmla="*/ 0 h 419100"/>
                  <a:gd name="connsiteX2" fmla="*/ 1174750 w 1174750"/>
                  <a:gd name="connsiteY2" fmla="*/ 304800 h 419100"/>
                  <a:gd name="connsiteX3" fmla="*/ 0 w 1174750"/>
                  <a:gd name="connsiteY3" fmla="*/ 419100 h 419100"/>
                  <a:gd name="connsiteX4" fmla="*/ 0 w 1174750"/>
                  <a:gd name="connsiteY4" fmla="*/ 114300 h 419100"/>
                  <a:gd name="connsiteX0" fmla="*/ 0 w 1174750"/>
                  <a:gd name="connsiteY0" fmla="*/ 114300 h 457200"/>
                  <a:gd name="connsiteX1" fmla="*/ 1149350 w 1174750"/>
                  <a:gd name="connsiteY1" fmla="*/ 0 h 457200"/>
                  <a:gd name="connsiteX2" fmla="*/ 1174750 w 1174750"/>
                  <a:gd name="connsiteY2" fmla="*/ 304800 h 457200"/>
                  <a:gd name="connsiteX3" fmla="*/ 6350 w 1174750"/>
                  <a:gd name="connsiteY3" fmla="*/ 457200 h 457200"/>
                  <a:gd name="connsiteX4" fmla="*/ 0 w 1174750"/>
                  <a:gd name="connsiteY4" fmla="*/ 114300 h 457200"/>
                  <a:gd name="connsiteX0" fmla="*/ 0 w 1231900"/>
                  <a:gd name="connsiteY0" fmla="*/ 177800 h 457200"/>
                  <a:gd name="connsiteX1" fmla="*/ 1206500 w 1231900"/>
                  <a:gd name="connsiteY1" fmla="*/ 0 h 457200"/>
                  <a:gd name="connsiteX2" fmla="*/ 1231900 w 1231900"/>
                  <a:gd name="connsiteY2" fmla="*/ 304800 h 457200"/>
                  <a:gd name="connsiteX3" fmla="*/ 63500 w 1231900"/>
                  <a:gd name="connsiteY3" fmla="*/ 457200 h 457200"/>
                  <a:gd name="connsiteX4" fmla="*/ 0 w 1231900"/>
                  <a:gd name="connsiteY4" fmla="*/ 177800 h 457200"/>
                  <a:gd name="connsiteX0" fmla="*/ 0 w 1212850"/>
                  <a:gd name="connsiteY0" fmla="*/ 177800 h 457200"/>
                  <a:gd name="connsiteX1" fmla="*/ 1206500 w 1212850"/>
                  <a:gd name="connsiteY1" fmla="*/ 0 h 457200"/>
                  <a:gd name="connsiteX2" fmla="*/ 1212850 w 1212850"/>
                  <a:gd name="connsiteY2" fmla="*/ 254000 h 457200"/>
                  <a:gd name="connsiteX3" fmla="*/ 63500 w 1212850"/>
                  <a:gd name="connsiteY3" fmla="*/ 457200 h 457200"/>
                  <a:gd name="connsiteX4" fmla="*/ 0 w 1212850"/>
                  <a:gd name="connsiteY4" fmla="*/ 177800 h 457200"/>
                  <a:gd name="connsiteX0" fmla="*/ 0 w 1212850"/>
                  <a:gd name="connsiteY0" fmla="*/ 177800 h 457200"/>
                  <a:gd name="connsiteX1" fmla="*/ 1206500 w 1212850"/>
                  <a:gd name="connsiteY1" fmla="*/ 0 h 457200"/>
                  <a:gd name="connsiteX2" fmla="*/ 1212850 w 1212850"/>
                  <a:gd name="connsiteY2" fmla="*/ 254000 h 457200"/>
                  <a:gd name="connsiteX3" fmla="*/ 63500 w 1212850"/>
                  <a:gd name="connsiteY3" fmla="*/ 457200 h 457200"/>
                  <a:gd name="connsiteX4" fmla="*/ 0 w 1212850"/>
                  <a:gd name="connsiteY4" fmla="*/ 177800 h 457200"/>
                  <a:gd name="connsiteX0" fmla="*/ 0 w 1212850"/>
                  <a:gd name="connsiteY0" fmla="*/ 177800 h 457200"/>
                  <a:gd name="connsiteX1" fmla="*/ 1206500 w 1212850"/>
                  <a:gd name="connsiteY1" fmla="*/ 0 h 457200"/>
                  <a:gd name="connsiteX2" fmla="*/ 1212850 w 1212850"/>
                  <a:gd name="connsiteY2" fmla="*/ 254000 h 457200"/>
                  <a:gd name="connsiteX3" fmla="*/ 63500 w 1212850"/>
                  <a:gd name="connsiteY3" fmla="*/ 457200 h 457200"/>
                  <a:gd name="connsiteX4" fmla="*/ 0 w 1212850"/>
                  <a:gd name="connsiteY4" fmla="*/ 1778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2850" h="457200">
                    <a:moveTo>
                      <a:pt x="0" y="177800"/>
                    </a:moveTo>
                    <a:cubicBezTo>
                      <a:pt x="402167" y="118533"/>
                      <a:pt x="1045633" y="65617"/>
                      <a:pt x="1206500" y="0"/>
                    </a:cubicBezTo>
                    <a:lnTo>
                      <a:pt x="1212850" y="254000"/>
                    </a:lnTo>
                    <a:cubicBezTo>
                      <a:pt x="886883" y="366183"/>
                      <a:pt x="446617" y="389467"/>
                      <a:pt x="63500" y="457200"/>
                    </a:cubicBezTo>
                    <a:lnTo>
                      <a:pt x="0" y="177800"/>
                    </a:ln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9" name="Rectangle 11">
                <a:extLst>
                  <a:ext uri="{FF2B5EF4-FFF2-40B4-BE49-F238E27FC236}">
                    <a16:creationId xmlns:a16="http://schemas.microsoft.com/office/drawing/2014/main" id="{AE74393B-8923-42D6-A35D-E88989A995EF}"/>
                  </a:ext>
                </a:extLst>
              </p:cNvPr>
              <p:cNvSpPr/>
              <p:nvPr/>
            </p:nvSpPr>
            <p:spPr>
              <a:xfrm>
                <a:off x="5132152" y="4041564"/>
                <a:ext cx="182798" cy="648942"/>
              </a:xfrm>
              <a:custGeom>
                <a:avLst/>
                <a:gdLst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22310 w 222310"/>
                  <a:gd name="connsiteY2" fmla="*/ 6171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15960 w 222310"/>
                  <a:gd name="connsiteY2" fmla="*/ 5282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36242"/>
                  <a:gd name="connsiteX1" fmla="*/ 222310 w 222310"/>
                  <a:gd name="connsiteY1" fmla="*/ 0 h 636242"/>
                  <a:gd name="connsiteX2" fmla="*/ 215960 w 222310"/>
                  <a:gd name="connsiteY2" fmla="*/ 528292 h 636242"/>
                  <a:gd name="connsiteX3" fmla="*/ 50800 w 222310"/>
                  <a:gd name="connsiteY3" fmla="*/ 636242 h 636242"/>
                  <a:gd name="connsiteX4" fmla="*/ 0 w 222310"/>
                  <a:gd name="connsiteY4" fmla="*/ 0 h 636242"/>
                  <a:gd name="connsiteX0" fmla="*/ 0 w 171510"/>
                  <a:gd name="connsiteY0" fmla="*/ 0 h 648942"/>
                  <a:gd name="connsiteX1" fmla="*/ 171510 w 171510"/>
                  <a:gd name="connsiteY1" fmla="*/ 12700 h 648942"/>
                  <a:gd name="connsiteX2" fmla="*/ 165160 w 171510"/>
                  <a:gd name="connsiteY2" fmla="*/ 540992 h 648942"/>
                  <a:gd name="connsiteX3" fmla="*/ 0 w 171510"/>
                  <a:gd name="connsiteY3" fmla="*/ 648942 h 648942"/>
                  <a:gd name="connsiteX4" fmla="*/ 0 w 171510"/>
                  <a:gd name="connsiteY4" fmla="*/ 0 h 648942"/>
                  <a:gd name="connsiteX0" fmla="*/ 11288 w 182798"/>
                  <a:gd name="connsiteY0" fmla="*/ 0 h 648942"/>
                  <a:gd name="connsiteX1" fmla="*/ 182798 w 182798"/>
                  <a:gd name="connsiteY1" fmla="*/ 12700 h 648942"/>
                  <a:gd name="connsiteX2" fmla="*/ 176448 w 182798"/>
                  <a:gd name="connsiteY2" fmla="*/ 540992 h 648942"/>
                  <a:gd name="connsiteX3" fmla="*/ 11288 w 182798"/>
                  <a:gd name="connsiteY3" fmla="*/ 648942 h 648942"/>
                  <a:gd name="connsiteX4" fmla="*/ 11288 w 182798"/>
                  <a:gd name="connsiteY4" fmla="*/ 0 h 648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798" h="648942">
                    <a:moveTo>
                      <a:pt x="11288" y="0"/>
                    </a:moveTo>
                    <a:lnTo>
                      <a:pt x="182798" y="12700"/>
                    </a:lnTo>
                    <a:cubicBezTo>
                      <a:pt x="180681" y="188797"/>
                      <a:pt x="178565" y="364895"/>
                      <a:pt x="176448" y="540992"/>
                    </a:cubicBezTo>
                    <a:lnTo>
                      <a:pt x="11288" y="648942"/>
                    </a:lnTo>
                    <a:cubicBezTo>
                      <a:pt x="11288" y="432628"/>
                      <a:pt x="-14112" y="229014"/>
                      <a:pt x="11288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0" name="Rectangle 11">
                <a:extLst>
                  <a:ext uri="{FF2B5EF4-FFF2-40B4-BE49-F238E27FC236}">
                    <a16:creationId xmlns:a16="http://schemas.microsoft.com/office/drawing/2014/main" id="{87F788C3-BB12-3C20-50E0-87E4F16D1BC4}"/>
                  </a:ext>
                </a:extLst>
              </p:cNvPr>
              <p:cNvSpPr/>
              <p:nvPr/>
            </p:nvSpPr>
            <p:spPr>
              <a:xfrm flipH="1">
                <a:off x="5586858" y="4022878"/>
                <a:ext cx="165160" cy="579092"/>
              </a:xfrm>
              <a:custGeom>
                <a:avLst/>
                <a:gdLst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22310 w 222310"/>
                  <a:gd name="connsiteY2" fmla="*/ 6171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17192"/>
                  <a:gd name="connsiteX1" fmla="*/ 222310 w 222310"/>
                  <a:gd name="connsiteY1" fmla="*/ 0 h 617192"/>
                  <a:gd name="connsiteX2" fmla="*/ 215960 w 222310"/>
                  <a:gd name="connsiteY2" fmla="*/ 528292 h 617192"/>
                  <a:gd name="connsiteX3" fmla="*/ 0 w 222310"/>
                  <a:gd name="connsiteY3" fmla="*/ 617192 h 617192"/>
                  <a:gd name="connsiteX4" fmla="*/ 0 w 222310"/>
                  <a:gd name="connsiteY4" fmla="*/ 0 h 617192"/>
                  <a:gd name="connsiteX0" fmla="*/ 0 w 222310"/>
                  <a:gd name="connsiteY0" fmla="*/ 0 h 636242"/>
                  <a:gd name="connsiteX1" fmla="*/ 222310 w 222310"/>
                  <a:gd name="connsiteY1" fmla="*/ 0 h 636242"/>
                  <a:gd name="connsiteX2" fmla="*/ 215960 w 222310"/>
                  <a:gd name="connsiteY2" fmla="*/ 528292 h 636242"/>
                  <a:gd name="connsiteX3" fmla="*/ 50800 w 222310"/>
                  <a:gd name="connsiteY3" fmla="*/ 636242 h 636242"/>
                  <a:gd name="connsiteX4" fmla="*/ 0 w 222310"/>
                  <a:gd name="connsiteY4" fmla="*/ 0 h 636242"/>
                  <a:gd name="connsiteX0" fmla="*/ 0 w 171510"/>
                  <a:gd name="connsiteY0" fmla="*/ 0 h 648942"/>
                  <a:gd name="connsiteX1" fmla="*/ 171510 w 171510"/>
                  <a:gd name="connsiteY1" fmla="*/ 12700 h 648942"/>
                  <a:gd name="connsiteX2" fmla="*/ 165160 w 171510"/>
                  <a:gd name="connsiteY2" fmla="*/ 540992 h 648942"/>
                  <a:gd name="connsiteX3" fmla="*/ 0 w 171510"/>
                  <a:gd name="connsiteY3" fmla="*/ 648942 h 648942"/>
                  <a:gd name="connsiteX4" fmla="*/ 0 w 171510"/>
                  <a:gd name="connsiteY4" fmla="*/ 0 h 648942"/>
                  <a:gd name="connsiteX0" fmla="*/ 11288 w 182798"/>
                  <a:gd name="connsiteY0" fmla="*/ 0 h 648942"/>
                  <a:gd name="connsiteX1" fmla="*/ 182798 w 182798"/>
                  <a:gd name="connsiteY1" fmla="*/ 12700 h 648942"/>
                  <a:gd name="connsiteX2" fmla="*/ 176448 w 182798"/>
                  <a:gd name="connsiteY2" fmla="*/ 540992 h 648942"/>
                  <a:gd name="connsiteX3" fmla="*/ 11288 w 182798"/>
                  <a:gd name="connsiteY3" fmla="*/ 648942 h 648942"/>
                  <a:gd name="connsiteX4" fmla="*/ 11288 w 182798"/>
                  <a:gd name="connsiteY4" fmla="*/ 0 h 648942"/>
                  <a:gd name="connsiteX0" fmla="*/ 9849 w 181359"/>
                  <a:gd name="connsiteY0" fmla="*/ 0 h 540992"/>
                  <a:gd name="connsiteX1" fmla="*/ 181359 w 181359"/>
                  <a:gd name="connsiteY1" fmla="*/ 12700 h 540992"/>
                  <a:gd name="connsiteX2" fmla="*/ 175009 w 181359"/>
                  <a:gd name="connsiteY2" fmla="*/ 540992 h 540992"/>
                  <a:gd name="connsiteX3" fmla="*/ 16199 w 181359"/>
                  <a:gd name="connsiteY3" fmla="*/ 464792 h 540992"/>
                  <a:gd name="connsiteX4" fmla="*/ 9849 w 181359"/>
                  <a:gd name="connsiteY4" fmla="*/ 0 h 540992"/>
                  <a:gd name="connsiteX0" fmla="*/ 38100 w 165160"/>
                  <a:gd name="connsiteY0" fmla="*/ 0 h 579092"/>
                  <a:gd name="connsiteX1" fmla="*/ 165160 w 165160"/>
                  <a:gd name="connsiteY1" fmla="*/ 50800 h 579092"/>
                  <a:gd name="connsiteX2" fmla="*/ 158810 w 165160"/>
                  <a:gd name="connsiteY2" fmla="*/ 579092 h 579092"/>
                  <a:gd name="connsiteX3" fmla="*/ 0 w 165160"/>
                  <a:gd name="connsiteY3" fmla="*/ 502892 h 579092"/>
                  <a:gd name="connsiteX4" fmla="*/ 38100 w 165160"/>
                  <a:gd name="connsiteY4" fmla="*/ 0 h 579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160" h="579092">
                    <a:moveTo>
                      <a:pt x="38100" y="0"/>
                    </a:moveTo>
                    <a:lnTo>
                      <a:pt x="165160" y="50800"/>
                    </a:lnTo>
                    <a:cubicBezTo>
                      <a:pt x="163043" y="226897"/>
                      <a:pt x="160927" y="402995"/>
                      <a:pt x="158810" y="579092"/>
                    </a:cubicBezTo>
                    <a:lnTo>
                      <a:pt x="0" y="502892"/>
                    </a:lnTo>
                    <a:cubicBezTo>
                      <a:pt x="0" y="286578"/>
                      <a:pt x="12700" y="229014"/>
                      <a:pt x="38100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1" name="Rectangle 5">
                <a:extLst>
                  <a:ext uri="{FF2B5EF4-FFF2-40B4-BE49-F238E27FC236}">
                    <a16:creationId xmlns:a16="http://schemas.microsoft.com/office/drawing/2014/main" id="{412134E8-AD03-056A-6469-559BAD4A6F7F}"/>
                  </a:ext>
                </a:extLst>
              </p:cNvPr>
              <p:cNvSpPr/>
              <p:nvPr/>
            </p:nvSpPr>
            <p:spPr>
              <a:xfrm>
                <a:off x="2721369" y="3190702"/>
                <a:ext cx="2493569" cy="990588"/>
              </a:xfrm>
              <a:custGeom>
                <a:avLst/>
                <a:gdLst>
                  <a:gd name="connsiteX0" fmla="*/ 0 w 811213"/>
                  <a:gd name="connsiteY0" fmla="*/ 0 h 545638"/>
                  <a:gd name="connsiteX1" fmla="*/ 811213 w 811213"/>
                  <a:gd name="connsiteY1" fmla="*/ 0 h 545638"/>
                  <a:gd name="connsiteX2" fmla="*/ 811213 w 811213"/>
                  <a:gd name="connsiteY2" fmla="*/ 545638 h 545638"/>
                  <a:gd name="connsiteX3" fmla="*/ 0 w 811213"/>
                  <a:gd name="connsiteY3" fmla="*/ 545638 h 545638"/>
                  <a:gd name="connsiteX4" fmla="*/ 0 w 811213"/>
                  <a:gd name="connsiteY4" fmla="*/ 0 h 545638"/>
                  <a:gd name="connsiteX0" fmla="*/ 0 w 811213"/>
                  <a:gd name="connsiteY0" fmla="*/ 0 h 621838"/>
                  <a:gd name="connsiteX1" fmla="*/ 811213 w 811213"/>
                  <a:gd name="connsiteY1" fmla="*/ 76200 h 621838"/>
                  <a:gd name="connsiteX2" fmla="*/ 811213 w 811213"/>
                  <a:gd name="connsiteY2" fmla="*/ 621838 h 621838"/>
                  <a:gd name="connsiteX3" fmla="*/ 0 w 811213"/>
                  <a:gd name="connsiteY3" fmla="*/ 621838 h 621838"/>
                  <a:gd name="connsiteX4" fmla="*/ 0 w 811213"/>
                  <a:gd name="connsiteY4" fmla="*/ 0 h 621838"/>
                  <a:gd name="connsiteX0" fmla="*/ 7620 w 818833"/>
                  <a:gd name="connsiteY0" fmla="*/ 0 h 621838"/>
                  <a:gd name="connsiteX1" fmla="*/ 818833 w 818833"/>
                  <a:gd name="connsiteY1" fmla="*/ 76200 h 621838"/>
                  <a:gd name="connsiteX2" fmla="*/ 818833 w 818833"/>
                  <a:gd name="connsiteY2" fmla="*/ 621838 h 621838"/>
                  <a:gd name="connsiteX3" fmla="*/ 0 w 818833"/>
                  <a:gd name="connsiteY3" fmla="*/ 263698 h 621838"/>
                  <a:gd name="connsiteX4" fmla="*/ 7620 w 818833"/>
                  <a:gd name="connsiteY4" fmla="*/ 0 h 621838"/>
                  <a:gd name="connsiteX0" fmla="*/ 7620 w 2327593"/>
                  <a:gd name="connsiteY0" fmla="*/ 0 h 919018"/>
                  <a:gd name="connsiteX1" fmla="*/ 818833 w 2327593"/>
                  <a:gd name="connsiteY1" fmla="*/ 76200 h 919018"/>
                  <a:gd name="connsiteX2" fmla="*/ 2327593 w 2327593"/>
                  <a:gd name="connsiteY2" fmla="*/ 919018 h 919018"/>
                  <a:gd name="connsiteX3" fmla="*/ 0 w 2327593"/>
                  <a:gd name="connsiteY3" fmla="*/ 263698 h 919018"/>
                  <a:gd name="connsiteX4" fmla="*/ 7620 w 2327593"/>
                  <a:gd name="connsiteY4" fmla="*/ 0 h 919018"/>
                  <a:gd name="connsiteX0" fmla="*/ 7620 w 2396173"/>
                  <a:gd name="connsiteY0" fmla="*/ 0 h 919018"/>
                  <a:gd name="connsiteX1" fmla="*/ 2396173 w 2396173"/>
                  <a:gd name="connsiteY1" fmla="*/ 609600 h 919018"/>
                  <a:gd name="connsiteX2" fmla="*/ 2327593 w 2396173"/>
                  <a:gd name="connsiteY2" fmla="*/ 919018 h 919018"/>
                  <a:gd name="connsiteX3" fmla="*/ 0 w 2396173"/>
                  <a:gd name="connsiteY3" fmla="*/ 263698 h 919018"/>
                  <a:gd name="connsiteX4" fmla="*/ 7620 w 2396173"/>
                  <a:gd name="connsiteY4" fmla="*/ 0 h 919018"/>
                  <a:gd name="connsiteX0" fmla="*/ 7620 w 2396173"/>
                  <a:gd name="connsiteY0" fmla="*/ 0 h 922838"/>
                  <a:gd name="connsiteX1" fmla="*/ 2396173 w 2396173"/>
                  <a:gd name="connsiteY1" fmla="*/ 609600 h 922838"/>
                  <a:gd name="connsiteX2" fmla="*/ 2327593 w 2396173"/>
                  <a:gd name="connsiteY2" fmla="*/ 919018 h 922838"/>
                  <a:gd name="connsiteX3" fmla="*/ 0 w 2396173"/>
                  <a:gd name="connsiteY3" fmla="*/ 263698 h 922838"/>
                  <a:gd name="connsiteX4" fmla="*/ 7620 w 2396173"/>
                  <a:gd name="connsiteY4" fmla="*/ 0 h 922838"/>
                  <a:gd name="connsiteX0" fmla="*/ 7620 w 2396173"/>
                  <a:gd name="connsiteY0" fmla="*/ 0 h 911719"/>
                  <a:gd name="connsiteX1" fmla="*/ 2396173 w 2396173"/>
                  <a:gd name="connsiteY1" fmla="*/ 609600 h 911719"/>
                  <a:gd name="connsiteX2" fmla="*/ 2335213 w 2396173"/>
                  <a:gd name="connsiteY2" fmla="*/ 896158 h 911719"/>
                  <a:gd name="connsiteX3" fmla="*/ 0 w 2396173"/>
                  <a:gd name="connsiteY3" fmla="*/ 263698 h 911719"/>
                  <a:gd name="connsiteX4" fmla="*/ 7620 w 2396173"/>
                  <a:gd name="connsiteY4" fmla="*/ 0 h 911719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978435"/>
                  <a:gd name="connsiteX1" fmla="*/ 2396173 w 2396173"/>
                  <a:gd name="connsiteY1" fmla="*/ 609600 h 978435"/>
                  <a:gd name="connsiteX2" fmla="*/ 2335213 w 2396173"/>
                  <a:gd name="connsiteY2" fmla="*/ 896158 h 978435"/>
                  <a:gd name="connsiteX3" fmla="*/ 0 w 2396173"/>
                  <a:gd name="connsiteY3" fmla="*/ 263698 h 978435"/>
                  <a:gd name="connsiteX4" fmla="*/ 7620 w 2396173"/>
                  <a:gd name="connsiteY4" fmla="*/ 0 h 978435"/>
                  <a:gd name="connsiteX0" fmla="*/ 7620 w 2396173"/>
                  <a:gd name="connsiteY0" fmla="*/ 0 h 1008915"/>
                  <a:gd name="connsiteX1" fmla="*/ 2396173 w 2396173"/>
                  <a:gd name="connsiteY1" fmla="*/ 640080 h 1008915"/>
                  <a:gd name="connsiteX2" fmla="*/ 2335213 w 2396173"/>
                  <a:gd name="connsiteY2" fmla="*/ 926638 h 1008915"/>
                  <a:gd name="connsiteX3" fmla="*/ 0 w 2396173"/>
                  <a:gd name="connsiteY3" fmla="*/ 294178 h 1008915"/>
                  <a:gd name="connsiteX4" fmla="*/ 7620 w 2396173"/>
                  <a:gd name="connsiteY4" fmla="*/ 0 h 1008915"/>
                  <a:gd name="connsiteX0" fmla="*/ 7620 w 2396173"/>
                  <a:gd name="connsiteY0" fmla="*/ 0 h 1008915"/>
                  <a:gd name="connsiteX1" fmla="*/ 2396173 w 2396173"/>
                  <a:gd name="connsiteY1" fmla="*/ 640080 h 1008915"/>
                  <a:gd name="connsiteX2" fmla="*/ 2335213 w 2396173"/>
                  <a:gd name="connsiteY2" fmla="*/ 926638 h 1008915"/>
                  <a:gd name="connsiteX3" fmla="*/ 0 w 2396173"/>
                  <a:gd name="connsiteY3" fmla="*/ 294178 h 1008915"/>
                  <a:gd name="connsiteX4" fmla="*/ 7620 w 2396173"/>
                  <a:gd name="connsiteY4" fmla="*/ 0 h 1008915"/>
                  <a:gd name="connsiteX0" fmla="*/ 7620 w 2396173"/>
                  <a:gd name="connsiteY0" fmla="*/ 0 h 983515"/>
                  <a:gd name="connsiteX1" fmla="*/ 2396173 w 2396173"/>
                  <a:gd name="connsiteY1" fmla="*/ 614680 h 983515"/>
                  <a:gd name="connsiteX2" fmla="*/ 2335213 w 2396173"/>
                  <a:gd name="connsiteY2" fmla="*/ 901238 h 983515"/>
                  <a:gd name="connsiteX3" fmla="*/ 0 w 2396173"/>
                  <a:gd name="connsiteY3" fmla="*/ 268778 h 983515"/>
                  <a:gd name="connsiteX4" fmla="*/ 7620 w 2396173"/>
                  <a:gd name="connsiteY4" fmla="*/ 0 h 983515"/>
                  <a:gd name="connsiteX0" fmla="*/ 7620 w 2396173"/>
                  <a:gd name="connsiteY0" fmla="*/ 0 h 983515"/>
                  <a:gd name="connsiteX1" fmla="*/ 2396173 w 2396173"/>
                  <a:gd name="connsiteY1" fmla="*/ 614680 h 983515"/>
                  <a:gd name="connsiteX2" fmla="*/ 2335213 w 2396173"/>
                  <a:gd name="connsiteY2" fmla="*/ 901238 h 983515"/>
                  <a:gd name="connsiteX3" fmla="*/ 0 w 2396173"/>
                  <a:gd name="connsiteY3" fmla="*/ 268778 h 983515"/>
                  <a:gd name="connsiteX4" fmla="*/ 7620 w 2396173"/>
                  <a:gd name="connsiteY4" fmla="*/ 0 h 983515"/>
                  <a:gd name="connsiteX0" fmla="*/ 7620 w 2396173"/>
                  <a:gd name="connsiteY0" fmla="*/ 0 h 983515"/>
                  <a:gd name="connsiteX1" fmla="*/ 2396173 w 2396173"/>
                  <a:gd name="connsiteY1" fmla="*/ 614680 h 983515"/>
                  <a:gd name="connsiteX2" fmla="*/ 2335213 w 2396173"/>
                  <a:gd name="connsiteY2" fmla="*/ 901238 h 983515"/>
                  <a:gd name="connsiteX3" fmla="*/ 0 w 2396173"/>
                  <a:gd name="connsiteY3" fmla="*/ 268778 h 983515"/>
                  <a:gd name="connsiteX4" fmla="*/ 7620 w 2396173"/>
                  <a:gd name="connsiteY4" fmla="*/ 0 h 983515"/>
                  <a:gd name="connsiteX0" fmla="*/ 0 w 2401253"/>
                  <a:gd name="connsiteY0" fmla="*/ 0 h 983515"/>
                  <a:gd name="connsiteX1" fmla="*/ 2401253 w 2401253"/>
                  <a:gd name="connsiteY1" fmla="*/ 614680 h 983515"/>
                  <a:gd name="connsiteX2" fmla="*/ 2340293 w 2401253"/>
                  <a:gd name="connsiteY2" fmla="*/ 901238 h 983515"/>
                  <a:gd name="connsiteX3" fmla="*/ 5080 w 2401253"/>
                  <a:gd name="connsiteY3" fmla="*/ 268778 h 983515"/>
                  <a:gd name="connsiteX4" fmla="*/ 0 w 2401253"/>
                  <a:gd name="connsiteY4" fmla="*/ 0 h 983515"/>
                  <a:gd name="connsiteX0" fmla="*/ 0 w 2401253"/>
                  <a:gd name="connsiteY0" fmla="*/ 0 h 970847"/>
                  <a:gd name="connsiteX1" fmla="*/ 2401253 w 2401253"/>
                  <a:gd name="connsiteY1" fmla="*/ 614680 h 970847"/>
                  <a:gd name="connsiteX2" fmla="*/ 2340293 w 2401253"/>
                  <a:gd name="connsiteY2" fmla="*/ 901238 h 970847"/>
                  <a:gd name="connsiteX3" fmla="*/ 5080 w 2401253"/>
                  <a:gd name="connsiteY3" fmla="*/ 240203 h 970847"/>
                  <a:gd name="connsiteX4" fmla="*/ 0 w 2401253"/>
                  <a:gd name="connsiteY4" fmla="*/ 0 h 970847"/>
                  <a:gd name="connsiteX0" fmla="*/ 0 w 2401253"/>
                  <a:gd name="connsiteY0" fmla="*/ 0 h 990588"/>
                  <a:gd name="connsiteX1" fmla="*/ 2401253 w 2401253"/>
                  <a:gd name="connsiteY1" fmla="*/ 614680 h 990588"/>
                  <a:gd name="connsiteX2" fmla="*/ 2340293 w 2401253"/>
                  <a:gd name="connsiteY2" fmla="*/ 901238 h 990588"/>
                  <a:gd name="connsiteX3" fmla="*/ 5080 w 2401253"/>
                  <a:gd name="connsiteY3" fmla="*/ 240203 h 990588"/>
                  <a:gd name="connsiteX4" fmla="*/ 0 w 2401253"/>
                  <a:gd name="connsiteY4" fmla="*/ 0 h 990588"/>
                  <a:gd name="connsiteX0" fmla="*/ 0 w 2401253"/>
                  <a:gd name="connsiteY0" fmla="*/ 0 h 990588"/>
                  <a:gd name="connsiteX1" fmla="*/ 2401253 w 2401253"/>
                  <a:gd name="connsiteY1" fmla="*/ 614680 h 990588"/>
                  <a:gd name="connsiteX2" fmla="*/ 2340293 w 2401253"/>
                  <a:gd name="connsiteY2" fmla="*/ 901238 h 990588"/>
                  <a:gd name="connsiteX3" fmla="*/ 5080 w 2401253"/>
                  <a:gd name="connsiteY3" fmla="*/ 240203 h 990588"/>
                  <a:gd name="connsiteX4" fmla="*/ 0 w 2401253"/>
                  <a:gd name="connsiteY4" fmla="*/ 0 h 990588"/>
                  <a:gd name="connsiteX0" fmla="*/ 0 w 2401253"/>
                  <a:gd name="connsiteY0" fmla="*/ 0 h 990588"/>
                  <a:gd name="connsiteX1" fmla="*/ 2401253 w 2401253"/>
                  <a:gd name="connsiteY1" fmla="*/ 614680 h 990588"/>
                  <a:gd name="connsiteX2" fmla="*/ 2340293 w 2401253"/>
                  <a:gd name="connsiteY2" fmla="*/ 901238 h 990588"/>
                  <a:gd name="connsiteX3" fmla="*/ 5080 w 2401253"/>
                  <a:gd name="connsiteY3" fmla="*/ 240203 h 990588"/>
                  <a:gd name="connsiteX4" fmla="*/ 0 w 2401253"/>
                  <a:gd name="connsiteY4" fmla="*/ 0 h 990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1253" h="990588">
                    <a:moveTo>
                      <a:pt x="0" y="0"/>
                    </a:moveTo>
                    <a:cubicBezTo>
                      <a:pt x="366924" y="652780"/>
                      <a:pt x="1044364" y="880745"/>
                      <a:pt x="2401253" y="614680"/>
                    </a:cubicBezTo>
                    <a:lnTo>
                      <a:pt x="2340293" y="901238"/>
                    </a:lnTo>
                    <a:cubicBezTo>
                      <a:pt x="1914949" y="858058"/>
                      <a:pt x="796184" y="1399713"/>
                      <a:pt x="5080" y="240203"/>
                    </a:cubicBezTo>
                    <a:cubicBezTo>
                      <a:pt x="3387" y="150610"/>
                      <a:pt x="1693" y="89593"/>
                      <a:pt x="0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2" name="Oval 1031">
                <a:extLst>
                  <a:ext uri="{FF2B5EF4-FFF2-40B4-BE49-F238E27FC236}">
                    <a16:creationId xmlns:a16="http://schemas.microsoft.com/office/drawing/2014/main" id="{588BB7DD-1E7C-A020-E5F9-1CDBED9583C5}"/>
                  </a:ext>
                </a:extLst>
              </p:cNvPr>
              <p:cNvSpPr/>
              <p:nvPr/>
            </p:nvSpPr>
            <p:spPr>
              <a:xfrm>
                <a:off x="5092640" y="3762148"/>
                <a:ext cx="330200" cy="419142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3" name="Oval 1032">
                <a:extLst>
                  <a:ext uri="{FF2B5EF4-FFF2-40B4-BE49-F238E27FC236}">
                    <a16:creationId xmlns:a16="http://schemas.microsoft.com/office/drawing/2014/main" id="{14A10B85-2EB4-B99C-D094-DAC80CD4EA19}"/>
                  </a:ext>
                </a:extLst>
              </p:cNvPr>
              <p:cNvSpPr/>
              <p:nvPr/>
            </p:nvSpPr>
            <p:spPr>
              <a:xfrm>
                <a:off x="5421759" y="3716900"/>
                <a:ext cx="330200" cy="419142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24" name="Rectangle 2">
              <a:extLst>
                <a:ext uri="{FF2B5EF4-FFF2-40B4-BE49-F238E27FC236}">
                  <a16:creationId xmlns:a16="http://schemas.microsoft.com/office/drawing/2014/main" id="{A8097469-1B49-A2A2-4766-6389AC30ABA9}"/>
                </a:ext>
              </a:extLst>
            </p:cNvPr>
            <p:cNvSpPr/>
            <p:nvPr/>
          </p:nvSpPr>
          <p:spPr>
            <a:xfrm>
              <a:off x="2879725" y="2255513"/>
              <a:ext cx="3978275" cy="1016470"/>
            </a:xfrm>
            <a:custGeom>
              <a:avLst/>
              <a:gdLst>
                <a:gd name="connsiteX0" fmla="*/ 0 w 3438525"/>
                <a:gd name="connsiteY0" fmla="*/ 0 h 632179"/>
                <a:gd name="connsiteX1" fmla="*/ 3438525 w 3438525"/>
                <a:gd name="connsiteY1" fmla="*/ 0 h 632179"/>
                <a:gd name="connsiteX2" fmla="*/ 3438525 w 3438525"/>
                <a:gd name="connsiteY2" fmla="*/ 632179 h 632179"/>
                <a:gd name="connsiteX3" fmla="*/ 0 w 3438525"/>
                <a:gd name="connsiteY3" fmla="*/ 632179 h 632179"/>
                <a:gd name="connsiteX4" fmla="*/ 0 w 3438525"/>
                <a:gd name="connsiteY4" fmla="*/ 0 h 632179"/>
                <a:gd name="connsiteX0" fmla="*/ 0 w 3609975"/>
                <a:gd name="connsiteY0" fmla="*/ 0 h 679804"/>
                <a:gd name="connsiteX1" fmla="*/ 3609975 w 3609975"/>
                <a:gd name="connsiteY1" fmla="*/ 47625 h 679804"/>
                <a:gd name="connsiteX2" fmla="*/ 3609975 w 3609975"/>
                <a:gd name="connsiteY2" fmla="*/ 679804 h 679804"/>
                <a:gd name="connsiteX3" fmla="*/ 171450 w 3609975"/>
                <a:gd name="connsiteY3" fmla="*/ 679804 h 679804"/>
                <a:gd name="connsiteX4" fmla="*/ 0 w 3609975"/>
                <a:gd name="connsiteY4" fmla="*/ 0 h 679804"/>
                <a:gd name="connsiteX0" fmla="*/ 0 w 3609975"/>
                <a:gd name="connsiteY0" fmla="*/ 190500 h 870304"/>
                <a:gd name="connsiteX1" fmla="*/ 3009900 w 3609975"/>
                <a:gd name="connsiteY1" fmla="*/ 0 h 870304"/>
                <a:gd name="connsiteX2" fmla="*/ 3609975 w 3609975"/>
                <a:gd name="connsiteY2" fmla="*/ 870304 h 870304"/>
                <a:gd name="connsiteX3" fmla="*/ 171450 w 3609975"/>
                <a:gd name="connsiteY3" fmla="*/ 870304 h 870304"/>
                <a:gd name="connsiteX4" fmla="*/ 0 w 3609975"/>
                <a:gd name="connsiteY4" fmla="*/ 190500 h 870304"/>
                <a:gd name="connsiteX0" fmla="*/ 0 w 3609975"/>
                <a:gd name="connsiteY0" fmla="*/ 190500 h 1013179"/>
                <a:gd name="connsiteX1" fmla="*/ 3009900 w 3609975"/>
                <a:gd name="connsiteY1" fmla="*/ 0 h 1013179"/>
                <a:gd name="connsiteX2" fmla="*/ 3609975 w 3609975"/>
                <a:gd name="connsiteY2" fmla="*/ 870304 h 1013179"/>
                <a:gd name="connsiteX3" fmla="*/ 809625 w 3609975"/>
                <a:gd name="connsiteY3" fmla="*/ 1013179 h 1013179"/>
                <a:gd name="connsiteX4" fmla="*/ 0 w 360997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3179"/>
                <a:gd name="connsiteX1" fmla="*/ 3009900 w 3971925"/>
                <a:gd name="connsiteY1" fmla="*/ 0 h 1013179"/>
                <a:gd name="connsiteX2" fmla="*/ 3971925 w 3971925"/>
                <a:gd name="connsiteY2" fmla="*/ 708379 h 1013179"/>
                <a:gd name="connsiteX3" fmla="*/ 809625 w 3971925"/>
                <a:gd name="connsiteY3" fmla="*/ 1013179 h 1013179"/>
                <a:gd name="connsiteX4" fmla="*/ 0 w 3971925"/>
                <a:gd name="connsiteY4" fmla="*/ 190500 h 1013179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0500 h 1014557"/>
                <a:gd name="connsiteX1" fmla="*/ 3009900 w 3971925"/>
                <a:gd name="connsiteY1" fmla="*/ 0 h 1014557"/>
                <a:gd name="connsiteX2" fmla="*/ 3971925 w 3971925"/>
                <a:gd name="connsiteY2" fmla="*/ 708379 h 1014557"/>
                <a:gd name="connsiteX3" fmla="*/ 809625 w 3971925"/>
                <a:gd name="connsiteY3" fmla="*/ 1013179 h 1014557"/>
                <a:gd name="connsiteX4" fmla="*/ 0 w 3971925"/>
                <a:gd name="connsiteY4" fmla="*/ 190500 h 1014557"/>
                <a:gd name="connsiteX0" fmla="*/ 0 w 3971925"/>
                <a:gd name="connsiteY0" fmla="*/ 196968 h 1021025"/>
                <a:gd name="connsiteX1" fmla="*/ 3009900 w 3971925"/>
                <a:gd name="connsiteY1" fmla="*/ 6468 h 1021025"/>
                <a:gd name="connsiteX2" fmla="*/ 3971925 w 3971925"/>
                <a:gd name="connsiteY2" fmla="*/ 714847 h 1021025"/>
                <a:gd name="connsiteX3" fmla="*/ 809625 w 3971925"/>
                <a:gd name="connsiteY3" fmla="*/ 1019647 h 1021025"/>
                <a:gd name="connsiteX4" fmla="*/ 0 w 3971925"/>
                <a:gd name="connsiteY4" fmla="*/ 196968 h 1021025"/>
                <a:gd name="connsiteX0" fmla="*/ 0 w 4010025"/>
                <a:gd name="connsiteY0" fmla="*/ 212568 h 1017575"/>
                <a:gd name="connsiteX1" fmla="*/ 3048000 w 4010025"/>
                <a:gd name="connsiteY1" fmla="*/ 3018 h 1017575"/>
                <a:gd name="connsiteX2" fmla="*/ 4010025 w 4010025"/>
                <a:gd name="connsiteY2" fmla="*/ 711397 h 1017575"/>
                <a:gd name="connsiteX3" fmla="*/ 847725 w 4010025"/>
                <a:gd name="connsiteY3" fmla="*/ 1016197 h 1017575"/>
                <a:gd name="connsiteX4" fmla="*/ 0 w 4010025"/>
                <a:gd name="connsiteY4" fmla="*/ 212568 h 1017575"/>
                <a:gd name="connsiteX0" fmla="*/ 0 w 4010025"/>
                <a:gd name="connsiteY0" fmla="*/ 189807 h 1023389"/>
                <a:gd name="connsiteX1" fmla="*/ 3048000 w 4010025"/>
                <a:gd name="connsiteY1" fmla="*/ 8832 h 1023389"/>
                <a:gd name="connsiteX2" fmla="*/ 4010025 w 4010025"/>
                <a:gd name="connsiteY2" fmla="*/ 717211 h 1023389"/>
                <a:gd name="connsiteX3" fmla="*/ 847725 w 4010025"/>
                <a:gd name="connsiteY3" fmla="*/ 1022011 h 1023389"/>
                <a:gd name="connsiteX4" fmla="*/ 0 w 4010025"/>
                <a:gd name="connsiteY4" fmla="*/ 189807 h 1023389"/>
                <a:gd name="connsiteX0" fmla="*/ 0 w 3997325"/>
                <a:gd name="connsiteY0" fmla="*/ 226808 h 1015940"/>
                <a:gd name="connsiteX1" fmla="*/ 3035300 w 3997325"/>
                <a:gd name="connsiteY1" fmla="*/ 1383 h 1015940"/>
                <a:gd name="connsiteX2" fmla="*/ 3997325 w 3997325"/>
                <a:gd name="connsiteY2" fmla="*/ 709762 h 1015940"/>
                <a:gd name="connsiteX3" fmla="*/ 835025 w 3997325"/>
                <a:gd name="connsiteY3" fmla="*/ 1014562 h 1015940"/>
                <a:gd name="connsiteX4" fmla="*/ 0 w 3997325"/>
                <a:gd name="connsiteY4" fmla="*/ 226808 h 1015940"/>
                <a:gd name="connsiteX0" fmla="*/ 0 w 3971925"/>
                <a:gd name="connsiteY0" fmla="*/ 238844 h 1015276"/>
                <a:gd name="connsiteX1" fmla="*/ 3009900 w 3971925"/>
                <a:gd name="connsiteY1" fmla="*/ 719 h 1015276"/>
                <a:gd name="connsiteX2" fmla="*/ 3971925 w 3971925"/>
                <a:gd name="connsiteY2" fmla="*/ 709098 h 1015276"/>
                <a:gd name="connsiteX3" fmla="*/ 809625 w 3971925"/>
                <a:gd name="connsiteY3" fmla="*/ 1013898 h 1015276"/>
                <a:gd name="connsiteX4" fmla="*/ 0 w 3971925"/>
                <a:gd name="connsiteY4" fmla="*/ 238844 h 1015276"/>
                <a:gd name="connsiteX0" fmla="*/ 0 w 3978275"/>
                <a:gd name="connsiteY0" fmla="*/ 220988 h 1016470"/>
                <a:gd name="connsiteX1" fmla="*/ 3016250 w 3978275"/>
                <a:gd name="connsiteY1" fmla="*/ 1913 h 1016470"/>
                <a:gd name="connsiteX2" fmla="*/ 3978275 w 3978275"/>
                <a:gd name="connsiteY2" fmla="*/ 710292 h 1016470"/>
                <a:gd name="connsiteX3" fmla="*/ 815975 w 3978275"/>
                <a:gd name="connsiteY3" fmla="*/ 1015092 h 1016470"/>
                <a:gd name="connsiteX4" fmla="*/ 0 w 3978275"/>
                <a:gd name="connsiteY4" fmla="*/ 220988 h 1016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275" h="1016470">
                  <a:moveTo>
                    <a:pt x="0" y="220988"/>
                  </a:moveTo>
                  <a:cubicBezTo>
                    <a:pt x="555625" y="-23487"/>
                    <a:pt x="2212975" y="-1262"/>
                    <a:pt x="3016250" y="1913"/>
                  </a:cubicBezTo>
                  <a:cubicBezTo>
                    <a:pt x="3565525" y="199939"/>
                    <a:pt x="3905250" y="540841"/>
                    <a:pt x="3978275" y="710292"/>
                  </a:cubicBezTo>
                  <a:cubicBezTo>
                    <a:pt x="3857625" y="954767"/>
                    <a:pt x="1574800" y="1027792"/>
                    <a:pt x="815975" y="1015092"/>
                  </a:cubicBezTo>
                  <a:cubicBezTo>
                    <a:pt x="479425" y="931366"/>
                    <a:pt x="88900" y="399964"/>
                    <a:pt x="0" y="220988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Block Arc 14">
              <a:extLst>
                <a:ext uri="{FF2B5EF4-FFF2-40B4-BE49-F238E27FC236}">
                  <a16:creationId xmlns:a16="http://schemas.microsoft.com/office/drawing/2014/main" id="{4EACFE43-BBC4-558D-3EDB-ECC16EB243D8}"/>
                </a:ext>
              </a:extLst>
            </p:cNvPr>
            <p:cNvSpPr/>
            <p:nvPr/>
          </p:nvSpPr>
          <p:spPr>
            <a:xfrm>
              <a:off x="3748137" y="1855269"/>
              <a:ext cx="2209699" cy="926595"/>
            </a:xfrm>
            <a:custGeom>
              <a:avLst/>
              <a:gdLst>
                <a:gd name="connsiteX0" fmla="*/ 0 w 1889024"/>
                <a:gd name="connsiteY0" fmla="*/ 750239 h 1500478"/>
                <a:gd name="connsiteX1" fmla="*/ 944512 w 1889024"/>
                <a:gd name="connsiteY1" fmla="*/ 0 h 1500478"/>
                <a:gd name="connsiteX2" fmla="*/ 1889024 w 1889024"/>
                <a:gd name="connsiteY2" fmla="*/ 750239 h 1500478"/>
                <a:gd name="connsiteX3" fmla="*/ 1513905 w 1889024"/>
                <a:gd name="connsiteY3" fmla="*/ 750239 h 1500478"/>
                <a:gd name="connsiteX4" fmla="*/ 944512 w 1889024"/>
                <a:gd name="connsiteY4" fmla="*/ 375119 h 1500478"/>
                <a:gd name="connsiteX5" fmla="*/ 375119 w 1889024"/>
                <a:gd name="connsiteY5" fmla="*/ 750239 h 1500478"/>
                <a:gd name="connsiteX6" fmla="*/ 0 w 1889024"/>
                <a:gd name="connsiteY6" fmla="*/ 750239 h 1500478"/>
                <a:gd name="connsiteX0" fmla="*/ 0 w 2212874"/>
                <a:gd name="connsiteY0" fmla="*/ 751504 h 751504"/>
                <a:gd name="connsiteX1" fmla="*/ 944512 w 2212874"/>
                <a:gd name="connsiteY1" fmla="*/ 1265 h 751504"/>
                <a:gd name="connsiteX2" fmla="*/ 2212874 w 2212874"/>
                <a:gd name="connsiteY2" fmla="*/ 627679 h 751504"/>
                <a:gd name="connsiteX3" fmla="*/ 1513905 w 2212874"/>
                <a:gd name="connsiteY3" fmla="*/ 751504 h 751504"/>
                <a:gd name="connsiteX4" fmla="*/ 944512 w 2212874"/>
                <a:gd name="connsiteY4" fmla="*/ 376384 h 751504"/>
                <a:gd name="connsiteX5" fmla="*/ 375119 w 2212874"/>
                <a:gd name="connsiteY5" fmla="*/ 751504 h 751504"/>
                <a:gd name="connsiteX6" fmla="*/ 0 w 2212874"/>
                <a:gd name="connsiteY6" fmla="*/ 751504 h 751504"/>
                <a:gd name="connsiteX0" fmla="*/ 0 w 2212874"/>
                <a:gd name="connsiteY0" fmla="*/ 751504 h 751504"/>
                <a:gd name="connsiteX1" fmla="*/ 944512 w 2212874"/>
                <a:gd name="connsiteY1" fmla="*/ 1265 h 751504"/>
                <a:gd name="connsiteX2" fmla="*/ 2212874 w 2212874"/>
                <a:gd name="connsiteY2" fmla="*/ 627679 h 751504"/>
                <a:gd name="connsiteX3" fmla="*/ 1828230 w 2212874"/>
                <a:gd name="connsiteY3" fmla="*/ 580054 h 751504"/>
                <a:gd name="connsiteX4" fmla="*/ 944512 w 2212874"/>
                <a:gd name="connsiteY4" fmla="*/ 376384 h 751504"/>
                <a:gd name="connsiteX5" fmla="*/ 375119 w 2212874"/>
                <a:gd name="connsiteY5" fmla="*/ 751504 h 751504"/>
                <a:gd name="connsiteX6" fmla="*/ 0 w 2212874"/>
                <a:gd name="connsiteY6" fmla="*/ 751504 h 751504"/>
                <a:gd name="connsiteX0" fmla="*/ 0 w 2212874"/>
                <a:gd name="connsiteY0" fmla="*/ 912939 h 912939"/>
                <a:gd name="connsiteX1" fmla="*/ 973087 w 2212874"/>
                <a:gd name="connsiteY1" fmla="*/ 775 h 912939"/>
                <a:gd name="connsiteX2" fmla="*/ 2212874 w 2212874"/>
                <a:gd name="connsiteY2" fmla="*/ 789114 h 912939"/>
                <a:gd name="connsiteX3" fmla="*/ 1828230 w 2212874"/>
                <a:gd name="connsiteY3" fmla="*/ 741489 h 912939"/>
                <a:gd name="connsiteX4" fmla="*/ 944512 w 2212874"/>
                <a:gd name="connsiteY4" fmla="*/ 537819 h 912939"/>
                <a:gd name="connsiteX5" fmla="*/ 375119 w 2212874"/>
                <a:gd name="connsiteY5" fmla="*/ 912939 h 912939"/>
                <a:gd name="connsiteX6" fmla="*/ 0 w 2212874"/>
                <a:gd name="connsiteY6" fmla="*/ 912939 h 912939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944512 w 2212874"/>
                <a:gd name="connsiteY4" fmla="*/ 549850 h 924970"/>
                <a:gd name="connsiteX5" fmla="*/ 375119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375119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828230 w 2212874"/>
                <a:gd name="connsiteY3" fmla="*/ 753520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212874"/>
                <a:gd name="connsiteY0" fmla="*/ 924970 h 924970"/>
                <a:gd name="connsiteX1" fmla="*/ 973087 w 2212874"/>
                <a:gd name="connsiteY1" fmla="*/ 12806 h 924970"/>
                <a:gd name="connsiteX2" fmla="*/ 2212874 w 2212874"/>
                <a:gd name="connsiteY2" fmla="*/ 801145 h 924970"/>
                <a:gd name="connsiteX3" fmla="*/ 1990155 w 2212874"/>
                <a:gd name="connsiteY3" fmla="*/ 782095 h 924970"/>
                <a:gd name="connsiteX4" fmla="*/ 1296937 w 2212874"/>
                <a:gd name="connsiteY4" fmla="*/ 121225 h 924970"/>
                <a:gd name="connsiteX5" fmla="*/ 251294 w 2212874"/>
                <a:gd name="connsiteY5" fmla="*/ 924970 h 924970"/>
                <a:gd name="connsiteX6" fmla="*/ 0 w 2212874"/>
                <a:gd name="connsiteY6" fmla="*/ 924970 h 924970"/>
                <a:gd name="connsiteX0" fmla="*/ 0 w 2165249"/>
                <a:gd name="connsiteY0" fmla="*/ 912436 h 912436"/>
                <a:gd name="connsiteX1" fmla="*/ 973087 w 2165249"/>
                <a:gd name="connsiteY1" fmla="*/ 272 h 912436"/>
                <a:gd name="connsiteX2" fmla="*/ 2165249 w 2165249"/>
                <a:gd name="connsiteY2" fmla="*/ 836236 h 912436"/>
                <a:gd name="connsiteX3" fmla="*/ 1990155 w 2165249"/>
                <a:gd name="connsiteY3" fmla="*/ 769561 h 912436"/>
                <a:gd name="connsiteX4" fmla="*/ 1296937 w 2165249"/>
                <a:gd name="connsiteY4" fmla="*/ 108691 h 912436"/>
                <a:gd name="connsiteX5" fmla="*/ 251294 w 2165249"/>
                <a:gd name="connsiteY5" fmla="*/ 912436 h 912436"/>
                <a:gd name="connsiteX6" fmla="*/ 0 w 2165249"/>
                <a:gd name="connsiteY6" fmla="*/ 912436 h 912436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1990155 w 2165249"/>
                <a:gd name="connsiteY3" fmla="*/ 77597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1990155 w 2165249"/>
                <a:gd name="connsiteY3" fmla="*/ 77597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2002855 w 2165249"/>
                <a:gd name="connsiteY3" fmla="*/ 80772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165249"/>
                <a:gd name="connsiteY0" fmla="*/ 918845 h 918845"/>
                <a:gd name="connsiteX1" fmla="*/ 973087 w 2165249"/>
                <a:gd name="connsiteY1" fmla="*/ 6681 h 918845"/>
                <a:gd name="connsiteX2" fmla="*/ 2165249 w 2165249"/>
                <a:gd name="connsiteY2" fmla="*/ 842645 h 918845"/>
                <a:gd name="connsiteX3" fmla="*/ 2002855 w 2165249"/>
                <a:gd name="connsiteY3" fmla="*/ 807720 h 918845"/>
                <a:gd name="connsiteX4" fmla="*/ 1296937 w 2165249"/>
                <a:gd name="connsiteY4" fmla="*/ 115100 h 918845"/>
                <a:gd name="connsiteX5" fmla="*/ 251294 w 2165249"/>
                <a:gd name="connsiteY5" fmla="*/ 918845 h 918845"/>
                <a:gd name="connsiteX6" fmla="*/ 0 w 2165249"/>
                <a:gd name="connsiteY6" fmla="*/ 918845 h 918845"/>
                <a:gd name="connsiteX0" fmla="*/ 0 w 2241449"/>
                <a:gd name="connsiteY0" fmla="*/ 913031 h 913031"/>
                <a:gd name="connsiteX1" fmla="*/ 973087 w 2241449"/>
                <a:gd name="connsiteY1" fmla="*/ 867 h 913031"/>
                <a:gd name="connsiteX2" fmla="*/ 2241449 w 2241449"/>
                <a:gd name="connsiteY2" fmla="*/ 782856 h 913031"/>
                <a:gd name="connsiteX3" fmla="*/ 2002855 w 2241449"/>
                <a:gd name="connsiteY3" fmla="*/ 801906 h 913031"/>
                <a:gd name="connsiteX4" fmla="*/ 1296937 w 2241449"/>
                <a:gd name="connsiteY4" fmla="*/ 109286 h 913031"/>
                <a:gd name="connsiteX5" fmla="*/ 251294 w 2241449"/>
                <a:gd name="connsiteY5" fmla="*/ 913031 h 913031"/>
                <a:gd name="connsiteX6" fmla="*/ 0 w 2241449"/>
                <a:gd name="connsiteY6" fmla="*/ 913031 h 913031"/>
                <a:gd name="connsiteX0" fmla="*/ 0 w 2241449"/>
                <a:gd name="connsiteY0" fmla="*/ 912678 h 912678"/>
                <a:gd name="connsiteX1" fmla="*/ 973087 w 2241449"/>
                <a:gd name="connsiteY1" fmla="*/ 514 h 912678"/>
                <a:gd name="connsiteX2" fmla="*/ 2241449 w 2241449"/>
                <a:gd name="connsiteY2" fmla="*/ 782503 h 912678"/>
                <a:gd name="connsiteX3" fmla="*/ 2002855 w 2241449"/>
                <a:gd name="connsiteY3" fmla="*/ 801553 h 912678"/>
                <a:gd name="connsiteX4" fmla="*/ 1296937 w 2241449"/>
                <a:gd name="connsiteY4" fmla="*/ 108933 h 912678"/>
                <a:gd name="connsiteX5" fmla="*/ 251294 w 2241449"/>
                <a:gd name="connsiteY5" fmla="*/ 912678 h 912678"/>
                <a:gd name="connsiteX6" fmla="*/ 0 w 2241449"/>
                <a:gd name="connsiteY6" fmla="*/ 912678 h 912678"/>
                <a:gd name="connsiteX0" fmla="*/ 0 w 2241449"/>
                <a:gd name="connsiteY0" fmla="*/ 920459 h 920459"/>
                <a:gd name="connsiteX1" fmla="*/ 973087 w 2241449"/>
                <a:gd name="connsiteY1" fmla="*/ 8295 h 920459"/>
                <a:gd name="connsiteX2" fmla="*/ 2241449 w 2241449"/>
                <a:gd name="connsiteY2" fmla="*/ 790284 h 920459"/>
                <a:gd name="connsiteX3" fmla="*/ 2002855 w 2241449"/>
                <a:gd name="connsiteY3" fmla="*/ 809334 h 920459"/>
                <a:gd name="connsiteX4" fmla="*/ 1296937 w 2241449"/>
                <a:gd name="connsiteY4" fmla="*/ 116714 h 920459"/>
                <a:gd name="connsiteX5" fmla="*/ 251294 w 2241449"/>
                <a:gd name="connsiteY5" fmla="*/ 920459 h 920459"/>
                <a:gd name="connsiteX6" fmla="*/ 0 w 2241449"/>
                <a:gd name="connsiteY6" fmla="*/ 920459 h 920459"/>
                <a:gd name="connsiteX0" fmla="*/ 0 w 2241449"/>
                <a:gd name="connsiteY0" fmla="*/ 926647 h 926647"/>
                <a:gd name="connsiteX1" fmla="*/ 973087 w 2241449"/>
                <a:gd name="connsiteY1" fmla="*/ 14483 h 926647"/>
                <a:gd name="connsiteX2" fmla="*/ 2241449 w 2241449"/>
                <a:gd name="connsiteY2" fmla="*/ 796472 h 926647"/>
                <a:gd name="connsiteX3" fmla="*/ 2002855 w 2241449"/>
                <a:gd name="connsiteY3" fmla="*/ 815522 h 926647"/>
                <a:gd name="connsiteX4" fmla="*/ 1296937 w 2241449"/>
                <a:gd name="connsiteY4" fmla="*/ 122902 h 926647"/>
                <a:gd name="connsiteX5" fmla="*/ 251294 w 2241449"/>
                <a:gd name="connsiteY5" fmla="*/ 926647 h 926647"/>
                <a:gd name="connsiteX6" fmla="*/ 0 w 2241449"/>
                <a:gd name="connsiteY6" fmla="*/ 926647 h 926647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02855 w 2209699"/>
                <a:gd name="connsiteY3" fmla="*/ 815470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  <a:gd name="connsiteX6" fmla="*/ 0 w 2209699"/>
                <a:gd name="connsiteY6" fmla="*/ 926595 h 926595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44130 w 2209699"/>
                <a:gd name="connsiteY3" fmla="*/ 805945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  <a:gd name="connsiteX6" fmla="*/ 0 w 2209699"/>
                <a:gd name="connsiteY6" fmla="*/ 926595 h 926595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44130 w 2209699"/>
                <a:gd name="connsiteY3" fmla="*/ 805945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  <a:gd name="connsiteX6" fmla="*/ 0 w 2209699"/>
                <a:gd name="connsiteY6" fmla="*/ 926595 h 926595"/>
                <a:gd name="connsiteX0" fmla="*/ 0 w 2209699"/>
                <a:gd name="connsiteY0" fmla="*/ 926595 h 1018035"/>
                <a:gd name="connsiteX1" fmla="*/ 973087 w 2209699"/>
                <a:gd name="connsiteY1" fmla="*/ 14431 h 1018035"/>
                <a:gd name="connsiteX2" fmla="*/ 2209699 w 2209699"/>
                <a:gd name="connsiteY2" fmla="*/ 799595 h 1018035"/>
                <a:gd name="connsiteX3" fmla="*/ 2044130 w 2209699"/>
                <a:gd name="connsiteY3" fmla="*/ 805945 h 1018035"/>
                <a:gd name="connsiteX4" fmla="*/ 1296937 w 2209699"/>
                <a:gd name="connsiteY4" fmla="*/ 122850 h 1018035"/>
                <a:gd name="connsiteX5" fmla="*/ 251294 w 2209699"/>
                <a:gd name="connsiteY5" fmla="*/ 926595 h 1018035"/>
                <a:gd name="connsiteX6" fmla="*/ 91440 w 2209699"/>
                <a:gd name="connsiteY6" fmla="*/ 1018035 h 1018035"/>
                <a:gd name="connsiteX0" fmla="*/ 0 w 2209699"/>
                <a:gd name="connsiteY0" fmla="*/ 926595 h 926595"/>
                <a:gd name="connsiteX1" fmla="*/ 973087 w 2209699"/>
                <a:gd name="connsiteY1" fmla="*/ 14431 h 926595"/>
                <a:gd name="connsiteX2" fmla="*/ 2209699 w 2209699"/>
                <a:gd name="connsiteY2" fmla="*/ 799595 h 926595"/>
                <a:gd name="connsiteX3" fmla="*/ 2044130 w 2209699"/>
                <a:gd name="connsiteY3" fmla="*/ 805945 h 926595"/>
                <a:gd name="connsiteX4" fmla="*/ 1296937 w 2209699"/>
                <a:gd name="connsiteY4" fmla="*/ 122850 h 926595"/>
                <a:gd name="connsiteX5" fmla="*/ 251294 w 2209699"/>
                <a:gd name="connsiteY5" fmla="*/ 926595 h 926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09699" h="926595">
                  <a:moveTo>
                    <a:pt x="0" y="926595"/>
                  </a:moveTo>
                  <a:cubicBezTo>
                    <a:pt x="85725" y="636074"/>
                    <a:pt x="428062" y="109152"/>
                    <a:pt x="973087" y="14431"/>
                  </a:cubicBezTo>
                  <a:cubicBezTo>
                    <a:pt x="1635587" y="-115215"/>
                    <a:pt x="2082699" y="667824"/>
                    <a:pt x="2209699" y="799595"/>
                  </a:cubicBezTo>
                  <a:cubicBezTo>
                    <a:pt x="2084659" y="799595"/>
                    <a:pt x="2169170" y="805945"/>
                    <a:pt x="2044130" y="805945"/>
                  </a:cubicBezTo>
                  <a:cubicBezTo>
                    <a:pt x="1923480" y="611472"/>
                    <a:pt x="1617754" y="59350"/>
                    <a:pt x="1296937" y="122850"/>
                  </a:cubicBezTo>
                  <a:cubicBezTo>
                    <a:pt x="811020" y="132375"/>
                    <a:pt x="251294" y="719422"/>
                    <a:pt x="251294" y="926595"/>
                  </a:cubicBezTo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27" name="Rectangle: Rounded Corners 1026">
              <a:extLst>
                <a:ext uri="{FF2B5EF4-FFF2-40B4-BE49-F238E27FC236}">
                  <a16:creationId xmlns:a16="http://schemas.microsoft.com/office/drawing/2014/main" id="{4BAD03E8-2979-B804-99B4-A1D0ECA9CAF6}"/>
                </a:ext>
              </a:extLst>
            </p:cNvPr>
            <p:cNvSpPr/>
            <p:nvPr/>
          </p:nvSpPr>
          <p:spPr>
            <a:xfrm rot="5194689">
              <a:off x="5783685" y="2517966"/>
              <a:ext cx="168026" cy="35956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9310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3898976" y="795135"/>
            <a:ext cx="62209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Water Bottle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BAEFAA-D75F-38BE-10A4-FC889779D4BD}"/>
              </a:ext>
            </a:extLst>
          </p:cNvPr>
          <p:cNvGrpSpPr/>
          <p:nvPr/>
        </p:nvGrpSpPr>
        <p:grpSpPr>
          <a:xfrm>
            <a:off x="3713462" y="2125784"/>
            <a:ext cx="2112864" cy="5613055"/>
            <a:chOff x="1457136" y="1723830"/>
            <a:chExt cx="2487055" cy="660713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2806D7B-2160-BCE7-2F07-E7A1B77919C6}"/>
                </a:ext>
              </a:extLst>
            </p:cNvPr>
            <p:cNvSpPr/>
            <p:nvPr/>
          </p:nvSpPr>
          <p:spPr>
            <a:xfrm>
              <a:off x="1457136" y="2466361"/>
              <a:ext cx="2487054" cy="5851436"/>
            </a:xfrm>
            <a:custGeom>
              <a:avLst/>
              <a:gdLst>
                <a:gd name="connsiteX0" fmla="*/ 0 w 1016000"/>
                <a:gd name="connsiteY0" fmla="*/ 0 h 935640"/>
                <a:gd name="connsiteX1" fmla="*/ 1016000 w 1016000"/>
                <a:gd name="connsiteY1" fmla="*/ 0 h 935640"/>
                <a:gd name="connsiteX2" fmla="*/ 1016000 w 1016000"/>
                <a:gd name="connsiteY2" fmla="*/ 935640 h 935640"/>
                <a:gd name="connsiteX3" fmla="*/ 0 w 1016000"/>
                <a:gd name="connsiteY3" fmla="*/ 935640 h 935640"/>
                <a:gd name="connsiteX4" fmla="*/ 0 w 1016000"/>
                <a:gd name="connsiteY4" fmla="*/ 0 h 935640"/>
                <a:gd name="connsiteX0" fmla="*/ 638629 w 1654629"/>
                <a:gd name="connsiteY0" fmla="*/ 0 h 1051754"/>
                <a:gd name="connsiteX1" fmla="*/ 1654629 w 1654629"/>
                <a:gd name="connsiteY1" fmla="*/ 0 h 1051754"/>
                <a:gd name="connsiteX2" fmla="*/ 1654629 w 1654629"/>
                <a:gd name="connsiteY2" fmla="*/ 935640 h 1051754"/>
                <a:gd name="connsiteX3" fmla="*/ 0 w 1654629"/>
                <a:gd name="connsiteY3" fmla="*/ 1051754 h 1051754"/>
                <a:gd name="connsiteX4" fmla="*/ 638629 w 1654629"/>
                <a:gd name="connsiteY4" fmla="*/ 0 h 1051754"/>
                <a:gd name="connsiteX0" fmla="*/ 638629 w 2249715"/>
                <a:gd name="connsiteY0" fmla="*/ 0 h 1051754"/>
                <a:gd name="connsiteX1" fmla="*/ 1654629 w 2249715"/>
                <a:gd name="connsiteY1" fmla="*/ 0 h 1051754"/>
                <a:gd name="connsiteX2" fmla="*/ 2249715 w 2249715"/>
                <a:gd name="connsiteY2" fmla="*/ 1037240 h 1051754"/>
                <a:gd name="connsiteX3" fmla="*/ 0 w 2249715"/>
                <a:gd name="connsiteY3" fmla="*/ 1051754 h 1051754"/>
                <a:gd name="connsiteX4" fmla="*/ 638629 w 2249715"/>
                <a:gd name="connsiteY4" fmla="*/ 0 h 1051754"/>
                <a:gd name="connsiteX0" fmla="*/ 638629 w 2249715"/>
                <a:gd name="connsiteY0" fmla="*/ 0 h 2039827"/>
                <a:gd name="connsiteX1" fmla="*/ 1654629 w 2249715"/>
                <a:gd name="connsiteY1" fmla="*/ 0 h 2039827"/>
                <a:gd name="connsiteX2" fmla="*/ 2249715 w 2249715"/>
                <a:gd name="connsiteY2" fmla="*/ 1037240 h 2039827"/>
                <a:gd name="connsiteX3" fmla="*/ 2104573 w 2249715"/>
                <a:gd name="connsiteY3" fmla="*/ 2039827 h 2039827"/>
                <a:gd name="connsiteX4" fmla="*/ 0 w 2249715"/>
                <a:gd name="connsiteY4" fmla="*/ 1051754 h 2039827"/>
                <a:gd name="connsiteX5" fmla="*/ 638629 w 2249715"/>
                <a:gd name="connsiteY5" fmla="*/ 0 h 2039827"/>
                <a:gd name="connsiteX0" fmla="*/ 638629 w 2249715"/>
                <a:gd name="connsiteY0" fmla="*/ 0 h 2125335"/>
                <a:gd name="connsiteX1" fmla="*/ 1654629 w 2249715"/>
                <a:gd name="connsiteY1" fmla="*/ 0 h 2125335"/>
                <a:gd name="connsiteX2" fmla="*/ 2249715 w 2249715"/>
                <a:gd name="connsiteY2" fmla="*/ 1037240 h 2125335"/>
                <a:gd name="connsiteX3" fmla="*/ 2104573 w 2249715"/>
                <a:gd name="connsiteY3" fmla="*/ 2039827 h 2125335"/>
                <a:gd name="connsiteX4" fmla="*/ 101602 w 2249715"/>
                <a:gd name="connsiteY4" fmla="*/ 2054342 h 2125335"/>
                <a:gd name="connsiteX5" fmla="*/ 0 w 2249715"/>
                <a:gd name="connsiteY5" fmla="*/ 1051754 h 2125335"/>
                <a:gd name="connsiteX6" fmla="*/ 638629 w 2249715"/>
                <a:gd name="connsiteY6" fmla="*/ 0 h 2125335"/>
                <a:gd name="connsiteX0" fmla="*/ 669557 w 2280643"/>
                <a:gd name="connsiteY0" fmla="*/ 0 h 3171946"/>
                <a:gd name="connsiteX1" fmla="*/ 1685557 w 2280643"/>
                <a:gd name="connsiteY1" fmla="*/ 0 h 3171946"/>
                <a:gd name="connsiteX2" fmla="*/ 2280643 w 2280643"/>
                <a:gd name="connsiteY2" fmla="*/ 1037240 h 3171946"/>
                <a:gd name="connsiteX3" fmla="*/ 2135501 w 2280643"/>
                <a:gd name="connsiteY3" fmla="*/ 2039827 h 3171946"/>
                <a:gd name="connsiteX4" fmla="*/ 118015 w 2280643"/>
                <a:gd name="connsiteY4" fmla="*/ 3171942 h 3171946"/>
                <a:gd name="connsiteX5" fmla="*/ 132530 w 2280643"/>
                <a:gd name="connsiteY5" fmla="*/ 2054342 h 3171946"/>
                <a:gd name="connsiteX6" fmla="*/ 30928 w 2280643"/>
                <a:gd name="connsiteY6" fmla="*/ 1051754 h 3171946"/>
                <a:gd name="connsiteX7" fmla="*/ 669557 w 2280643"/>
                <a:gd name="connsiteY7" fmla="*/ 0 h 3171946"/>
                <a:gd name="connsiteX0" fmla="*/ 638629 w 2277386"/>
                <a:gd name="connsiteY0" fmla="*/ 0 h 3272277"/>
                <a:gd name="connsiteX1" fmla="*/ 1654629 w 2277386"/>
                <a:gd name="connsiteY1" fmla="*/ 0 h 3272277"/>
                <a:gd name="connsiteX2" fmla="*/ 2249715 w 2277386"/>
                <a:gd name="connsiteY2" fmla="*/ 1037240 h 3272277"/>
                <a:gd name="connsiteX3" fmla="*/ 2104573 w 2277386"/>
                <a:gd name="connsiteY3" fmla="*/ 2039827 h 3272277"/>
                <a:gd name="connsiteX4" fmla="*/ 2162630 w 2277386"/>
                <a:gd name="connsiteY4" fmla="*/ 3171941 h 3272277"/>
                <a:gd name="connsiteX5" fmla="*/ 87087 w 2277386"/>
                <a:gd name="connsiteY5" fmla="*/ 3171942 h 3272277"/>
                <a:gd name="connsiteX6" fmla="*/ 101602 w 2277386"/>
                <a:gd name="connsiteY6" fmla="*/ 2054342 h 3272277"/>
                <a:gd name="connsiteX7" fmla="*/ 0 w 2277386"/>
                <a:gd name="connsiteY7" fmla="*/ 1051754 h 3272277"/>
                <a:gd name="connsiteX8" fmla="*/ 638629 w 2277386"/>
                <a:gd name="connsiteY8" fmla="*/ 0 h 3272277"/>
                <a:gd name="connsiteX0" fmla="*/ 647111 w 2285868"/>
                <a:gd name="connsiteY0" fmla="*/ 0 h 4260512"/>
                <a:gd name="connsiteX1" fmla="*/ 1663111 w 2285868"/>
                <a:gd name="connsiteY1" fmla="*/ 0 h 4260512"/>
                <a:gd name="connsiteX2" fmla="*/ 2258197 w 2285868"/>
                <a:gd name="connsiteY2" fmla="*/ 1037240 h 4260512"/>
                <a:gd name="connsiteX3" fmla="*/ 2113055 w 2285868"/>
                <a:gd name="connsiteY3" fmla="*/ 2039827 h 4260512"/>
                <a:gd name="connsiteX4" fmla="*/ 2171112 w 2285868"/>
                <a:gd name="connsiteY4" fmla="*/ 3171941 h 4260512"/>
                <a:gd name="connsiteX5" fmla="*/ 139111 w 2285868"/>
                <a:gd name="connsiteY5" fmla="*/ 4260512 h 4260512"/>
                <a:gd name="connsiteX6" fmla="*/ 95569 w 2285868"/>
                <a:gd name="connsiteY6" fmla="*/ 3171942 h 4260512"/>
                <a:gd name="connsiteX7" fmla="*/ 110084 w 2285868"/>
                <a:gd name="connsiteY7" fmla="*/ 2054342 h 4260512"/>
                <a:gd name="connsiteX8" fmla="*/ 8482 w 2285868"/>
                <a:gd name="connsiteY8" fmla="*/ 1051754 h 4260512"/>
                <a:gd name="connsiteX9" fmla="*/ 647111 w 2285868"/>
                <a:gd name="connsiteY9" fmla="*/ 0 h 4260512"/>
                <a:gd name="connsiteX0" fmla="*/ 638629 w 2277386"/>
                <a:gd name="connsiteY0" fmla="*/ 0 h 4351490"/>
                <a:gd name="connsiteX1" fmla="*/ 1654629 w 2277386"/>
                <a:gd name="connsiteY1" fmla="*/ 0 h 4351490"/>
                <a:gd name="connsiteX2" fmla="*/ 2249715 w 2277386"/>
                <a:gd name="connsiteY2" fmla="*/ 1037240 h 4351490"/>
                <a:gd name="connsiteX3" fmla="*/ 2104573 w 2277386"/>
                <a:gd name="connsiteY3" fmla="*/ 2039827 h 4351490"/>
                <a:gd name="connsiteX4" fmla="*/ 2162630 w 2277386"/>
                <a:gd name="connsiteY4" fmla="*/ 3171941 h 4351490"/>
                <a:gd name="connsiteX5" fmla="*/ 2133601 w 2277386"/>
                <a:gd name="connsiteY5" fmla="*/ 4245997 h 4351490"/>
                <a:gd name="connsiteX6" fmla="*/ 130629 w 2277386"/>
                <a:gd name="connsiteY6" fmla="*/ 4260512 h 4351490"/>
                <a:gd name="connsiteX7" fmla="*/ 87087 w 2277386"/>
                <a:gd name="connsiteY7" fmla="*/ 3171942 h 4351490"/>
                <a:gd name="connsiteX8" fmla="*/ 101602 w 2277386"/>
                <a:gd name="connsiteY8" fmla="*/ 2054342 h 4351490"/>
                <a:gd name="connsiteX9" fmla="*/ 0 w 2277386"/>
                <a:gd name="connsiteY9" fmla="*/ 1051754 h 4351490"/>
                <a:gd name="connsiteX10" fmla="*/ 638629 w 2277386"/>
                <a:gd name="connsiteY10" fmla="*/ 0 h 4351490"/>
                <a:gd name="connsiteX0" fmla="*/ 638629 w 2277386"/>
                <a:gd name="connsiteY0" fmla="*/ 0 h 5799028"/>
                <a:gd name="connsiteX1" fmla="*/ 1654629 w 2277386"/>
                <a:gd name="connsiteY1" fmla="*/ 0 h 5799028"/>
                <a:gd name="connsiteX2" fmla="*/ 2249715 w 2277386"/>
                <a:gd name="connsiteY2" fmla="*/ 1037240 h 5799028"/>
                <a:gd name="connsiteX3" fmla="*/ 2104573 w 2277386"/>
                <a:gd name="connsiteY3" fmla="*/ 2039827 h 5799028"/>
                <a:gd name="connsiteX4" fmla="*/ 2162630 w 2277386"/>
                <a:gd name="connsiteY4" fmla="*/ 3171941 h 5799028"/>
                <a:gd name="connsiteX5" fmla="*/ 2133601 w 2277386"/>
                <a:gd name="connsiteY5" fmla="*/ 4245997 h 5799028"/>
                <a:gd name="connsiteX6" fmla="*/ 275772 w 2277386"/>
                <a:gd name="connsiteY6" fmla="*/ 5799025 h 5799028"/>
                <a:gd name="connsiteX7" fmla="*/ 130629 w 2277386"/>
                <a:gd name="connsiteY7" fmla="*/ 4260512 h 5799028"/>
                <a:gd name="connsiteX8" fmla="*/ 87087 w 2277386"/>
                <a:gd name="connsiteY8" fmla="*/ 3171942 h 5799028"/>
                <a:gd name="connsiteX9" fmla="*/ 101602 w 2277386"/>
                <a:gd name="connsiteY9" fmla="*/ 2054342 h 5799028"/>
                <a:gd name="connsiteX10" fmla="*/ 0 w 2277386"/>
                <a:gd name="connsiteY10" fmla="*/ 1051754 h 5799028"/>
                <a:gd name="connsiteX11" fmla="*/ 638629 w 2277386"/>
                <a:gd name="connsiteY11" fmla="*/ 0 h 5799028"/>
                <a:gd name="connsiteX0" fmla="*/ 638629 w 2277386"/>
                <a:gd name="connsiteY0" fmla="*/ 0 h 5881005"/>
                <a:gd name="connsiteX1" fmla="*/ 1654629 w 2277386"/>
                <a:gd name="connsiteY1" fmla="*/ 0 h 5881005"/>
                <a:gd name="connsiteX2" fmla="*/ 2249715 w 2277386"/>
                <a:gd name="connsiteY2" fmla="*/ 1037240 h 5881005"/>
                <a:gd name="connsiteX3" fmla="*/ 2104573 w 2277386"/>
                <a:gd name="connsiteY3" fmla="*/ 2039827 h 5881005"/>
                <a:gd name="connsiteX4" fmla="*/ 2162630 w 2277386"/>
                <a:gd name="connsiteY4" fmla="*/ 3171941 h 5881005"/>
                <a:gd name="connsiteX5" fmla="*/ 2133601 w 2277386"/>
                <a:gd name="connsiteY5" fmla="*/ 4245997 h 5881005"/>
                <a:gd name="connsiteX6" fmla="*/ 2148115 w 2277386"/>
                <a:gd name="connsiteY6" fmla="*/ 5668397 h 5881005"/>
                <a:gd name="connsiteX7" fmla="*/ 275772 w 2277386"/>
                <a:gd name="connsiteY7" fmla="*/ 5799025 h 5881005"/>
                <a:gd name="connsiteX8" fmla="*/ 130629 w 2277386"/>
                <a:gd name="connsiteY8" fmla="*/ 4260512 h 5881005"/>
                <a:gd name="connsiteX9" fmla="*/ 87087 w 2277386"/>
                <a:gd name="connsiteY9" fmla="*/ 3171942 h 5881005"/>
                <a:gd name="connsiteX10" fmla="*/ 101602 w 2277386"/>
                <a:gd name="connsiteY10" fmla="*/ 2054342 h 5881005"/>
                <a:gd name="connsiteX11" fmla="*/ 0 w 2277386"/>
                <a:gd name="connsiteY11" fmla="*/ 1051754 h 5881005"/>
                <a:gd name="connsiteX12" fmla="*/ 638629 w 2277386"/>
                <a:gd name="connsiteY12" fmla="*/ 0 h 5881005"/>
                <a:gd name="connsiteX0" fmla="*/ 642073 w 2280830"/>
                <a:gd name="connsiteY0" fmla="*/ 0 h 5810643"/>
                <a:gd name="connsiteX1" fmla="*/ 1658073 w 2280830"/>
                <a:gd name="connsiteY1" fmla="*/ 0 h 5810643"/>
                <a:gd name="connsiteX2" fmla="*/ 2253159 w 2280830"/>
                <a:gd name="connsiteY2" fmla="*/ 1037240 h 5810643"/>
                <a:gd name="connsiteX3" fmla="*/ 2108017 w 2280830"/>
                <a:gd name="connsiteY3" fmla="*/ 2039827 h 5810643"/>
                <a:gd name="connsiteX4" fmla="*/ 2166074 w 2280830"/>
                <a:gd name="connsiteY4" fmla="*/ 3171941 h 5810643"/>
                <a:gd name="connsiteX5" fmla="*/ 2137045 w 2280830"/>
                <a:gd name="connsiteY5" fmla="*/ 4245997 h 5810643"/>
                <a:gd name="connsiteX6" fmla="*/ 2151559 w 2280830"/>
                <a:gd name="connsiteY6" fmla="*/ 5668397 h 5810643"/>
                <a:gd name="connsiteX7" fmla="*/ 61502 w 2280830"/>
                <a:gd name="connsiteY7" fmla="*/ 5653882 h 5810643"/>
                <a:gd name="connsiteX8" fmla="*/ 134073 w 2280830"/>
                <a:gd name="connsiteY8" fmla="*/ 4260512 h 5810643"/>
                <a:gd name="connsiteX9" fmla="*/ 90531 w 2280830"/>
                <a:gd name="connsiteY9" fmla="*/ 3171942 h 5810643"/>
                <a:gd name="connsiteX10" fmla="*/ 105046 w 2280830"/>
                <a:gd name="connsiteY10" fmla="*/ 2054342 h 5810643"/>
                <a:gd name="connsiteX11" fmla="*/ 3444 w 2280830"/>
                <a:gd name="connsiteY11" fmla="*/ 1051754 h 5810643"/>
                <a:gd name="connsiteX12" fmla="*/ 642073 w 2280830"/>
                <a:gd name="connsiteY12" fmla="*/ 0 h 5810643"/>
                <a:gd name="connsiteX0" fmla="*/ 642073 w 2280830"/>
                <a:gd name="connsiteY0" fmla="*/ 0 h 5875321"/>
                <a:gd name="connsiteX1" fmla="*/ 1658073 w 2280830"/>
                <a:gd name="connsiteY1" fmla="*/ 0 h 5875321"/>
                <a:gd name="connsiteX2" fmla="*/ 2253159 w 2280830"/>
                <a:gd name="connsiteY2" fmla="*/ 1037240 h 5875321"/>
                <a:gd name="connsiteX3" fmla="*/ 2108017 w 2280830"/>
                <a:gd name="connsiteY3" fmla="*/ 2039827 h 5875321"/>
                <a:gd name="connsiteX4" fmla="*/ 2166074 w 2280830"/>
                <a:gd name="connsiteY4" fmla="*/ 3171941 h 5875321"/>
                <a:gd name="connsiteX5" fmla="*/ 2137045 w 2280830"/>
                <a:gd name="connsiteY5" fmla="*/ 4245997 h 5875321"/>
                <a:gd name="connsiteX6" fmla="*/ 2151559 w 2280830"/>
                <a:gd name="connsiteY6" fmla="*/ 5668397 h 5875321"/>
                <a:gd name="connsiteX7" fmla="*/ 61502 w 2280830"/>
                <a:gd name="connsiteY7" fmla="*/ 5653882 h 5875321"/>
                <a:gd name="connsiteX8" fmla="*/ 134073 w 2280830"/>
                <a:gd name="connsiteY8" fmla="*/ 4260512 h 5875321"/>
                <a:gd name="connsiteX9" fmla="*/ 90531 w 2280830"/>
                <a:gd name="connsiteY9" fmla="*/ 3171942 h 5875321"/>
                <a:gd name="connsiteX10" fmla="*/ 105046 w 2280830"/>
                <a:gd name="connsiteY10" fmla="*/ 2054342 h 5875321"/>
                <a:gd name="connsiteX11" fmla="*/ 3444 w 2280830"/>
                <a:gd name="connsiteY11" fmla="*/ 1051754 h 5875321"/>
                <a:gd name="connsiteX12" fmla="*/ 642073 w 2280830"/>
                <a:gd name="connsiteY12" fmla="*/ 0 h 5875321"/>
                <a:gd name="connsiteX0" fmla="*/ 748891 w 2387648"/>
                <a:gd name="connsiteY0" fmla="*/ 0 h 5875321"/>
                <a:gd name="connsiteX1" fmla="*/ 1764891 w 2387648"/>
                <a:gd name="connsiteY1" fmla="*/ 0 h 5875321"/>
                <a:gd name="connsiteX2" fmla="*/ 2359977 w 2387648"/>
                <a:gd name="connsiteY2" fmla="*/ 1037240 h 5875321"/>
                <a:gd name="connsiteX3" fmla="*/ 2214835 w 2387648"/>
                <a:gd name="connsiteY3" fmla="*/ 2039827 h 5875321"/>
                <a:gd name="connsiteX4" fmla="*/ 2272892 w 2387648"/>
                <a:gd name="connsiteY4" fmla="*/ 3171941 h 5875321"/>
                <a:gd name="connsiteX5" fmla="*/ 2243863 w 2387648"/>
                <a:gd name="connsiteY5" fmla="*/ 4245997 h 5875321"/>
                <a:gd name="connsiteX6" fmla="*/ 2258377 w 2387648"/>
                <a:gd name="connsiteY6" fmla="*/ 5668397 h 5875321"/>
                <a:gd name="connsiteX7" fmla="*/ 168320 w 2387648"/>
                <a:gd name="connsiteY7" fmla="*/ 5653882 h 5875321"/>
                <a:gd name="connsiteX8" fmla="*/ 240891 w 2387648"/>
                <a:gd name="connsiteY8" fmla="*/ 4260512 h 5875321"/>
                <a:gd name="connsiteX9" fmla="*/ 197349 w 2387648"/>
                <a:gd name="connsiteY9" fmla="*/ 3171942 h 5875321"/>
                <a:gd name="connsiteX10" fmla="*/ 211864 w 2387648"/>
                <a:gd name="connsiteY10" fmla="*/ 2054342 h 5875321"/>
                <a:gd name="connsiteX11" fmla="*/ 110262 w 2387648"/>
                <a:gd name="connsiteY11" fmla="*/ 1051754 h 5875321"/>
                <a:gd name="connsiteX12" fmla="*/ 748891 w 2387648"/>
                <a:gd name="connsiteY12" fmla="*/ 0 h 5875321"/>
                <a:gd name="connsiteX0" fmla="*/ 748891 w 2387648"/>
                <a:gd name="connsiteY0" fmla="*/ 0 h 5875321"/>
                <a:gd name="connsiteX1" fmla="*/ 1764891 w 2387648"/>
                <a:gd name="connsiteY1" fmla="*/ 0 h 5875321"/>
                <a:gd name="connsiteX2" fmla="*/ 2359977 w 2387648"/>
                <a:gd name="connsiteY2" fmla="*/ 1037240 h 5875321"/>
                <a:gd name="connsiteX3" fmla="*/ 2214835 w 2387648"/>
                <a:gd name="connsiteY3" fmla="*/ 2039827 h 5875321"/>
                <a:gd name="connsiteX4" fmla="*/ 2272892 w 2387648"/>
                <a:gd name="connsiteY4" fmla="*/ 3171941 h 5875321"/>
                <a:gd name="connsiteX5" fmla="*/ 2243863 w 2387648"/>
                <a:gd name="connsiteY5" fmla="*/ 4245997 h 5875321"/>
                <a:gd name="connsiteX6" fmla="*/ 2258377 w 2387648"/>
                <a:gd name="connsiteY6" fmla="*/ 5668397 h 5875321"/>
                <a:gd name="connsiteX7" fmla="*/ 168320 w 2387648"/>
                <a:gd name="connsiteY7" fmla="*/ 5653882 h 5875321"/>
                <a:gd name="connsiteX8" fmla="*/ 240891 w 2387648"/>
                <a:gd name="connsiteY8" fmla="*/ 4260512 h 5875321"/>
                <a:gd name="connsiteX9" fmla="*/ 197349 w 2387648"/>
                <a:gd name="connsiteY9" fmla="*/ 3171942 h 5875321"/>
                <a:gd name="connsiteX10" fmla="*/ 211864 w 2387648"/>
                <a:gd name="connsiteY10" fmla="*/ 2054342 h 5875321"/>
                <a:gd name="connsiteX11" fmla="*/ 110262 w 2387648"/>
                <a:gd name="connsiteY11" fmla="*/ 1051754 h 5875321"/>
                <a:gd name="connsiteX12" fmla="*/ 748891 w 2387648"/>
                <a:gd name="connsiteY12" fmla="*/ 0 h 5875321"/>
                <a:gd name="connsiteX0" fmla="*/ 761954 w 2400711"/>
                <a:gd name="connsiteY0" fmla="*/ 0 h 5875321"/>
                <a:gd name="connsiteX1" fmla="*/ 1777954 w 2400711"/>
                <a:gd name="connsiteY1" fmla="*/ 0 h 5875321"/>
                <a:gd name="connsiteX2" fmla="*/ 2373040 w 2400711"/>
                <a:gd name="connsiteY2" fmla="*/ 1037240 h 5875321"/>
                <a:gd name="connsiteX3" fmla="*/ 2227898 w 2400711"/>
                <a:gd name="connsiteY3" fmla="*/ 2039827 h 5875321"/>
                <a:gd name="connsiteX4" fmla="*/ 2285955 w 2400711"/>
                <a:gd name="connsiteY4" fmla="*/ 3171941 h 5875321"/>
                <a:gd name="connsiteX5" fmla="*/ 2256926 w 2400711"/>
                <a:gd name="connsiteY5" fmla="*/ 4245997 h 5875321"/>
                <a:gd name="connsiteX6" fmla="*/ 2271440 w 2400711"/>
                <a:gd name="connsiteY6" fmla="*/ 5668397 h 5875321"/>
                <a:gd name="connsiteX7" fmla="*/ 181383 w 2400711"/>
                <a:gd name="connsiteY7" fmla="*/ 5653882 h 5875321"/>
                <a:gd name="connsiteX8" fmla="*/ 253954 w 2400711"/>
                <a:gd name="connsiteY8" fmla="*/ 4260512 h 5875321"/>
                <a:gd name="connsiteX9" fmla="*/ 210412 w 2400711"/>
                <a:gd name="connsiteY9" fmla="*/ 3171942 h 5875321"/>
                <a:gd name="connsiteX10" fmla="*/ 224927 w 2400711"/>
                <a:gd name="connsiteY10" fmla="*/ 2054342 h 5875321"/>
                <a:gd name="connsiteX11" fmla="*/ 123325 w 2400711"/>
                <a:gd name="connsiteY11" fmla="*/ 1051754 h 5875321"/>
                <a:gd name="connsiteX12" fmla="*/ 761954 w 2400711"/>
                <a:gd name="connsiteY12" fmla="*/ 0 h 5875321"/>
                <a:gd name="connsiteX0" fmla="*/ 761954 w 2400711"/>
                <a:gd name="connsiteY0" fmla="*/ 0 h 5875321"/>
                <a:gd name="connsiteX1" fmla="*/ 1777954 w 2400711"/>
                <a:gd name="connsiteY1" fmla="*/ 0 h 5875321"/>
                <a:gd name="connsiteX2" fmla="*/ 2373040 w 2400711"/>
                <a:gd name="connsiteY2" fmla="*/ 1037240 h 5875321"/>
                <a:gd name="connsiteX3" fmla="*/ 2227898 w 2400711"/>
                <a:gd name="connsiteY3" fmla="*/ 2039827 h 5875321"/>
                <a:gd name="connsiteX4" fmla="*/ 2285955 w 2400711"/>
                <a:gd name="connsiteY4" fmla="*/ 3171941 h 5875321"/>
                <a:gd name="connsiteX5" fmla="*/ 2256926 w 2400711"/>
                <a:gd name="connsiteY5" fmla="*/ 4245997 h 5875321"/>
                <a:gd name="connsiteX6" fmla="*/ 2271440 w 2400711"/>
                <a:gd name="connsiteY6" fmla="*/ 5668397 h 5875321"/>
                <a:gd name="connsiteX7" fmla="*/ 181383 w 2400711"/>
                <a:gd name="connsiteY7" fmla="*/ 5653882 h 5875321"/>
                <a:gd name="connsiteX8" fmla="*/ 253954 w 2400711"/>
                <a:gd name="connsiteY8" fmla="*/ 4260512 h 5875321"/>
                <a:gd name="connsiteX9" fmla="*/ 210412 w 2400711"/>
                <a:gd name="connsiteY9" fmla="*/ 3171942 h 5875321"/>
                <a:gd name="connsiteX10" fmla="*/ 224927 w 2400711"/>
                <a:gd name="connsiteY10" fmla="*/ 2054342 h 5875321"/>
                <a:gd name="connsiteX11" fmla="*/ 123325 w 2400711"/>
                <a:gd name="connsiteY11" fmla="*/ 1051754 h 5875321"/>
                <a:gd name="connsiteX12" fmla="*/ 761954 w 2400711"/>
                <a:gd name="connsiteY12" fmla="*/ 0 h 5875321"/>
                <a:gd name="connsiteX0" fmla="*/ 779990 w 2418747"/>
                <a:gd name="connsiteY0" fmla="*/ 0 h 5875321"/>
                <a:gd name="connsiteX1" fmla="*/ 1795990 w 2418747"/>
                <a:gd name="connsiteY1" fmla="*/ 0 h 5875321"/>
                <a:gd name="connsiteX2" fmla="*/ 2391076 w 2418747"/>
                <a:gd name="connsiteY2" fmla="*/ 1037240 h 5875321"/>
                <a:gd name="connsiteX3" fmla="*/ 2245934 w 2418747"/>
                <a:gd name="connsiteY3" fmla="*/ 2039827 h 5875321"/>
                <a:gd name="connsiteX4" fmla="*/ 2303991 w 2418747"/>
                <a:gd name="connsiteY4" fmla="*/ 3171941 h 5875321"/>
                <a:gd name="connsiteX5" fmla="*/ 2274962 w 2418747"/>
                <a:gd name="connsiteY5" fmla="*/ 4245997 h 5875321"/>
                <a:gd name="connsiteX6" fmla="*/ 2289476 w 2418747"/>
                <a:gd name="connsiteY6" fmla="*/ 5668397 h 5875321"/>
                <a:gd name="connsiteX7" fmla="*/ 199419 w 2418747"/>
                <a:gd name="connsiteY7" fmla="*/ 5653882 h 5875321"/>
                <a:gd name="connsiteX8" fmla="*/ 271990 w 2418747"/>
                <a:gd name="connsiteY8" fmla="*/ 4260512 h 5875321"/>
                <a:gd name="connsiteX9" fmla="*/ 228448 w 2418747"/>
                <a:gd name="connsiteY9" fmla="*/ 3171942 h 5875321"/>
                <a:gd name="connsiteX10" fmla="*/ 242963 w 2418747"/>
                <a:gd name="connsiteY10" fmla="*/ 2054342 h 5875321"/>
                <a:gd name="connsiteX11" fmla="*/ 141361 w 2418747"/>
                <a:gd name="connsiteY11" fmla="*/ 1051754 h 5875321"/>
                <a:gd name="connsiteX12" fmla="*/ 779990 w 2418747"/>
                <a:gd name="connsiteY12" fmla="*/ 0 h 5875321"/>
                <a:gd name="connsiteX0" fmla="*/ 779990 w 2418747"/>
                <a:gd name="connsiteY0" fmla="*/ 0 h 5875321"/>
                <a:gd name="connsiteX1" fmla="*/ 1795990 w 2418747"/>
                <a:gd name="connsiteY1" fmla="*/ 0 h 5875321"/>
                <a:gd name="connsiteX2" fmla="*/ 2391076 w 2418747"/>
                <a:gd name="connsiteY2" fmla="*/ 1037240 h 5875321"/>
                <a:gd name="connsiteX3" fmla="*/ 2245934 w 2418747"/>
                <a:gd name="connsiteY3" fmla="*/ 2039827 h 5875321"/>
                <a:gd name="connsiteX4" fmla="*/ 2303991 w 2418747"/>
                <a:gd name="connsiteY4" fmla="*/ 3171941 h 5875321"/>
                <a:gd name="connsiteX5" fmla="*/ 2274962 w 2418747"/>
                <a:gd name="connsiteY5" fmla="*/ 4245997 h 5875321"/>
                <a:gd name="connsiteX6" fmla="*/ 2289476 w 2418747"/>
                <a:gd name="connsiteY6" fmla="*/ 5668397 h 5875321"/>
                <a:gd name="connsiteX7" fmla="*/ 199419 w 2418747"/>
                <a:gd name="connsiteY7" fmla="*/ 5653882 h 5875321"/>
                <a:gd name="connsiteX8" fmla="*/ 271990 w 2418747"/>
                <a:gd name="connsiteY8" fmla="*/ 4260512 h 5875321"/>
                <a:gd name="connsiteX9" fmla="*/ 228448 w 2418747"/>
                <a:gd name="connsiteY9" fmla="*/ 3171942 h 5875321"/>
                <a:gd name="connsiteX10" fmla="*/ 242963 w 2418747"/>
                <a:gd name="connsiteY10" fmla="*/ 2054342 h 5875321"/>
                <a:gd name="connsiteX11" fmla="*/ 141361 w 2418747"/>
                <a:gd name="connsiteY11" fmla="*/ 1051754 h 5875321"/>
                <a:gd name="connsiteX12" fmla="*/ 779990 w 2418747"/>
                <a:gd name="connsiteY12" fmla="*/ 0 h 5875321"/>
                <a:gd name="connsiteX0" fmla="*/ 779990 w 2418747"/>
                <a:gd name="connsiteY0" fmla="*/ 0 h 5875321"/>
                <a:gd name="connsiteX1" fmla="*/ 1795990 w 2418747"/>
                <a:gd name="connsiteY1" fmla="*/ 0 h 5875321"/>
                <a:gd name="connsiteX2" fmla="*/ 2391076 w 2418747"/>
                <a:gd name="connsiteY2" fmla="*/ 1037240 h 5875321"/>
                <a:gd name="connsiteX3" fmla="*/ 2245934 w 2418747"/>
                <a:gd name="connsiteY3" fmla="*/ 2039827 h 5875321"/>
                <a:gd name="connsiteX4" fmla="*/ 2303991 w 2418747"/>
                <a:gd name="connsiteY4" fmla="*/ 3171941 h 5875321"/>
                <a:gd name="connsiteX5" fmla="*/ 2274962 w 2418747"/>
                <a:gd name="connsiteY5" fmla="*/ 4245997 h 5875321"/>
                <a:gd name="connsiteX6" fmla="*/ 2289476 w 2418747"/>
                <a:gd name="connsiteY6" fmla="*/ 5668397 h 5875321"/>
                <a:gd name="connsiteX7" fmla="*/ 199419 w 2418747"/>
                <a:gd name="connsiteY7" fmla="*/ 5653882 h 5875321"/>
                <a:gd name="connsiteX8" fmla="*/ 271990 w 2418747"/>
                <a:gd name="connsiteY8" fmla="*/ 4260512 h 5875321"/>
                <a:gd name="connsiteX9" fmla="*/ 228448 w 2418747"/>
                <a:gd name="connsiteY9" fmla="*/ 3171942 h 5875321"/>
                <a:gd name="connsiteX10" fmla="*/ 242963 w 2418747"/>
                <a:gd name="connsiteY10" fmla="*/ 2054342 h 5875321"/>
                <a:gd name="connsiteX11" fmla="*/ 141361 w 2418747"/>
                <a:gd name="connsiteY11" fmla="*/ 1051754 h 5875321"/>
                <a:gd name="connsiteX12" fmla="*/ 779990 w 2418747"/>
                <a:gd name="connsiteY12" fmla="*/ 0 h 5875321"/>
                <a:gd name="connsiteX0" fmla="*/ 779990 w 2487650"/>
                <a:gd name="connsiteY0" fmla="*/ 0 h 5875321"/>
                <a:gd name="connsiteX1" fmla="*/ 1795990 w 2487650"/>
                <a:gd name="connsiteY1" fmla="*/ 0 h 5875321"/>
                <a:gd name="connsiteX2" fmla="*/ 2391076 w 2487650"/>
                <a:gd name="connsiteY2" fmla="*/ 1037240 h 5875321"/>
                <a:gd name="connsiteX3" fmla="*/ 2245934 w 2487650"/>
                <a:gd name="connsiteY3" fmla="*/ 2039827 h 5875321"/>
                <a:gd name="connsiteX4" fmla="*/ 2303991 w 2487650"/>
                <a:gd name="connsiteY4" fmla="*/ 3171941 h 5875321"/>
                <a:gd name="connsiteX5" fmla="*/ 2274962 w 2487650"/>
                <a:gd name="connsiteY5" fmla="*/ 4245997 h 5875321"/>
                <a:gd name="connsiteX6" fmla="*/ 2289476 w 2487650"/>
                <a:gd name="connsiteY6" fmla="*/ 5668397 h 5875321"/>
                <a:gd name="connsiteX7" fmla="*/ 199419 w 2487650"/>
                <a:gd name="connsiteY7" fmla="*/ 5653882 h 5875321"/>
                <a:gd name="connsiteX8" fmla="*/ 271990 w 2487650"/>
                <a:gd name="connsiteY8" fmla="*/ 4260512 h 5875321"/>
                <a:gd name="connsiteX9" fmla="*/ 228448 w 2487650"/>
                <a:gd name="connsiteY9" fmla="*/ 3171942 h 5875321"/>
                <a:gd name="connsiteX10" fmla="*/ 242963 w 2487650"/>
                <a:gd name="connsiteY10" fmla="*/ 2054342 h 5875321"/>
                <a:gd name="connsiteX11" fmla="*/ 141361 w 2487650"/>
                <a:gd name="connsiteY11" fmla="*/ 1051754 h 5875321"/>
                <a:gd name="connsiteX12" fmla="*/ 779990 w 2487650"/>
                <a:gd name="connsiteY12" fmla="*/ 0 h 5875321"/>
                <a:gd name="connsiteX0" fmla="*/ 779990 w 2529299"/>
                <a:gd name="connsiteY0" fmla="*/ 0 h 5875321"/>
                <a:gd name="connsiteX1" fmla="*/ 1795990 w 2529299"/>
                <a:gd name="connsiteY1" fmla="*/ 0 h 5875321"/>
                <a:gd name="connsiteX2" fmla="*/ 2391076 w 2529299"/>
                <a:gd name="connsiteY2" fmla="*/ 1037240 h 5875321"/>
                <a:gd name="connsiteX3" fmla="*/ 2245934 w 2529299"/>
                <a:gd name="connsiteY3" fmla="*/ 2039827 h 5875321"/>
                <a:gd name="connsiteX4" fmla="*/ 2303991 w 2529299"/>
                <a:gd name="connsiteY4" fmla="*/ 3171941 h 5875321"/>
                <a:gd name="connsiteX5" fmla="*/ 2274962 w 2529299"/>
                <a:gd name="connsiteY5" fmla="*/ 4245997 h 5875321"/>
                <a:gd name="connsiteX6" fmla="*/ 2289476 w 2529299"/>
                <a:gd name="connsiteY6" fmla="*/ 5668397 h 5875321"/>
                <a:gd name="connsiteX7" fmla="*/ 199419 w 2529299"/>
                <a:gd name="connsiteY7" fmla="*/ 5653882 h 5875321"/>
                <a:gd name="connsiteX8" fmla="*/ 271990 w 2529299"/>
                <a:gd name="connsiteY8" fmla="*/ 4260512 h 5875321"/>
                <a:gd name="connsiteX9" fmla="*/ 228448 w 2529299"/>
                <a:gd name="connsiteY9" fmla="*/ 3171942 h 5875321"/>
                <a:gd name="connsiteX10" fmla="*/ 242963 w 2529299"/>
                <a:gd name="connsiteY10" fmla="*/ 2054342 h 5875321"/>
                <a:gd name="connsiteX11" fmla="*/ 141361 w 2529299"/>
                <a:gd name="connsiteY11" fmla="*/ 1051754 h 5875321"/>
                <a:gd name="connsiteX12" fmla="*/ 779990 w 2529299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522300"/>
                <a:gd name="connsiteY0" fmla="*/ 0 h 5875321"/>
                <a:gd name="connsiteX1" fmla="*/ 1795990 w 2522300"/>
                <a:gd name="connsiteY1" fmla="*/ 0 h 5875321"/>
                <a:gd name="connsiteX2" fmla="*/ 2391076 w 2522300"/>
                <a:gd name="connsiteY2" fmla="*/ 1037240 h 5875321"/>
                <a:gd name="connsiteX3" fmla="*/ 2245934 w 2522300"/>
                <a:gd name="connsiteY3" fmla="*/ 2039827 h 5875321"/>
                <a:gd name="connsiteX4" fmla="*/ 2303991 w 2522300"/>
                <a:gd name="connsiteY4" fmla="*/ 3171941 h 5875321"/>
                <a:gd name="connsiteX5" fmla="*/ 2274962 w 2522300"/>
                <a:gd name="connsiteY5" fmla="*/ 4245997 h 5875321"/>
                <a:gd name="connsiteX6" fmla="*/ 2289476 w 2522300"/>
                <a:gd name="connsiteY6" fmla="*/ 5668397 h 5875321"/>
                <a:gd name="connsiteX7" fmla="*/ 199419 w 2522300"/>
                <a:gd name="connsiteY7" fmla="*/ 5653882 h 5875321"/>
                <a:gd name="connsiteX8" fmla="*/ 271990 w 2522300"/>
                <a:gd name="connsiteY8" fmla="*/ 4260512 h 5875321"/>
                <a:gd name="connsiteX9" fmla="*/ 228448 w 2522300"/>
                <a:gd name="connsiteY9" fmla="*/ 3171942 h 5875321"/>
                <a:gd name="connsiteX10" fmla="*/ 242963 w 2522300"/>
                <a:gd name="connsiteY10" fmla="*/ 2054342 h 5875321"/>
                <a:gd name="connsiteX11" fmla="*/ 141361 w 2522300"/>
                <a:gd name="connsiteY11" fmla="*/ 1051754 h 5875321"/>
                <a:gd name="connsiteX12" fmla="*/ 779990 w 2522300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501782"/>
                <a:gd name="connsiteY0" fmla="*/ 0 h 5875321"/>
                <a:gd name="connsiteX1" fmla="*/ 1795990 w 2501782"/>
                <a:gd name="connsiteY1" fmla="*/ 0 h 5875321"/>
                <a:gd name="connsiteX2" fmla="*/ 2391076 w 2501782"/>
                <a:gd name="connsiteY2" fmla="*/ 1037240 h 5875321"/>
                <a:gd name="connsiteX3" fmla="*/ 2245934 w 2501782"/>
                <a:gd name="connsiteY3" fmla="*/ 2039827 h 5875321"/>
                <a:gd name="connsiteX4" fmla="*/ 2303991 w 2501782"/>
                <a:gd name="connsiteY4" fmla="*/ 3171941 h 5875321"/>
                <a:gd name="connsiteX5" fmla="*/ 2274962 w 2501782"/>
                <a:gd name="connsiteY5" fmla="*/ 4245997 h 5875321"/>
                <a:gd name="connsiteX6" fmla="*/ 2289476 w 2501782"/>
                <a:gd name="connsiteY6" fmla="*/ 5668397 h 5875321"/>
                <a:gd name="connsiteX7" fmla="*/ 199419 w 2501782"/>
                <a:gd name="connsiteY7" fmla="*/ 5653882 h 5875321"/>
                <a:gd name="connsiteX8" fmla="*/ 271990 w 2501782"/>
                <a:gd name="connsiteY8" fmla="*/ 4260512 h 5875321"/>
                <a:gd name="connsiteX9" fmla="*/ 228448 w 2501782"/>
                <a:gd name="connsiteY9" fmla="*/ 3171942 h 5875321"/>
                <a:gd name="connsiteX10" fmla="*/ 242963 w 2501782"/>
                <a:gd name="connsiteY10" fmla="*/ 2054342 h 5875321"/>
                <a:gd name="connsiteX11" fmla="*/ 141361 w 2501782"/>
                <a:gd name="connsiteY11" fmla="*/ 1051754 h 5875321"/>
                <a:gd name="connsiteX12" fmla="*/ 779990 w 2501782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522844"/>
                <a:gd name="connsiteY0" fmla="*/ 0 h 5875321"/>
                <a:gd name="connsiteX1" fmla="*/ 1795990 w 2522844"/>
                <a:gd name="connsiteY1" fmla="*/ 0 h 5875321"/>
                <a:gd name="connsiteX2" fmla="*/ 2391076 w 2522844"/>
                <a:gd name="connsiteY2" fmla="*/ 1037240 h 5875321"/>
                <a:gd name="connsiteX3" fmla="*/ 2245934 w 2522844"/>
                <a:gd name="connsiteY3" fmla="*/ 2039827 h 5875321"/>
                <a:gd name="connsiteX4" fmla="*/ 2303991 w 2522844"/>
                <a:gd name="connsiteY4" fmla="*/ 3171941 h 5875321"/>
                <a:gd name="connsiteX5" fmla="*/ 2274962 w 2522844"/>
                <a:gd name="connsiteY5" fmla="*/ 4245997 h 5875321"/>
                <a:gd name="connsiteX6" fmla="*/ 2289476 w 2522844"/>
                <a:gd name="connsiteY6" fmla="*/ 5668397 h 5875321"/>
                <a:gd name="connsiteX7" fmla="*/ 199419 w 2522844"/>
                <a:gd name="connsiteY7" fmla="*/ 5653882 h 5875321"/>
                <a:gd name="connsiteX8" fmla="*/ 271990 w 2522844"/>
                <a:gd name="connsiteY8" fmla="*/ 4260512 h 5875321"/>
                <a:gd name="connsiteX9" fmla="*/ 228448 w 2522844"/>
                <a:gd name="connsiteY9" fmla="*/ 3171942 h 5875321"/>
                <a:gd name="connsiteX10" fmla="*/ 242963 w 2522844"/>
                <a:gd name="connsiteY10" fmla="*/ 2054342 h 5875321"/>
                <a:gd name="connsiteX11" fmla="*/ 141361 w 2522844"/>
                <a:gd name="connsiteY11" fmla="*/ 1051754 h 5875321"/>
                <a:gd name="connsiteX12" fmla="*/ 779990 w 2522844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487054"/>
                <a:gd name="connsiteY0" fmla="*/ 0 h 5860971"/>
                <a:gd name="connsiteX1" fmla="*/ 1795990 w 2487054"/>
                <a:gd name="connsiteY1" fmla="*/ 0 h 5860971"/>
                <a:gd name="connsiteX2" fmla="*/ 2391076 w 2487054"/>
                <a:gd name="connsiteY2" fmla="*/ 1037240 h 5860971"/>
                <a:gd name="connsiteX3" fmla="*/ 2245934 w 2487054"/>
                <a:gd name="connsiteY3" fmla="*/ 2039827 h 5860971"/>
                <a:gd name="connsiteX4" fmla="*/ 2303991 w 2487054"/>
                <a:gd name="connsiteY4" fmla="*/ 3171941 h 5860971"/>
                <a:gd name="connsiteX5" fmla="*/ 2274962 w 2487054"/>
                <a:gd name="connsiteY5" fmla="*/ 4245997 h 5860971"/>
                <a:gd name="connsiteX6" fmla="*/ 2289476 w 2487054"/>
                <a:gd name="connsiteY6" fmla="*/ 5668397 h 5860971"/>
                <a:gd name="connsiteX7" fmla="*/ 199419 w 2487054"/>
                <a:gd name="connsiteY7" fmla="*/ 5653882 h 5860971"/>
                <a:gd name="connsiteX8" fmla="*/ 271990 w 2487054"/>
                <a:gd name="connsiteY8" fmla="*/ 4260512 h 5860971"/>
                <a:gd name="connsiteX9" fmla="*/ 228448 w 2487054"/>
                <a:gd name="connsiteY9" fmla="*/ 3171942 h 5860971"/>
                <a:gd name="connsiteX10" fmla="*/ 242963 w 2487054"/>
                <a:gd name="connsiteY10" fmla="*/ 2054342 h 5860971"/>
                <a:gd name="connsiteX11" fmla="*/ 141361 w 2487054"/>
                <a:gd name="connsiteY11" fmla="*/ 1051754 h 5860971"/>
                <a:gd name="connsiteX12" fmla="*/ 779990 w 2487054"/>
                <a:gd name="connsiteY12" fmla="*/ 0 h 5860971"/>
                <a:gd name="connsiteX0" fmla="*/ 779990 w 2487054"/>
                <a:gd name="connsiteY0" fmla="*/ 0 h 5851436"/>
                <a:gd name="connsiteX1" fmla="*/ 1795990 w 2487054"/>
                <a:gd name="connsiteY1" fmla="*/ 0 h 5851436"/>
                <a:gd name="connsiteX2" fmla="*/ 2391076 w 2487054"/>
                <a:gd name="connsiteY2" fmla="*/ 1037240 h 5851436"/>
                <a:gd name="connsiteX3" fmla="*/ 2245934 w 2487054"/>
                <a:gd name="connsiteY3" fmla="*/ 2039827 h 5851436"/>
                <a:gd name="connsiteX4" fmla="*/ 2303991 w 2487054"/>
                <a:gd name="connsiteY4" fmla="*/ 3171941 h 5851436"/>
                <a:gd name="connsiteX5" fmla="*/ 2274962 w 2487054"/>
                <a:gd name="connsiteY5" fmla="*/ 4245997 h 5851436"/>
                <a:gd name="connsiteX6" fmla="*/ 2289476 w 2487054"/>
                <a:gd name="connsiteY6" fmla="*/ 5668397 h 5851436"/>
                <a:gd name="connsiteX7" fmla="*/ 199419 w 2487054"/>
                <a:gd name="connsiteY7" fmla="*/ 5653882 h 5851436"/>
                <a:gd name="connsiteX8" fmla="*/ 271990 w 2487054"/>
                <a:gd name="connsiteY8" fmla="*/ 4260512 h 5851436"/>
                <a:gd name="connsiteX9" fmla="*/ 228448 w 2487054"/>
                <a:gd name="connsiteY9" fmla="*/ 3171942 h 5851436"/>
                <a:gd name="connsiteX10" fmla="*/ 242963 w 2487054"/>
                <a:gd name="connsiteY10" fmla="*/ 2054342 h 5851436"/>
                <a:gd name="connsiteX11" fmla="*/ 141361 w 2487054"/>
                <a:gd name="connsiteY11" fmla="*/ 1051754 h 5851436"/>
                <a:gd name="connsiteX12" fmla="*/ 779990 w 2487054"/>
                <a:gd name="connsiteY12" fmla="*/ 0 h 58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7054" h="5851436">
                  <a:moveTo>
                    <a:pt x="779990" y="0"/>
                  </a:moveTo>
                  <a:lnTo>
                    <a:pt x="1795990" y="0"/>
                  </a:lnTo>
                  <a:lnTo>
                    <a:pt x="2391076" y="1037240"/>
                  </a:lnTo>
                  <a:cubicBezTo>
                    <a:pt x="2510819" y="1215407"/>
                    <a:pt x="2570691" y="1836260"/>
                    <a:pt x="2245934" y="2039827"/>
                  </a:cubicBezTo>
                  <a:cubicBezTo>
                    <a:pt x="2562225" y="2223858"/>
                    <a:pt x="2551339" y="2983255"/>
                    <a:pt x="2303991" y="3171941"/>
                  </a:cubicBezTo>
                  <a:cubicBezTo>
                    <a:pt x="2530172" y="3372117"/>
                    <a:pt x="2575529" y="4064569"/>
                    <a:pt x="2274962" y="4245997"/>
                  </a:cubicBezTo>
                  <a:cubicBezTo>
                    <a:pt x="2543476" y="4449197"/>
                    <a:pt x="2497514" y="5511159"/>
                    <a:pt x="2289476" y="5668397"/>
                  </a:cubicBezTo>
                  <a:cubicBezTo>
                    <a:pt x="2068738" y="5901835"/>
                    <a:pt x="499985" y="5927839"/>
                    <a:pt x="199419" y="5653882"/>
                  </a:cubicBezTo>
                  <a:cubicBezTo>
                    <a:pt x="-1362" y="5530511"/>
                    <a:pt x="-72845" y="4390656"/>
                    <a:pt x="271990" y="4260512"/>
                  </a:cubicBezTo>
                  <a:cubicBezTo>
                    <a:pt x="-122315" y="4046548"/>
                    <a:pt x="6500" y="3261205"/>
                    <a:pt x="228448" y="3171942"/>
                  </a:cubicBezTo>
                  <a:cubicBezTo>
                    <a:pt x="-136344" y="2884559"/>
                    <a:pt x="-13335" y="2154916"/>
                    <a:pt x="242963" y="2054342"/>
                  </a:cubicBezTo>
                  <a:cubicBezTo>
                    <a:pt x="-65224" y="1796346"/>
                    <a:pt x="48228" y="1233550"/>
                    <a:pt x="141361" y="1051754"/>
                  </a:cubicBezTo>
                  <a:lnTo>
                    <a:pt x="779990" y="0"/>
                  </a:lnTo>
                  <a:close/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2DA3DC3-2BC7-7CC1-CAEB-60CA098B4FB0}"/>
                </a:ext>
              </a:extLst>
            </p:cNvPr>
            <p:cNvSpPr/>
            <p:nvPr/>
          </p:nvSpPr>
          <p:spPr>
            <a:xfrm>
              <a:off x="1457136" y="3402001"/>
              <a:ext cx="2487055" cy="4928964"/>
            </a:xfrm>
            <a:custGeom>
              <a:avLst/>
              <a:gdLst>
                <a:gd name="connsiteX0" fmla="*/ 194663 w 2487055"/>
                <a:gd name="connsiteY0" fmla="*/ 0 h 4887463"/>
                <a:gd name="connsiteX1" fmla="*/ 2349042 w 2487055"/>
                <a:gd name="connsiteY1" fmla="*/ 0 h 4887463"/>
                <a:gd name="connsiteX2" fmla="*/ 2391077 w 2487055"/>
                <a:gd name="connsiteY2" fmla="*/ 73267 h 4887463"/>
                <a:gd name="connsiteX3" fmla="*/ 2245935 w 2487055"/>
                <a:gd name="connsiteY3" fmla="*/ 1075854 h 4887463"/>
                <a:gd name="connsiteX4" fmla="*/ 2303992 w 2487055"/>
                <a:gd name="connsiteY4" fmla="*/ 2207968 h 4887463"/>
                <a:gd name="connsiteX5" fmla="*/ 2274963 w 2487055"/>
                <a:gd name="connsiteY5" fmla="*/ 3282024 h 4887463"/>
                <a:gd name="connsiteX6" fmla="*/ 2289477 w 2487055"/>
                <a:gd name="connsiteY6" fmla="*/ 4704424 h 4887463"/>
                <a:gd name="connsiteX7" fmla="*/ 199420 w 2487055"/>
                <a:gd name="connsiteY7" fmla="*/ 4689909 h 4887463"/>
                <a:gd name="connsiteX8" fmla="*/ 271991 w 2487055"/>
                <a:gd name="connsiteY8" fmla="*/ 3296539 h 4887463"/>
                <a:gd name="connsiteX9" fmla="*/ 228449 w 2487055"/>
                <a:gd name="connsiteY9" fmla="*/ 2207969 h 4887463"/>
                <a:gd name="connsiteX10" fmla="*/ 242964 w 2487055"/>
                <a:gd name="connsiteY10" fmla="*/ 1090369 h 4887463"/>
                <a:gd name="connsiteX11" fmla="*/ 141362 w 2487055"/>
                <a:gd name="connsiteY11" fmla="*/ 87781 h 4887463"/>
                <a:gd name="connsiteX12" fmla="*/ 194663 w 2487055"/>
                <a:gd name="connsiteY12" fmla="*/ 0 h 4887463"/>
                <a:gd name="connsiteX0" fmla="*/ 141362 w 2487055"/>
                <a:gd name="connsiteY0" fmla="*/ 87781 h 4887463"/>
                <a:gd name="connsiteX1" fmla="*/ 2349042 w 2487055"/>
                <a:gd name="connsiteY1" fmla="*/ 0 h 4887463"/>
                <a:gd name="connsiteX2" fmla="*/ 2391077 w 2487055"/>
                <a:gd name="connsiteY2" fmla="*/ 73267 h 4887463"/>
                <a:gd name="connsiteX3" fmla="*/ 2245935 w 2487055"/>
                <a:gd name="connsiteY3" fmla="*/ 1075854 h 4887463"/>
                <a:gd name="connsiteX4" fmla="*/ 2303992 w 2487055"/>
                <a:gd name="connsiteY4" fmla="*/ 2207968 h 4887463"/>
                <a:gd name="connsiteX5" fmla="*/ 2274963 w 2487055"/>
                <a:gd name="connsiteY5" fmla="*/ 3282024 h 4887463"/>
                <a:gd name="connsiteX6" fmla="*/ 2289477 w 2487055"/>
                <a:gd name="connsiteY6" fmla="*/ 4704424 h 4887463"/>
                <a:gd name="connsiteX7" fmla="*/ 199420 w 2487055"/>
                <a:gd name="connsiteY7" fmla="*/ 4689909 h 4887463"/>
                <a:gd name="connsiteX8" fmla="*/ 271991 w 2487055"/>
                <a:gd name="connsiteY8" fmla="*/ 3296539 h 4887463"/>
                <a:gd name="connsiteX9" fmla="*/ 228449 w 2487055"/>
                <a:gd name="connsiteY9" fmla="*/ 2207969 h 4887463"/>
                <a:gd name="connsiteX10" fmla="*/ 242964 w 2487055"/>
                <a:gd name="connsiteY10" fmla="*/ 1090369 h 4887463"/>
                <a:gd name="connsiteX11" fmla="*/ 141362 w 2487055"/>
                <a:gd name="connsiteY11" fmla="*/ 87781 h 4887463"/>
                <a:gd name="connsiteX0" fmla="*/ 141362 w 2487055"/>
                <a:gd name="connsiteY0" fmla="*/ 144845 h 4944527"/>
                <a:gd name="connsiteX1" fmla="*/ 2349042 w 2487055"/>
                <a:gd name="connsiteY1" fmla="*/ 57064 h 4944527"/>
                <a:gd name="connsiteX2" fmla="*/ 2391077 w 2487055"/>
                <a:gd name="connsiteY2" fmla="*/ 130331 h 4944527"/>
                <a:gd name="connsiteX3" fmla="*/ 2245935 w 2487055"/>
                <a:gd name="connsiteY3" fmla="*/ 1132918 h 4944527"/>
                <a:gd name="connsiteX4" fmla="*/ 2303992 w 2487055"/>
                <a:gd name="connsiteY4" fmla="*/ 2265032 h 4944527"/>
                <a:gd name="connsiteX5" fmla="*/ 2274963 w 2487055"/>
                <a:gd name="connsiteY5" fmla="*/ 3339088 h 4944527"/>
                <a:gd name="connsiteX6" fmla="*/ 2289477 w 2487055"/>
                <a:gd name="connsiteY6" fmla="*/ 4761488 h 4944527"/>
                <a:gd name="connsiteX7" fmla="*/ 199420 w 2487055"/>
                <a:gd name="connsiteY7" fmla="*/ 4746973 h 4944527"/>
                <a:gd name="connsiteX8" fmla="*/ 271991 w 2487055"/>
                <a:gd name="connsiteY8" fmla="*/ 3353603 h 4944527"/>
                <a:gd name="connsiteX9" fmla="*/ 228449 w 2487055"/>
                <a:gd name="connsiteY9" fmla="*/ 2265033 h 4944527"/>
                <a:gd name="connsiteX10" fmla="*/ 242964 w 2487055"/>
                <a:gd name="connsiteY10" fmla="*/ 1147433 h 4944527"/>
                <a:gd name="connsiteX11" fmla="*/ 141362 w 2487055"/>
                <a:gd name="connsiteY11" fmla="*/ 144845 h 4944527"/>
                <a:gd name="connsiteX0" fmla="*/ 141362 w 2487055"/>
                <a:gd name="connsiteY0" fmla="*/ 87781 h 4887463"/>
                <a:gd name="connsiteX1" fmla="*/ 2349042 w 2487055"/>
                <a:gd name="connsiteY1" fmla="*/ 0 h 4887463"/>
                <a:gd name="connsiteX2" fmla="*/ 2391077 w 2487055"/>
                <a:gd name="connsiteY2" fmla="*/ 73267 h 4887463"/>
                <a:gd name="connsiteX3" fmla="*/ 2245935 w 2487055"/>
                <a:gd name="connsiteY3" fmla="*/ 1075854 h 4887463"/>
                <a:gd name="connsiteX4" fmla="*/ 2303992 w 2487055"/>
                <a:gd name="connsiteY4" fmla="*/ 2207968 h 4887463"/>
                <a:gd name="connsiteX5" fmla="*/ 2274963 w 2487055"/>
                <a:gd name="connsiteY5" fmla="*/ 3282024 h 4887463"/>
                <a:gd name="connsiteX6" fmla="*/ 2289477 w 2487055"/>
                <a:gd name="connsiteY6" fmla="*/ 4704424 h 4887463"/>
                <a:gd name="connsiteX7" fmla="*/ 199420 w 2487055"/>
                <a:gd name="connsiteY7" fmla="*/ 4689909 h 4887463"/>
                <a:gd name="connsiteX8" fmla="*/ 271991 w 2487055"/>
                <a:gd name="connsiteY8" fmla="*/ 3296539 h 4887463"/>
                <a:gd name="connsiteX9" fmla="*/ 228449 w 2487055"/>
                <a:gd name="connsiteY9" fmla="*/ 2207969 h 4887463"/>
                <a:gd name="connsiteX10" fmla="*/ 242964 w 2487055"/>
                <a:gd name="connsiteY10" fmla="*/ 1090369 h 4887463"/>
                <a:gd name="connsiteX11" fmla="*/ 141362 w 2487055"/>
                <a:gd name="connsiteY11" fmla="*/ 87781 h 4887463"/>
                <a:gd name="connsiteX0" fmla="*/ 141362 w 2487055"/>
                <a:gd name="connsiteY0" fmla="*/ 129282 h 4928964"/>
                <a:gd name="connsiteX1" fmla="*/ 2349042 w 2487055"/>
                <a:gd name="connsiteY1" fmla="*/ 41501 h 4928964"/>
                <a:gd name="connsiteX2" fmla="*/ 2391077 w 2487055"/>
                <a:gd name="connsiteY2" fmla="*/ 114768 h 4928964"/>
                <a:gd name="connsiteX3" fmla="*/ 2245935 w 2487055"/>
                <a:gd name="connsiteY3" fmla="*/ 1117355 h 4928964"/>
                <a:gd name="connsiteX4" fmla="*/ 2303992 w 2487055"/>
                <a:gd name="connsiteY4" fmla="*/ 2249469 h 4928964"/>
                <a:gd name="connsiteX5" fmla="*/ 2274963 w 2487055"/>
                <a:gd name="connsiteY5" fmla="*/ 3323525 h 4928964"/>
                <a:gd name="connsiteX6" fmla="*/ 2289477 w 2487055"/>
                <a:gd name="connsiteY6" fmla="*/ 4745925 h 4928964"/>
                <a:gd name="connsiteX7" fmla="*/ 199420 w 2487055"/>
                <a:gd name="connsiteY7" fmla="*/ 4731410 h 4928964"/>
                <a:gd name="connsiteX8" fmla="*/ 271991 w 2487055"/>
                <a:gd name="connsiteY8" fmla="*/ 3338040 h 4928964"/>
                <a:gd name="connsiteX9" fmla="*/ 228449 w 2487055"/>
                <a:gd name="connsiteY9" fmla="*/ 2249470 h 4928964"/>
                <a:gd name="connsiteX10" fmla="*/ 242964 w 2487055"/>
                <a:gd name="connsiteY10" fmla="*/ 1131870 h 4928964"/>
                <a:gd name="connsiteX11" fmla="*/ 141362 w 2487055"/>
                <a:gd name="connsiteY11" fmla="*/ 129282 h 4928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7055" h="4928964">
                  <a:moveTo>
                    <a:pt x="141362" y="129282"/>
                  </a:moveTo>
                  <a:cubicBezTo>
                    <a:pt x="953455" y="-306378"/>
                    <a:pt x="1778249" y="540661"/>
                    <a:pt x="2349042" y="41501"/>
                  </a:cubicBezTo>
                  <a:lnTo>
                    <a:pt x="2391077" y="114768"/>
                  </a:lnTo>
                  <a:cubicBezTo>
                    <a:pt x="2510820" y="292935"/>
                    <a:pt x="2570692" y="913788"/>
                    <a:pt x="2245935" y="1117355"/>
                  </a:cubicBezTo>
                  <a:cubicBezTo>
                    <a:pt x="2562226" y="1301386"/>
                    <a:pt x="2551340" y="2060783"/>
                    <a:pt x="2303992" y="2249469"/>
                  </a:cubicBezTo>
                  <a:cubicBezTo>
                    <a:pt x="2530173" y="2449645"/>
                    <a:pt x="2575530" y="3142097"/>
                    <a:pt x="2274963" y="3323525"/>
                  </a:cubicBezTo>
                  <a:cubicBezTo>
                    <a:pt x="2543477" y="3526725"/>
                    <a:pt x="2497515" y="4588687"/>
                    <a:pt x="2289477" y="4745925"/>
                  </a:cubicBezTo>
                  <a:cubicBezTo>
                    <a:pt x="2068739" y="4979363"/>
                    <a:pt x="499986" y="5005367"/>
                    <a:pt x="199420" y="4731410"/>
                  </a:cubicBezTo>
                  <a:cubicBezTo>
                    <a:pt x="-1361" y="4608039"/>
                    <a:pt x="-72844" y="3468184"/>
                    <a:pt x="271991" y="3338040"/>
                  </a:cubicBezTo>
                  <a:cubicBezTo>
                    <a:pt x="-122314" y="3124076"/>
                    <a:pt x="6501" y="2338733"/>
                    <a:pt x="228449" y="2249470"/>
                  </a:cubicBezTo>
                  <a:cubicBezTo>
                    <a:pt x="-136343" y="1962087"/>
                    <a:pt x="-13334" y="1232444"/>
                    <a:pt x="242964" y="1131870"/>
                  </a:cubicBezTo>
                  <a:cubicBezTo>
                    <a:pt x="-65223" y="873874"/>
                    <a:pt x="48229" y="311078"/>
                    <a:pt x="141362" y="129282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40619E4-7B3C-3C82-7C88-4967374705FA}"/>
                </a:ext>
              </a:extLst>
            </p:cNvPr>
            <p:cNvSpPr/>
            <p:nvPr/>
          </p:nvSpPr>
          <p:spPr>
            <a:xfrm>
              <a:off x="2113449" y="1723830"/>
              <a:ext cx="1276349" cy="771524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D2005F-C3D7-4F74-5856-33A3D6BE0CFC}"/>
              </a:ext>
            </a:extLst>
          </p:cNvPr>
          <p:cNvGrpSpPr/>
          <p:nvPr/>
        </p:nvGrpSpPr>
        <p:grpSpPr>
          <a:xfrm>
            <a:off x="1161708" y="2136971"/>
            <a:ext cx="2112864" cy="5613055"/>
            <a:chOff x="1457136" y="1723830"/>
            <a:chExt cx="2487055" cy="6607135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776A940B-4133-1CA6-422D-92225AC93897}"/>
                </a:ext>
              </a:extLst>
            </p:cNvPr>
            <p:cNvSpPr/>
            <p:nvPr/>
          </p:nvSpPr>
          <p:spPr>
            <a:xfrm>
              <a:off x="1457136" y="2466361"/>
              <a:ext cx="2487054" cy="5851436"/>
            </a:xfrm>
            <a:custGeom>
              <a:avLst/>
              <a:gdLst>
                <a:gd name="connsiteX0" fmla="*/ 0 w 1016000"/>
                <a:gd name="connsiteY0" fmla="*/ 0 h 935640"/>
                <a:gd name="connsiteX1" fmla="*/ 1016000 w 1016000"/>
                <a:gd name="connsiteY1" fmla="*/ 0 h 935640"/>
                <a:gd name="connsiteX2" fmla="*/ 1016000 w 1016000"/>
                <a:gd name="connsiteY2" fmla="*/ 935640 h 935640"/>
                <a:gd name="connsiteX3" fmla="*/ 0 w 1016000"/>
                <a:gd name="connsiteY3" fmla="*/ 935640 h 935640"/>
                <a:gd name="connsiteX4" fmla="*/ 0 w 1016000"/>
                <a:gd name="connsiteY4" fmla="*/ 0 h 935640"/>
                <a:gd name="connsiteX0" fmla="*/ 638629 w 1654629"/>
                <a:gd name="connsiteY0" fmla="*/ 0 h 1051754"/>
                <a:gd name="connsiteX1" fmla="*/ 1654629 w 1654629"/>
                <a:gd name="connsiteY1" fmla="*/ 0 h 1051754"/>
                <a:gd name="connsiteX2" fmla="*/ 1654629 w 1654629"/>
                <a:gd name="connsiteY2" fmla="*/ 935640 h 1051754"/>
                <a:gd name="connsiteX3" fmla="*/ 0 w 1654629"/>
                <a:gd name="connsiteY3" fmla="*/ 1051754 h 1051754"/>
                <a:gd name="connsiteX4" fmla="*/ 638629 w 1654629"/>
                <a:gd name="connsiteY4" fmla="*/ 0 h 1051754"/>
                <a:gd name="connsiteX0" fmla="*/ 638629 w 2249715"/>
                <a:gd name="connsiteY0" fmla="*/ 0 h 1051754"/>
                <a:gd name="connsiteX1" fmla="*/ 1654629 w 2249715"/>
                <a:gd name="connsiteY1" fmla="*/ 0 h 1051754"/>
                <a:gd name="connsiteX2" fmla="*/ 2249715 w 2249715"/>
                <a:gd name="connsiteY2" fmla="*/ 1037240 h 1051754"/>
                <a:gd name="connsiteX3" fmla="*/ 0 w 2249715"/>
                <a:gd name="connsiteY3" fmla="*/ 1051754 h 1051754"/>
                <a:gd name="connsiteX4" fmla="*/ 638629 w 2249715"/>
                <a:gd name="connsiteY4" fmla="*/ 0 h 1051754"/>
                <a:gd name="connsiteX0" fmla="*/ 638629 w 2249715"/>
                <a:gd name="connsiteY0" fmla="*/ 0 h 2039827"/>
                <a:gd name="connsiteX1" fmla="*/ 1654629 w 2249715"/>
                <a:gd name="connsiteY1" fmla="*/ 0 h 2039827"/>
                <a:gd name="connsiteX2" fmla="*/ 2249715 w 2249715"/>
                <a:gd name="connsiteY2" fmla="*/ 1037240 h 2039827"/>
                <a:gd name="connsiteX3" fmla="*/ 2104573 w 2249715"/>
                <a:gd name="connsiteY3" fmla="*/ 2039827 h 2039827"/>
                <a:gd name="connsiteX4" fmla="*/ 0 w 2249715"/>
                <a:gd name="connsiteY4" fmla="*/ 1051754 h 2039827"/>
                <a:gd name="connsiteX5" fmla="*/ 638629 w 2249715"/>
                <a:gd name="connsiteY5" fmla="*/ 0 h 2039827"/>
                <a:gd name="connsiteX0" fmla="*/ 638629 w 2249715"/>
                <a:gd name="connsiteY0" fmla="*/ 0 h 2125335"/>
                <a:gd name="connsiteX1" fmla="*/ 1654629 w 2249715"/>
                <a:gd name="connsiteY1" fmla="*/ 0 h 2125335"/>
                <a:gd name="connsiteX2" fmla="*/ 2249715 w 2249715"/>
                <a:gd name="connsiteY2" fmla="*/ 1037240 h 2125335"/>
                <a:gd name="connsiteX3" fmla="*/ 2104573 w 2249715"/>
                <a:gd name="connsiteY3" fmla="*/ 2039827 h 2125335"/>
                <a:gd name="connsiteX4" fmla="*/ 101602 w 2249715"/>
                <a:gd name="connsiteY4" fmla="*/ 2054342 h 2125335"/>
                <a:gd name="connsiteX5" fmla="*/ 0 w 2249715"/>
                <a:gd name="connsiteY5" fmla="*/ 1051754 h 2125335"/>
                <a:gd name="connsiteX6" fmla="*/ 638629 w 2249715"/>
                <a:gd name="connsiteY6" fmla="*/ 0 h 2125335"/>
                <a:gd name="connsiteX0" fmla="*/ 669557 w 2280643"/>
                <a:gd name="connsiteY0" fmla="*/ 0 h 3171946"/>
                <a:gd name="connsiteX1" fmla="*/ 1685557 w 2280643"/>
                <a:gd name="connsiteY1" fmla="*/ 0 h 3171946"/>
                <a:gd name="connsiteX2" fmla="*/ 2280643 w 2280643"/>
                <a:gd name="connsiteY2" fmla="*/ 1037240 h 3171946"/>
                <a:gd name="connsiteX3" fmla="*/ 2135501 w 2280643"/>
                <a:gd name="connsiteY3" fmla="*/ 2039827 h 3171946"/>
                <a:gd name="connsiteX4" fmla="*/ 118015 w 2280643"/>
                <a:gd name="connsiteY4" fmla="*/ 3171942 h 3171946"/>
                <a:gd name="connsiteX5" fmla="*/ 132530 w 2280643"/>
                <a:gd name="connsiteY5" fmla="*/ 2054342 h 3171946"/>
                <a:gd name="connsiteX6" fmla="*/ 30928 w 2280643"/>
                <a:gd name="connsiteY6" fmla="*/ 1051754 h 3171946"/>
                <a:gd name="connsiteX7" fmla="*/ 669557 w 2280643"/>
                <a:gd name="connsiteY7" fmla="*/ 0 h 3171946"/>
                <a:gd name="connsiteX0" fmla="*/ 638629 w 2277386"/>
                <a:gd name="connsiteY0" fmla="*/ 0 h 3272277"/>
                <a:gd name="connsiteX1" fmla="*/ 1654629 w 2277386"/>
                <a:gd name="connsiteY1" fmla="*/ 0 h 3272277"/>
                <a:gd name="connsiteX2" fmla="*/ 2249715 w 2277386"/>
                <a:gd name="connsiteY2" fmla="*/ 1037240 h 3272277"/>
                <a:gd name="connsiteX3" fmla="*/ 2104573 w 2277386"/>
                <a:gd name="connsiteY3" fmla="*/ 2039827 h 3272277"/>
                <a:gd name="connsiteX4" fmla="*/ 2162630 w 2277386"/>
                <a:gd name="connsiteY4" fmla="*/ 3171941 h 3272277"/>
                <a:gd name="connsiteX5" fmla="*/ 87087 w 2277386"/>
                <a:gd name="connsiteY5" fmla="*/ 3171942 h 3272277"/>
                <a:gd name="connsiteX6" fmla="*/ 101602 w 2277386"/>
                <a:gd name="connsiteY6" fmla="*/ 2054342 h 3272277"/>
                <a:gd name="connsiteX7" fmla="*/ 0 w 2277386"/>
                <a:gd name="connsiteY7" fmla="*/ 1051754 h 3272277"/>
                <a:gd name="connsiteX8" fmla="*/ 638629 w 2277386"/>
                <a:gd name="connsiteY8" fmla="*/ 0 h 3272277"/>
                <a:gd name="connsiteX0" fmla="*/ 647111 w 2285868"/>
                <a:gd name="connsiteY0" fmla="*/ 0 h 4260512"/>
                <a:gd name="connsiteX1" fmla="*/ 1663111 w 2285868"/>
                <a:gd name="connsiteY1" fmla="*/ 0 h 4260512"/>
                <a:gd name="connsiteX2" fmla="*/ 2258197 w 2285868"/>
                <a:gd name="connsiteY2" fmla="*/ 1037240 h 4260512"/>
                <a:gd name="connsiteX3" fmla="*/ 2113055 w 2285868"/>
                <a:gd name="connsiteY3" fmla="*/ 2039827 h 4260512"/>
                <a:gd name="connsiteX4" fmla="*/ 2171112 w 2285868"/>
                <a:gd name="connsiteY4" fmla="*/ 3171941 h 4260512"/>
                <a:gd name="connsiteX5" fmla="*/ 139111 w 2285868"/>
                <a:gd name="connsiteY5" fmla="*/ 4260512 h 4260512"/>
                <a:gd name="connsiteX6" fmla="*/ 95569 w 2285868"/>
                <a:gd name="connsiteY6" fmla="*/ 3171942 h 4260512"/>
                <a:gd name="connsiteX7" fmla="*/ 110084 w 2285868"/>
                <a:gd name="connsiteY7" fmla="*/ 2054342 h 4260512"/>
                <a:gd name="connsiteX8" fmla="*/ 8482 w 2285868"/>
                <a:gd name="connsiteY8" fmla="*/ 1051754 h 4260512"/>
                <a:gd name="connsiteX9" fmla="*/ 647111 w 2285868"/>
                <a:gd name="connsiteY9" fmla="*/ 0 h 4260512"/>
                <a:gd name="connsiteX0" fmla="*/ 638629 w 2277386"/>
                <a:gd name="connsiteY0" fmla="*/ 0 h 4351490"/>
                <a:gd name="connsiteX1" fmla="*/ 1654629 w 2277386"/>
                <a:gd name="connsiteY1" fmla="*/ 0 h 4351490"/>
                <a:gd name="connsiteX2" fmla="*/ 2249715 w 2277386"/>
                <a:gd name="connsiteY2" fmla="*/ 1037240 h 4351490"/>
                <a:gd name="connsiteX3" fmla="*/ 2104573 w 2277386"/>
                <a:gd name="connsiteY3" fmla="*/ 2039827 h 4351490"/>
                <a:gd name="connsiteX4" fmla="*/ 2162630 w 2277386"/>
                <a:gd name="connsiteY4" fmla="*/ 3171941 h 4351490"/>
                <a:gd name="connsiteX5" fmla="*/ 2133601 w 2277386"/>
                <a:gd name="connsiteY5" fmla="*/ 4245997 h 4351490"/>
                <a:gd name="connsiteX6" fmla="*/ 130629 w 2277386"/>
                <a:gd name="connsiteY6" fmla="*/ 4260512 h 4351490"/>
                <a:gd name="connsiteX7" fmla="*/ 87087 w 2277386"/>
                <a:gd name="connsiteY7" fmla="*/ 3171942 h 4351490"/>
                <a:gd name="connsiteX8" fmla="*/ 101602 w 2277386"/>
                <a:gd name="connsiteY8" fmla="*/ 2054342 h 4351490"/>
                <a:gd name="connsiteX9" fmla="*/ 0 w 2277386"/>
                <a:gd name="connsiteY9" fmla="*/ 1051754 h 4351490"/>
                <a:gd name="connsiteX10" fmla="*/ 638629 w 2277386"/>
                <a:gd name="connsiteY10" fmla="*/ 0 h 4351490"/>
                <a:gd name="connsiteX0" fmla="*/ 638629 w 2277386"/>
                <a:gd name="connsiteY0" fmla="*/ 0 h 5799028"/>
                <a:gd name="connsiteX1" fmla="*/ 1654629 w 2277386"/>
                <a:gd name="connsiteY1" fmla="*/ 0 h 5799028"/>
                <a:gd name="connsiteX2" fmla="*/ 2249715 w 2277386"/>
                <a:gd name="connsiteY2" fmla="*/ 1037240 h 5799028"/>
                <a:gd name="connsiteX3" fmla="*/ 2104573 w 2277386"/>
                <a:gd name="connsiteY3" fmla="*/ 2039827 h 5799028"/>
                <a:gd name="connsiteX4" fmla="*/ 2162630 w 2277386"/>
                <a:gd name="connsiteY4" fmla="*/ 3171941 h 5799028"/>
                <a:gd name="connsiteX5" fmla="*/ 2133601 w 2277386"/>
                <a:gd name="connsiteY5" fmla="*/ 4245997 h 5799028"/>
                <a:gd name="connsiteX6" fmla="*/ 275772 w 2277386"/>
                <a:gd name="connsiteY6" fmla="*/ 5799025 h 5799028"/>
                <a:gd name="connsiteX7" fmla="*/ 130629 w 2277386"/>
                <a:gd name="connsiteY7" fmla="*/ 4260512 h 5799028"/>
                <a:gd name="connsiteX8" fmla="*/ 87087 w 2277386"/>
                <a:gd name="connsiteY8" fmla="*/ 3171942 h 5799028"/>
                <a:gd name="connsiteX9" fmla="*/ 101602 w 2277386"/>
                <a:gd name="connsiteY9" fmla="*/ 2054342 h 5799028"/>
                <a:gd name="connsiteX10" fmla="*/ 0 w 2277386"/>
                <a:gd name="connsiteY10" fmla="*/ 1051754 h 5799028"/>
                <a:gd name="connsiteX11" fmla="*/ 638629 w 2277386"/>
                <a:gd name="connsiteY11" fmla="*/ 0 h 5799028"/>
                <a:gd name="connsiteX0" fmla="*/ 638629 w 2277386"/>
                <a:gd name="connsiteY0" fmla="*/ 0 h 5881005"/>
                <a:gd name="connsiteX1" fmla="*/ 1654629 w 2277386"/>
                <a:gd name="connsiteY1" fmla="*/ 0 h 5881005"/>
                <a:gd name="connsiteX2" fmla="*/ 2249715 w 2277386"/>
                <a:gd name="connsiteY2" fmla="*/ 1037240 h 5881005"/>
                <a:gd name="connsiteX3" fmla="*/ 2104573 w 2277386"/>
                <a:gd name="connsiteY3" fmla="*/ 2039827 h 5881005"/>
                <a:gd name="connsiteX4" fmla="*/ 2162630 w 2277386"/>
                <a:gd name="connsiteY4" fmla="*/ 3171941 h 5881005"/>
                <a:gd name="connsiteX5" fmla="*/ 2133601 w 2277386"/>
                <a:gd name="connsiteY5" fmla="*/ 4245997 h 5881005"/>
                <a:gd name="connsiteX6" fmla="*/ 2148115 w 2277386"/>
                <a:gd name="connsiteY6" fmla="*/ 5668397 h 5881005"/>
                <a:gd name="connsiteX7" fmla="*/ 275772 w 2277386"/>
                <a:gd name="connsiteY7" fmla="*/ 5799025 h 5881005"/>
                <a:gd name="connsiteX8" fmla="*/ 130629 w 2277386"/>
                <a:gd name="connsiteY8" fmla="*/ 4260512 h 5881005"/>
                <a:gd name="connsiteX9" fmla="*/ 87087 w 2277386"/>
                <a:gd name="connsiteY9" fmla="*/ 3171942 h 5881005"/>
                <a:gd name="connsiteX10" fmla="*/ 101602 w 2277386"/>
                <a:gd name="connsiteY10" fmla="*/ 2054342 h 5881005"/>
                <a:gd name="connsiteX11" fmla="*/ 0 w 2277386"/>
                <a:gd name="connsiteY11" fmla="*/ 1051754 h 5881005"/>
                <a:gd name="connsiteX12" fmla="*/ 638629 w 2277386"/>
                <a:gd name="connsiteY12" fmla="*/ 0 h 5881005"/>
                <a:gd name="connsiteX0" fmla="*/ 642073 w 2280830"/>
                <a:gd name="connsiteY0" fmla="*/ 0 h 5810643"/>
                <a:gd name="connsiteX1" fmla="*/ 1658073 w 2280830"/>
                <a:gd name="connsiteY1" fmla="*/ 0 h 5810643"/>
                <a:gd name="connsiteX2" fmla="*/ 2253159 w 2280830"/>
                <a:gd name="connsiteY2" fmla="*/ 1037240 h 5810643"/>
                <a:gd name="connsiteX3" fmla="*/ 2108017 w 2280830"/>
                <a:gd name="connsiteY3" fmla="*/ 2039827 h 5810643"/>
                <a:gd name="connsiteX4" fmla="*/ 2166074 w 2280830"/>
                <a:gd name="connsiteY4" fmla="*/ 3171941 h 5810643"/>
                <a:gd name="connsiteX5" fmla="*/ 2137045 w 2280830"/>
                <a:gd name="connsiteY5" fmla="*/ 4245997 h 5810643"/>
                <a:gd name="connsiteX6" fmla="*/ 2151559 w 2280830"/>
                <a:gd name="connsiteY6" fmla="*/ 5668397 h 5810643"/>
                <a:gd name="connsiteX7" fmla="*/ 61502 w 2280830"/>
                <a:gd name="connsiteY7" fmla="*/ 5653882 h 5810643"/>
                <a:gd name="connsiteX8" fmla="*/ 134073 w 2280830"/>
                <a:gd name="connsiteY8" fmla="*/ 4260512 h 5810643"/>
                <a:gd name="connsiteX9" fmla="*/ 90531 w 2280830"/>
                <a:gd name="connsiteY9" fmla="*/ 3171942 h 5810643"/>
                <a:gd name="connsiteX10" fmla="*/ 105046 w 2280830"/>
                <a:gd name="connsiteY10" fmla="*/ 2054342 h 5810643"/>
                <a:gd name="connsiteX11" fmla="*/ 3444 w 2280830"/>
                <a:gd name="connsiteY11" fmla="*/ 1051754 h 5810643"/>
                <a:gd name="connsiteX12" fmla="*/ 642073 w 2280830"/>
                <a:gd name="connsiteY12" fmla="*/ 0 h 5810643"/>
                <a:gd name="connsiteX0" fmla="*/ 642073 w 2280830"/>
                <a:gd name="connsiteY0" fmla="*/ 0 h 5875321"/>
                <a:gd name="connsiteX1" fmla="*/ 1658073 w 2280830"/>
                <a:gd name="connsiteY1" fmla="*/ 0 h 5875321"/>
                <a:gd name="connsiteX2" fmla="*/ 2253159 w 2280830"/>
                <a:gd name="connsiteY2" fmla="*/ 1037240 h 5875321"/>
                <a:gd name="connsiteX3" fmla="*/ 2108017 w 2280830"/>
                <a:gd name="connsiteY3" fmla="*/ 2039827 h 5875321"/>
                <a:gd name="connsiteX4" fmla="*/ 2166074 w 2280830"/>
                <a:gd name="connsiteY4" fmla="*/ 3171941 h 5875321"/>
                <a:gd name="connsiteX5" fmla="*/ 2137045 w 2280830"/>
                <a:gd name="connsiteY5" fmla="*/ 4245997 h 5875321"/>
                <a:gd name="connsiteX6" fmla="*/ 2151559 w 2280830"/>
                <a:gd name="connsiteY6" fmla="*/ 5668397 h 5875321"/>
                <a:gd name="connsiteX7" fmla="*/ 61502 w 2280830"/>
                <a:gd name="connsiteY7" fmla="*/ 5653882 h 5875321"/>
                <a:gd name="connsiteX8" fmla="*/ 134073 w 2280830"/>
                <a:gd name="connsiteY8" fmla="*/ 4260512 h 5875321"/>
                <a:gd name="connsiteX9" fmla="*/ 90531 w 2280830"/>
                <a:gd name="connsiteY9" fmla="*/ 3171942 h 5875321"/>
                <a:gd name="connsiteX10" fmla="*/ 105046 w 2280830"/>
                <a:gd name="connsiteY10" fmla="*/ 2054342 h 5875321"/>
                <a:gd name="connsiteX11" fmla="*/ 3444 w 2280830"/>
                <a:gd name="connsiteY11" fmla="*/ 1051754 h 5875321"/>
                <a:gd name="connsiteX12" fmla="*/ 642073 w 2280830"/>
                <a:gd name="connsiteY12" fmla="*/ 0 h 5875321"/>
                <a:gd name="connsiteX0" fmla="*/ 748891 w 2387648"/>
                <a:gd name="connsiteY0" fmla="*/ 0 h 5875321"/>
                <a:gd name="connsiteX1" fmla="*/ 1764891 w 2387648"/>
                <a:gd name="connsiteY1" fmla="*/ 0 h 5875321"/>
                <a:gd name="connsiteX2" fmla="*/ 2359977 w 2387648"/>
                <a:gd name="connsiteY2" fmla="*/ 1037240 h 5875321"/>
                <a:gd name="connsiteX3" fmla="*/ 2214835 w 2387648"/>
                <a:gd name="connsiteY3" fmla="*/ 2039827 h 5875321"/>
                <a:gd name="connsiteX4" fmla="*/ 2272892 w 2387648"/>
                <a:gd name="connsiteY4" fmla="*/ 3171941 h 5875321"/>
                <a:gd name="connsiteX5" fmla="*/ 2243863 w 2387648"/>
                <a:gd name="connsiteY5" fmla="*/ 4245997 h 5875321"/>
                <a:gd name="connsiteX6" fmla="*/ 2258377 w 2387648"/>
                <a:gd name="connsiteY6" fmla="*/ 5668397 h 5875321"/>
                <a:gd name="connsiteX7" fmla="*/ 168320 w 2387648"/>
                <a:gd name="connsiteY7" fmla="*/ 5653882 h 5875321"/>
                <a:gd name="connsiteX8" fmla="*/ 240891 w 2387648"/>
                <a:gd name="connsiteY8" fmla="*/ 4260512 h 5875321"/>
                <a:gd name="connsiteX9" fmla="*/ 197349 w 2387648"/>
                <a:gd name="connsiteY9" fmla="*/ 3171942 h 5875321"/>
                <a:gd name="connsiteX10" fmla="*/ 211864 w 2387648"/>
                <a:gd name="connsiteY10" fmla="*/ 2054342 h 5875321"/>
                <a:gd name="connsiteX11" fmla="*/ 110262 w 2387648"/>
                <a:gd name="connsiteY11" fmla="*/ 1051754 h 5875321"/>
                <a:gd name="connsiteX12" fmla="*/ 748891 w 2387648"/>
                <a:gd name="connsiteY12" fmla="*/ 0 h 5875321"/>
                <a:gd name="connsiteX0" fmla="*/ 748891 w 2387648"/>
                <a:gd name="connsiteY0" fmla="*/ 0 h 5875321"/>
                <a:gd name="connsiteX1" fmla="*/ 1764891 w 2387648"/>
                <a:gd name="connsiteY1" fmla="*/ 0 h 5875321"/>
                <a:gd name="connsiteX2" fmla="*/ 2359977 w 2387648"/>
                <a:gd name="connsiteY2" fmla="*/ 1037240 h 5875321"/>
                <a:gd name="connsiteX3" fmla="*/ 2214835 w 2387648"/>
                <a:gd name="connsiteY3" fmla="*/ 2039827 h 5875321"/>
                <a:gd name="connsiteX4" fmla="*/ 2272892 w 2387648"/>
                <a:gd name="connsiteY4" fmla="*/ 3171941 h 5875321"/>
                <a:gd name="connsiteX5" fmla="*/ 2243863 w 2387648"/>
                <a:gd name="connsiteY5" fmla="*/ 4245997 h 5875321"/>
                <a:gd name="connsiteX6" fmla="*/ 2258377 w 2387648"/>
                <a:gd name="connsiteY6" fmla="*/ 5668397 h 5875321"/>
                <a:gd name="connsiteX7" fmla="*/ 168320 w 2387648"/>
                <a:gd name="connsiteY7" fmla="*/ 5653882 h 5875321"/>
                <a:gd name="connsiteX8" fmla="*/ 240891 w 2387648"/>
                <a:gd name="connsiteY8" fmla="*/ 4260512 h 5875321"/>
                <a:gd name="connsiteX9" fmla="*/ 197349 w 2387648"/>
                <a:gd name="connsiteY9" fmla="*/ 3171942 h 5875321"/>
                <a:gd name="connsiteX10" fmla="*/ 211864 w 2387648"/>
                <a:gd name="connsiteY10" fmla="*/ 2054342 h 5875321"/>
                <a:gd name="connsiteX11" fmla="*/ 110262 w 2387648"/>
                <a:gd name="connsiteY11" fmla="*/ 1051754 h 5875321"/>
                <a:gd name="connsiteX12" fmla="*/ 748891 w 2387648"/>
                <a:gd name="connsiteY12" fmla="*/ 0 h 5875321"/>
                <a:gd name="connsiteX0" fmla="*/ 761954 w 2400711"/>
                <a:gd name="connsiteY0" fmla="*/ 0 h 5875321"/>
                <a:gd name="connsiteX1" fmla="*/ 1777954 w 2400711"/>
                <a:gd name="connsiteY1" fmla="*/ 0 h 5875321"/>
                <a:gd name="connsiteX2" fmla="*/ 2373040 w 2400711"/>
                <a:gd name="connsiteY2" fmla="*/ 1037240 h 5875321"/>
                <a:gd name="connsiteX3" fmla="*/ 2227898 w 2400711"/>
                <a:gd name="connsiteY3" fmla="*/ 2039827 h 5875321"/>
                <a:gd name="connsiteX4" fmla="*/ 2285955 w 2400711"/>
                <a:gd name="connsiteY4" fmla="*/ 3171941 h 5875321"/>
                <a:gd name="connsiteX5" fmla="*/ 2256926 w 2400711"/>
                <a:gd name="connsiteY5" fmla="*/ 4245997 h 5875321"/>
                <a:gd name="connsiteX6" fmla="*/ 2271440 w 2400711"/>
                <a:gd name="connsiteY6" fmla="*/ 5668397 h 5875321"/>
                <a:gd name="connsiteX7" fmla="*/ 181383 w 2400711"/>
                <a:gd name="connsiteY7" fmla="*/ 5653882 h 5875321"/>
                <a:gd name="connsiteX8" fmla="*/ 253954 w 2400711"/>
                <a:gd name="connsiteY8" fmla="*/ 4260512 h 5875321"/>
                <a:gd name="connsiteX9" fmla="*/ 210412 w 2400711"/>
                <a:gd name="connsiteY9" fmla="*/ 3171942 h 5875321"/>
                <a:gd name="connsiteX10" fmla="*/ 224927 w 2400711"/>
                <a:gd name="connsiteY10" fmla="*/ 2054342 h 5875321"/>
                <a:gd name="connsiteX11" fmla="*/ 123325 w 2400711"/>
                <a:gd name="connsiteY11" fmla="*/ 1051754 h 5875321"/>
                <a:gd name="connsiteX12" fmla="*/ 761954 w 2400711"/>
                <a:gd name="connsiteY12" fmla="*/ 0 h 5875321"/>
                <a:gd name="connsiteX0" fmla="*/ 761954 w 2400711"/>
                <a:gd name="connsiteY0" fmla="*/ 0 h 5875321"/>
                <a:gd name="connsiteX1" fmla="*/ 1777954 w 2400711"/>
                <a:gd name="connsiteY1" fmla="*/ 0 h 5875321"/>
                <a:gd name="connsiteX2" fmla="*/ 2373040 w 2400711"/>
                <a:gd name="connsiteY2" fmla="*/ 1037240 h 5875321"/>
                <a:gd name="connsiteX3" fmla="*/ 2227898 w 2400711"/>
                <a:gd name="connsiteY3" fmla="*/ 2039827 h 5875321"/>
                <a:gd name="connsiteX4" fmla="*/ 2285955 w 2400711"/>
                <a:gd name="connsiteY4" fmla="*/ 3171941 h 5875321"/>
                <a:gd name="connsiteX5" fmla="*/ 2256926 w 2400711"/>
                <a:gd name="connsiteY5" fmla="*/ 4245997 h 5875321"/>
                <a:gd name="connsiteX6" fmla="*/ 2271440 w 2400711"/>
                <a:gd name="connsiteY6" fmla="*/ 5668397 h 5875321"/>
                <a:gd name="connsiteX7" fmla="*/ 181383 w 2400711"/>
                <a:gd name="connsiteY7" fmla="*/ 5653882 h 5875321"/>
                <a:gd name="connsiteX8" fmla="*/ 253954 w 2400711"/>
                <a:gd name="connsiteY8" fmla="*/ 4260512 h 5875321"/>
                <a:gd name="connsiteX9" fmla="*/ 210412 w 2400711"/>
                <a:gd name="connsiteY9" fmla="*/ 3171942 h 5875321"/>
                <a:gd name="connsiteX10" fmla="*/ 224927 w 2400711"/>
                <a:gd name="connsiteY10" fmla="*/ 2054342 h 5875321"/>
                <a:gd name="connsiteX11" fmla="*/ 123325 w 2400711"/>
                <a:gd name="connsiteY11" fmla="*/ 1051754 h 5875321"/>
                <a:gd name="connsiteX12" fmla="*/ 761954 w 2400711"/>
                <a:gd name="connsiteY12" fmla="*/ 0 h 5875321"/>
                <a:gd name="connsiteX0" fmla="*/ 779990 w 2418747"/>
                <a:gd name="connsiteY0" fmla="*/ 0 h 5875321"/>
                <a:gd name="connsiteX1" fmla="*/ 1795990 w 2418747"/>
                <a:gd name="connsiteY1" fmla="*/ 0 h 5875321"/>
                <a:gd name="connsiteX2" fmla="*/ 2391076 w 2418747"/>
                <a:gd name="connsiteY2" fmla="*/ 1037240 h 5875321"/>
                <a:gd name="connsiteX3" fmla="*/ 2245934 w 2418747"/>
                <a:gd name="connsiteY3" fmla="*/ 2039827 h 5875321"/>
                <a:gd name="connsiteX4" fmla="*/ 2303991 w 2418747"/>
                <a:gd name="connsiteY4" fmla="*/ 3171941 h 5875321"/>
                <a:gd name="connsiteX5" fmla="*/ 2274962 w 2418747"/>
                <a:gd name="connsiteY5" fmla="*/ 4245997 h 5875321"/>
                <a:gd name="connsiteX6" fmla="*/ 2289476 w 2418747"/>
                <a:gd name="connsiteY6" fmla="*/ 5668397 h 5875321"/>
                <a:gd name="connsiteX7" fmla="*/ 199419 w 2418747"/>
                <a:gd name="connsiteY7" fmla="*/ 5653882 h 5875321"/>
                <a:gd name="connsiteX8" fmla="*/ 271990 w 2418747"/>
                <a:gd name="connsiteY8" fmla="*/ 4260512 h 5875321"/>
                <a:gd name="connsiteX9" fmla="*/ 228448 w 2418747"/>
                <a:gd name="connsiteY9" fmla="*/ 3171942 h 5875321"/>
                <a:gd name="connsiteX10" fmla="*/ 242963 w 2418747"/>
                <a:gd name="connsiteY10" fmla="*/ 2054342 h 5875321"/>
                <a:gd name="connsiteX11" fmla="*/ 141361 w 2418747"/>
                <a:gd name="connsiteY11" fmla="*/ 1051754 h 5875321"/>
                <a:gd name="connsiteX12" fmla="*/ 779990 w 2418747"/>
                <a:gd name="connsiteY12" fmla="*/ 0 h 5875321"/>
                <a:gd name="connsiteX0" fmla="*/ 779990 w 2418747"/>
                <a:gd name="connsiteY0" fmla="*/ 0 h 5875321"/>
                <a:gd name="connsiteX1" fmla="*/ 1795990 w 2418747"/>
                <a:gd name="connsiteY1" fmla="*/ 0 h 5875321"/>
                <a:gd name="connsiteX2" fmla="*/ 2391076 w 2418747"/>
                <a:gd name="connsiteY2" fmla="*/ 1037240 h 5875321"/>
                <a:gd name="connsiteX3" fmla="*/ 2245934 w 2418747"/>
                <a:gd name="connsiteY3" fmla="*/ 2039827 h 5875321"/>
                <a:gd name="connsiteX4" fmla="*/ 2303991 w 2418747"/>
                <a:gd name="connsiteY4" fmla="*/ 3171941 h 5875321"/>
                <a:gd name="connsiteX5" fmla="*/ 2274962 w 2418747"/>
                <a:gd name="connsiteY5" fmla="*/ 4245997 h 5875321"/>
                <a:gd name="connsiteX6" fmla="*/ 2289476 w 2418747"/>
                <a:gd name="connsiteY6" fmla="*/ 5668397 h 5875321"/>
                <a:gd name="connsiteX7" fmla="*/ 199419 w 2418747"/>
                <a:gd name="connsiteY7" fmla="*/ 5653882 h 5875321"/>
                <a:gd name="connsiteX8" fmla="*/ 271990 w 2418747"/>
                <a:gd name="connsiteY8" fmla="*/ 4260512 h 5875321"/>
                <a:gd name="connsiteX9" fmla="*/ 228448 w 2418747"/>
                <a:gd name="connsiteY9" fmla="*/ 3171942 h 5875321"/>
                <a:gd name="connsiteX10" fmla="*/ 242963 w 2418747"/>
                <a:gd name="connsiteY10" fmla="*/ 2054342 h 5875321"/>
                <a:gd name="connsiteX11" fmla="*/ 141361 w 2418747"/>
                <a:gd name="connsiteY11" fmla="*/ 1051754 h 5875321"/>
                <a:gd name="connsiteX12" fmla="*/ 779990 w 2418747"/>
                <a:gd name="connsiteY12" fmla="*/ 0 h 5875321"/>
                <a:gd name="connsiteX0" fmla="*/ 779990 w 2418747"/>
                <a:gd name="connsiteY0" fmla="*/ 0 h 5875321"/>
                <a:gd name="connsiteX1" fmla="*/ 1795990 w 2418747"/>
                <a:gd name="connsiteY1" fmla="*/ 0 h 5875321"/>
                <a:gd name="connsiteX2" fmla="*/ 2391076 w 2418747"/>
                <a:gd name="connsiteY2" fmla="*/ 1037240 h 5875321"/>
                <a:gd name="connsiteX3" fmla="*/ 2245934 w 2418747"/>
                <a:gd name="connsiteY3" fmla="*/ 2039827 h 5875321"/>
                <a:gd name="connsiteX4" fmla="*/ 2303991 w 2418747"/>
                <a:gd name="connsiteY4" fmla="*/ 3171941 h 5875321"/>
                <a:gd name="connsiteX5" fmla="*/ 2274962 w 2418747"/>
                <a:gd name="connsiteY5" fmla="*/ 4245997 h 5875321"/>
                <a:gd name="connsiteX6" fmla="*/ 2289476 w 2418747"/>
                <a:gd name="connsiteY6" fmla="*/ 5668397 h 5875321"/>
                <a:gd name="connsiteX7" fmla="*/ 199419 w 2418747"/>
                <a:gd name="connsiteY7" fmla="*/ 5653882 h 5875321"/>
                <a:gd name="connsiteX8" fmla="*/ 271990 w 2418747"/>
                <a:gd name="connsiteY8" fmla="*/ 4260512 h 5875321"/>
                <a:gd name="connsiteX9" fmla="*/ 228448 w 2418747"/>
                <a:gd name="connsiteY9" fmla="*/ 3171942 h 5875321"/>
                <a:gd name="connsiteX10" fmla="*/ 242963 w 2418747"/>
                <a:gd name="connsiteY10" fmla="*/ 2054342 h 5875321"/>
                <a:gd name="connsiteX11" fmla="*/ 141361 w 2418747"/>
                <a:gd name="connsiteY11" fmla="*/ 1051754 h 5875321"/>
                <a:gd name="connsiteX12" fmla="*/ 779990 w 2418747"/>
                <a:gd name="connsiteY12" fmla="*/ 0 h 5875321"/>
                <a:gd name="connsiteX0" fmla="*/ 779990 w 2487650"/>
                <a:gd name="connsiteY0" fmla="*/ 0 h 5875321"/>
                <a:gd name="connsiteX1" fmla="*/ 1795990 w 2487650"/>
                <a:gd name="connsiteY1" fmla="*/ 0 h 5875321"/>
                <a:gd name="connsiteX2" fmla="*/ 2391076 w 2487650"/>
                <a:gd name="connsiteY2" fmla="*/ 1037240 h 5875321"/>
                <a:gd name="connsiteX3" fmla="*/ 2245934 w 2487650"/>
                <a:gd name="connsiteY3" fmla="*/ 2039827 h 5875321"/>
                <a:gd name="connsiteX4" fmla="*/ 2303991 w 2487650"/>
                <a:gd name="connsiteY4" fmla="*/ 3171941 h 5875321"/>
                <a:gd name="connsiteX5" fmla="*/ 2274962 w 2487650"/>
                <a:gd name="connsiteY5" fmla="*/ 4245997 h 5875321"/>
                <a:gd name="connsiteX6" fmla="*/ 2289476 w 2487650"/>
                <a:gd name="connsiteY6" fmla="*/ 5668397 h 5875321"/>
                <a:gd name="connsiteX7" fmla="*/ 199419 w 2487650"/>
                <a:gd name="connsiteY7" fmla="*/ 5653882 h 5875321"/>
                <a:gd name="connsiteX8" fmla="*/ 271990 w 2487650"/>
                <a:gd name="connsiteY8" fmla="*/ 4260512 h 5875321"/>
                <a:gd name="connsiteX9" fmla="*/ 228448 w 2487650"/>
                <a:gd name="connsiteY9" fmla="*/ 3171942 h 5875321"/>
                <a:gd name="connsiteX10" fmla="*/ 242963 w 2487650"/>
                <a:gd name="connsiteY10" fmla="*/ 2054342 h 5875321"/>
                <a:gd name="connsiteX11" fmla="*/ 141361 w 2487650"/>
                <a:gd name="connsiteY11" fmla="*/ 1051754 h 5875321"/>
                <a:gd name="connsiteX12" fmla="*/ 779990 w 2487650"/>
                <a:gd name="connsiteY12" fmla="*/ 0 h 5875321"/>
                <a:gd name="connsiteX0" fmla="*/ 779990 w 2529299"/>
                <a:gd name="connsiteY0" fmla="*/ 0 h 5875321"/>
                <a:gd name="connsiteX1" fmla="*/ 1795990 w 2529299"/>
                <a:gd name="connsiteY1" fmla="*/ 0 h 5875321"/>
                <a:gd name="connsiteX2" fmla="*/ 2391076 w 2529299"/>
                <a:gd name="connsiteY2" fmla="*/ 1037240 h 5875321"/>
                <a:gd name="connsiteX3" fmla="*/ 2245934 w 2529299"/>
                <a:gd name="connsiteY3" fmla="*/ 2039827 h 5875321"/>
                <a:gd name="connsiteX4" fmla="*/ 2303991 w 2529299"/>
                <a:gd name="connsiteY4" fmla="*/ 3171941 h 5875321"/>
                <a:gd name="connsiteX5" fmla="*/ 2274962 w 2529299"/>
                <a:gd name="connsiteY5" fmla="*/ 4245997 h 5875321"/>
                <a:gd name="connsiteX6" fmla="*/ 2289476 w 2529299"/>
                <a:gd name="connsiteY6" fmla="*/ 5668397 h 5875321"/>
                <a:gd name="connsiteX7" fmla="*/ 199419 w 2529299"/>
                <a:gd name="connsiteY7" fmla="*/ 5653882 h 5875321"/>
                <a:gd name="connsiteX8" fmla="*/ 271990 w 2529299"/>
                <a:gd name="connsiteY8" fmla="*/ 4260512 h 5875321"/>
                <a:gd name="connsiteX9" fmla="*/ 228448 w 2529299"/>
                <a:gd name="connsiteY9" fmla="*/ 3171942 h 5875321"/>
                <a:gd name="connsiteX10" fmla="*/ 242963 w 2529299"/>
                <a:gd name="connsiteY10" fmla="*/ 2054342 h 5875321"/>
                <a:gd name="connsiteX11" fmla="*/ 141361 w 2529299"/>
                <a:gd name="connsiteY11" fmla="*/ 1051754 h 5875321"/>
                <a:gd name="connsiteX12" fmla="*/ 779990 w 2529299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522300"/>
                <a:gd name="connsiteY0" fmla="*/ 0 h 5875321"/>
                <a:gd name="connsiteX1" fmla="*/ 1795990 w 2522300"/>
                <a:gd name="connsiteY1" fmla="*/ 0 h 5875321"/>
                <a:gd name="connsiteX2" fmla="*/ 2391076 w 2522300"/>
                <a:gd name="connsiteY2" fmla="*/ 1037240 h 5875321"/>
                <a:gd name="connsiteX3" fmla="*/ 2245934 w 2522300"/>
                <a:gd name="connsiteY3" fmla="*/ 2039827 h 5875321"/>
                <a:gd name="connsiteX4" fmla="*/ 2303991 w 2522300"/>
                <a:gd name="connsiteY4" fmla="*/ 3171941 h 5875321"/>
                <a:gd name="connsiteX5" fmla="*/ 2274962 w 2522300"/>
                <a:gd name="connsiteY5" fmla="*/ 4245997 h 5875321"/>
                <a:gd name="connsiteX6" fmla="*/ 2289476 w 2522300"/>
                <a:gd name="connsiteY6" fmla="*/ 5668397 h 5875321"/>
                <a:gd name="connsiteX7" fmla="*/ 199419 w 2522300"/>
                <a:gd name="connsiteY7" fmla="*/ 5653882 h 5875321"/>
                <a:gd name="connsiteX8" fmla="*/ 271990 w 2522300"/>
                <a:gd name="connsiteY8" fmla="*/ 4260512 h 5875321"/>
                <a:gd name="connsiteX9" fmla="*/ 228448 w 2522300"/>
                <a:gd name="connsiteY9" fmla="*/ 3171942 h 5875321"/>
                <a:gd name="connsiteX10" fmla="*/ 242963 w 2522300"/>
                <a:gd name="connsiteY10" fmla="*/ 2054342 h 5875321"/>
                <a:gd name="connsiteX11" fmla="*/ 141361 w 2522300"/>
                <a:gd name="connsiteY11" fmla="*/ 1051754 h 5875321"/>
                <a:gd name="connsiteX12" fmla="*/ 779990 w 2522300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501782"/>
                <a:gd name="connsiteY0" fmla="*/ 0 h 5875321"/>
                <a:gd name="connsiteX1" fmla="*/ 1795990 w 2501782"/>
                <a:gd name="connsiteY1" fmla="*/ 0 h 5875321"/>
                <a:gd name="connsiteX2" fmla="*/ 2391076 w 2501782"/>
                <a:gd name="connsiteY2" fmla="*/ 1037240 h 5875321"/>
                <a:gd name="connsiteX3" fmla="*/ 2245934 w 2501782"/>
                <a:gd name="connsiteY3" fmla="*/ 2039827 h 5875321"/>
                <a:gd name="connsiteX4" fmla="*/ 2303991 w 2501782"/>
                <a:gd name="connsiteY4" fmla="*/ 3171941 h 5875321"/>
                <a:gd name="connsiteX5" fmla="*/ 2274962 w 2501782"/>
                <a:gd name="connsiteY5" fmla="*/ 4245997 h 5875321"/>
                <a:gd name="connsiteX6" fmla="*/ 2289476 w 2501782"/>
                <a:gd name="connsiteY6" fmla="*/ 5668397 h 5875321"/>
                <a:gd name="connsiteX7" fmla="*/ 199419 w 2501782"/>
                <a:gd name="connsiteY7" fmla="*/ 5653882 h 5875321"/>
                <a:gd name="connsiteX8" fmla="*/ 271990 w 2501782"/>
                <a:gd name="connsiteY8" fmla="*/ 4260512 h 5875321"/>
                <a:gd name="connsiteX9" fmla="*/ 228448 w 2501782"/>
                <a:gd name="connsiteY9" fmla="*/ 3171942 h 5875321"/>
                <a:gd name="connsiteX10" fmla="*/ 242963 w 2501782"/>
                <a:gd name="connsiteY10" fmla="*/ 2054342 h 5875321"/>
                <a:gd name="connsiteX11" fmla="*/ 141361 w 2501782"/>
                <a:gd name="connsiteY11" fmla="*/ 1051754 h 5875321"/>
                <a:gd name="connsiteX12" fmla="*/ 779990 w 2501782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522844"/>
                <a:gd name="connsiteY0" fmla="*/ 0 h 5875321"/>
                <a:gd name="connsiteX1" fmla="*/ 1795990 w 2522844"/>
                <a:gd name="connsiteY1" fmla="*/ 0 h 5875321"/>
                <a:gd name="connsiteX2" fmla="*/ 2391076 w 2522844"/>
                <a:gd name="connsiteY2" fmla="*/ 1037240 h 5875321"/>
                <a:gd name="connsiteX3" fmla="*/ 2245934 w 2522844"/>
                <a:gd name="connsiteY3" fmla="*/ 2039827 h 5875321"/>
                <a:gd name="connsiteX4" fmla="*/ 2303991 w 2522844"/>
                <a:gd name="connsiteY4" fmla="*/ 3171941 h 5875321"/>
                <a:gd name="connsiteX5" fmla="*/ 2274962 w 2522844"/>
                <a:gd name="connsiteY5" fmla="*/ 4245997 h 5875321"/>
                <a:gd name="connsiteX6" fmla="*/ 2289476 w 2522844"/>
                <a:gd name="connsiteY6" fmla="*/ 5668397 h 5875321"/>
                <a:gd name="connsiteX7" fmla="*/ 199419 w 2522844"/>
                <a:gd name="connsiteY7" fmla="*/ 5653882 h 5875321"/>
                <a:gd name="connsiteX8" fmla="*/ 271990 w 2522844"/>
                <a:gd name="connsiteY8" fmla="*/ 4260512 h 5875321"/>
                <a:gd name="connsiteX9" fmla="*/ 228448 w 2522844"/>
                <a:gd name="connsiteY9" fmla="*/ 3171942 h 5875321"/>
                <a:gd name="connsiteX10" fmla="*/ 242963 w 2522844"/>
                <a:gd name="connsiteY10" fmla="*/ 2054342 h 5875321"/>
                <a:gd name="connsiteX11" fmla="*/ 141361 w 2522844"/>
                <a:gd name="connsiteY11" fmla="*/ 1051754 h 5875321"/>
                <a:gd name="connsiteX12" fmla="*/ 779990 w 2522844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487054"/>
                <a:gd name="connsiteY0" fmla="*/ 0 h 5860971"/>
                <a:gd name="connsiteX1" fmla="*/ 1795990 w 2487054"/>
                <a:gd name="connsiteY1" fmla="*/ 0 h 5860971"/>
                <a:gd name="connsiteX2" fmla="*/ 2391076 w 2487054"/>
                <a:gd name="connsiteY2" fmla="*/ 1037240 h 5860971"/>
                <a:gd name="connsiteX3" fmla="*/ 2245934 w 2487054"/>
                <a:gd name="connsiteY3" fmla="*/ 2039827 h 5860971"/>
                <a:gd name="connsiteX4" fmla="*/ 2303991 w 2487054"/>
                <a:gd name="connsiteY4" fmla="*/ 3171941 h 5860971"/>
                <a:gd name="connsiteX5" fmla="*/ 2274962 w 2487054"/>
                <a:gd name="connsiteY5" fmla="*/ 4245997 h 5860971"/>
                <a:gd name="connsiteX6" fmla="*/ 2289476 w 2487054"/>
                <a:gd name="connsiteY6" fmla="*/ 5668397 h 5860971"/>
                <a:gd name="connsiteX7" fmla="*/ 199419 w 2487054"/>
                <a:gd name="connsiteY7" fmla="*/ 5653882 h 5860971"/>
                <a:gd name="connsiteX8" fmla="*/ 271990 w 2487054"/>
                <a:gd name="connsiteY8" fmla="*/ 4260512 h 5860971"/>
                <a:gd name="connsiteX9" fmla="*/ 228448 w 2487054"/>
                <a:gd name="connsiteY9" fmla="*/ 3171942 h 5860971"/>
                <a:gd name="connsiteX10" fmla="*/ 242963 w 2487054"/>
                <a:gd name="connsiteY10" fmla="*/ 2054342 h 5860971"/>
                <a:gd name="connsiteX11" fmla="*/ 141361 w 2487054"/>
                <a:gd name="connsiteY11" fmla="*/ 1051754 h 5860971"/>
                <a:gd name="connsiteX12" fmla="*/ 779990 w 2487054"/>
                <a:gd name="connsiteY12" fmla="*/ 0 h 5860971"/>
                <a:gd name="connsiteX0" fmla="*/ 779990 w 2487054"/>
                <a:gd name="connsiteY0" fmla="*/ 0 h 5851436"/>
                <a:gd name="connsiteX1" fmla="*/ 1795990 w 2487054"/>
                <a:gd name="connsiteY1" fmla="*/ 0 h 5851436"/>
                <a:gd name="connsiteX2" fmla="*/ 2391076 w 2487054"/>
                <a:gd name="connsiteY2" fmla="*/ 1037240 h 5851436"/>
                <a:gd name="connsiteX3" fmla="*/ 2245934 w 2487054"/>
                <a:gd name="connsiteY3" fmla="*/ 2039827 h 5851436"/>
                <a:gd name="connsiteX4" fmla="*/ 2303991 w 2487054"/>
                <a:gd name="connsiteY4" fmla="*/ 3171941 h 5851436"/>
                <a:gd name="connsiteX5" fmla="*/ 2274962 w 2487054"/>
                <a:gd name="connsiteY5" fmla="*/ 4245997 h 5851436"/>
                <a:gd name="connsiteX6" fmla="*/ 2289476 w 2487054"/>
                <a:gd name="connsiteY6" fmla="*/ 5668397 h 5851436"/>
                <a:gd name="connsiteX7" fmla="*/ 199419 w 2487054"/>
                <a:gd name="connsiteY7" fmla="*/ 5653882 h 5851436"/>
                <a:gd name="connsiteX8" fmla="*/ 271990 w 2487054"/>
                <a:gd name="connsiteY8" fmla="*/ 4260512 h 5851436"/>
                <a:gd name="connsiteX9" fmla="*/ 228448 w 2487054"/>
                <a:gd name="connsiteY9" fmla="*/ 3171942 h 5851436"/>
                <a:gd name="connsiteX10" fmla="*/ 242963 w 2487054"/>
                <a:gd name="connsiteY10" fmla="*/ 2054342 h 5851436"/>
                <a:gd name="connsiteX11" fmla="*/ 141361 w 2487054"/>
                <a:gd name="connsiteY11" fmla="*/ 1051754 h 5851436"/>
                <a:gd name="connsiteX12" fmla="*/ 779990 w 2487054"/>
                <a:gd name="connsiteY12" fmla="*/ 0 h 58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7054" h="5851436">
                  <a:moveTo>
                    <a:pt x="779990" y="0"/>
                  </a:moveTo>
                  <a:lnTo>
                    <a:pt x="1795990" y="0"/>
                  </a:lnTo>
                  <a:lnTo>
                    <a:pt x="2391076" y="1037240"/>
                  </a:lnTo>
                  <a:cubicBezTo>
                    <a:pt x="2510819" y="1215407"/>
                    <a:pt x="2570691" y="1836260"/>
                    <a:pt x="2245934" y="2039827"/>
                  </a:cubicBezTo>
                  <a:cubicBezTo>
                    <a:pt x="2562225" y="2223858"/>
                    <a:pt x="2551339" y="2983255"/>
                    <a:pt x="2303991" y="3171941"/>
                  </a:cubicBezTo>
                  <a:cubicBezTo>
                    <a:pt x="2530172" y="3372117"/>
                    <a:pt x="2575529" y="4064569"/>
                    <a:pt x="2274962" y="4245997"/>
                  </a:cubicBezTo>
                  <a:cubicBezTo>
                    <a:pt x="2543476" y="4449197"/>
                    <a:pt x="2497514" y="5511159"/>
                    <a:pt x="2289476" y="5668397"/>
                  </a:cubicBezTo>
                  <a:cubicBezTo>
                    <a:pt x="2068738" y="5901835"/>
                    <a:pt x="499985" y="5927839"/>
                    <a:pt x="199419" y="5653882"/>
                  </a:cubicBezTo>
                  <a:cubicBezTo>
                    <a:pt x="-1362" y="5530511"/>
                    <a:pt x="-72845" y="4390656"/>
                    <a:pt x="271990" y="4260512"/>
                  </a:cubicBezTo>
                  <a:cubicBezTo>
                    <a:pt x="-122315" y="4046548"/>
                    <a:pt x="6500" y="3261205"/>
                    <a:pt x="228448" y="3171942"/>
                  </a:cubicBezTo>
                  <a:cubicBezTo>
                    <a:pt x="-136344" y="2884559"/>
                    <a:pt x="-13335" y="2154916"/>
                    <a:pt x="242963" y="2054342"/>
                  </a:cubicBezTo>
                  <a:cubicBezTo>
                    <a:pt x="-65224" y="1796346"/>
                    <a:pt x="48228" y="1233550"/>
                    <a:pt x="141361" y="1051754"/>
                  </a:cubicBezTo>
                  <a:lnTo>
                    <a:pt x="779990" y="0"/>
                  </a:lnTo>
                  <a:close/>
                </a:path>
              </a:pathLst>
            </a:cu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71F098-9651-AF92-DE72-BB4581C7631F}"/>
                </a:ext>
              </a:extLst>
            </p:cNvPr>
            <p:cNvSpPr/>
            <p:nvPr/>
          </p:nvSpPr>
          <p:spPr>
            <a:xfrm>
              <a:off x="1457136" y="3402001"/>
              <a:ext cx="2487055" cy="4928964"/>
            </a:xfrm>
            <a:custGeom>
              <a:avLst/>
              <a:gdLst>
                <a:gd name="connsiteX0" fmla="*/ 194663 w 2487055"/>
                <a:gd name="connsiteY0" fmla="*/ 0 h 4887463"/>
                <a:gd name="connsiteX1" fmla="*/ 2349042 w 2487055"/>
                <a:gd name="connsiteY1" fmla="*/ 0 h 4887463"/>
                <a:gd name="connsiteX2" fmla="*/ 2391077 w 2487055"/>
                <a:gd name="connsiteY2" fmla="*/ 73267 h 4887463"/>
                <a:gd name="connsiteX3" fmla="*/ 2245935 w 2487055"/>
                <a:gd name="connsiteY3" fmla="*/ 1075854 h 4887463"/>
                <a:gd name="connsiteX4" fmla="*/ 2303992 w 2487055"/>
                <a:gd name="connsiteY4" fmla="*/ 2207968 h 4887463"/>
                <a:gd name="connsiteX5" fmla="*/ 2274963 w 2487055"/>
                <a:gd name="connsiteY5" fmla="*/ 3282024 h 4887463"/>
                <a:gd name="connsiteX6" fmla="*/ 2289477 w 2487055"/>
                <a:gd name="connsiteY6" fmla="*/ 4704424 h 4887463"/>
                <a:gd name="connsiteX7" fmla="*/ 199420 w 2487055"/>
                <a:gd name="connsiteY7" fmla="*/ 4689909 h 4887463"/>
                <a:gd name="connsiteX8" fmla="*/ 271991 w 2487055"/>
                <a:gd name="connsiteY8" fmla="*/ 3296539 h 4887463"/>
                <a:gd name="connsiteX9" fmla="*/ 228449 w 2487055"/>
                <a:gd name="connsiteY9" fmla="*/ 2207969 h 4887463"/>
                <a:gd name="connsiteX10" fmla="*/ 242964 w 2487055"/>
                <a:gd name="connsiteY10" fmla="*/ 1090369 h 4887463"/>
                <a:gd name="connsiteX11" fmla="*/ 141362 w 2487055"/>
                <a:gd name="connsiteY11" fmla="*/ 87781 h 4887463"/>
                <a:gd name="connsiteX12" fmla="*/ 194663 w 2487055"/>
                <a:gd name="connsiteY12" fmla="*/ 0 h 4887463"/>
                <a:gd name="connsiteX0" fmla="*/ 141362 w 2487055"/>
                <a:gd name="connsiteY0" fmla="*/ 87781 h 4887463"/>
                <a:gd name="connsiteX1" fmla="*/ 2349042 w 2487055"/>
                <a:gd name="connsiteY1" fmla="*/ 0 h 4887463"/>
                <a:gd name="connsiteX2" fmla="*/ 2391077 w 2487055"/>
                <a:gd name="connsiteY2" fmla="*/ 73267 h 4887463"/>
                <a:gd name="connsiteX3" fmla="*/ 2245935 w 2487055"/>
                <a:gd name="connsiteY3" fmla="*/ 1075854 h 4887463"/>
                <a:gd name="connsiteX4" fmla="*/ 2303992 w 2487055"/>
                <a:gd name="connsiteY4" fmla="*/ 2207968 h 4887463"/>
                <a:gd name="connsiteX5" fmla="*/ 2274963 w 2487055"/>
                <a:gd name="connsiteY5" fmla="*/ 3282024 h 4887463"/>
                <a:gd name="connsiteX6" fmla="*/ 2289477 w 2487055"/>
                <a:gd name="connsiteY6" fmla="*/ 4704424 h 4887463"/>
                <a:gd name="connsiteX7" fmla="*/ 199420 w 2487055"/>
                <a:gd name="connsiteY7" fmla="*/ 4689909 h 4887463"/>
                <a:gd name="connsiteX8" fmla="*/ 271991 w 2487055"/>
                <a:gd name="connsiteY8" fmla="*/ 3296539 h 4887463"/>
                <a:gd name="connsiteX9" fmla="*/ 228449 w 2487055"/>
                <a:gd name="connsiteY9" fmla="*/ 2207969 h 4887463"/>
                <a:gd name="connsiteX10" fmla="*/ 242964 w 2487055"/>
                <a:gd name="connsiteY10" fmla="*/ 1090369 h 4887463"/>
                <a:gd name="connsiteX11" fmla="*/ 141362 w 2487055"/>
                <a:gd name="connsiteY11" fmla="*/ 87781 h 4887463"/>
                <a:gd name="connsiteX0" fmla="*/ 141362 w 2487055"/>
                <a:gd name="connsiteY0" fmla="*/ 144845 h 4944527"/>
                <a:gd name="connsiteX1" fmla="*/ 2349042 w 2487055"/>
                <a:gd name="connsiteY1" fmla="*/ 57064 h 4944527"/>
                <a:gd name="connsiteX2" fmla="*/ 2391077 w 2487055"/>
                <a:gd name="connsiteY2" fmla="*/ 130331 h 4944527"/>
                <a:gd name="connsiteX3" fmla="*/ 2245935 w 2487055"/>
                <a:gd name="connsiteY3" fmla="*/ 1132918 h 4944527"/>
                <a:gd name="connsiteX4" fmla="*/ 2303992 w 2487055"/>
                <a:gd name="connsiteY4" fmla="*/ 2265032 h 4944527"/>
                <a:gd name="connsiteX5" fmla="*/ 2274963 w 2487055"/>
                <a:gd name="connsiteY5" fmla="*/ 3339088 h 4944527"/>
                <a:gd name="connsiteX6" fmla="*/ 2289477 w 2487055"/>
                <a:gd name="connsiteY6" fmla="*/ 4761488 h 4944527"/>
                <a:gd name="connsiteX7" fmla="*/ 199420 w 2487055"/>
                <a:gd name="connsiteY7" fmla="*/ 4746973 h 4944527"/>
                <a:gd name="connsiteX8" fmla="*/ 271991 w 2487055"/>
                <a:gd name="connsiteY8" fmla="*/ 3353603 h 4944527"/>
                <a:gd name="connsiteX9" fmla="*/ 228449 w 2487055"/>
                <a:gd name="connsiteY9" fmla="*/ 2265033 h 4944527"/>
                <a:gd name="connsiteX10" fmla="*/ 242964 w 2487055"/>
                <a:gd name="connsiteY10" fmla="*/ 1147433 h 4944527"/>
                <a:gd name="connsiteX11" fmla="*/ 141362 w 2487055"/>
                <a:gd name="connsiteY11" fmla="*/ 144845 h 4944527"/>
                <a:gd name="connsiteX0" fmla="*/ 141362 w 2487055"/>
                <a:gd name="connsiteY0" fmla="*/ 87781 h 4887463"/>
                <a:gd name="connsiteX1" fmla="*/ 2349042 w 2487055"/>
                <a:gd name="connsiteY1" fmla="*/ 0 h 4887463"/>
                <a:gd name="connsiteX2" fmla="*/ 2391077 w 2487055"/>
                <a:gd name="connsiteY2" fmla="*/ 73267 h 4887463"/>
                <a:gd name="connsiteX3" fmla="*/ 2245935 w 2487055"/>
                <a:gd name="connsiteY3" fmla="*/ 1075854 h 4887463"/>
                <a:gd name="connsiteX4" fmla="*/ 2303992 w 2487055"/>
                <a:gd name="connsiteY4" fmla="*/ 2207968 h 4887463"/>
                <a:gd name="connsiteX5" fmla="*/ 2274963 w 2487055"/>
                <a:gd name="connsiteY5" fmla="*/ 3282024 h 4887463"/>
                <a:gd name="connsiteX6" fmla="*/ 2289477 w 2487055"/>
                <a:gd name="connsiteY6" fmla="*/ 4704424 h 4887463"/>
                <a:gd name="connsiteX7" fmla="*/ 199420 w 2487055"/>
                <a:gd name="connsiteY7" fmla="*/ 4689909 h 4887463"/>
                <a:gd name="connsiteX8" fmla="*/ 271991 w 2487055"/>
                <a:gd name="connsiteY8" fmla="*/ 3296539 h 4887463"/>
                <a:gd name="connsiteX9" fmla="*/ 228449 w 2487055"/>
                <a:gd name="connsiteY9" fmla="*/ 2207969 h 4887463"/>
                <a:gd name="connsiteX10" fmla="*/ 242964 w 2487055"/>
                <a:gd name="connsiteY10" fmla="*/ 1090369 h 4887463"/>
                <a:gd name="connsiteX11" fmla="*/ 141362 w 2487055"/>
                <a:gd name="connsiteY11" fmla="*/ 87781 h 4887463"/>
                <a:gd name="connsiteX0" fmla="*/ 141362 w 2487055"/>
                <a:gd name="connsiteY0" fmla="*/ 129282 h 4928964"/>
                <a:gd name="connsiteX1" fmla="*/ 2349042 w 2487055"/>
                <a:gd name="connsiteY1" fmla="*/ 41501 h 4928964"/>
                <a:gd name="connsiteX2" fmla="*/ 2391077 w 2487055"/>
                <a:gd name="connsiteY2" fmla="*/ 114768 h 4928964"/>
                <a:gd name="connsiteX3" fmla="*/ 2245935 w 2487055"/>
                <a:gd name="connsiteY3" fmla="*/ 1117355 h 4928964"/>
                <a:gd name="connsiteX4" fmla="*/ 2303992 w 2487055"/>
                <a:gd name="connsiteY4" fmla="*/ 2249469 h 4928964"/>
                <a:gd name="connsiteX5" fmla="*/ 2274963 w 2487055"/>
                <a:gd name="connsiteY5" fmla="*/ 3323525 h 4928964"/>
                <a:gd name="connsiteX6" fmla="*/ 2289477 w 2487055"/>
                <a:gd name="connsiteY6" fmla="*/ 4745925 h 4928964"/>
                <a:gd name="connsiteX7" fmla="*/ 199420 w 2487055"/>
                <a:gd name="connsiteY7" fmla="*/ 4731410 h 4928964"/>
                <a:gd name="connsiteX8" fmla="*/ 271991 w 2487055"/>
                <a:gd name="connsiteY8" fmla="*/ 3338040 h 4928964"/>
                <a:gd name="connsiteX9" fmla="*/ 228449 w 2487055"/>
                <a:gd name="connsiteY9" fmla="*/ 2249470 h 4928964"/>
                <a:gd name="connsiteX10" fmla="*/ 242964 w 2487055"/>
                <a:gd name="connsiteY10" fmla="*/ 1131870 h 4928964"/>
                <a:gd name="connsiteX11" fmla="*/ 141362 w 2487055"/>
                <a:gd name="connsiteY11" fmla="*/ 129282 h 4928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7055" h="4928964">
                  <a:moveTo>
                    <a:pt x="141362" y="129282"/>
                  </a:moveTo>
                  <a:cubicBezTo>
                    <a:pt x="953455" y="-306378"/>
                    <a:pt x="1778249" y="540661"/>
                    <a:pt x="2349042" y="41501"/>
                  </a:cubicBezTo>
                  <a:lnTo>
                    <a:pt x="2391077" y="114768"/>
                  </a:lnTo>
                  <a:cubicBezTo>
                    <a:pt x="2510820" y="292935"/>
                    <a:pt x="2570692" y="913788"/>
                    <a:pt x="2245935" y="1117355"/>
                  </a:cubicBezTo>
                  <a:cubicBezTo>
                    <a:pt x="2562226" y="1301386"/>
                    <a:pt x="2551340" y="2060783"/>
                    <a:pt x="2303992" y="2249469"/>
                  </a:cubicBezTo>
                  <a:cubicBezTo>
                    <a:pt x="2530173" y="2449645"/>
                    <a:pt x="2575530" y="3142097"/>
                    <a:pt x="2274963" y="3323525"/>
                  </a:cubicBezTo>
                  <a:cubicBezTo>
                    <a:pt x="2543477" y="3526725"/>
                    <a:pt x="2497515" y="4588687"/>
                    <a:pt x="2289477" y="4745925"/>
                  </a:cubicBezTo>
                  <a:cubicBezTo>
                    <a:pt x="2068739" y="4979363"/>
                    <a:pt x="499986" y="5005367"/>
                    <a:pt x="199420" y="4731410"/>
                  </a:cubicBezTo>
                  <a:cubicBezTo>
                    <a:pt x="-1361" y="4608039"/>
                    <a:pt x="-72844" y="3468184"/>
                    <a:pt x="271991" y="3338040"/>
                  </a:cubicBezTo>
                  <a:cubicBezTo>
                    <a:pt x="-122314" y="3124076"/>
                    <a:pt x="6501" y="2338733"/>
                    <a:pt x="228449" y="2249470"/>
                  </a:cubicBezTo>
                  <a:cubicBezTo>
                    <a:pt x="-136343" y="1962087"/>
                    <a:pt x="-13334" y="1232444"/>
                    <a:pt x="242964" y="1131870"/>
                  </a:cubicBezTo>
                  <a:cubicBezTo>
                    <a:pt x="-65223" y="873874"/>
                    <a:pt x="48229" y="311078"/>
                    <a:pt x="141362" y="129282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8BC9C13-B504-0AA7-FD2C-8F2A448C6386}"/>
                </a:ext>
              </a:extLst>
            </p:cNvPr>
            <p:cNvSpPr/>
            <p:nvPr/>
          </p:nvSpPr>
          <p:spPr>
            <a:xfrm>
              <a:off x="2113449" y="1723830"/>
              <a:ext cx="1276349" cy="771524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371856-F111-A572-B146-192D2A385F02}"/>
              </a:ext>
            </a:extLst>
          </p:cNvPr>
          <p:cNvGrpSpPr/>
          <p:nvPr/>
        </p:nvGrpSpPr>
        <p:grpSpPr>
          <a:xfrm>
            <a:off x="6198378" y="2148158"/>
            <a:ext cx="2112864" cy="5613055"/>
            <a:chOff x="1457136" y="1723830"/>
            <a:chExt cx="2487055" cy="6607135"/>
          </a:xfrm>
          <a:solidFill>
            <a:schemeClr val="bg1"/>
          </a:solidFill>
        </p:grpSpPr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id="{AF13C8CA-F5A4-1247-20A8-0F76979F2DAB}"/>
                </a:ext>
              </a:extLst>
            </p:cNvPr>
            <p:cNvSpPr/>
            <p:nvPr/>
          </p:nvSpPr>
          <p:spPr>
            <a:xfrm>
              <a:off x="1457136" y="2466361"/>
              <a:ext cx="2487054" cy="5851436"/>
            </a:xfrm>
            <a:custGeom>
              <a:avLst/>
              <a:gdLst>
                <a:gd name="connsiteX0" fmla="*/ 0 w 1016000"/>
                <a:gd name="connsiteY0" fmla="*/ 0 h 935640"/>
                <a:gd name="connsiteX1" fmla="*/ 1016000 w 1016000"/>
                <a:gd name="connsiteY1" fmla="*/ 0 h 935640"/>
                <a:gd name="connsiteX2" fmla="*/ 1016000 w 1016000"/>
                <a:gd name="connsiteY2" fmla="*/ 935640 h 935640"/>
                <a:gd name="connsiteX3" fmla="*/ 0 w 1016000"/>
                <a:gd name="connsiteY3" fmla="*/ 935640 h 935640"/>
                <a:gd name="connsiteX4" fmla="*/ 0 w 1016000"/>
                <a:gd name="connsiteY4" fmla="*/ 0 h 935640"/>
                <a:gd name="connsiteX0" fmla="*/ 638629 w 1654629"/>
                <a:gd name="connsiteY0" fmla="*/ 0 h 1051754"/>
                <a:gd name="connsiteX1" fmla="*/ 1654629 w 1654629"/>
                <a:gd name="connsiteY1" fmla="*/ 0 h 1051754"/>
                <a:gd name="connsiteX2" fmla="*/ 1654629 w 1654629"/>
                <a:gd name="connsiteY2" fmla="*/ 935640 h 1051754"/>
                <a:gd name="connsiteX3" fmla="*/ 0 w 1654629"/>
                <a:gd name="connsiteY3" fmla="*/ 1051754 h 1051754"/>
                <a:gd name="connsiteX4" fmla="*/ 638629 w 1654629"/>
                <a:gd name="connsiteY4" fmla="*/ 0 h 1051754"/>
                <a:gd name="connsiteX0" fmla="*/ 638629 w 2249715"/>
                <a:gd name="connsiteY0" fmla="*/ 0 h 1051754"/>
                <a:gd name="connsiteX1" fmla="*/ 1654629 w 2249715"/>
                <a:gd name="connsiteY1" fmla="*/ 0 h 1051754"/>
                <a:gd name="connsiteX2" fmla="*/ 2249715 w 2249715"/>
                <a:gd name="connsiteY2" fmla="*/ 1037240 h 1051754"/>
                <a:gd name="connsiteX3" fmla="*/ 0 w 2249715"/>
                <a:gd name="connsiteY3" fmla="*/ 1051754 h 1051754"/>
                <a:gd name="connsiteX4" fmla="*/ 638629 w 2249715"/>
                <a:gd name="connsiteY4" fmla="*/ 0 h 1051754"/>
                <a:gd name="connsiteX0" fmla="*/ 638629 w 2249715"/>
                <a:gd name="connsiteY0" fmla="*/ 0 h 2039827"/>
                <a:gd name="connsiteX1" fmla="*/ 1654629 w 2249715"/>
                <a:gd name="connsiteY1" fmla="*/ 0 h 2039827"/>
                <a:gd name="connsiteX2" fmla="*/ 2249715 w 2249715"/>
                <a:gd name="connsiteY2" fmla="*/ 1037240 h 2039827"/>
                <a:gd name="connsiteX3" fmla="*/ 2104573 w 2249715"/>
                <a:gd name="connsiteY3" fmla="*/ 2039827 h 2039827"/>
                <a:gd name="connsiteX4" fmla="*/ 0 w 2249715"/>
                <a:gd name="connsiteY4" fmla="*/ 1051754 h 2039827"/>
                <a:gd name="connsiteX5" fmla="*/ 638629 w 2249715"/>
                <a:gd name="connsiteY5" fmla="*/ 0 h 2039827"/>
                <a:gd name="connsiteX0" fmla="*/ 638629 w 2249715"/>
                <a:gd name="connsiteY0" fmla="*/ 0 h 2125335"/>
                <a:gd name="connsiteX1" fmla="*/ 1654629 w 2249715"/>
                <a:gd name="connsiteY1" fmla="*/ 0 h 2125335"/>
                <a:gd name="connsiteX2" fmla="*/ 2249715 w 2249715"/>
                <a:gd name="connsiteY2" fmla="*/ 1037240 h 2125335"/>
                <a:gd name="connsiteX3" fmla="*/ 2104573 w 2249715"/>
                <a:gd name="connsiteY3" fmla="*/ 2039827 h 2125335"/>
                <a:gd name="connsiteX4" fmla="*/ 101602 w 2249715"/>
                <a:gd name="connsiteY4" fmla="*/ 2054342 h 2125335"/>
                <a:gd name="connsiteX5" fmla="*/ 0 w 2249715"/>
                <a:gd name="connsiteY5" fmla="*/ 1051754 h 2125335"/>
                <a:gd name="connsiteX6" fmla="*/ 638629 w 2249715"/>
                <a:gd name="connsiteY6" fmla="*/ 0 h 2125335"/>
                <a:gd name="connsiteX0" fmla="*/ 669557 w 2280643"/>
                <a:gd name="connsiteY0" fmla="*/ 0 h 3171946"/>
                <a:gd name="connsiteX1" fmla="*/ 1685557 w 2280643"/>
                <a:gd name="connsiteY1" fmla="*/ 0 h 3171946"/>
                <a:gd name="connsiteX2" fmla="*/ 2280643 w 2280643"/>
                <a:gd name="connsiteY2" fmla="*/ 1037240 h 3171946"/>
                <a:gd name="connsiteX3" fmla="*/ 2135501 w 2280643"/>
                <a:gd name="connsiteY3" fmla="*/ 2039827 h 3171946"/>
                <a:gd name="connsiteX4" fmla="*/ 118015 w 2280643"/>
                <a:gd name="connsiteY4" fmla="*/ 3171942 h 3171946"/>
                <a:gd name="connsiteX5" fmla="*/ 132530 w 2280643"/>
                <a:gd name="connsiteY5" fmla="*/ 2054342 h 3171946"/>
                <a:gd name="connsiteX6" fmla="*/ 30928 w 2280643"/>
                <a:gd name="connsiteY6" fmla="*/ 1051754 h 3171946"/>
                <a:gd name="connsiteX7" fmla="*/ 669557 w 2280643"/>
                <a:gd name="connsiteY7" fmla="*/ 0 h 3171946"/>
                <a:gd name="connsiteX0" fmla="*/ 638629 w 2277386"/>
                <a:gd name="connsiteY0" fmla="*/ 0 h 3272277"/>
                <a:gd name="connsiteX1" fmla="*/ 1654629 w 2277386"/>
                <a:gd name="connsiteY1" fmla="*/ 0 h 3272277"/>
                <a:gd name="connsiteX2" fmla="*/ 2249715 w 2277386"/>
                <a:gd name="connsiteY2" fmla="*/ 1037240 h 3272277"/>
                <a:gd name="connsiteX3" fmla="*/ 2104573 w 2277386"/>
                <a:gd name="connsiteY3" fmla="*/ 2039827 h 3272277"/>
                <a:gd name="connsiteX4" fmla="*/ 2162630 w 2277386"/>
                <a:gd name="connsiteY4" fmla="*/ 3171941 h 3272277"/>
                <a:gd name="connsiteX5" fmla="*/ 87087 w 2277386"/>
                <a:gd name="connsiteY5" fmla="*/ 3171942 h 3272277"/>
                <a:gd name="connsiteX6" fmla="*/ 101602 w 2277386"/>
                <a:gd name="connsiteY6" fmla="*/ 2054342 h 3272277"/>
                <a:gd name="connsiteX7" fmla="*/ 0 w 2277386"/>
                <a:gd name="connsiteY7" fmla="*/ 1051754 h 3272277"/>
                <a:gd name="connsiteX8" fmla="*/ 638629 w 2277386"/>
                <a:gd name="connsiteY8" fmla="*/ 0 h 3272277"/>
                <a:gd name="connsiteX0" fmla="*/ 647111 w 2285868"/>
                <a:gd name="connsiteY0" fmla="*/ 0 h 4260512"/>
                <a:gd name="connsiteX1" fmla="*/ 1663111 w 2285868"/>
                <a:gd name="connsiteY1" fmla="*/ 0 h 4260512"/>
                <a:gd name="connsiteX2" fmla="*/ 2258197 w 2285868"/>
                <a:gd name="connsiteY2" fmla="*/ 1037240 h 4260512"/>
                <a:gd name="connsiteX3" fmla="*/ 2113055 w 2285868"/>
                <a:gd name="connsiteY3" fmla="*/ 2039827 h 4260512"/>
                <a:gd name="connsiteX4" fmla="*/ 2171112 w 2285868"/>
                <a:gd name="connsiteY4" fmla="*/ 3171941 h 4260512"/>
                <a:gd name="connsiteX5" fmla="*/ 139111 w 2285868"/>
                <a:gd name="connsiteY5" fmla="*/ 4260512 h 4260512"/>
                <a:gd name="connsiteX6" fmla="*/ 95569 w 2285868"/>
                <a:gd name="connsiteY6" fmla="*/ 3171942 h 4260512"/>
                <a:gd name="connsiteX7" fmla="*/ 110084 w 2285868"/>
                <a:gd name="connsiteY7" fmla="*/ 2054342 h 4260512"/>
                <a:gd name="connsiteX8" fmla="*/ 8482 w 2285868"/>
                <a:gd name="connsiteY8" fmla="*/ 1051754 h 4260512"/>
                <a:gd name="connsiteX9" fmla="*/ 647111 w 2285868"/>
                <a:gd name="connsiteY9" fmla="*/ 0 h 4260512"/>
                <a:gd name="connsiteX0" fmla="*/ 638629 w 2277386"/>
                <a:gd name="connsiteY0" fmla="*/ 0 h 4351490"/>
                <a:gd name="connsiteX1" fmla="*/ 1654629 w 2277386"/>
                <a:gd name="connsiteY1" fmla="*/ 0 h 4351490"/>
                <a:gd name="connsiteX2" fmla="*/ 2249715 w 2277386"/>
                <a:gd name="connsiteY2" fmla="*/ 1037240 h 4351490"/>
                <a:gd name="connsiteX3" fmla="*/ 2104573 w 2277386"/>
                <a:gd name="connsiteY3" fmla="*/ 2039827 h 4351490"/>
                <a:gd name="connsiteX4" fmla="*/ 2162630 w 2277386"/>
                <a:gd name="connsiteY4" fmla="*/ 3171941 h 4351490"/>
                <a:gd name="connsiteX5" fmla="*/ 2133601 w 2277386"/>
                <a:gd name="connsiteY5" fmla="*/ 4245997 h 4351490"/>
                <a:gd name="connsiteX6" fmla="*/ 130629 w 2277386"/>
                <a:gd name="connsiteY6" fmla="*/ 4260512 h 4351490"/>
                <a:gd name="connsiteX7" fmla="*/ 87087 w 2277386"/>
                <a:gd name="connsiteY7" fmla="*/ 3171942 h 4351490"/>
                <a:gd name="connsiteX8" fmla="*/ 101602 w 2277386"/>
                <a:gd name="connsiteY8" fmla="*/ 2054342 h 4351490"/>
                <a:gd name="connsiteX9" fmla="*/ 0 w 2277386"/>
                <a:gd name="connsiteY9" fmla="*/ 1051754 h 4351490"/>
                <a:gd name="connsiteX10" fmla="*/ 638629 w 2277386"/>
                <a:gd name="connsiteY10" fmla="*/ 0 h 4351490"/>
                <a:gd name="connsiteX0" fmla="*/ 638629 w 2277386"/>
                <a:gd name="connsiteY0" fmla="*/ 0 h 5799028"/>
                <a:gd name="connsiteX1" fmla="*/ 1654629 w 2277386"/>
                <a:gd name="connsiteY1" fmla="*/ 0 h 5799028"/>
                <a:gd name="connsiteX2" fmla="*/ 2249715 w 2277386"/>
                <a:gd name="connsiteY2" fmla="*/ 1037240 h 5799028"/>
                <a:gd name="connsiteX3" fmla="*/ 2104573 w 2277386"/>
                <a:gd name="connsiteY3" fmla="*/ 2039827 h 5799028"/>
                <a:gd name="connsiteX4" fmla="*/ 2162630 w 2277386"/>
                <a:gd name="connsiteY4" fmla="*/ 3171941 h 5799028"/>
                <a:gd name="connsiteX5" fmla="*/ 2133601 w 2277386"/>
                <a:gd name="connsiteY5" fmla="*/ 4245997 h 5799028"/>
                <a:gd name="connsiteX6" fmla="*/ 275772 w 2277386"/>
                <a:gd name="connsiteY6" fmla="*/ 5799025 h 5799028"/>
                <a:gd name="connsiteX7" fmla="*/ 130629 w 2277386"/>
                <a:gd name="connsiteY7" fmla="*/ 4260512 h 5799028"/>
                <a:gd name="connsiteX8" fmla="*/ 87087 w 2277386"/>
                <a:gd name="connsiteY8" fmla="*/ 3171942 h 5799028"/>
                <a:gd name="connsiteX9" fmla="*/ 101602 w 2277386"/>
                <a:gd name="connsiteY9" fmla="*/ 2054342 h 5799028"/>
                <a:gd name="connsiteX10" fmla="*/ 0 w 2277386"/>
                <a:gd name="connsiteY10" fmla="*/ 1051754 h 5799028"/>
                <a:gd name="connsiteX11" fmla="*/ 638629 w 2277386"/>
                <a:gd name="connsiteY11" fmla="*/ 0 h 5799028"/>
                <a:gd name="connsiteX0" fmla="*/ 638629 w 2277386"/>
                <a:gd name="connsiteY0" fmla="*/ 0 h 5881005"/>
                <a:gd name="connsiteX1" fmla="*/ 1654629 w 2277386"/>
                <a:gd name="connsiteY1" fmla="*/ 0 h 5881005"/>
                <a:gd name="connsiteX2" fmla="*/ 2249715 w 2277386"/>
                <a:gd name="connsiteY2" fmla="*/ 1037240 h 5881005"/>
                <a:gd name="connsiteX3" fmla="*/ 2104573 w 2277386"/>
                <a:gd name="connsiteY3" fmla="*/ 2039827 h 5881005"/>
                <a:gd name="connsiteX4" fmla="*/ 2162630 w 2277386"/>
                <a:gd name="connsiteY4" fmla="*/ 3171941 h 5881005"/>
                <a:gd name="connsiteX5" fmla="*/ 2133601 w 2277386"/>
                <a:gd name="connsiteY5" fmla="*/ 4245997 h 5881005"/>
                <a:gd name="connsiteX6" fmla="*/ 2148115 w 2277386"/>
                <a:gd name="connsiteY6" fmla="*/ 5668397 h 5881005"/>
                <a:gd name="connsiteX7" fmla="*/ 275772 w 2277386"/>
                <a:gd name="connsiteY7" fmla="*/ 5799025 h 5881005"/>
                <a:gd name="connsiteX8" fmla="*/ 130629 w 2277386"/>
                <a:gd name="connsiteY8" fmla="*/ 4260512 h 5881005"/>
                <a:gd name="connsiteX9" fmla="*/ 87087 w 2277386"/>
                <a:gd name="connsiteY9" fmla="*/ 3171942 h 5881005"/>
                <a:gd name="connsiteX10" fmla="*/ 101602 w 2277386"/>
                <a:gd name="connsiteY10" fmla="*/ 2054342 h 5881005"/>
                <a:gd name="connsiteX11" fmla="*/ 0 w 2277386"/>
                <a:gd name="connsiteY11" fmla="*/ 1051754 h 5881005"/>
                <a:gd name="connsiteX12" fmla="*/ 638629 w 2277386"/>
                <a:gd name="connsiteY12" fmla="*/ 0 h 5881005"/>
                <a:gd name="connsiteX0" fmla="*/ 642073 w 2280830"/>
                <a:gd name="connsiteY0" fmla="*/ 0 h 5810643"/>
                <a:gd name="connsiteX1" fmla="*/ 1658073 w 2280830"/>
                <a:gd name="connsiteY1" fmla="*/ 0 h 5810643"/>
                <a:gd name="connsiteX2" fmla="*/ 2253159 w 2280830"/>
                <a:gd name="connsiteY2" fmla="*/ 1037240 h 5810643"/>
                <a:gd name="connsiteX3" fmla="*/ 2108017 w 2280830"/>
                <a:gd name="connsiteY3" fmla="*/ 2039827 h 5810643"/>
                <a:gd name="connsiteX4" fmla="*/ 2166074 w 2280830"/>
                <a:gd name="connsiteY4" fmla="*/ 3171941 h 5810643"/>
                <a:gd name="connsiteX5" fmla="*/ 2137045 w 2280830"/>
                <a:gd name="connsiteY5" fmla="*/ 4245997 h 5810643"/>
                <a:gd name="connsiteX6" fmla="*/ 2151559 w 2280830"/>
                <a:gd name="connsiteY6" fmla="*/ 5668397 h 5810643"/>
                <a:gd name="connsiteX7" fmla="*/ 61502 w 2280830"/>
                <a:gd name="connsiteY7" fmla="*/ 5653882 h 5810643"/>
                <a:gd name="connsiteX8" fmla="*/ 134073 w 2280830"/>
                <a:gd name="connsiteY8" fmla="*/ 4260512 h 5810643"/>
                <a:gd name="connsiteX9" fmla="*/ 90531 w 2280830"/>
                <a:gd name="connsiteY9" fmla="*/ 3171942 h 5810643"/>
                <a:gd name="connsiteX10" fmla="*/ 105046 w 2280830"/>
                <a:gd name="connsiteY10" fmla="*/ 2054342 h 5810643"/>
                <a:gd name="connsiteX11" fmla="*/ 3444 w 2280830"/>
                <a:gd name="connsiteY11" fmla="*/ 1051754 h 5810643"/>
                <a:gd name="connsiteX12" fmla="*/ 642073 w 2280830"/>
                <a:gd name="connsiteY12" fmla="*/ 0 h 5810643"/>
                <a:gd name="connsiteX0" fmla="*/ 642073 w 2280830"/>
                <a:gd name="connsiteY0" fmla="*/ 0 h 5875321"/>
                <a:gd name="connsiteX1" fmla="*/ 1658073 w 2280830"/>
                <a:gd name="connsiteY1" fmla="*/ 0 h 5875321"/>
                <a:gd name="connsiteX2" fmla="*/ 2253159 w 2280830"/>
                <a:gd name="connsiteY2" fmla="*/ 1037240 h 5875321"/>
                <a:gd name="connsiteX3" fmla="*/ 2108017 w 2280830"/>
                <a:gd name="connsiteY3" fmla="*/ 2039827 h 5875321"/>
                <a:gd name="connsiteX4" fmla="*/ 2166074 w 2280830"/>
                <a:gd name="connsiteY4" fmla="*/ 3171941 h 5875321"/>
                <a:gd name="connsiteX5" fmla="*/ 2137045 w 2280830"/>
                <a:gd name="connsiteY5" fmla="*/ 4245997 h 5875321"/>
                <a:gd name="connsiteX6" fmla="*/ 2151559 w 2280830"/>
                <a:gd name="connsiteY6" fmla="*/ 5668397 h 5875321"/>
                <a:gd name="connsiteX7" fmla="*/ 61502 w 2280830"/>
                <a:gd name="connsiteY7" fmla="*/ 5653882 h 5875321"/>
                <a:gd name="connsiteX8" fmla="*/ 134073 w 2280830"/>
                <a:gd name="connsiteY8" fmla="*/ 4260512 h 5875321"/>
                <a:gd name="connsiteX9" fmla="*/ 90531 w 2280830"/>
                <a:gd name="connsiteY9" fmla="*/ 3171942 h 5875321"/>
                <a:gd name="connsiteX10" fmla="*/ 105046 w 2280830"/>
                <a:gd name="connsiteY10" fmla="*/ 2054342 h 5875321"/>
                <a:gd name="connsiteX11" fmla="*/ 3444 w 2280830"/>
                <a:gd name="connsiteY11" fmla="*/ 1051754 h 5875321"/>
                <a:gd name="connsiteX12" fmla="*/ 642073 w 2280830"/>
                <a:gd name="connsiteY12" fmla="*/ 0 h 5875321"/>
                <a:gd name="connsiteX0" fmla="*/ 748891 w 2387648"/>
                <a:gd name="connsiteY0" fmla="*/ 0 h 5875321"/>
                <a:gd name="connsiteX1" fmla="*/ 1764891 w 2387648"/>
                <a:gd name="connsiteY1" fmla="*/ 0 h 5875321"/>
                <a:gd name="connsiteX2" fmla="*/ 2359977 w 2387648"/>
                <a:gd name="connsiteY2" fmla="*/ 1037240 h 5875321"/>
                <a:gd name="connsiteX3" fmla="*/ 2214835 w 2387648"/>
                <a:gd name="connsiteY3" fmla="*/ 2039827 h 5875321"/>
                <a:gd name="connsiteX4" fmla="*/ 2272892 w 2387648"/>
                <a:gd name="connsiteY4" fmla="*/ 3171941 h 5875321"/>
                <a:gd name="connsiteX5" fmla="*/ 2243863 w 2387648"/>
                <a:gd name="connsiteY5" fmla="*/ 4245997 h 5875321"/>
                <a:gd name="connsiteX6" fmla="*/ 2258377 w 2387648"/>
                <a:gd name="connsiteY6" fmla="*/ 5668397 h 5875321"/>
                <a:gd name="connsiteX7" fmla="*/ 168320 w 2387648"/>
                <a:gd name="connsiteY7" fmla="*/ 5653882 h 5875321"/>
                <a:gd name="connsiteX8" fmla="*/ 240891 w 2387648"/>
                <a:gd name="connsiteY8" fmla="*/ 4260512 h 5875321"/>
                <a:gd name="connsiteX9" fmla="*/ 197349 w 2387648"/>
                <a:gd name="connsiteY9" fmla="*/ 3171942 h 5875321"/>
                <a:gd name="connsiteX10" fmla="*/ 211864 w 2387648"/>
                <a:gd name="connsiteY10" fmla="*/ 2054342 h 5875321"/>
                <a:gd name="connsiteX11" fmla="*/ 110262 w 2387648"/>
                <a:gd name="connsiteY11" fmla="*/ 1051754 h 5875321"/>
                <a:gd name="connsiteX12" fmla="*/ 748891 w 2387648"/>
                <a:gd name="connsiteY12" fmla="*/ 0 h 5875321"/>
                <a:gd name="connsiteX0" fmla="*/ 748891 w 2387648"/>
                <a:gd name="connsiteY0" fmla="*/ 0 h 5875321"/>
                <a:gd name="connsiteX1" fmla="*/ 1764891 w 2387648"/>
                <a:gd name="connsiteY1" fmla="*/ 0 h 5875321"/>
                <a:gd name="connsiteX2" fmla="*/ 2359977 w 2387648"/>
                <a:gd name="connsiteY2" fmla="*/ 1037240 h 5875321"/>
                <a:gd name="connsiteX3" fmla="*/ 2214835 w 2387648"/>
                <a:gd name="connsiteY3" fmla="*/ 2039827 h 5875321"/>
                <a:gd name="connsiteX4" fmla="*/ 2272892 w 2387648"/>
                <a:gd name="connsiteY4" fmla="*/ 3171941 h 5875321"/>
                <a:gd name="connsiteX5" fmla="*/ 2243863 w 2387648"/>
                <a:gd name="connsiteY5" fmla="*/ 4245997 h 5875321"/>
                <a:gd name="connsiteX6" fmla="*/ 2258377 w 2387648"/>
                <a:gd name="connsiteY6" fmla="*/ 5668397 h 5875321"/>
                <a:gd name="connsiteX7" fmla="*/ 168320 w 2387648"/>
                <a:gd name="connsiteY7" fmla="*/ 5653882 h 5875321"/>
                <a:gd name="connsiteX8" fmla="*/ 240891 w 2387648"/>
                <a:gd name="connsiteY8" fmla="*/ 4260512 h 5875321"/>
                <a:gd name="connsiteX9" fmla="*/ 197349 w 2387648"/>
                <a:gd name="connsiteY9" fmla="*/ 3171942 h 5875321"/>
                <a:gd name="connsiteX10" fmla="*/ 211864 w 2387648"/>
                <a:gd name="connsiteY10" fmla="*/ 2054342 h 5875321"/>
                <a:gd name="connsiteX11" fmla="*/ 110262 w 2387648"/>
                <a:gd name="connsiteY11" fmla="*/ 1051754 h 5875321"/>
                <a:gd name="connsiteX12" fmla="*/ 748891 w 2387648"/>
                <a:gd name="connsiteY12" fmla="*/ 0 h 5875321"/>
                <a:gd name="connsiteX0" fmla="*/ 761954 w 2400711"/>
                <a:gd name="connsiteY0" fmla="*/ 0 h 5875321"/>
                <a:gd name="connsiteX1" fmla="*/ 1777954 w 2400711"/>
                <a:gd name="connsiteY1" fmla="*/ 0 h 5875321"/>
                <a:gd name="connsiteX2" fmla="*/ 2373040 w 2400711"/>
                <a:gd name="connsiteY2" fmla="*/ 1037240 h 5875321"/>
                <a:gd name="connsiteX3" fmla="*/ 2227898 w 2400711"/>
                <a:gd name="connsiteY3" fmla="*/ 2039827 h 5875321"/>
                <a:gd name="connsiteX4" fmla="*/ 2285955 w 2400711"/>
                <a:gd name="connsiteY4" fmla="*/ 3171941 h 5875321"/>
                <a:gd name="connsiteX5" fmla="*/ 2256926 w 2400711"/>
                <a:gd name="connsiteY5" fmla="*/ 4245997 h 5875321"/>
                <a:gd name="connsiteX6" fmla="*/ 2271440 w 2400711"/>
                <a:gd name="connsiteY6" fmla="*/ 5668397 h 5875321"/>
                <a:gd name="connsiteX7" fmla="*/ 181383 w 2400711"/>
                <a:gd name="connsiteY7" fmla="*/ 5653882 h 5875321"/>
                <a:gd name="connsiteX8" fmla="*/ 253954 w 2400711"/>
                <a:gd name="connsiteY8" fmla="*/ 4260512 h 5875321"/>
                <a:gd name="connsiteX9" fmla="*/ 210412 w 2400711"/>
                <a:gd name="connsiteY9" fmla="*/ 3171942 h 5875321"/>
                <a:gd name="connsiteX10" fmla="*/ 224927 w 2400711"/>
                <a:gd name="connsiteY10" fmla="*/ 2054342 h 5875321"/>
                <a:gd name="connsiteX11" fmla="*/ 123325 w 2400711"/>
                <a:gd name="connsiteY11" fmla="*/ 1051754 h 5875321"/>
                <a:gd name="connsiteX12" fmla="*/ 761954 w 2400711"/>
                <a:gd name="connsiteY12" fmla="*/ 0 h 5875321"/>
                <a:gd name="connsiteX0" fmla="*/ 761954 w 2400711"/>
                <a:gd name="connsiteY0" fmla="*/ 0 h 5875321"/>
                <a:gd name="connsiteX1" fmla="*/ 1777954 w 2400711"/>
                <a:gd name="connsiteY1" fmla="*/ 0 h 5875321"/>
                <a:gd name="connsiteX2" fmla="*/ 2373040 w 2400711"/>
                <a:gd name="connsiteY2" fmla="*/ 1037240 h 5875321"/>
                <a:gd name="connsiteX3" fmla="*/ 2227898 w 2400711"/>
                <a:gd name="connsiteY3" fmla="*/ 2039827 h 5875321"/>
                <a:gd name="connsiteX4" fmla="*/ 2285955 w 2400711"/>
                <a:gd name="connsiteY4" fmla="*/ 3171941 h 5875321"/>
                <a:gd name="connsiteX5" fmla="*/ 2256926 w 2400711"/>
                <a:gd name="connsiteY5" fmla="*/ 4245997 h 5875321"/>
                <a:gd name="connsiteX6" fmla="*/ 2271440 w 2400711"/>
                <a:gd name="connsiteY6" fmla="*/ 5668397 h 5875321"/>
                <a:gd name="connsiteX7" fmla="*/ 181383 w 2400711"/>
                <a:gd name="connsiteY7" fmla="*/ 5653882 h 5875321"/>
                <a:gd name="connsiteX8" fmla="*/ 253954 w 2400711"/>
                <a:gd name="connsiteY8" fmla="*/ 4260512 h 5875321"/>
                <a:gd name="connsiteX9" fmla="*/ 210412 w 2400711"/>
                <a:gd name="connsiteY9" fmla="*/ 3171942 h 5875321"/>
                <a:gd name="connsiteX10" fmla="*/ 224927 w 2400711"/>
                <a:gd name="connsiteY10" fmla="*/ 2054342 h 5875321"/>
                <a:gd name="connsiteX11" fmla="*/ 123325 w 2400711"/>
                <a:gd name="connsiteY11" fmla="*/ 1051754 h 5875321"/>
                <a:gd name="connsiteX12" fmla="*/ 761954 w 2400711"/>
                <a:gd name="connsiteY12" fmla="*/ 0 h 5875321"/>
                <a:gd name="connsiteX0" fmla="*/ 779990 w 2418747"/>
                <a:gd name="connsiteY0" fmla="*/ 0 h 5875321"/>
                <a:gd name="connsiteX1" fmla="*/ 1795990 w 2418747"/>
                <a:gd name="connsiteY1" fmla="*/ 0 h 5875321"/>
                <a:gd name="connsiteX2" fmla="*/ 2391076 w 2418747"/>
                <a:gd name="connsiteY2" fmla="*/ 1037240 h 5875321"/>
                <a:gd name="connsiteX3" fmla="*/ 2245934 w 2418747"/>
                <a:gd name="connsiteY3" fmla="*/ 2039827 h 5875321"/>
                <a:gd name="connsiteX4" fmla="*/ 2303991 w 2418747"/>
                <a:gd name="connsiteY4" fmla="*/ 3171941 h 5875321"/>
                <a:gd name="connsiteX5" fmla="*/ 2274962 w 2418747"/>
                <a:gd name="connsiteY5" fmla="*/ 4245997 h 5875321"/>
                <a:gd name="connsiteX6" fmla="*/ 2289476 w 2418747"/>
                <a:gd name="connsiteY6" fmla="*/ 5668397 h 5875321"/>
                <a:gd name="connsiteX7" fmla="*/ 199419 w 2418747"/>
                <a:gd name="connsiteY7" fmla="*/ 5653882 h 5875321"/>
                <a:gd name="connsiteX8" fmla="*/ 271990 w 2418747"/>
                <a:gd name="connsiteY8" fmla="*/ 4260512 h 5875321"/>
                <a:gd name="connsiteX9" fmla="*/ 228448 w 2418747"/>
                <a:gd name="connsiteY9" fmla="*/ 3171942 h 5875321"/>
                <a:gd name="connsiteX10" fmla="*/ 242963 w 2418747"/>
                <a:gd name="connsiteY10" fmla="*/ 2054342 h 5875321"/>
                <a:gd name="connsiteX11" fmla="*/ 141361 w 2418747"/>
                <a:gd name="connsiteY11" fmla="*/ 1051754 h 5875321"/>
                <a:gd name="connsiteX12" fmla="*/ 779990 w 2418747"/>
                <a:gd name="connsiteY12" fmla="*/ 0 h 5875321"/>
                <a:gd name="connsiteX0" fmla="*/ 779990 w 2418747"/>
                <a:gd name="connsiteY0" fmla="*/ 0 h 5875321"/>
                <a:gd name="connsiteX1" fmla="*/ 1795990 w 2418747"/>
                <a:gd name="connsiteY1" fmla="*/ 0 h 5875321"/>
                <a:gd name="connsiteX2" fmla="*/ 2391076 w 2418747"/>
                <a:gd name="connsiteY2" fmla="*/ 1037240 h 5875321"/>
                <a:gd name="connsiteX3" fmla="*/ 2245934 w 2418747"/>
                <a:gd name="connsiteY3" fmla="*/ 2039827 h 5875321"/>
                <a:gd name="connsiteX4" fmla="*/ 2303991 w 2418747"/>
                <a:gd name="connsiteY4" fmla="*/ 3171941 h 5875321"/>
                <a:gd name="connsiteX5" fmla="*/ 2274962 w 2418747"/>
                <a:gd name="connsiteY5" fmla="*/ 4245997 h 5875321"/>
                <a:gd name="connsiteX6" fmla="*/ 2289476 w 2418747"/>
                <a:gd name="connsiteY6" fmla="*/ 5668397 h 5875321"/>
                <a:gd name="connsiteX7" fmla="*/ 199419 w 2418747"/>
                <a:gd name="connsiteY7" fmla="*/ 5653882 h 5875321"/>
                <a:gd name="connsiteX8" fmla="*/ 271990 w 2418747"/>
                <a:gd name="connsiteY8" fmla="*/ 4260512 h 5875321"/>
                <a:gd name="connsiteX9" fmla="*/ 228448 w 2418747"/>
                <a:gd name="connsiteY9" fmla="*/ 3171942 h 5875321"/>
                <a:gd name="connsiteX10" fmla="*/ 242963 w 2418747"/>
                <a:gd name="connsiteY10" fmla="*/ 2054342 h 5875321"/>
                <a:gd name="connsiteX11" fmla="*/ 141361 w 2418747"/>
                <a:gd name="connsiteY11" fmla="*/ 1051754 h 5875321"/>
                <a:gd name="connsiteX12" fmla="*/ 779990 w 2418747"/>
                <a:gd name="connsiteY12" fmla="*/ 0 h 5875321"/>
                <a:gd name="connsiteX0" fmla="*/ 779990 w 2418747"/>
                <a:gd name="connsiteY0" fmla="*/ 0 h 5875321"/>
                <a:gd name="connsiteX1" fmla="*/ 1795990 w 2418747"/>
                <a:gd name="connsiteY1" fmla="*/ 0 h 5875321"/>
                <a:gd name="connsiteX2" fmla="*/ 2391076 w 2418747"/>
                <a:gd name="connsiteY2" fmla="*/ 1037240 h 5875321"/>
                <a:gd name="connsiteX3" fmla="*/ 2245934 w 2418747"/>
                <a:gd name="connsiteY3" fmla="*/ 2039827 h 5875321"/>
                <a:gd name="connsiteX4" fmla="*/ 2303991 w 2418747"/>
                <a:gd name="connsiteY4" fmla="*/ 3171941 h 5875321"/>
                <a:gd name="connsiteX5" fmla="*/ 2274962 w 2418747"/>
                <a:gd name="connsiteY5" fmla="*/ 4245997 h 5875321"/>
                <a:gd name="connsiteX6" fmla="*/ 2289476 w 2418747"/>
                <a:gd name="connsiteY6" fmla="*/ 5668397 h 5875321"/>
                <a:gd name="connsiteX7" fmla="*/ 199419 w 2418747"/>
                <a:gd name="connsiteY7" fmla="*/ 5653882 h 5875321"/>
                <a:gd name="connsiteX8" fmla="*/ 271990 w 2418747"/>
                <a:gd name="connsiteY8" fmla="*/ 4260512 h 5875321"/>
                <a:gd name="connsiteX9" fmla="*/ 228448 w 2418747"/>
                <a:gd name="connsiteY9" fmla="*/ 3171942 h 5875321"/>
                <a:gd name="connsiteX10" fmla="*/ 242963 w 2418747"/>
                <a:gd name="connsiteY10" fmla="*/ 2054342 h 5875321"/>
                <a:gd name="connsiteX11" fmla="*/ 141361 w 2418747"/>
                <a:gd name="connsiteY11" fmla="*/ 1051754 h 5875321"/>
                <a:gd name="connsiteX12" fmla="*/ 779990 w 2418747"/>
                <a:gd name="connsiteY12" fmla="*/ 0 h 5875321"/>
                <a:gd name="connsiteX0" fmla="*/ 779990 w 2487650"/>
                <a:gd name="connsiteY0" fmla="*/ 0 h 5875321"/>
                <a:gd name="connsiteX1" fmla="*/ 1795990 w 2487650"/>
                <a:gd name="connsiteY1" fmla="*/ 0 h 5875321"/>
                <a:gd name="connsiteX2" fmla="*/ 2391076 w 2487650"/>
                <a:gd name="connsiteY2" fmla="*/ 1037240 h 5875321"/>
                <a:gd name="connsiteX3" fmla="*/ 2245934 w 2487650"/>
                <a:gd name="connsiteY3" fmla="*/ 2039827 h 5875321"/>
                <a:gd name="connsiteX4" fmla="*/ 2303991 w 2487650"/>
                <a:gd name="connsiteY4" fmla="*/ 3171941 h 5875321"/>
                <a:gd name="connsiteX5" fmla="*/ 2274962 w 2487650"/>
                <a:gd name="connsiteY5" fmla="*/ 4245997 h 5875321"/>
                <a:gd name="connsiteX6" fmla="*/ 2289476 w 2487650"/>
                <a:gd name="connsiteY6" fmla="*/ 5668397 h 5875321"/>
                <a:gd name="connsiteX7" fmla="*/ 199419 w 2487650"/>
                <a:gd name="connsiteY7" fmla="*/ 5653882 h 5875321"/>
                <a:gd name="connsiteX8" fmla="*/ 271990 w 2487650"/>
                <a:gd name="connsiteY8" fmla="*/ 4260512 h 5875321"/>
                <a:gd name="connsiteX9" fmla="*/ 228448 w 2487650"/>
                <a:gd name="connsiteY9" fmla="*/ 3171942 h 5875321"/>
                <a:gd name="connsiteX10" fmla="*/ 242963 w 2487650"/>
                <a:gd name="connsiteY10" fmla="*/ 2054342 h 5875321"/>
                <a:gd name="connsiteX11" fmla="*/ 141361 w 2487650"/>
                <a:gd name="connsiteY11" fmla="*/ 1051754 h 5875321"/>
                <a:gd name="connsiteX12" fmla="*/ 779990 w 2487650"/>
                <a:gd name="connsiteY12" fmla="*/ 0 h 5875321"/>
                <a:gd name="connsiteX0" fmla="*/ 779990 w 2529299"/>
                <a:gd name="connsiteY0" fmla="*/ 0 h 5875321"/>
                <a:gd name="connsiteX1" fmla="*/ 1795990 w 2529299"/>
                <a:gd name="connsiteY1" fmla="*/ 0 h 5875321"/>
                <a:gd name="connsiteX2" fmla="*/ 2391076 w 2529299"/>
                <a:gd name="connsiteY2" fmla="*/ 1037240 h 5875321"/>
                <a:gd name="connsiteX3" fmla="*/ 2245934 w 2529299"/>
                <a:gd name="connsiteY3" fmla="*/ 2039827 h 5875321"/>
                <a:gd name="connsiteX4" fmla="*/ 2303991 w 2529299"/>
                <a:gd name="connsiteY4" fmla="*/ 3171941 h 5875321"/>
                <a:gd name="connsiteX5" fmla="*/ 2274962 w 2529299"/>
                <a:gd name="connsiteY5" fmla="*/ 4245997 h 5875321"/>
                <a:gd name="connsiteX6" fmla="*/ 2289476 w 2529299"/>
                <a:gd name="connsiteY6" fmla="*/ 5668397 h 5875321"/>
                <a:gd name="connsiteX7" fmla="*/ 199419 w 2529299"/>
                <a:gd name="connsiteY7" fmla="*/ 5653882 h 5875321"/>
                <a:gd name="connsiteX8" fmla="*/ 271990 w 2529299"/>
                <a:gd name="connsiteY8" fmla="*/ 4260512 h 5875321"/>
                <a:gd name="connsiteX9" fmla="*/ 228448 w 2529299"/>
                <a:gd name="connsiteY9" fmla="*/ 3171942 h 5875321"/>
                <a:gd name="connsiteX10" fmla="*/ 242963 w 2529299"/>
                <a:gd name="connsiteY10" fmla="*/ 2054342 h 5875321"/>
                <a:gd name="connsiteX11" fmla="*/ 141361 w 2529299"/>
                <a:gd name="connsiteY11" fmla="*/ 1051754 h 5875321"/>
                <a:gd name="connsiteX12" fmla="*/ 779990 w 2529299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522300"/>
                <a:gd name="connsiteY0" fmla="*/ 0 h 5875321"/>
                <a:gd name="connsiteX1" fmla="*/ 1795990 w 2522300"/>
                <a:gd name="connsiteY1" fmla="*/ 0 h 5875321"/>
                <a:gd name="connsiteX2" fmla="*/ 2391076 w 2522300"/>
                <a:gd name="connsiteY2" fmla="*/ 1037240 h 5875321"/>
                <a:gd name="connsiteX3" fmla="*/ 2245934 w 2522300"/>
                <a:gd name="connsiteY3" fmla="*/ 2039827 h 5875321"/>
                <a:gd name="connsiteX4" fmla="*/ 2303991 w 2522300"/>
                <a:gd name="connsiteY4" fmla="*/ 3171941 h 5875321"/>
                <a:gd name="connsiteX5" fmla="*/ 2274962 w 2522300"/>
                <a:gd name="connsiteY5" fmla="*/ 4245997 h 5875321"/>
                <a:gd name="connsiteX6" fmla="*/ 2289476 w 2522300"/>
                <a:gd name="connsiteY6" fmla="*/ 5668397 h 5875321"/>
                <a:gd name="connsiteX7" fmla="*/ 199419 w 2522300"/>
                <a:gd name="connsiteY7" fmla="*/ 5653882 h 5875321"/>
                <a:gd name="connsiteX8" fmla="*/ 271990 w 2522300"/>
                <a:gd name="connsiteY8" fmla="*/ 4260512 h 5875321"/>
                <a:gd name="connsiteX9" fmla="*/ 228448 w 2522300"/>
                <a:gd name="connsiteY9" fmla="*/ 3171942 h 5875321"/>
                <a:gd name="connsiteX10" fmla="*/ 242963 w 2522300"/>
                <a:gd name="connsiteY10" fmla="*/ 2054342 h 5875321"/>
                <a:gd name="connsiteX11" fmla="*/ 141361 w 2522300"/>
                <a:gd name="connsiteY11" fmla="*/ 1051754 h 5875321"/>
                <a:gd name="connsiteX12" fmla="*/ 779990 w 2522300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501782"/>
                <a:gd name="connsiteY0" fmla="*/ 0 h 5875321"/>
                <a:gd name="connsiteX1" fmla="*/ 1795990 w 2501782"/>
                <a:gd name="connsiteY1" fmla="*/ 0 h 5875321"/>
                <a:gd name="connsiteX2" fmla="*/ 2391076 w 2501782"/>
                <a:gd name="connsiteY2" fmla="*/ 1037240 h 5875321"/>
                <a:gd name="connsiteX3" fmla="*/ 2245934 w 2501782"/>
                <a:gd name="connsiteY3" fmla="*/ 2039827 h 5875321"/>
                <a:gd name="connsiteX4" fmla="*/ 2303991 w 2501782"/>
                <a:gd name="connsiteY4" fmla="*/ 3171941 h 5875321"/>
                <a:gd name="connsiteX5" fmla="*/ 2274962 w 2501782"/>
                <a:gd name="connsiteY5" fmla="*/ 4245997 h 5875321"/>
                <a:gd name="connsiteX6" fmla="*/ 2289476 w 2501782"/>
                <a:gd name="connsiteY6" fmla="*/ 5668397 h 5875321"/>
                <a:gd name="connsiteX7" fmla="*/ 199419 w 2501782"/>
                <a:gd name="connsiteY7" fmla="*/ 5653882 h 5875321"/>
                <a:gd name="connsiteX8" fmla="*/ 271990 w 2501782"/>
                <a:gd name="connsiteY8" fmla="*/ 4260512 h 5875321"/>
                <a:gd name="connsiteX9" fmla="*/ 228448 w 2501782"/>
                <a:gd name="connsiteY9" fmla="*/ 3171942 h 5875321"/>
                <a:gd name="connsiteX10" fmla="*/ 242963 w 2501782"/>
                <a:gd name="connsiteY10" fmla="*/ 2054342 h 5875321"/>
                <a:gd name="connsiteX11" fmla="*/ 141361 w 2501782"/>
                <a:gd name="connsiteY11" fmla="*/ 1051754 h 5875321"/>
                <a:gd name="connsiteX12" fmla="*/ 779990 w 2501782"/>
                <a:gd name="connsiteY12" fmla="*/ 0 h 5875321"/>
                <a:gd name="connsiteX0" fmla="*/ 779990 w 2486763"/>
                <a:gd name="connsiteY0" fmla="*/ 0 h 5875321"/>
                <a:gd name="connsiteX1" fmla="*/ 1795990 w 2486763"/>
                <a:gd name="connsiteY1" fmla="*/ 0 h 5875321"/>
                <a:gd name="connsiteX2" fmla="*/ 2391076 w 2486763"/>
                <a:gd name="connsiteY2" fmla="*/ 1037240 h 5875321"/>
                <a:gd name="connsiteX3" fmla="*/ 2245934 w 2486763"/>
                <a:gd name="connsiteY3" fmla="*/ 2039827 h 5875321"/>
                <a:gd name="connsiteX4" fmla="*/ 2303991 w 2486763"/>
                <a:gd name="connsiteY4" fmla="*/ 3171941 h 5875321"/>
                <a:gd name="connsiteX5" fmla="*/ 2274962 w 2486763"/>
                <a:gd name="connsiteY5" fmla="*/ 4245997 h 5875321"/>
                <a:gd name="connsiteX6" fmla="*/ 2289476 w 2486763"/>
                <a:gd name="connsiteY6" fmla="*/ 5668397 h 5875321"/>
                <a:gd name="connsiteX7" fmla="*/ 199419 w 2486763"/>
                <a:gd name="connsiteY7" fmla="*/ 5653882 h 5875321"/>
                <a:gd name="connsiteX8" fmla="*/ 271990 w 2486763"/>
                <a:gd name="connsiteY8" fmla="*/ 4260512 h 5875321"/>
                <a:gd name="connsiteX9" fmla="*/ 228448 w 2486763"/>
                <a:gd name="connsiteY9" fmla="*/ 3171942 h 5875321"/>
                <a:gd name="connsiteX10" fmla="*/ 242963 w 2486763"/>
                <a:gd name="connsiteY10" fmla="*/ 2054342 h 5875321"/>
                <a:gd name="connsiteX11" fmla="*/ 141361 w 2486763"/>
                <a:gd name="connsiteY11" fmla="*/ 1051754 h 5875321"/>
                <a:gd name="connsiteX12" fmla="*/ 779990 w 2486763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522844"/>
                <a:gd name="connsiteY0" fmla="*/ 0 h 5875321"/>
                <a:gd name="connsiteX1" fmla="*/ 1795990 w 2522844"/>
                <a:gd name="connsiteY1" fmla="*/ 0 h 5875321"/>
                <a:gd name="connsiteX2" fmla="*/ 2391076 w 2522844"/>
                <a:gd name="connsiteY2" fmla="*/ 1037240 h 5875321"/>
                <a:gd name="connsiteX3" fmla="*/ 2245934 w 2522844"/>
                <a:gd name="connsiteY3" fmla="*/ 2039827 h 5875321"/>
                <a:gd name="connsiteX4" fmla="*/ 2303991 w 2522844"/>
                <a:gd name="connsiteY4" fmla="*/ 3171941 h 5875321"/>
                <a:gd name="connsiteX5" fmla="*/ 2274962 w 2522844"/>
                <a:gd name="connsiteY5" fmla="*/ 4245997 h 5875321"/>
                <a:gd name="connsiteX6" fmla="*/ 2289476 w 2522844"/>
                <a:gd name="connsiteY6" fmla="*/ 5668397 h 5875321"/>
                <a:gd name="connsiteX7" fmla="*/ 199419 w 2522844"/>
                <a:gd name="connsiteY7" fmla="*/ 5653882 h 5875321"/>
                <a:gd name="connsiteX8" fmla="*/ 271990 w 2522844"/>
                <a:gd name="connsiteY8" fmla="*/ 4260512 h 5875321"/>
                <a:gd name="connsiteX9" fmla="*/ 228448 w 2522844"/>
                <a:gd name="connsiteY9" fmla="*/ 3171942 h 5875321"/>
                <a:gd name="connsiteX10" fmla="*/ 242963 w 2522844"/>
                <a:gd name="connsiteY10" fmla="*/ 2054342 h 5875321"/>
                <a:gd name="connsiteX11" fmla="*/ 141361 w 2522844"/>
                <a:gd name="connsiteY11" fmla="*/ 1051754 h 5875321"/>
                <a:gd name="connsiteX12" fmla="*/ 779990 w 2522844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487054"/>
                <a:gd name="connsiteY0" fmla="*/ 0 h 5875321"/>
                <a:gd name="connsiteX1" fmla="*/ 1795990 w 2487054"/>
                <a:gd name="connsiteY1" fmla="*/ 0 h 5875321"/>
                <a:gd name="connsiteX2" fmla="*/ 2391076 w 2487054"/>
                <a:gd name="connsiteY2" fmla="*/ 1037240 h 5875321"/>
                <a:gd name="connsiteX3" fmla="*/ 2245934 w 2487054"/>
                <a:gd name="connsiteY3" fmla="*/ 2039827 h 5875321"/>
                <a:gd name="connsiteX4" fmla="*/ 2303991 w 2487054"/>
                <a:gd name="connsiteY4" fmla="*/ 3171941 h 5875321"/>
                <a:gd name="connsiteX5" fmla="*/ 2274962 w 2487054"/>
                <a:gd name="connsiteY5" fmla="*/ 4245997 h 5875321"/>
                <a:gd name="connsiteX6" fmla="*/ 2289476 w 2487054"/>
                <a:gd name="connsiteY6" fmla="*/ 5668397 h 5875321"/>
                <a:gd name="connsiteX7" fmla="*/ 199419 w 2487054"/>
                <a:gd name="connsiteY7" fmla="*/ 5653882 h 5875321"/>
                <a:gd name="connsiteX8" fmla="*/ 271990 w 2487054"/>
                <a:gd name="connsiteY8" fmla="*/ 4260512 h 5875321"/>
                <a:gd name="connsiteX9" fmla="*/ 228448 w 2487054"/>
                <a:gd name="connsiteY9" fmla="*/ 3171942 h 5875321"/>
                <a:gd name="connsiteX10" fmla="*/ 242963 w 2487054"/>
                <a:gd name="connsiteY10" fmla="*/ 2054342 h 5875321"/>
                <a:gd name="connsiteX11" fmla="*/ 141361 w 2487054"/>
                <a:gd name="connsiteY11" fmla="*/ 1051754 h 5875321"/>
                <a:gd name="connsiteX12" fmla="*/ 779990 w 2487054"/>
                <a:gd name="connsiteY12" fmla="*/ 0 h 5875321"/>
                <a:gd name="connsiteX0" fmla="*/ 779990 w 2487054"/>
                <a:gd name="connsiteY0" fmla="*/ 0 h 5860971"/>
                <a:gd name="connsiteX1" fmla="*/ 1795990 w 2487054"/>
                <a:gd name="connsiteY1" fmla="*/ 0 h 5860971"/>
                <a:gd name="connsiteX2" fmla="*/ 2391076 w 2487054"/>
                <a:gd name="connsiteY2" fmla="*/ 1037240 h 5860971"/>
                <a:gd name="connsiteX3" fmla="*/ 2245934 w 2487054"/>
                <a:gd name="connsiteY3" fmla="*/ 2039827 h 5860971"/>
                <a:gd name="connsiteX4" fmla="*/ 2303991 w 2487054"/>
                <a:gd name="connsiteY4" fmla="*/ 3171941 h 5860971"/>
                <a:gd name="connsiteX5" fmla="*/ 2274962 w 2487054"/>
                <a:gd name="connsiteY5" fmla="*/ 4245997 h 5860971"/>
                <a:gd name="connsiteX6" fmla="*/ 2289476 w 2487054"/>
                <a:gd name="connsiteY6" fmla="*/ 5668397 h 5860971"/>
                <a:gd name="connsiteX7" fmla="*/ 199419 w 2487054"/>
                <a:gd name="connsiteY7" fmla="*/ 5653882 h 5860971"/>
                <a:gd name="connsiteX8" fmla="*/ 271990 w 2487054"/>
                <a:gd name="connsiteY8" fmla="*/ 4260512 h 5860971"/>
                <a:gd name="connsiteX9" fmla="*/ 228448 w 2487054"/>
                <a:gd name="connsiteY9" fmla="*/ 3171942 h 5860971"/>
                <a:gd name="connsiteX10" fmla="*/ 242963 w 2487054"/>
                <a:gd name="connsiteY10" fmla="*/ 2054342 h 5860971"/>
                <a:gd name="connsiteX11" fmla="*/ 141361 w 2487054"/>
                <a:gd name="connsiteY11" fmla="*/ 1051754 h 5860971"/>
                <a:gd name="connsiteX12" fmla="*/ 779990 w 2487054"/>
                <a:gd name="connsiteY12" fmla="*/ 0 h 5860971"/>
                <a:gd name="connsiteX0" fmla="*/ 779990 w 2487054"/>
                <a:gd name="connsiteY0" fmla="*/ 0 h 5851436"/>
                <a:gd name="connsiteX1" fmla="*/ 1795990 w 2487054"/>
                <a:gd name="connsiteY1" fmla="*/ 0 h 5851436"/>
                <a:gd name="connsiteX2" fmla="*/ 2391076 w 2487054"/>
                <a:gd name="connsiteY2" fmla="*/ 1037240 h 5851436"/>
                <a:gd name="connsiteX3" fmla="*/ 2245934 w 2487054"/>
                <a:gd name="connsiteY3" fmla="*/ 2039827 h 5851436"/>
                <a:gd name="connsiteX4" fmla="*/ 2303991 w 2487054"/>
                <a:gd name="connsiteY4" fmla="*/ 3171941 h 5851436"/>
                <a:gd name="connsiteX5" fmla="*/ 2274962 w 2487054"/>
                <a:gd name="connsiteY5" fmla="*/ 4245997 h 5851436"/>
                <a:gd name="connsiteX6" fmla="*/ 2289476 w 2487054"/>
                <a:gd name="connsiteY6" fmla="*/ 5668397 h 5851436"/>
                <a:gd name="connsiteX7" fmla="*/ 199419 w 2487054"/>
                <a:gd name="connsiteY7" fmla="*/ 5653882 h 5851436"/>
                <a:gd name="connsiteX8" fmla="*/ 271990 w 2487054"/>
                <a:gd name="connsiteY8" fmla="*/ 4260512 h 5851436"/>
                <a:gd name="connsiteX9" fmla="*/ 228448 w 2487054"/>
                <a:gd name="connsiteY9" fmla="*/ 3171942 h 5851436"/>
                <a:gd name="connsiteX10" fmla="*/ 242963 w 2487054"/>
                <a:gd name="connsiteY10" fmla="*/ 2054342 h 5851436"/>
                <a:gd name="connsiteX11" fmla="*/ 141361 w 2487054"/>
                <a:gd name="connsiteY11" fmla="*/ 1051754 h 5851436"/>
                <a:gd name="connsiteX12" fmla="*/ 779990 w 2487054"/>
                <a:gd name="connsiteY12" fmla="*/ 0 h 585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7054" h="5851436">
                  <a:moveTo>
                    <a:pt x="779990" y="0"/>
                  </a:moveTo>
                  <a:lnTo>
                    <a:pt x="1795990" y="0"/>
                  </a:lnTo>
                  <a:lnTo>
                    <a:pt x="2391076" y="1037240"/>
                  </a:lnTo>
                  <a:cubicBezTo>
                    <a:pt x="2510819" y="1215407"/>
                    <a:pt x="2570691" y="1836260"/>
                    <a:pt x="2245934" y="2039827"/>
                  </a:cubicBezTo>
                  <a:cubicBezTo>
                    <a:pt x="2562225" y="2223858"/>
                    <a:pt x="2551339" y="2983255"/>
                    <a:pt x="2303991" y="3171941"/>
                  </a:cubicBezTo>
                  <a:cubicBezTo>
                    <a:pt x="2530172" y="3372117"/>
                    <a:pt x="2575529" y="4064569"/>
                    <a:pt x="2274962" y="4245997"/>
                  </a:cubicBezTo>
                  <a:cubicBezTo>
                    <a:pt x="2543476" y="4449197"/>
                    <a:pt x="2497514" y="5511159"/>
                    <a:pt x="2289476" y="5668397"/>
                  </a:cubicBezTo>
                  <a:cubicBezTo>
                    <a:pt x="2068738" y="5901835"/>
                    <a:pt x="499985" y="5927839"/>
                    <a:pt x="199419" y="5653882"/>
                  </a:cubicBezTo>
                  <a:cubicBezTo>
                    <a:pt x="-1362" y="5530511"/>
                    <a:pt x="-72845" y="4390656"/>
                    <a:pt x="271990" y="4260512"/>
                  </a:cubicBezTo>
                  <a:cubicBezTo>
                    <a:pt x="-122315" y="4046548"/>
                    <a:pt x="6500" y="3261205"/>
                    <a:pt x="228448" y="3171942"/>
                  </a:cubicBezTo>
                  <a:cubicBezTo>
                    <a:pt x="-136344" y="2884559"/>
                    <a:pt x="-13335" y="2154916"/>
                    <a:pt x="242963" y="2054342"/>
                  </a:cubicBezTo>
                  <a:cubicBezTo>
                    <a:pt x="-65224" y="1796346"/>
                    <a:pt x="48228" y="1233550"/>
                    <a:pt x="141361" y="1051754"/>
                  </a:cubicBezTo>
                  <a:lnTo>
                    <a:pt x="779990" y="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2406A76-C7D0-6F57-0748-0FEE80883AF1}"/>
                </a:ext>
              </a:extLst>
            </p:cNvPr>
            <p:cNvSpPr/>
            <p:nvPr/>
          </p:nvSpPr>
          <p:spPr>
            <a:xfrm>
              <a:off x="1457136" y="3402001"/>
              <a:ext cx="2487055" cy="4928964"/>
            </a:xfrm>
            <a:custGeom>
              <a:avLst/>
              <a:gdLst>
                <a:gd name="connsiteX0" fmla="*/ 194663 w 2487055"/>
                <a:gd name="connsiteY0" fmla="*/ 0 h 4887463"/>
                <a:gd name="connsiteX1" fmla="*/ 2349042 w 2487055"/>
                <a:gd name="connsiteY1" fmla="*/ 0 h 4887463"/>
                <a:gd name="connsiteX2" fmla="*/ 2391077 w 2487055"/>
                <a:gd name="connsiteY2" fmla="*/ 73267 h 4887463"/>
                <a:gd name="connsiteX3" fmla="*/ 2245935 w 2487055"/>
                <a:gd name="connsiteY3" fmla="*/ 1075854 h 4887463"/>
                <a:gd name="connsiteX4" fmla="*/ 2303992 w 2487055"/>
                <a:gd name="connsiteY4" fmla="*/ 2207968 h 4887463"/>
                <a:gd name="connsiteX5" fmla="*/ 2274963 w 2487055"/>
                <a:gd name="connsiteY5" fmla="*/ 3282024 h 4887463"/>
                <a:gd name="connsiteX6" fmla="*/ 2289477 w 2487055"/>
                <a:gd name="connsiteY6" fmla="*/ 4704424 h 4887463"/>
                <a:gd name="connsiteX7" fmla="*/ 199420 w 2487055"/>
                <a:gd name="connsiteY7" fmla="*/ 4689909 h 4887463"/>
                <a:gd name="connsiteX8" fmla="*/ 271991 w 2487055"/>
                <a:gd name="connsiteY8" fmla="*/ 3296539 h 4887463"/>
                <a:gd name="connsiteX9" fmla="*/ 228449 w 2487055"/>
                <a:gd name="connsiteY9" fmla="*/ 2207969 h 4887463"/>
                <a:gd name="connsiteX10" fmla="*/ 242964 w 2487055"/>
                <a:gd name="connsiteY10" fmla="*/ 1090369 h 4887463"/>
                <a:gd name="connsiteX11" fmla="*/ 141362 w 2487055"/>
                <a:gd name="connsiteY11" fmla="*/ 87781 h 4887463"/>
                <a:gd name="connsiteX12" fmla="*/ 194663 w 2487055"/>
                <a:gd name="connsiteY12" fmla="*/ 0 h 4887463"/>
                <a:gd name="connsiteX0" fmla="*/ 141362 w 2487055"/>
                <a:gd name="connsiteY0" fmla="*/ 87781 h 4887463"/>
                <a:gd name="connsiteX1" fmla="*/ 2349042 w 2487055"/>
                <a:gd name="connsiteY1" fmla="*/ 0 h 4887463"/>
                <a:gd name="connsiteX2" fmla="*/ 2391077 w 2487055"/>
                <a:gd name="connsiteY2" fmla="*/ 73267 h 4887463"/>
                <a:gd name="connsiteX3" fmla="*/ 2245935 w 2487055"/>
                <a:gd name="connsiteY3" fmla="*/ 1075854 h 4887463"/>
                <a:gd name="connsiteX4" fmla="*/ 2303992 w 2487055"/>
                <a:gd name="connsiteY4" fmla="*/ 2207968 h 4887463"/>
                <a:gd name="connsiteX5" fmla="*/ 2274963 w 2487055"/>
                <a:gd name="connsiteY5" fmla="*/ 3282024 h 4887463"/>
                <a:gd name="connsiteX6" fmla="*/ 2289477 w 2487055"/>
                <a:gd name="connsiteY6" fmla="*/ 4704424 h 4887463"/>
                <a:gd name="connsiteX7" fmla="*/ 199420 w 2487055"/>
                <a:gd name="connsiteY7" fmla="*/ 4689909 h 4887463"/>
                <a:gd name="connsiteX8" fmla="*/ 271991 w 2487055"/>
                <a:gd name="connsiteY8" fmla="*/ 3296539 h 4887463"/>
                <a:gd name="connsiteX9" fmla="*/ 228449 w 2487055"/>
                <a:gd name="connsiteY9" fmla="*/ 2207969 h 4887463"/>
                <a:gd name="connsiteX10" fmla="*/ 242964 w 2487055"/>
                <a:gd name="connsiteY10" fmla="*/ 1090369 h 4887463"/>
                <a:gd name="connsiteX11" fmla="*/ 141362 w 2487055"/>
                <a:gd name="connsiteY11" fmla="*/ 87781 h 4887463"/>
                <a:gd name="connsiteX0" fmla="*/ 141362 w 2487055"/>
                <a:gd name="connsiteY0" fmla="*/ 144845 h 4944527"/>
                <a:gd name="connsiteX1" fmla="*/ 2349042 w 2487055"/>
                <a:gd name="connsiteY1" fmla="*/ 57064 h 4944527"/>
                <a:gd name="connsiteX2" fmla="*/ 2391077 w 2487055"/>
                <a:gd name="connsiteY2" fmla="*/ 130331 h 4944527"/>
                <a:gd name="connsiteX3" fmla="*/ 2245935 w 2487055"/>
                <a:gd name="connsiteY3" fmla="*/ 1132918 h 4944527"/>
                <a:gd name="connsiteX4" fmla="*/ 2303992 w 2487055"/>
                <a:gd name="connsiteY4" fmla="*/ 2265032 h 4944527"/>
                <a:gd name="connsiteX5" fmla="*/ 2274963 w 2487055"/>
                <a:gd name="connsiteY5" fmla="*/ 3339088 h 4944527"/>
                <a:gd name="connsiteX6" fmla="*/ 2289477 w 2487055"/>
                <a:gd name="connsiteY6" fmla="*/ 4761488 h 4944527"/>
                <a:gd name="connsiteX7" fmla="*/ 199420 w 2487055"/>
                <a:gd name="connsiteY7" fmla="*/ 4746973 h 4944527"/>
                <a:gd name="connsiteX8" fmla="*/ 271991 w 2487055"/>
                <a:gd name="connsiteY8" fmla="*/ 3353603 h 4944527"/>
                <a:gd name="connsiteX9" fmla="*/ 228449 w 2487055"/>
                <a:gd name="connsiteY9" fmla="*/ 2265033 h 4944527"/>
                <a:gd name="connsiteX10" fmla="*/ 242964 w 2487055"/>
                <a:gd name="connsiteY10" fmla="*/ 1147433 h 4944527"/>
                <a:gd name="connsiteX11" fmla="*/ 141362 w 2487055"/>
                <a:gd name="connsiteY11" fmla="*/ 144845 h 4944527"/>
                <a:gd name="connsiteX0" fmla="*/ 141362 w 2487055"/>
                <a:gd name="connsiteY0" fmla="*/ 87781 h 4887463"/>
                <a:gd name="connsiteX1" fmla="*/ 2349042 w 2487055"/>
                <a:gd name="connsiteY1" fmla="*/ 0 h 4887463"/>
                <a:gd name="connsiteX2" fmla="*/ 2391077 w 2487055"/>
                <a:gd name="connsiteY2" fmla="*/ 73267 h 4887463"/>
                <a:gd name="connsiteX3" fmla="*/ 2245935 w 2487055"/>
                <a:gd name="connsiteY3" fmla="*/ 1075854 h 4887463"/>
                <a:gd name="connsiteX4" fmla="*/ 2303992 w 2487055"/>
                <a:gd name="connsiteY4" fmla="*/ 2207968 h 4887463"/>
                <a:gd name="connsiteX5" fmla="*/ 2274963 w 2487055"/>
                <a:gd name="connsiteY5" fmla="*/ 3282024 h 4887463"/>
                <a:gd name="connsiteX6" fmla="*/ 2289477 w 2487055"/>
                <a:gd name="connsiteY6" fmla="*/ 4704424 h 4887463"/>
                <a:gd name="connsiteX7" fmla="*/ 199420 w 2487055"/>
                <a:gd name="connsiteY7" fmla="*/ 4689909 h 4887463"/>
                <a:gd name="connsiteX8" fmla="*/ 271991 w 2487055"/>
                <a:gd name="connsiteY8" fmla="*/ 3296539 h 4887463"/>
                <a:gd name="connsiteX9" fmla="*/ 228449 w 2487055"/>
                <a:gd name="connsiteY9" fmla="*/ 2207969 h 4887463"/>
                <a:gd name="connsiteX10" fmla="*/ 242964 w 2487055"/>
                <a:gd name="connsiteY10" fmla="*/ 1090369 h 4887463"/>
                <a:gd name="connsiteX11" fmla="*/ 141362 w 2487055"/>
                <a:gd name="connsiteY11" fmla="*/ 87781 h 4887463"/>
                <a:gd name="connsiteX0" fmla="*/ 141362 w 2487055"/>
                <a:gd name="connsiteY0" fmla="*/ 129282 h 4928964"/>
                <a:gd name="connsiteX1" fmla="*/ 2349042 w 2487055"/>
                <a:gd name="connsiteY1" fmla="*/ 41501 h 4928964"/>
                <a:gd name="connsiteX2" fmla="*/ 2391077 w 2487055"/>
                <a:gd name="connsiteY2" fmla="*/ 114768 h 4928964"/>
                <a:gd name="connsiteX3" fmla="*/ 2245935 w 2487055"/>
                <a:gd name="connsiteY3" fmla="*/ 1117355 h 4928964"/>
                <a:gd name="connsiteX4" fmla="*/ 2303992 w 2487055"/>
                <a:gd name="connsiteY4" fmla="*/ 2249469 h 4928964"/>
                <a:gd name="connsiteX5" fmla="*/ 2274963 w 2487055"/>
                <a:gd name="connsiteY5" fmla="*/ 3323525 h 4928964"/>
                <a:gd name="connsiteX6" fmla="*/ 2289477 w 2487055"/>
                <a:gd name="connsiteY6" fmla="*/ 4745925 h 4928964"/>
                <a:gd name="connsiteX7" fmla="*/ 199420 w 2487055"/>
                <a:gd name="connsiteY7" fmla="*/ 4731410 h 4928964"/>
                <a:gd name="connsiteX8" fmla="*/ 271991 w 2487055"/>
                <a:gd name="connsiteY8" fmla="*/ 3338040 h 4928964"/>
                <a:gd name="connsiteX9" fmla="*/ 228449 w 2487055"/>
                <a:gd name="connsiteY9" fmla="*/ 2249470 h 4928964"/>
                <a:gd name="connsiteX10" fmla="*/ 242964 w 2487055"/>
                <a:gd name="connsiteY10" fmla="*/ 1131870 h 4928964"/>
                <a:gd name="connsiteX11" fmla="*/ 141362 w 2487055"/>
                <a:gd name="connsiteY11" fmla="*/ 129282 h 4928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7055" h="4928964">
                  <a:moveTo>
                    <a:pt x="141362" y="129282"/>
                  </a:moveTo>
                  <a:cubicBezTo>
                    <a:pt x="953455" y="-306378"/>
                    <a:pt x="1778249" y="540661"/>
                    <a:pt x="2349042" y="41501"/>
                  </a:cubicBezTo>
                  <a:lnTo>
                    <a:pt x="2391077" y="114768"/>
                  </a:lnTo>
                  <a:cubicBezTo>
                    <a:pt x="2510820" y="292935"/>
                    <a:pt x="2570692" y="913788"/>
                    <a:pt x="2245935" y="1117355"/>
                  </a:cubicBezTo>
                  <a:cubicBezTo>
                    <a:pt x="2562226" y="1301386"/>
                    <a:pt x="2551340" y="2060783"/>
                    <a:pt x="2303992" y="2249469"/>
                  </a:cubicBezTo>
                  <a:cubicBezTo>
                    <a:pt x="2530173" y="2449645"/>
                    <a:pt x="2575530" y="3142097"/>
                    <a:pt x="2274963" y="3323525"/>
                  </a:cubicBezTo>
                  <a:cubicBezTo>
                    <a:pt x="2543477" y="3526725"/>
                    <a:pt x="2497515" y="4588687"/>
                    <a:pt x="2289477" y="4745925"/>
                  </a:cubicBezTo>
                  <a:cubicBezTo>
                    <a:pt x="2068739" y="4979363"/>
                    <a:pt x="499986" y="5005367"/>
                    <a:pt x="199420" y="4731410"/>
                  </a:cubicBezTo>
                  <a:cubicBezTo>
                    <a:pt x="-1361" y="4608039"/>
                    <a:pt x="-72844" y="3468184"/>
                    <a:pt x="271991" y="3338040"/>
                  </a:cubicBezTo>
                  <a:cubicBezTo>
                    <a:pt x="-122314" y="3124076"/>
                    <a:pt x="6501" y="2338733"/>
                    <a:pt x="228449" y="2249470"/>
                  </a:cubicBezTo>
                  <a:cubicBezTo>
                    <a:pt x="-136343" y="1962087"/>
                    <a:pt x="-13334" y="1232444"/>
                    <a:pt x="242964" y="1131870"/>
                  </a:cubicBezTo>
                  <a:cubicBezTo>
                    <a:pt x="-65223" y="873874"/>
                    <a:pt x="48229" y="311078"/>
                    <a:pt x="141362" y="129282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EF92FDB-DE38-257E-76A5-12A723F17B75}"/>
                </a:ext>
              </a:extLst>
            </p:cNvPr>
            <p:cNvSpPr/>
            <p:nvPr/>
          </p:nvSpPr>
          <p:spPr>
            <a:xfrm>
              <a:off x="2113449" y="1723830"/>
              <a:ext cx="1276349" cy="771524"/>
            </a:xfrm>
            <a:prstGeom prst="round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4358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485849" y="967770"/>
            <a:ext cx="47173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Compass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C532F7-7DA9-083E-1DCB-1EDDF8332687}"/>
              </a:ext>
            </a:extLst>
          </p:cNvPr>
          <p:cNvGrpSpPr/>
          <p:nvPr/>
        </p:nvGrpSpPr>
        <p:grpSpPr>
          <a:xfrm>
            <a:off x="1854855" y="790449"/>
            <a:ext cx="5312228" cy="5757654"/>
            <a:chOff x="289525" y="1503871"/>
            <a:chExt cx="5312228" cy="5757654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8854021-1FA7-A49B-4390-E242037F79BD}"/>
                </a:ext>
              </a:extLst>
            </p:cNvPr>
            <p:cNvSpPr/>
            <p:nvPr/>
          </p:nvSpPr>
          <p:spPr>
            <a:xfrm>
              <a:off x="2609620" y="1503871"/>
              <a:ext cx="652039" cy="634020"/>
            </a:xfrm>
            <a:custGeom>
              <a:avLst/>
              <a:gdLst>
                <a:gd name="connsiteX0" fmla="*/ 0 w 652039"/>
                <a:gd name="connsiteY0" fmla="*/ 105672 h 634020"/>
                <a:gd name="connsiteX1" fmla="*/ 105672 w 652039"/>
                <a:gd name="connsiteY1" fmla="*/ 0 h 634020"/>
                <a:gd name="connsiteX2" fmla="*/ 546367 w 652039"/>
                <a:gd name="connsiteY2" fmla="*/ 0 h 634020"/>
                <a:gd name="connsiteX3" fmla="*/ 652039 w 652039"/>
                <a:gd name="connsiteY3" fmla="*/ 105672 h 634020"/>
                <a:gd name="connsiteX4" fmla="*/ 652039 w 652039"/>
                <a:gd name="connsiteY4" fmla="*/ 528348 h 634020"/>
                <a:gd name="connsiteX5" fmla="*/ 546367 w 652039"/>
                <a:gd name="connsiteY5" fmla="*/ 634020 h 634020"/>
                <a:gd name="connsiteX6" fmla="*/ 105672 w 652039"/>
                <a:gd name="connsiteY6" fmla="*/ 634020 h 634020"/>
                <a:gd name="connsiteX7" fmla="*/ 0 w 652039"/>
                <a:gd name="connsiteY7" fmla="*/ 528348 h 634020"/>
                <a:gd name="connsiteX8" fmla="*/ 0 w 652039"/>
                <a:gd name="connsiteY8" fmla="*/ 105672 h 634020"/>
                <a:gd name="connsiteX0" fmla="*/ 0 w 652039"/>
                <a:gd name="connsiteY0" fmla="*/ 105672 h 634020"/>
                <a:gd name="connsiteX1" fmla="*/ 105672 w 652039"/>
                <a:gd name="connsiteY1" fmla="*/ 0 h 634020"/>
                <a:gd name="connsiteX2" fmla="*/ 546367 w 652039"/>
                <a:gd name="connsiteY2" fmla="*/ 0 h 634020"/>
                <a:gd name="connsiteX3" fmla="*/ 652039 w 652039"/>
                <a:gd name="connsiteY3" fmla="*/ 105672 h 634020"/>
                <a:gd name="connsiteX4" fmla="*/ 652039 w 652039"/>
                <a:gd name="connsiteY4" fmla="*/ 528348 h 634020"/>
                <a:gd name="connsiteX5" fmla="*/ 546367 w 652039"/>
                <a:gd name="connsiteY5" fmla="*/ 634020 h 634020"/>
                <a:gd name="connsiteX6" fmla="*/ 105672 w 652039"/>
                <a:gd name="connsiteY6" fmla="*/ 634020 h 634020"/>
                <a:gd name="connsiteX7" fmla="*/ 0 w 652039"/>
                <a:gd name="connsiteY7" fmla="*/ 528348 h 634020"/>
                <a:gd name="connsiteX8" fmla="*/ 0 w 652039"/>
                <a:gd name="connsiteY8" fmla="*/ 105672 h 634020"/>
                <a:gd name="connsiteX0" fmla="*/ 0 w 652039"/>
                <a:gd name="connsiteY0" fmla="*/ 105672 h 634020"/>
                <a:gd name="connsiteX1" fmla="*/ 105672 w 652039"/>
                <a:gd name="connsiteY1" fmla="*/ 0 h 634020"/>
                <a:gd name="connsiteX2" fmla="*/ 546367 w 652039"/>
                <a:gd name="connsiteY2" fmla="*/ 0 h 634020"/>
                <a:gd name="connsiteX3" fmla="*/ 652039 w 652039"/>
                <a:gd name="connsiteY3" fmla="*/ 105672 h 634020"/>
                <a:gd name="connsiteX4" fmla="*/ 652039 w 652039"/>
                <a:gd name="connsiteY4" fmla="*/ 528348 h 634020"/>
                <a:gd name="connsiteX5" fmla="*/ 546367 w 652039"/>
                <a:gd name="connsiteY5" fmla="*/ 634020 h 634020"/>
                <a:gd name="connsiteX6" fmla="*/ 105672 w 652039"/>
                <a:gd name="connsiteY6" fmla="*/ 634020 h 634020"/>
                <a:gd name="connsiteX7" fmla="*/ 0 w 652039"/>
                <a:gd name="connsiteY7" fmla="*/ 528348 h 634020"/>
                <a:gd name="connsiteX8" fmla="*/ 0 w 652039"/>
                <a:gd name="connsiteY8" fmla="*/ 105672 h 63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2039" h="634020">
                  <a:moveTo>
                    <a:pt x="0" y="105672"/>
                  </a:moveTo>
                  <a:cubicBezTo>
                    <a:pt x="0" y="47311"/>
                    <a:pt x="47311" y="0"/>
                    <a:pt x="105672" y="0"/>
                  </a:cubicBezTo>
                  <a:lnTo>
                    <a:pt x="546367" y="0"/>
                  </a:lnTo>
                  <a:cubicBezTo>
                    <a:pt x="604728" y="0"/>
                    <a:pt x="652039" y="47311"/>
                    <a:pt x="652039" y="105672"/>
                  </a:cubicBezTo>
                  <a:cubicBezTo>
                    <a:pt x="652039" y="246564"/>
                    <a:pt x="544089" y="406506"/>
                    <a:pt x="652039" y="528348"/>
                  </a:cubicBezTo>
                  <a:cubicBezTo>
                    <a:pt x="652039" y="586709"/>
                    <a:pt x="604728" y="634020"/>
                    <a:pt x="546367" y="634020"/>
                  </a:cubicBezTo>
                  <a:lnTo>
                    <a:pt x="105672" y="634020"/>
                  </a:lnTo>
                  <a:cubicBezTo>
                    <a:pt x="47311" y="634020"/>
                    <a:pt x="0" y="586709"/>
                    <a:pt x="0" y="528348"/>
                  </a:cubicBezTo>
                  <a:cubicBezTo>
                    <a:pt x="120650" y="412856"/>
                    <a:pt x="0" y="246564"/>
                    <a:pt x="0" y="105672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9D6CE24-8328-C301-603F-9D2868EC0A36}"/>
                </a:ext>
              </a:extLst>
            </p:cNvPr>
            <p:cNvGrpSpPr/>
            <p:nvPr/>
          </p:nvGrpSpPr>
          <p:grpSpPr>
            <a:xfrm>
              <a:off x="289525" y="1949297"/>
              <a:ext cx="5312228" cy="5312228"/>
              <a:chOff x="2428290" y="1412725"/>
              <a:chExt cx="5312228" cy="5312228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3AE8CF72-55FB-DD6D-F408-26A00255EADF}"/>
                  </a:ext>
                </a:extLst>
              </p:cNvPr>
              <p:cNvSpPr/>
              <p:nvPr/>
            </p:nvSpPr>
            <p:spPr>
              <a:xfrm>
                <a:off x="2428290" y="1412725"/>
                <a:ext cx="5312228" cy="5312228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6532865-6A11-8BD1-070B-329CD67B2851}"/>
                  </a:ext>
                </a:extLst>
              </p:cNvPr>
              <p:cNvSpPr/>
              <p:nvPr/>
            </p:nvSpPr>
            <p:spPr>
              <a:xfrm>
                <a:off x="2876456" y="1835626"/>
                <a:ext cx="4320962" cy="4320962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1F2A69C-F3E3-4501-B961-8D8C29E29A3B}"/>
                  </a:ext>
                </a:extLst>
              </p:cNvPr>
              <p:cNvSpPr/>
              <p:nvPr/>
            </p:nvSpPr>
            <p:spPr>
              <a:xfrm>
                <a:off x="3140277" y="2107184"/>
                <a:ext cx="3777845" cy="377784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14B3A0CB-3B5A-3FCD-C146-185B49D9E46A}"/>
                  </a:ext>
                </a:extLst>
              </p:cNvPr>
              <p:cNvSpPr/>
              <p:nvPr/>
            </p:nvSpPr>
            <p:spPr>
              <a:xfrm rot="5565273" flipH="1">
                <a:off x="4930936" y="3401201"/>
                <a:ext cx="274678" cy="1219174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6">
                <a:extLst>
                  <a:ext uri="{FF2B5EF4-FFF2-40B4-BE49-F238E27FC236}">
                    <a16:creationId xmlns:a16="http://schemas.microsoft.com/office/drawing/2014/main" id="{470E25EB-6AD7-293E-A4CC-2FF62D20153A}"/>
                  </a:ext>
                </a:extLst>
              </p:cNvPr>
              <p:cNvSpPr/>
              <p:nvPr/>
            </p:nvSpPr>
            <p:spPr>
              <a:xfrm rot="7832430" flipH="1">
                <a:off x="4981156" y="3566664"/>
                <a:ext cx="145846" cy="900299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DE518CEC-F3F4-D571-C7B0-988A48F79874}"/>
                  </a:ext>
                </a:extLst>
              </p:cNvPr>
              <p:cNvSpPr/>
              <p:nvPr/>
            </p:nvSpPr>
            <p:spPr>
              <a:xfrm rot="3206230" flipH="1">
                <a:off x="4995352" y="3548012"/>
                <a:ext cx="145846" cy="900299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4C6D3CA-B26B-B6FF-4CA2-0FF6151CE726}"/>
                  </a:ext>
                </a:extLst>
              </p:cNvPr>
              <p:cNvSpPr/>
              <p:nvPr/>
            </p:nvSpPr>
            <p:spPr>
              <a:xfrm>
                <a:off x="4756744" y="3670624"/>
                <a:ext cx="639127" cy="639127"/>
              </a:xfrm>
              <a:prstGeom prst="ellipse">
                <a:avLst/>
              </a:prstGeom>
              <a:solidFill>
                <a:srgbClr val="B2AFA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926901-7BCA-D09D-9D0E-B0DAD131BDA3}"/>
                  </a:ext>
                </a:extLst>
              </p:cNvPr>
              <p:cNvSpPr/>
              <p:nvPr/>
            </p:nvSpPr>
            <p:spPr>
              <a:xfrm>
                <a:off x="6505630" y="3838214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E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D61393A-BA48-FE01-D87E-B4E133A340CE}"/>
                  </a:ext>
                </a:extLst>
              </p:cNvPr>
              <p:cNvSpPr/>
              <p:nvPr/>
            </p:nvSpPr>
            <p:spPr>
              <a:xfrm>
                <a:off x="3079218" y="3810636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W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97E9B6D-076E-5F84-4913-2624A0FACB46}"/>
                  </a:ext>
                </a:extLst>
              </p:cNvPr>
              <p:cNvSpPr/>
              <p:nvPr/>
            </p:nvSpPr>
            <p:spPr>
              <a:xfrm>
                <a:off x="4838997" y="2142771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N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2F8A5EB-55B6-F69B-6F8C-6764047DCE06}"/>
                  </a:ext>
                </a:extLst>
              </p:cNvPr>
              <p:cNvSpPr/>
              <p:nvPr/>
            </p:nvSpPr>
            <p:spPr>
              <a:xfrm>
                <a:off x="4791529" y="5580333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S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468D4B6-12AB-AFA3-56AD-695E8C658762}"/>
                  </a:ext>
                </a:extLst>
              </p:cNvPr>
              <p:cNvSpPr/>
              <p:nvPr/>
            </p:nvSpPr>
            <p:spPr>
              <a:xfrm>
                <a:off x="4898009" y="2533299"/>
                <a:ext cx="363853" cy="2986465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E0EF83F-12D0-5592-E0C4-B83DFA60E005}"/>
                  </a:ext>
                </a:extLst>
              </p:cNvPr>
              <p:cNvSpPr/>
              <p:nvPr/>
            </p:nvSpPr>
            <p:spPr>
              <a:xfrm>
                <a:off x="4976331" y="3898271"/>
                <a:ext cx="227475" cy="227475"/>
              </a:xfrm>
              <a:prstGeom prst="ellipse">
                <a:avLst/>
              </a:prstGeom>
              <a:solidFill>
                <a:srgbClr val="B2AFA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32675C-9C1B-3BF9-036E-4F1B55B35AAE}"/>
              </a:ext>
            </a:extLst>
          </p:cNvPr>
          <p:cNvGrpSpPr/>
          <p:nvPr/>
        </p:nvGrpSpPr>
        <p:grpSpPr>
          <a:xfrm>
            <a:off x="5941413" y="1190483"/>
            <a:ext cx="5312228" cy="5757654"/>
            <a:chOff x="289525" y="1503871"/>
            <a:chExt cx="5312228" cy="5757654"/>
          </a:xfrm>
        </p:grpSpPr>
        <p:sp>
          <p:nvSpPr>
            <p:cNvPr id="26" name="Rectangle: Rounded Corners 22">
              <a:extLst>
                <a:ext uri="{FF2B5EF4-FFF2-40B4-BE49-F238E27FC236}">
                  <a16:creationId xmlns:a16="http://schemas.microsoft.com/office/drawing/2014/main" id="{935CCAE9-B937-5DD8-B8B1-0096BD048A5C}"/>
                </a:ext>
              </a:extLst>
            </p:cNvPr>
            <p:cNvSpPr/>
            <p:nvPr/>
          </p:nvSpPr>
          <p:spPr>
            <a:xfrm>
              <a:off x="2609620" y="1503871"/>
              <a:ext cx="652039" cy="634020"/>
            </a:xfrm>
            <a:custGeom>
              <a:avLst/>
              <a:gdLst>
                <a:gd name="connsiteX0" fmla="*/ 0 w 652039"/>
                <a:gd name="connsiteY0" fmla="*/ 105672 h 634020"/>
                <a:gd name="connsiteX1" fmla="*/ 105672 w 652039"/>
                <a:gd name="connsiteY1" fmla="*/ 0 h 634020"/>
                <a:gd name="connsiteX2" fmla="*/ 546367 w 652039"/>
                <a:gd name="connsiteY2" fmla="*/ 0 h 634020"/>
                <a:gd name="connsiteX3" fmla="*/ 652039 w 652039"/>
                <a:gd name="connsiteY3" fmla="*/ 105672 h 634020"/>
                <a:gd name="connsiteX4" fmla="*/ 652039 w 652039"/>
                <a:gd name="connsiteY4" fmla="*/ 528348 h 634020"/>
                <a:gd name="connsiteX5" fmla="*/ 546367 w 652039"/>
                <a:gd name="connsiteY5" fmla="*/ 634020 h 634020"/>
                <a:gd name="connsiteX6" fmla="*/ 105672 w 652039"/>
                <a:gd name="connsiteY6" fmla="*/ 634020 h 634020"/>
                <a:gd name="connsiteX7" fmla="*/ 0 w 652039"/>
                <a:gd name="connsiteY7" fmla="*/ 528348 h 634020"/>
                <a:gd name="connsiteX8" fmla="*/ 0 w 652039"/>
                <a:gd name="connsiteY8" fmla="*/ 105672 h 634020"/>
                <a:gd name="connsiteX0" fmla="*/ 0 w 652039"/>
                <a:gd name="connsiteY0" fmla="*/ 105672 h 634020"/>
                <a:gd name="connsiteX1" fmla="*/ 105672 w 652039"/>
                <a:gd name="connsiteY1" fmla="*/ 0 h 634020"/>
                <a:gd name="connsiteX2" fmla="*/ 546367 w 652039"/>
                <a:gd name="connsiteY2" fmla="*/ 0 h 634020"/>
                <a:gd name="connsiteX3" fmla="*/ 652039 w 652039"/>
                <a:gd name="connsiteY3" fmla="*/ 105672 h 634020"/>
                <a:gd name="connsiteX4" fmla="*/ 652039 w 652039"/>
                <a:gd name="connsiteY4" fmla="*/ 528348 h 634020"/>
                <a:gd name="connsiteX5" fmla="*/ 546367 w 652039"/>
                <a:gd name="connsiteY5" fmla="*/ 634020 h 634020"/>
                <a:gd name="connsiteX6" fmla="*/ 105672 w 652039"/>
                <a:gd name="connsiteY6" fmla="*/ 634020 h 634020"/>
                <a:gd name="connsiteX7" fmla="*/ 0 w 652039"/>
                <a:gd name="connsiteY7" fmla="*/ 528348 h 634020"/>
                <a:gd name="connsiteX8" fmla="*/ 0 w 652039"/>
                <a:gd name="connsiteY8" fmla="*/ 105672 h 634020"/>
                <a:gd name="connsiteX0" fmla="*/ 0 w 652039"/>
                <a:gd name="connsiteY0" fmla="*/ 105672 h 634020"/>
                <a:gd name="connsiteX1" fmla="*/ 105672 w 652039"/>
                <a:gd name="connsiteY1" fmla="*/ 0 h 634020"/>
                <a:gd name="connsiteX2" fmla="*/ 546367 w 652039"/>
                <a:gd name="connsiteY2" fmla="*/ 0 h 634020"/>
                <a:gd name="connsiteX3" fmla="*/ 652039 w 652039"/>
                <a:gd name="connsiteY3" fmla="*/ 105672 h 634020"/>
                <a:gd name="connsiteX4" fmla="*/ 652039 w 652039"/>
                <a:gd name="connsiteY4" fmla="*/ 528348 h 634020"/>
                <a:gd name="connsiteX5" fmla="*/ 546367 w 652039"/>
                <a:gd name="connsiteY5" fmla="*/ 634020 h 634020"/>
                <a:gd name="connsiteX6" fmla="*/ 105672 w 652039"/>
                <a:gd name="connsiteY6" fmla="*/ 634020 h 634020"/>
                <a:gd name="connsiteX7" fmla="*/ 0 w 652039"/>
                <a:gd name="connsiteY7" fmla="*/ 528348 h 634020"/>
                <a:gd name="connsiteX8" fmla="*/ 0 w 652039"/>
                <a:gd name="connsiteY8" fmla="*/ 105672 h 63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2039" h="634020">
                  <a:moveTo>
                    <a:pt x="0" y="105672"/>
                  </a:moveTo>
                  <a:cubicBezTo>
                    <a:pt x="0" y="47311"/>
                    <a:pt x="47311" y="0"/>
                    <a:pt x="105672" y="0"/>
                  </a:cubicBezTo>
                  <a:lnTo>
                    <a:pt x="546367" y="0"/>
                  </a:lnTo>
                  <a:cubicBezTo>
                    <a:pt x="604728" y="0"/>
                    <a:pt x="652039" y="47311"/>
                    <a:pt x="652039" y="105672"/>
                  </a:cubicBezTo>
                  <a:cubicBezTo>
                    <a:pt x="652039" y="246564"/>
                    <a:pt x="544089" y="406506"/>
                    <a:pt x="652039" y="528348"/>
                  </a:cubicBezTo>
                  <a:cubicBezTo>
                    <a:pt x="652039" y="586709"/>
                    <a:pt x="604728" y="634020"/>
                    <a:pt x="546367" y="634020"/>
                  </a:cubicBezTo>
                  <a:lnTo>
                    <a:pt x="105672" y="634020"/>
                  </a:lnTo>
                  <a:cubicBezTo>
                    <a:pt x="47311" y="634020"/>
                    <a:pt x="0" y="586709"/>
                    <a:pt x="0" y="528348"/>
                  </a:cubicBezTo>
                  <a:cubicBezTo>
                    <a:pt x="120650" y="412856"/>
                    <a:pt x="0" y="246564"/>
                    <a:pt x="0" y="105672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2F65AD-95C5-C55E-B84A-7960599792E9}"/>
                </a:ext>
              </a:extLst>
            </p:cNvPr>
            <p:cNvGrpSpPr/>
            <p:nvPr/>
          </p:nvGrpSpPr>
          <p:grpSpPr>
            <a:xfrm>
              <a:off x="289525" y="1949297"/>
              <a:ext cx="5312228" cy="5312228"/>
              <a:chOff x="2428290" y="1412725"/>
              <a:chExt cx="5312228" cy="5312228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730BE7C-DB46-CD32-241C-D5FD6A68EBE9}"/>
                  </a:ext>
                </a:extLst>
              </p:cNvPr>
              <p:cNvSpPr/>
              <p:nvPr/>
            </p:nvSpPr>
            <p:spPr>
              <a:xfrm>
                <a:off x="2428290" y="1412725"/>
                <a:ext cx="5312228" cy="5312228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871B505-B0B4-85C9-266C-9A9BF20ECE3E}"/>
                  </a:ext>
                </a:extLst>
              </p:cNvPr>
              <p:cNvSpPr/>
              <p:nvPr/>
            </p:nvSpPr>
            <p:spPr>
              <a:xfrm>
                <a:off x="2876456" y="1835626"/>
                <a:ext cx="4320962" cy="4320962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A713271-C5A3-DDDE-BE3C-0764C83444EA}"/>
                  </a:ext>
                </a:extLst>
              </p:cNvPr>
              <p:cNvSpPr/>
              <p:nvPr/>
            </p:nvSpPr>
            <p:spPr>
              <a:xfrm>
                <a:off x="3140277" y="2107184"/>
                <a:ext cx="3777845" cy="3777845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6">
                <a:extLst>
                  <a:ext uri="{FF2B5EF4-FFF2-40B4-BE49-F238E27FC236}">
                    <a16:creationId xmlns:a16="http://schemas.microsoft.com/office/drawing/2014/main" id="{1772E591-6F50-9B0C-564A-E41DA6470A4F}"/>
                  </a:ext>
                </a:extLst>
              </p:cNvPr>
              <p:cNvSpPr/>
              <p:nvPr/>
            </p:nvSpPr>
            <p:spPr>
              <a:xfrm rot="5565273" flipH="1">
                <a:off x="4930936" y="3401201"/>
                <a:ext cx="274678" cy="1219174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6">
                <a:extLst>
                  <a:ext uri="{FF2B5EF4-FFF2-40B4-BE49-F238E27FC236}">
                    <a16:creationId xmlns:a16="http://schemas.microsoft.com/office/drawing/2014/main" id="{54AA4404-1846-14D8-DCA7-2593277220B7}"/>
                  </a:ext>
                </a:extLst>
              </p:cNvPr>
              <p:cNvSpPr/>
              <p:nvPr/>
            </p:nvSpPr>
            <p:spPr>
              <a:xfrm rot="7832430" flipH="1">
                <a:off x="4981156" y="3566664"/>
                <a:ext cx="145846" cy="900299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6">
                <a:extLst>
                  <a:ext uri="{FF2B5EF4-FFF2-40B4-BE49-F238E27FC236}">
                    <a16:creationId xmlns:a16="http://schemas.microsoft.com/office/drawing/2014/main" id="{3EE51F22-198D-130A-F992-BC39D0C062BF}"/>
                  </a:ext>
                </a:extLst>
              </p:cNvPr>
              <p:cNvSpPr/>
              <p:nvPr/>
            </p:nvSpPr>
            <p:spPr>
              <a:xfrm rot="3206230" flipH="1">
                <a:off x="4995352" y="3548012"/>
                <a:ext cx="145846" cy="900299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00D6E6E-5248-83C6-1A5E-23484C2BC53C}"/>
                  </a:ext>
                </a:extLst>
              </p:cNvPr>
              <p:cNvSpPr/>
              <p:nvPr/>
            </p:nvSpPr>
            <p:spPr>
              <a:xfrm>
                <a:off x="4756744" y="3670624"/>
                <a:ext cx="639127" cy="639127"/>
              </a:xfrm>
              <a:prstGeom prst="ellipse">
                <a:avLst/>
              </a:prstGeom>
              <a:solidFill>
                <a:srgbClr val="B2AFA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8ECD9AC-63C8-E507-9D3B-C490F82DC31A}"/>
                  </a:ext>
                </a:extLst>
              </p:cNvPr>
              <p:cNvSpPr/>
              <p:nvPr/>
            </p:nvSpPr>
            <p:spPr>
              <a:xfrm>
                <a:off x="6505630" y="3838214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E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299CD0-55DB-0312-B4D4-A5D2C62EBF97}"/>
                  </a:ext>
                </a:extLst>
              </p:cNvPr>
              <p:cNvSpPr/>
              <p:nvPr/>
            </p:nvSpPr>
            <p:spPr>
              <a:xfrm>
                <a:off x="3079218" y="3810636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W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43C1212-A654-952B-2E86-D6CA1336A8E0}"/>
                  </a:ext>
                </a:extLst>
              </p:cNvPr>
              <p:cNvSpPr/>
              <p:nvPr/>
            </p:nvSpPr>
            <p:spPr>
              <a:xfrm>
                <a:off x="4838997" y="2142771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N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E37887F-E788-5D76-5D4F-B6C774EB8D61}"/>
                  </a:ext>
                </a:extLst>
              </p:cNvPr>
              <p:cNvSpPr/>
              <p:nvPr/>
            </p:nvSpPr>
            <p:spPr>
              <a:xfrm>
                <a:off x="4791529" y="5580333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S</a:t>
                </a:r>
              </a:p>
            </p:txBody>
          </p:sp>
          <p:sp>
            <p:nvSpPr>
              <p:cNvPr id="40" name="Rectangle 6">
                <a:extLst>
                  <a:ext uri="{FF2B5EF4-FFF2-40B4-BE49-F238E27FC236}">
                    <a16:creationId xmlns:a16="http://schemas.microsoft.com/office/drawing/2014/main" id="{B26C3274-858F-F0FE-8D15-5216F180D896}"/>
                  </a:ext>
                </a:extLst>
              </p:cNvPr>
              <p:cNvSpPr/>
              <p:nvPr/>
            </p:nvSpPr>
            <p:spPr>
              <a:xfrm>
                <a:off x="4898009" y="2533299"/>
                <a:ext cx="363853" cy="2986465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AB46DB6-5868-8F3F-C250-7DBF8AA4CFD4}"/>
                  </a:ext>
                </a:extLst>
              </p:cNvPr>
              <p:cNvSpPr/>
              <p:nvPr/>
            </p:nvSpPr>
            <p:spPr>
              <a:xfrm>
                <a:off x="4976331" y="3898271"/>
                <a:ext cx="227475" cy="227475"/>
              </a:xfrm>
              <a:prstGeom prst="ellipse">
                <a:avLst/>
              </a:prstGeom>
              <a:solidFill>
                <a:srgbClr val="B2AFA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32A1211-9BAC-EBED-D233-1FEF02239118}"/>
              </a:ext>
            </a:extLst>
          </p:cNvPr>
          <p:cNvGrpSpPr/>
          <p:nvPr/>
        </p:nvGrpSpPr>
        <p:grpSpPr>
          <a:xfrm>
            <a:off x="-2140583" y="967770"/>
            <a:ext cx="5312228" cy="5757654"/>
            <a:chOff x="289525" y="1503871"/>
            <a:chExt cx="5312228" cy="5757654"/>
          </a:xfrm>
          <a:solidFill>
            <a:schemeClr val="bg1"/>
          </a:solidFill>
        </p:grpSpPr>
        <p:sp>
          <p:nvSpPr>
            <p:cNvPr id="43" name="Rectangle: Rounded Corners 22">
              <a:extLst>
                <a:ext uri="{FF2B5EF4-FFF2-40B4-BE49-F238E27FC236}">
                  <a16:creationId xmlns:a16="http://schemas.microsoft.com/office/drawing/2014/main" id="{4BDBB851-E8F9-27BB-406A-A8A050005BE4}"/>
                </a:ext>
              </a:extLst>
            </p:cNvPr>
            <p:cNvSpPr/>
            <p:nvPr/>
          </p:nvSpPr>
          <p:spPr>
            <a:xfrm>
              <a:off x="2609620" y="1503871"/>
              <a:ext cx="652039" cy="634020"/>
            </a:xfrm>
            <a:custGeom>
              <a:avLst/>
              <a:gdLst>
                <a:gd name="connsiteX0" fmla="*/ 0 w 652039"/>
                <a:gd name="connsiteY0" fmla="*/ 105672 h 634020"/>
                <a:gd name="connsiteX1" fmla="*/ 105672 w 652039"/>
                <a:gd name="connsiteY1" fmla="*/ 0 h 634020"/>
                <a:gd name="connsiteX2" fmla="*/ 546367 w 652039"/>
                <a:gd name="connsiteY2" fmla="*/ 0 h 634020"/>
                <a:gd name="connsiteX3" fmla="*/ 652039 w 652039"/>
                <a:gd name="connsiteY3" fmla="*/ 105672 h 634020"/>
                <a:gd name="connsiteX4" fmla="*/ 652039 w 652039"/>
                <a:gd name="connsiteY4" fmla="*/ 528348 h 634020"/>
                <a:gd name="connsiteX5" fmla="*/ 546367 w 652039"/>
                <a:gd name="connsiteY5" fmla="*/ 634020 h 634020"/>
                <a:gd name="connsiteX6" fmla="*/ 105672 w 652039"/>
                <a:gd name="connsiteY6" fmla="*/ 634020 h 634020"/>
                <a:gd name="connsiteX7" fmla="*/ 0 w 652039"/>
                <a:gd name="connsiteY7" fmla="*/ 528348 h 634020"/>
                <a:gd name="connsiteX8" fmla="*/ 0 w 652039"/>
                <a:gd name="connsiteY8" fmla="*/ 105672 h 634020"/>
                <a:gd name="connsiteX0" fmla="*/ 0 w 652039"/>
                <a:gd name="connsiteY0" fmla="*/ 105672 h 634020"/>
                <a:gd name="connsiteX1" fmla="*/ 105672 w 652039"/>
                <a:gd name="connsiteY1" fmla="*/ 0 h 634020"/>
                <a:gd name="connsiteX2" fmla="*/ 546367 w 652039"/>
                <a:gd name="connsiteY2" fmla="*/ 0 h 634020"/>
                <a:gd name="connsiteX3" fmla="*/ 652039 w 652039"/>
                <a:gd name="connsiteY3" fmla="*/ 105672 h 634020"/>
                <a:gd name="connsiteX4" fmla="*/ 652039 w 652039"/>
                <a:gd name="connsiteY4" fmla="*/ 528348 h 634020"/>
                <a:gd name="connsiteX5" fmla="*/ 546367 w 652039"/>
                <a:gd name="connsiteY5" fmla="*/ 634020 h 634020"/>
                <a:gd name="connsiteX6" fmla="*/ 105672 w 652039"/>
                <a:gd name="connsiteY6" fmla="*/ 634020 h 634020"/>
                <a:gd name="connsiteX7" fmla="*/ 0 w 652039"/>
                <a:gd name="connsiteY7" fmla="*/ 528348 h 634020"/>
                <a:gd name="connsiteX8" fmla="*/ 0 w 652039"/>
                <a:gd name="connsiteY8" fmla="*/ 105672 h 634020"/>
                <a:gd name="connsiteX0" fmla="*/ 0 w 652039"/>
                <a:gd name="connsiteY0" fmla="*/ 105672 h 634020"/>
                <a:gd name="connsiteX1" fmla="*/ 105672 w 652039"/>
                <a:gd name="connsiteY1" fmla="*/ 0 h 634020"/>
                <a:gd name="connsiteX2" fmla="*/ 546367 w 652039"/>
                <a:gd name="connsiteY2" fmla="*/ 0 h 634020"/>
                <a:gd name="connsiteX3" fmla="*/ 652039 w 652039"/>
                <a:gd name="connsiteY3" fmla="*/ 105672 h 634020"/>
                <a:gd name="connsiteX4" fmla="*/ 652039 w 652039"/>
                <a:gd name="connsiteY4" fmla="*/ 528348 h 634020"/>
                <a:gd name="connsiteX5" fmla="*/ 546367 w 652039"/>
                <a:gd name="connsiteY5" fmla="*/ 634020 h 634020"/>
                <a:gd name="connsiteX6" fmla="*/ 105672 w 652039"/>
                <a:gd name="connsiteY6" fmla="*/ 634020 h 634020"/>
                <a:gd name="connsiteX7" fmla="*/ 0 w 652039"/>
                <a:gd name="connsiteY7" fmla="*/ 528348 h 634020"/>
                <a:gd name="connsiteX8" fmla="*/ 0 w 652039"/>
                <a:gd name="connsiteY8" fmla="*/ 105672 h 63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52039" h="634020">
                  <a:moveTo>
                    <a:pt x="0" y="105672"/>
                  </a:moveTo>
                  <a:cubicBezTo>
                    <a:pt x="0" y="47311"/>
                    <a:pt x="47311" y="0"/>
                    <a:pt x="105672" y="0"/>
                  </a:cubicBezTo>
                  <a:lnTo>
                    <a:pt x="546367" y="0"/>
                  </a:lnTo>
                  <a:cubicBezTo>
                    <a:pt x="604728" y="0"/>
                    <a:pt x="652039" y="47311"/>
                    <a:pt x="652039" y="105672"/>
                  </a:cubicBezTo>
                  <a:cubicBezTo>
                    <a:pt x="652039" y="246564"/>
                    <a:pt x="544089" y="406506"/>
                    <a:pt x="652039" y="528348"/>
                  </a:cubicBezTo>
                  <a:cubicBezTo>
                    <a:pt x="652039" y="586709"/>
                    <a:pt x="604728" y="634020"/>
                    <a:pt x="546367" y="634020"/>
                  </a:cubicBezTo>
                  <a:lnTo>
                    <a:pt x="105672" y="634020"/>
                  </a:lnTo>
                  <a:cubicBezTo>
                    <a:pt x="47311" y="634020"/>
                    <a:pt x="0" y="586709"/>
                    <a:pt x="0" y="528348"/>
                  </a:cubicBezTo>
                  <a:cubicBezTo>
                    <a:pt x="120650" y="412856"/>
                    <a:pt x="0" y="246564"/>
                    <a:pt x="0" y="10567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7F4CD3E-95E4-BE5D-83CB-E1A75D4910B1}"/>
                </a:ext>
              </a:extLst>
            </p:cNvPr>
            <p:cNvGrpSpPr/>
            <p:nvPr/>
          </p:nvGrpSpPr>
          <p:grpSpPr>
            <a:xfrm>
              <a:off x="289525" y="1949297"/>
              <a:ext cx="5312228" cy="5312228"/>
              <a:chOff x="2428290" y="1412725"/>
              <a:chExt cx="5312228" cy="5312228"/>
            </a:xfrm>
            <a:grpFill/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3A29B2B-C1B7-7ADA-93FB-51766F1CBD0D}"/>
                  </a:ext>
                </a:extLst>
              </p:cNvPr>
              <p:cNvSpPr/>
              <p:nvPr/>
            </p:nvSpPr>
            <p:spPr>
              <a:xfrm>
                <a:off x="2428290" y="1412725"/>
                <a:ext cx="5312228" cy="5312228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4467416-6062-C1C3-641A-6EF9DE9527F3}"/>
                  </a:ext>
                </a:extLst>
              </p:cNvPr>
              <p:cNvSpPr/>
              <p:nvPr/>
            </p:nvSpPr>
            <p:spPr>
              <a:xfrm>
                <a:off x="2876456" y="1835626"/>
                <a:ext cx="4320962" cy="4320962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DCF7A696-F082-BBBF-4930-C938441D3FEC}"/>
                  </a:ext>
                </a:extLst>
              </p:cNvPr>
              <p:cNvSpPr/>
              <p:nvPr/>
            </p:nvSpPr>
            <p:spPr>
              <a:xfrm>
                <a:off x="3140277" y="2107184"/>
                <a:ext cx="3777845" cy="3777845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6">
                <a:extLst>
                  <a:ext uri="{FF2B5EF4-FFF2-40B4-BE49-F238E27FC236}">
                    <a16:creationId xmlns:a16="http://schemas.microsoft.com/office/drawing/2014/main" id="{5D81B0B3-6E2A-4DD1-D159-3DF75EC06C89}"/>
                  </a:ext>
                </a:extLst>
              </p:cNvPr>
              <p:cNvSpPr/>
              <p:nvPr/>
            </p:nvSpPr>
            <p:spPr>
              <a:xfrm rot="5565273" flipH="1">
                <a:off x="4930936" y="3401201"/>
                <a:ext cx="274678" cy="1219174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6">
                <a:extLst>
                  <a:ext uri="{FF2B5EF4-FFF2-40B4-BE49-F238E27FC236}">
                    <a16:creationId xmlns:a16="http://schemas.microsoft.com/office/drawing/2014/main" id="{B0845650-C186-E171-D2DE-2E766D15447B}"/>
                  </a:ext>
                </a:extLst>
              </p:cNvPr>
              <p:cNvSpPr/>
              <p:nvPr/>
            </p:nvSpPr>
            <p:spPr>
              <a:xfrm rot="7832430" flipH="1">
                <a:off x="4981156" y="3566664"/>
                <a:ext cx="145846" cy="900299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6">
                <a:extLst>
                  <a:ext uri="{FF2B5EF4-FFF2-40B4-BE49-F238E27FC236}">
                    <a16:creationId xmlns:a16="http://schemas.microsoft.com/office/drawing/2014/main" id="{6B967834-6B27-061F-B96B-F08CA06CF8CD}"/>
                  </a:ext>
                </a:extLst>
              </p:cNvPr>
              <p:cNvSpPr/>
              <p:nvPr/>
            </p:nvSpPr>
            <p:spPr>
              <a:xfrm rot="3206230" flipH="1">
                <a:off x="4995352" y="3548012"/>
                <a:ext cx="145846" cy="900299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6777683-3D99-BFDC-4543-B83373D08447}"/>
                  </a:ext>
                </a:extLst>
              </p:cNvPr>
              <p:cNvSpPr/>
              <p:nvPr/>
            </p:nvSpPr>
            <p:spPr>
              <a:xfrm>
                <a:off x="4756744" y="3670624"/>
                <a:ext cx="639127" cy="639127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30CADF1-F0C6-101B-1C8B-376F5D11EB24}"/>
                  </a:ext>
                </a:extLst>
              </p:cNvPr>
              <p:cNvSpPr/>
              <p:nvPr/>
            </p:nvSpPr>
            <p:spPr>
              <a:xfrm>
                <a:off x="6505630" y="3838214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E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21BC8C2-D8AA-85F6-961F-F0408B3A7C0B}"/>
                  </a:ext>
                </a:extLst>
              </p:cNvPr>
              <p:cNvSpPr/>
              <p:nvPr/>
            </p:nvSpPr>
            <p:spPr>
              <a:xfrm>
                <a:off x="3079218" y="3810636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W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8EC441B-37E7-BBB8-0672-D7FF40986BE0}"/>
                  </a:ext>
                </a:extLst>
              </p:cNvPr>
              <p:cNvSpPr/>
              <p:nvPr/>
            </p:nvSpPr>
            <p:spPr>
              <a:xfrm>
                <a:off x="4838997" y="2142771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N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D2F61AB-6263-5BF1-180B-3449D4B38BE5}"/>
                  </a:ext>
                </a:extLst>
              </p:cNvPr>
              <p:cNvSpPr/>
              <p:nvPr/>
            </p:nvSpPr>
            <p:spPr>
              <a:xfrm>
                <a:off x="4791529" y="5580333"/>
                <a:ext cx="490814" cy="37093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S</a:t>
                </a:r>
              </a:p>
            </p:txBody>
          </p:sp>
          <p:sp>
            <p:nvSpPr>
              <p:cNvPr id="56" name="Rectangle 6">
                <a:extLst>
                  <a:ext uri="{FF2B5EF4-FFF2-40B4-BE49-F238E27FC236}">
                    <a16:creationId xmlns:a16="http://schemas.microsoft.com/office/drawing/2014/main" id="{A61758FA-657E-F807-E20C-D0B7CFDC0E59}"/>
                  </a:ext>
                </a:extLst>
              </p:cNvPr>
              <p:cNvSpPr/>
              <p:nvPr/>
            </p:nvSpPr>
            <p:spPr>
              <a:xfrm>
                <a:off x="4898009" y="2533299"/>
                <a:ext cx="363853" cy="2986465"/>
              </a:xfrm>
              <a:custGeom>
                <a:avLst/>
                <a:gdLst>
                  <a:gd name="connsiteX0" fmla="*/ 0 w 47467"/>
                  <a:gd name="connsiteY0" fmla="*/ 0 h 1652965"/>
                  <a:gd name="connsiteX1" fmla="*/ 47467 w 47467"/>
                  <a:gd name="connsiteY1" fmla="*/ 0 h 1652965"/>
                  <a:gd name="connsiteX2" fmla="*/ 47467 w 47467"/>
                  <a:gd name="connsiteY2" fmla="*/ 1652965 h 1652965"/>
                  <a:gd name="connsiteX3" fmla="*/ 0 w 47467"/>
                  <a:gd name="connsiteY3" fmla="*/ 1652965 h 1652965"/>
                  <a:gd name="connsiteX4" fmla="*/ 0 w 47467"/>
                  <a:gd name="connsiteY4" fmla="*/ 0 h 16529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149067 w 149067"/>
                  <a:gd name="connsiteY2" fmla="*/ 1652965 h 2834065"/>
                  <a:gd name="connsiteX3" fmla="*/ 0 w 149067"/>
                  <a:gd name="connsiteY3" fmla="*/ 2834065 h 2834065"/>
                  <a:gd name="connsiteX4" fmla="*/ 101600 w 149067"/>
                  <a:gd name="connsiteY4" fmla="*/ 0 h 2834065"/>
                  <a:gd name="connsiteX0" fmla="*/ 101600 w 149067"/>
                  <a:gd name="connsiteY0" fmla="*/ 0 h 2834065"/>
                  <a:gd name="connsiteX1" fmla="*/ 149067 w 149067"/>
                  <a:gd name="connsiteY1" fmla="*/ 0 h 2834065"/>
                  <a:gd name="connsiteX2" fmla="*/ 0 w 149067"/>
                  <a:gd name="connsiteY2" fmla="*/ 2834065 h 2834065"/>
                  <a:gd name="connsiteX3" fmla="*/ 101600 w 149067"/>
                  <a:gd name="connsiteY3" fmla="*/ 0 h 2834065"/>
                  <a:gd name="connsiteX0" fmla="*/ 50800 w 98267"/>
                  <a:gd name="connsiteY0" fmla="*/ 0 h 2897565"/>
                  <a:gd name="connsiteX1" fmla="*/ 98267 w 98267"/>
                  <a:gd name="connsiteY1" fmla="*/ 0 h 2897565"/>
                  <a:gd name="connsiteX2" fmla="*/ 0 w 98267"/>
                  <a:gd name="connsiteY2" fmla="*/ 2897565 h 2897565"/>
                  <a:gd name="connsiteX3" fmla="*/ 50800 w 98267"/>
                  <a:gd name="connsiteY3" fmla="*/ 0 h 2897565"/>
                  <a:gd name="connsiteX0" fmla="*/ 50800 w 182085"/>
                  <a:gd name="connsiteY0" fmla="*/ 0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3" fmla="*/ 50800 w 182085"/>
                  <a:gd name="connsiteY3" fmla="*/ 0 h 2897565"/>
                  <a:gd name="connsiteX0" fmla="*/ 0 w 182085"/>
                  <a:gd name="connsiteY0" fmla="*/ 2897565 h 2897565"/>
                  <a:gd name="connsiteX1" fmla="*/ 98267 w 182085"/>
                  <a:gd name="connsiteY1" fmla="*/ 0 h 2897565"/>
                  <a:gd name="connsiteX2" fmla="*/ 0 w 182085"/>
                  <a:gd name="connsiteY2" fmla="*/ 2897565 h 2897565"/>
                  <a:gd name="connsiteX0" fmla="*/ 0 w 182085"/>
                  <a:gd name="connsiteY0" fmla="*/ 2986465 h 2986465"/>
                  <a:gd name="connsiteX1" fmla="*/ 98267 w 182085"/>
                  <a:gd name="connsiteY1" fmla="*/ 0 h 2986465"/>
                  <a:gd name="connsiteX2" fmla="*/ 0 w 182085"/>
                  <a:gd name="connsiteY2" fmla="*/ 2986465 h 2986465"/>
                  <a:gd name="connsiteX0" fmla="*/ 88631 w 270716"/>
                  <a:gd name="connsiteY0" fmla="*/ 2986465 h 2986465"/>
                  <a:gd name="connsiteX1" fmla="*/ 186898 w 270716"/>
                  <a:gd name="connsiteY1" fmla="*/ 0 h 2986465"/>
                  <a:gd name="connsiteX2" fmla="*/ 88631 w 270716"/>
                  <a:gd name="connsiteY2" fmla="*/ 2986465 h 2986465"/>
                  <a:gd name="connsiteX0" fmla="*/ 88631 w 292933"/>
                  <a:gd name="connsiteY0" fmla="*/ 2986465 h 2986465"/>
                  <a:gd name="connsiteX1" fmla="*/ 186898 w 292933"/>
                  <a:gd name="connsiteY1" fmla="*/ 0 h 2986465"/>
                  <a:gd name="connsiteX2" fmla="*/ 88631 w 292933"/>
                  <a:gd name="connsiteY2" fmla="*/ 2986465 h 2986465"/>
                  <a:gd name="connsiteX0" fmla="*/ 117365 w 321667"/>
                  <a:gd name="connsiteY0" fmla="*/ 2986465 h 2986465"/>
                  <a:gd name="connsiteX1" fmla="*/ 215632 w 321667"/>
                  <a:gd name="connsiteY1" fmla="*/ 0 h 2986465"/>
                  <a:gd name="connsiteX2" fmla="*/ 117365 w 321667"/>
                  <a:gd name="connsiteY2" fmla="*/ 2986465 h 2986465"/>
                  <a:gd name="connsiteX0" fmla="*/ 117365 w 363853"/>
                  <a:gd name="connsiteY0" fmla="*/ 2986465 h 2986465"/>
                  <a:gd name="connsiteX1" fmla="*/ 215632 w 363853"/>
                  <a:gd name="connsiteY1" fmla="*/ 0 h 2986465"/>
                  <a:gd name="connsiteX2" fmla="*/ 117365 w 363853"/>
                  <a:gd name="connsiteY2" fmla="*/ 2986465 h 298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3853" h="2986465">
                    <a:moveTo>
                      <a:pt x="117365" y="2986465"/>
                    </a:moveTo>
                    <a:cubicBezTo>
                      <a:pt x="-116579" y="1114677"/>
                      <a:pt x="43176" y="1033588"/>
                      <a:pt x="215632" y="0"/>
                    </a:cubicBezTo>
                    <a:cubicBezTo>
                      <a:pt x="322576" y="1042055"/>
                      <a:pt x="531121" y="1068110"/>
                      <a:pt x="117365" y="2986465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B03C56C-C451-F02C-3781-03A92EE58619}"/>
                  </a:ext>
                </a:extLst>
              </p:cNvPr>
              <p:cNvSpPr/>
              <p:nvPr/>
            </p:nvSpPr>
            <p:spPr>
              <a:xfrm>
                <a:off x="4976331" y="3898271"/>
                <a:ext cx="227475" cy="227475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82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46E9A9-5022-4889-AFDF-E88B232006F9}"/>
              </a:ext>
            </a:extLst>
          </p:cNvPr>
          <p:cNvSpPr txBox="1"/>
          <p:nvPr/>
        </p:nvSpPr>
        <p:spPr>
          <a:xfrm>
            <a:off x="0" y="274993"/>
            <a:ext cx="5036937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Trace &amp; 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o</a:t>
            </a:r>
            <a:r>
              <a:rPr kumimoji="0" lang="en-US" sz="484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C92C-82FA-4502-AFFC-F0047679D7F8}"/>
              </a:ext>
            </a:extLst>
          </p:cNvPr>
          <p:cNvSpPr txBox="1"/>
          <p:nvPr/>
        </p:nvSpPr>
        <p:spPr>
          <a:xfrm>
            <a:off x="86879" y="795135"/>
            <a:ext cx="4682823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School Bag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769702" y="964413"/>
            <a:ext cx="52363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Paper Clip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493EA01-1F3D-F28F-0F4A-EBF168007858}"/>
              </a:ext>
            </a:extLst>
          </p:cNvPr>
          <p:cNvSpPr/>
          <p:nvPr/>
        </p:nvSpPr>
        <p:spPr>
          <a:xfrm>
            <a:off x="-533858" y="3824435"/>
            <a:ext cx="6104651" cy="3396470"/>
          </a:xfrm>
          <a:custGeom>
            <a:avLst/>
            <a:gdLst>
              <a:gd name="connsiteX0" fmla="*/ 4370531 w 6371317"/>
              <a:gd name="connsiteY0" fmla="*/ 2359360 h 3416714"/>
              <a:gd name="connsiteX1" fmla="*/ 992331 w 6371317"/>
              <a:gd name="connsiteY1" fmla="*/ 3413460 h 3416714"/>
              <a:gd name="connsiteX2" fmla="*/ 319231 w 6371317"/>
              <a:gd name="connsiteY2" fmla="*/ 2054560 h 3416714"/>
              <a:gd name="connsiteX3" fmla="*/ 5577031 w 6371317"/>
              <a:gd name="connsiteY3" fmla="*/ 22560 h 3416714"/>
              <a:gd name="connsiteX4" fmla="*/ 6034231 w 6371317"/>
              <a:gd name="connsiteY4" fmla="*/ 1051260 h 3416714"/>
              <a:gd name="connsiteX5" fmla="*/ 2478231 w 6371317"/>
              <a:gd name="connsiteY5" fmla="*/ 2372060 h 3416714"/>
              <a:gd name="connsiteX6" fmla="*/ 2465531 w 6371317"/>
              <a:gd name="connsiteY6" fmla="*/ 1787860 h 3416714"/>
              <a:gd name="connsiteX7" fmla="*/ 3913331 w 6371317"/>
              <a:gd name="connsiteY7" fmla="*/ 1229060 h 3416714"/>
              <a:gd name="connsiteX8" fmla="*/ 3913331 w 6371317"/>
              <a:gd name="connsiteY8" fmla="*/ 1229060 h 3416714"/>
              <a:gd name="connsiteX0" fmla="*/ 4242431 w 6243217"/>
              <a:gd name="connsiteY0" fmla="*/ 2359360 h 3416714"/>
              <a:gd name="connsiteX1" fmla="*/ 864231 w 6243217"/>
              <a:gd name="connsiteY1" fmla="*/ 3413460 h 3416714"/>
              <a:gd name="connsiteX2" fmla="*/ 191131 w 6243217"/>
              <a:gd name="connsiteY2" fmla="*/ 2054560 h 3416714"/>
              <a:gd name="connsiteX3" fmla="*/ 5448931 w 6243217"/>
              <a:gd name="connsiteY3" fmla="*/ 22560 h 3416714"/>
              <a:gd name="connsiteX4" fmla="*/ 5906131 w 6243217"/>
              <a:gd name="connsiteY4" fmla="*/ 1051260 h 3416714"/>
              <a:gd name="connsiteX5" fmla="*/ 2350131 w 6243217"/>
              <a:gd name="connsiteY5" fmla="*/ 2372060 h 3416714"/>
              <a:gd name="connsiteX6" fmla="*/ 2337431 w 6243217"/>
              <a:gd name="connsiteY6" fmla="*/ 1787860 h 3416714"/>
              <a:gd name="connsiteX7" fmla="*/ 3785231 w 6243217"/>
              <a:gd name="connsiteY7" fmla="*/ 1229060 h 3416714"/>
              <a:gd name="connsiteX8" fmla="*/ 3785231 w 6243217"/>
              <a:gd name="connsiteY8" fmla="*/ 1229060 h 3416714"/>
              <a:gd name="connsiteX0" fmla="*/ 4242431 w 6149803"/>
              <a:gd name="connsiteY0" fmla="*/ 2336800 h 3394154"/>
              <a:gd name="connsiteX1" fmla="*/ 864231 w 6149803"/>
              <a:gd name="connsiteY1" fmla="*/ 3390900 h 3394154"/>
              <a:gd name="connsiteX2" fmla="*/ 191131 w 6149803"/>
              <a:gd name="connsiteY2" fmla="*/ 2032000 h 3394154"/>
              <a:gd name="connsiteX3" fmla="*/ 5448931 w 6149803"/>
              <a:gd name="connsiteY3" fmla="*/ 0 h 3394154"/>
              <a:gd name="connsiteX4" fmla="*/ 5906131 w 6149803"/>
              <a:gd name="connsiteY4" fmla="*/ 1028700 h 3394154"/>
              <a:gd name="connsiteX5" fmla="*/ 2350131 w 6149803"/>
              <a:gd name="connsiteY5" fmla="*/ 2349500 h 3394154"/>
              <a:gd name="connsiteX6" fmla="*/ 2337431 w 6149803"/>
              <a:gd name="connsiteY6" fmla="*/ 1765300 h 3394154"/>
              <a:gd name="connsiteX7" fmla="*/ 3785231 w 6149803"/>
              <a:gd name="connsiteY7" fmla="*/ 1206500 h 3394154"/>
              <a:gd name="connsiteX8" fmla="*/ 3785231 w 6149803"/>
              <a:gd name="connsiteY8" fmla="*/ 1206500 h 3394154"/>
              <a:gd name="connsiteX0" fmla="*/ 4242431 w 6104651"/>
              <a:gd name="connsiteY0" fmla="*/ 2336800 h 3394154"/>
              <a:gd name="connsiteX1" fmla="*/ 864231 w 6104651"/>
              <a:gd name="connsiteY1" fmla="*/ 3390900 h 3394154"/>
              <a:gd name="connsiteX2" fmla="*/ 191131 w 6104651"/>
              <a:gd name="connsiteY2" fmla="*/ 2032000 h 3394154"/>
              <a:gd name="connsiteX3" fmla="*/ 5448931 w 6104651"/>
              <a:gd name="connsiteY3" fmla="*/ 0 h 3394154"/>
              <a:gd name="connsiteX4" fmla="*/ 5906131 w 6104651"/>
              <a:gd name="connsiteY4" fmla="*/ 1028700 h 3394154"/>
              <a:gd name="connsiteX5" fmla="*/ 2350131 w 6104651"/>
              <a:gd name="connsiteY5" fmla="*/ 2349500 h 3394154"/>
              <a:gd name="connsiteX6" fmla="*/ 2337431 w 6104651"/>
              <a:gd name="connsiteY6" fmla="*/ 1765300 h 3394154"/>
              <a:gd name="connsiteX7" fmla="*/ 3785231 w 6104651"/>
              <a:gd name="connsiteY7" fmla="*/ 1206500 h 3394154"/>
              <a:gd name="connsiteX8" fmla="*/ 3785231 w 6104651"/>
              <a:gd name="connsiteY8" fmla="*/ 1206500 h 3394154"/>
              <a:gd name="connsiteX0" fmla="*/ 4242431 w 6104651"/>
              <a:gd name="connsiteY0" fmla="*/ 2336800 h 3394154"/>
              <a:gd name="connsiteX1" fmla="*/ 864231 w 6104651"/>
              <a:gd name="connsiteY1" fmla="*/ 3390900 h 3394154"/>
              <a:gd name="connsiteX2" fmla="*/ 191131 w 6104651"/>
              <a:gd name="connsiteY2" fmla="*/ 2032000 h 3394154"/>
              <a:gd name="connsiteX3" fmla="*/ 5448931 w 6104651"/>
              <a:gd name="connsiteY3" fmla="*/ 0 h 3394154"/>
              <a:gd name="connsiteX4" fmla="*/ 5906131 w 6104651"/>
              <a:gd name="connsiteY4" fmla="*/ 1028700 h 3394154"/>
              <a:gd name="connsiteX5" fmla="*/ 2350131 w 6104651"/>
              <a:gd name="connsiteY5" fmla="*/ 2349500 h 3394154"/>
              <a:gd name="connsiteX6" fmla="*/ 2337431 w 6104651"/>
              <a:gd name="connsiteY6" fmla="*/ 1765300 h 3394154"/>
              <a:gd name="connsiteX7" fmla="*/ 3785231 w 6104651"/>
              <a:gd name="connsiteY7" fmla="*/ 1206500 h 3394154"/>
              <a:gd name="connsiteX8" fmla="*/ 3785231 w 6104651"/>
              <a:gd name="connsiteY8" fmla="*/ 1206500 h 3394154"/>
              <a:gd name="connsiteX0" fmla="*/ 4242431 w 6104651"/>
              <a:gd name="connsiteY0" fmla="*/ 2336800 h 3394154"/>
              <a:gd name="connsiteX1" fmla="*/ 864231 w 6104651"/>
              <a:gd name="connsiteY1" fmla="*/ 3390900 h 3394154"/>
              <a:gd name="connsiteX2" fmla="*/ 191131 w 6104651"/>
              <a:gd name="connsiteY2" fmla="*/ 2032000 h 3394154"/>
              <a:gd name="connsiteX3" fmla="*/ 5448931 w 6104651"/>
              <a:gd name="connsiteY3" fmla="*/ 0 h 3394154"/>
              <a:gd name="connsiteX4" fmla="*/ 5906131 w 6104651"/>
              <a:gd name="connsiteY4" fmla="*/ 1028700 h 3394154"/>
              <a:gd name="connsiteX5" fmla="*/ 2350131 w 6104651"/>
              <a:gd name="connsiteY5" fmla="*/ 2349500 h 3394154"/>
              <a:gd name="connsiteX6" fmla="*/ 2337431 w 6104651"/>
              <a:gd name="connsiteY6" fmla="*/ 1765300 h 3394154"/>
              <a:gd name="connsiteX7" fmla="*/ 3785231 w 6104651"/>
              <a:gd name="connsiteY7" fmla="*/ 1206500 h 3394154"/>
              <a:gd name="connsiteX8" fmla="*/ 3785231 w 6104651"/>
              <a:gd name="connsiteY8" fmla="*/ 1206500 h 3394154"/>
              <a:gd name="connsiteX0" fmla="*/ 4242431 w 6104651"/>
              <a:gd name="connsiteY0" fmla="*/ 2336800 h 3394154"/>
              <a:gd name="connsiteX1" fmla="*/ 864231 w 6104651"/>
              <a:gd name="connsiteY1" fmla="*/ 3390900 h 3394154"/>
              <a:gd name="connsiteX2" fmla="*/ 191131 w 6104651"/>
              <a:gd name="connsiteY2" fmla="*/ 2032000 h 3394154"/>
              <a:gd name="connsiteX3" fmla="*/ 5448931 w 6104651"/>
              <a:gd name="connsiteY3" fmla="*/ 0 h 3394154"/>
              <a:gd name="connsiteX4" fmla="*/ 5906131 w 6104651"/>
              <a:gd name="connsiteY4" fmla="*/ 1028700 h 3394154"/>
              <a:gd name="connsiteX5" fmla="*/ 2350131 w 6104651"/>
              <a:gd name="connsiteY5" fmla="*/ 2349500 h 3394154"/>
              <a:gd name="connsiteX6" fmla="*/ 2337431 w 6104651"/>
              <a:gd name="connsiteY6" fmla="*/ 1765300 h 3394154"/>
              <a:gd name="connsiteX7" fmla="*/ 3785231 w 6104651"/>
              <a:gd name="connsiteY7" fmla="*/ 1206500 h 3394154"/>
              <a:gd name="connsiteX8" fmla="*/ 3785231 w 6104651"/>
              <a:gd name="connsiteY8" fmla="*/ 1206500 h 3394154"/>
              <a:gd name="connsiteX0" fmla="*/ 4242431 w 6104651"/>
              <a:gd name="connsiteY0" fmla="*/ 2336800 h 3394154"/>
              <a:gd name="connsiteX1" fmla="*/ 864231 w 6104651"/>
              <a:gd name="connsiteY1" fmla="*/ 3390900 h 3394154"/>
              <a:gd name="connsiteX2" fmla="*/ 191131 w 6104651"/>
              <a:gd name="connsiteY2" fmla="*/ 2032000 h 3394154"/>
              <a:gd name="connsiteX3" fmla="*/ 5448931 w 6104651"/>
              <a:gd name="connsiteY3" fmla="*/ 0 h 3394154"/>
              <a:gd name="connsiteX4" fmla="*/ 5906131 w 6104651"/>
              <a:gd name="connsiteY4" fmla="*/ 1028700 h 3394154"/>
              <a:gd name="connsiteX5" fmla="*/ 2350131 w 6104651"/>
              <a:gd name="connsiteY5" fmla="*/ 2349500 h 3394154"/>
              <a:gd name="connsiteX6" fmla="*/ 2337431 w 6104651"/>
              <a:gd name="connsiteY6" fmla="*/ 1765300 h 3394154"/>
              <a:gd name="connsiteX7" fmla="*/ 3785231 w 6104651"/>
              <a:gd name="connsiteY7" fmla="*/ 1206500 h 3394154"/>
              <a:gd name="connsiteX8" fmla="*/ 3785231 w 6104651"/>
              <a:gd name="connsiteY8" fmla="*/ 1206500 h 3394154"/>
              <a:gd name="connsiteX0" fmla="*/ 4242431 w 6104651"/>
              <a:gd name="connsiteY0" fmla="*/ 2413000 h 3396470"/>
              <a:gd name="connsiteX1" fmla="*/ 864231 w 6104651"/>
              <a:gd name="connsiteY1" fmla="*/ 3390900 h 3396470"/>
              <a:gd name="connsiteX2" fmla="*/ 191131 w 6104651"/>
              <a:gd name="connsiteY2" fmla="*/ 2032000 h 3396470"/>
              <a:gd name="connsiteX3" fmla="*/ 5448931 w 6104651"/>
              <a:gd name="connsiteY3" fmla="*/ 0 h 3396470"/>
              <a:gd name="connsiteX4" fmla="*/ 5906131 w 6104651"/>
              <a:gd name="connsiteY4" fmla="*/ 1028700 h 3396470"/>
              <a:gd name="connsiteX5" fmla="*/ 2350131 w 6104651"/>
              <a:gd name="connsiteY5" fmla="*/ 2349500 h 3396470"/>
              <a:gd name="connsiteX6" fmla="*/ 2337431 w 6104651"/>
              <a:gd name="connsiteY6" fmla="*/ 1765300 h 3396470"/>
              <a:gd name="connsiteX7" fmla="*/ 3785231 w 6104651"/>
              <a:gd name="connsiteY7" fmla="*/ 1206500 h 3396470"/>
              <a:gd name="connsiteX8" fmla="*/ 3785231 w 6104651"/>
              <a:gd name="connsiteY8" fmla="*/ 1206500 h 3396470"/>
              <a:gd name="connsiteX0" fmla="*/ 4242431 w 6104651"/>
              <a:gd name="connsiteY0" fmla="*/ 2413000 h 3396470"/>
              <a:gd name="connsiteX1" fmla="*/ 864231 w 6104651"/>
              <a:gd name="connsiteY1" fmla="*/ 3390900 h 3396470"/>
              <a:gd name="connsiteX2" fmla="*/ 191131 w 6104651"/>
              <a:gd name="connsiteY2" fmla="*/ 2032000 h 3396470"/>
              <a:gd name="connsiteX3" fmla="*/ 5448931 w 6104651"/>
              <a:gd name="connsiteY3" fmla="*/ 0 h 3396470"/>
              <a:gd name="connsiteX4" fmla="*/ 5906131 w 6104651"/>
              <a:gd name="connsiteY4" fmla="*/ 1028700 h 3396470"/>
              <a:gd name="connsiteX5" fmla="*/ 2350131 w 6104651"/>
              <a:gd name="connsiteY5" fmla="*/ 2349500 h 3396470"/>
              <a:gd name="connsiteX6" fmla="*/ 2312031 w 6104651"/>
              <a:gd name="connsiteY6" fmla="*/ 1727200 h 3396470"/>
              <a:gd name="connsiteX7" fmla="*/ 3785231 w 6104651"/>
              <a:gd name="connsiteY7" fmla="*/ 1206500 h 3396470"/>
              <a:gd name="connsiteX8" fmla="*/ 3785231 w 6104651"/>
              <a:gd name="connsiteY8" fmla="*/ 1206500 h 3396470"/>
              <a:gd name="connsiteX0" fmla="*/ 4242431 w 6104651"/>
              <a:gd name="connsiteY0" fmla="*/ 2413000 h 3396470"/>
              <a:gd name="connsiteX1" fmla="*/ 864231 w 6104651"/>
              <a:gd name="connsiteY1" fmla="*/ 3390900 h 3396470"/>
              <a:gd name="connsiteX2" fmla="*/ 191131 w 6104651"/>
              <a:gd name="connsiteY2" fmla="*/ 2032000 h 3396470"/>
              <a:gd name="connsiteX3" fmla="*/ 5448931 w 6104651"/>
              <a:gd name="connsiteY3" fmla="*/ 0 h 3396470"/>
              <a:gd name="connsiteX4" fmla="*/ 5906131 w 6104651"/>
              <a:gd name="connsiteY4" fmla="*/ 1028700 h 3396470"/>
              <a:gd name="connsiteX5" fmla="*/ 2350131 w 6104651"/>
              <a:gd name="connsiteY5" fmla="*/ 2349500 h 3396470"/>
              <a:gd name="connsiteX6" fmla="*/ 2312031 w 6104651"/>
              <a:gd name="connsiteY6" fmla="*/ 1727200 h 3396470"/>
              <a:gd name="connsiteX7" fmla="*/ 3785231 w 6104651"/>
              <a:gd name="connsiteY7" fmla="*/ 1206500 h 3396470"/>
              <a:gd name="connsiteX8" fmla="*/ 3785231 w 6104651"/>
              <a:gd name="connsiteY8" fmla="*/ 1206500 h 3396470"/>
              <a:gd name="connsiteX0" fmla="*/ 4242431 w 6104651"/>
              <a:gd name="connsiteY0" fmla="*/ 2413000 h 3396470"/>
              <a:gd name="connsiteX1" fmla="*/ 864231 w 6104651"/>
              <a:gd name="connsiteY1" fmla="*/ 3390900 h 3396470"/>
              <a:gd name="connsiteX2" fmla="*/ 191131 w 6104651"/>
              <a:gd name="connsiteY2" fmla="*/ 2032000 h 3396470"/>
              <a:gd name="connsiteX3" fmla="*/ 5448931 w 6104651"/>
              <a:gd name="connsiteY3" fmla="*/ 0 h 3396470"/>
              <a:gd name="connsiteX4" fmla="*/ 5906131 w 6104651"/>
              <a:gd name="connsiteY4" fmla="*/ 1028700 h 3396470"/>
              <a:gd name="connsiteX5" fmla="*/ 2350131 w 6104651"/>
              <a:gd name="connsiteY5" fmla="*/ 2349500 h 3396470"/>
              <a:gd name="connsiteX6" fmla="*/ 2312031 w 6104651"/>
              <a:gd name="connsiteY6" fmla="*/ 1727200 h 3396470"/>
              <a:gd name="connsiteX7" fmla="*/ 3785231 w 6104651"/>
              <a:gd name="connsiteY7" fmla="*/ 1206500 h 3396470"/>
              <a:gd name="connsiteX8" fmla="*/ 3785231 w 6104651"/>
              <a:gd name="connsiteY8" fmla="*/ 1206500 h 3396470"/>
              <a:gd name="connsiteX0" fmla="*/ 4242431 w 6104651"/>
              <a:gd name="connsiteY0" fmla="*/ 2413000 h 3396470"/>
              <a:gd name="connsiteX1" fmla="*/ 864231 w 6104651"/>
              <a:gd name="connsiteY1" fmla="*/ 3390900 h 3396470"/>
              <a:gd name="connsiteX2" fmla="*/ 191131 w 6104651"/>
              <a:gd name="connsiteY2" fmla="*/ 2032000 h 3396470"/>
              <a:gd name="connsiteX3" fmla="*/ 5448931 w 6104651"/>
              <a:gd name="connsiteY3" fmla="*/ 0 h 3396470"/>
              <a:gd name="connsiteX4" fmla="*/ 5906131 w 6104651"/>
              <a:gd name="connsiteY4" fmla="*/ 1028700 h 3396470"/>
              <a:gd name="connsiteX5" fmla="*/ 2350131 w 6104651"/>
              <a:gd name="connsiteY5" fmla="*/ 2349500 h 3396470"/>
              <a:gd name="connsiteX6" fmla="*/ 3785231 w 6104651"/>
              <a:gd name="connsiteY6" fmla="*/ 1206500 h 3396470"/>
              <a:gd name="connsiteX7" fmla="*/ 3785231 w 6104651"/>
              <a:gd name="connsiteY7" fmla="*/ 1206500 h 3396470"/>
              <a:gd name="connsiteX0" fmla="*/ 4242431 w 6104651"/>
              <a:gd name="connsiteY0" fmla="*/ 2413000 h 3396470"/>
              <a:gd name="connsiteX1" fmla="*/ 864231 w 6104651"/>
              <a:gd name="connsiteY1" fmla="*/ 3390900 h 3396470"/>
              <a:gd name="connsiteX2" fmla="*/ 191131 w 6104651"/>
              <a:gd name="connsiteY2" fmla="*/ 2032000 h 3396470"/>
              <a:gd name="connsiteX3" fmla="*/ 5448931 w 6104651"/>
              <a:gd name="connsiteY3" fmla="*/ 0 h 3396470"/>
              <a:gd name="connsiteX4" fmla="*/ 5906131 w 6104651"/>
              <a:gd name="connsiteY4" fmla="*/ 1028700 h 3396470"/>
              <a:gd name="connsiteX5" fmla="*/ 2350131 w 6104651"/>
              <a:gd name="connsiteY5" fmla="*/ 2349500 h 3396470"/>
              <a:gd name="connsiteX6" fmla="*/ 3785231 w 6104651"/>
              <a:gd name="connsiteY6" fmla="*/ 1206500 h 3396470"/>
              <a:gd name="connsiteX7" fmla="*/ 3785231 w 6104651"/>
              <a:gd name="connsiteY7" fmla="*/ 1206500 h 3396470"/>
              <a:gd name="connsiteX0" fmla="*/ 4242431 w 6104651"/>
              <a:gd name="connsiteY0" fmla="*/ 2413000 h 3396470"/>
              <a:gd name="connsiteX1" fmla="*/ 864231 w 6104651"/>
              <a:gd name="connsiteY1" fmla="*/ 3390900 h 3396470"/>
              <a:gd name="connsiteX2" fmla="*/ 191131 w 6104651"/>
              <a:gd name="connsiteY2" fmla="*/ 2032000 h 3396470"/>
              <a:gd name="connsiteX3" fmla="*/ 5448931 w 6104651"/>
              <a:gd name="connsiteY3" fmla="*/ 0 h 3396470"/>
              <a:gd name="connsiteX4" fmla="*/ 5906131 w 6104651"/>
              <a:gd name="connsiteY4" fmla="*/ 1028700 h 3396470"/>
              <a:gd name="connsiteX5" fmla="*/ 2350131 w 6104651"/>
              <a:gd name="connsiteY5" fmla="*/ 2349500 h 3396470"/>
              <a:gd name="connsiteX6" fmla="*/ 3785231 w 6104651"/>
              <a:gd name="connsiteY6" fmla="*/ 1206500 h 3396470"/>
              <a:gd name="connsiteX7" fmla="*/ 3785231 w 6104651"/>
              <a:gd name="connsiteY7" fmla="*/ 1206500 h 3396470"/>
              <a:gd name="connsiteX0" fmla="*/ 4242431 w 6104651"/>
              <a:gd name="connsiteY0" fmla="*/ 2413000 h 3396470"/>
              <a:gd name="connsiteX1" fmla="*/ 864231 w 6104651"/>
              <a:gd name="connsiteY1" fmla="*/ 3390900 h 3396470"/>
              <a:gd name="connsiteX2" fmla="*/ 191131 w 6104651"/>
              <a:gd name="connsiteY2" fmla="*/ 2032000 h 3396470"/>
              <a:gd name="connsiteX3" fmla="*/ 5448931 w 6104651"/>
              <a:gd name="connsiteY3" fmla="*/ 0 h 3396470"/>
              <a:gd name="connsiteX4" fmla="*/ 5906131 w 6104651"/>
              <a:gd name="connsiteY4" fmla="*/ 1028700 h 3396470"/>
              <a:gd name="connsiteX5" fmla="*/ 2350131 w 6104651"/>
              <a:gd name="connsiteY5" fmla="*/ 2349500 h 3396470"/>
              <a:gd name="connsiteX6" fmla="*/ 3785231 w 6104651"/>
              <a:gd name="connsiteY6" fmla="*/ 1206500 h 3396470"/>
              <a:gd name="connsiteX7" fmla="*/ 3785231 w 6104651"/>
              <a:gd name="connsiteY7" fmla="*/ 1206500 h 3396470"/>
              <a:gd name="connsiteX0" fmla="*/ 4242431 w 6104651"/>
              <a:gd name="connsiteY0" fmla="*/ 2413000 h 3396470"/>
              <a:gd name="connsiteX1" fmla="*/ 864231 w 6104651"/>
              <a:gd name="connsiteY1" fmla="*/ 3390900 h 3396470"/>
              <a:gd name="connsiteX2" fmla="*/ 191131 w 6104651"/>
              <a:gd name="connsiteY2" fmla="*/ 2032000 h 3396470"/>
              <a:gd name="connsiteX3" fmla="*/ 5448931 w 6104651"/>
              <a:gd name="connsiteY3" fmla="*/ 0 h 3396470"/>
              <a:gd name="connsiteX4" fmla="*/ 5906131 w 6104651"/>
              <a:gd name="connsiteY4" fmla="*/ 1028700 h 3396470"/>
              <a:gd name="connsiteX5" fmla="*/ 2350131 w 6104651"/>
              <a:gd name="connsiteY5" fmla="*/ 2349500 h 3396470"/>
              <a:gd name="connsiteX6" fmla="*/ 3785231 w 6104651"/>
              <a:gd name="connsiteY6" fmla="*/ 1206500 h 3396470"/>
              <a:gd name="connsiteX7" fmla="*/ 3785231 w 6104651"/>
              <a:gd name="connsiteY7" fmla="*/ 1206500 h 3396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4651" h="3396470">
                <a:moveTo>
                  <a:pt x="4242431" y="2413000"/>
                </a:moveTo>
                <a:cubicBezTo>
                  <a:pt x="2890939" y="2965450"/>
                  <a:pt x="1539448" y="3454400"/>
                  <a:pt x="864231" y="3390900"/>
                </a:cubicBezTo>
                <a:cubicBezTo>
                  <a:pt x="189014" y="3327400"/>
                  <a:pt x="-280886" y="2508250"/>
                  <a:pt x="191131" y="2032000"/>
                </a:cubicBezTo>
                <a:cubicBezTo>
                  <a:pt x="663148" y="1555750"/>
                  <a:pt x="4496431" y="167217"/>
                  <a:pt x="5448931" y="0"/>
                </a:cubicBezTo>
                <a:cubicBezTo>
                  <a:pt x="6045831" y="10583"/>
                  <a:pt x="6320998" y="713317"/>
                  <a:pt x="5906131" y="1028700"/>
                </a:cubicBezTo>
                <a:cubicBezTo>
                  <a:pt x="5389664" y="1420283"/>
                  <a:pt x="2944914" y="2226733"/>
                  <a:pt x="2350131" y="2349500"/>
                </a:cubicBezTo>
                <a:cubicBezTo>
                  <a:pt x="1996648" y="2472123"/>
                  <a:pt x="1113998" y="1841500"/>
                  <a:pt x="3785231" y="1206500"/>
                </a:cubicBezTo>
                <a:lnTo>
                  <a:pt x="3785231" y="1206500"/>
                </a:ln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278F0E-D881-B6AF-0148-0AB943C50507}"/>
              </a:ext>
            </a:extLst>
          </p:cNvPr>
          <p:cNvSpPr/>
          <p:nvPr/>
        </p:nvSpPr>
        <p:spPr>
          <a:xfrm>
            <a:off x="3464621" y="3550582"/>
            <a:ext cx="6176893" cy="3453339"/>
          </a:xfrm>
          <a:custGeom>
            <a:avLst/>
            <a:gdLst>
              <a:gd name="connsiteX0" fmla="*/ 0 w 2231756"/>
              <a:gd name="connsiteY0" fmla="*/ 0 h 1011264"/>
              <a:gd name="connsiteX1" fmla="*/ 2231756 w 2231756"/>
              <a:gd name="connsiteY1" fmla="*/ 0 h 1011264"/>
              <a:gd name="connsiteX2" fmla="*/ 2231756 w 2231756"/>
              <a:gd name="connsiteY2" fmla="*/ 1011264 h 1011264"/>
              <a:gd name="connsiteX3" fmla="*/ 0 w 2231756"/>
              <a:gd name="connsiteY3" fmla="*/ 1011264 h 1011264"/>
              <a:gd name="connsiteX4" fmla="*/ 0 w 2231756"/>
              <a:gd name="connsiteY4" fmla="*/ 0 h 1011264"/>
              <a:gd name="connsiteX0" fmla="*/ 836908 w 3068664"/>
              <a:gd name="connsiteY0" fmla="*/ 0 h 1693189"/>
              <a:gd name="connsiteX1" fmla="*/ 3068664 w 3068664"/>
              <a:gd name="connsiteY1" fmla="*/ 0 h 1693189"/>
              <a:gd name="connsiteX2" fmla="*/ 3068664 w 3068664"/>
              <a:gd name="connsiteY2" fmla="*/ 1011264 h 1693189"/>
              <a:gd name="connsiteX3" fmla="*/ 0 w 3068664"/>
              <a:gd name="connsiteY3" fmla="*/ 1693189 h 1693189"/>
              <a:gd name="connsiteX4" fmla="*/ 836908 w 3068664"/>
              <a:gd name="connsiteY4" fmla="*/ 0 h 1693189"/>
              <a:gd name="connsiteX0" fmla="*/ 836908 w 3316637"/>
              <a:gd name="connsiteY0" fmla="*/ 0 h 1693189"/>
              <a:gd name="connsiteX1" fmla="*/ 3068664 w 3316637"/>
              <a:gd name="connsiteY1" fmla="*/ 0 h 1693189"/>
              <a:gd name="connsiteX2" fmla="*/ 3316637 w 3316637"/>
              <a:gd name="connsiteY2" fmla="*/ 1600200 h 1693189"/>
              <a:gd name="connsiteX3" fmla="*/ 0 w 3316637"/>
              <a:gd name="connsiteY3" fmla="*/ 1693189 h 1693189"/>
              <a:gd name="connsiteX4" fmla="*/ 836908 w 3316637"/>
              <a:gd name="connsiteY4" fmla="*/ 0 h 1693189"/>
              <a:gd name="connsiteX0" fmla="*/ 836908 w 3316637"/>
              <a:gd name="connsiteY0" fmla="*/ 0 h 1693189"/>
              <a:gd name="connsiteX1" fmla="*/ 3177152 w 3316637"/>
              <a:gd name="connsiteY1" fmla="*/ 1348353 h 1693189"/>
              <a:gd name="connsiteX2" fmla="*/ 3316637 w 3316637"/>
              <a:gd name="connsiteY2" fmla="*/ 1600200 h 1693189"/>
              <a:gd name="connsiteX3" fmla="*/ 0 w 3316637"/>
              <a:gd name="connsiteY3" fmla="*/ 1693189 h 1693189"/>
              <a:gd name="connsiteX4" fmla="*/ 836908 w 3316637"/>
              <a:gd name="connsiteY4" fmla="*/ 0 h 1693189"/>
              <a:gd name="connsiteX0" fmla="*/ 976393 w 3456122"/>
              <a:gd name="connsiteY0" fmla="*/ 0 h 2592090"/>
              <a:gd name="connsiteX1" fmla="*/ 3316637 w 3456122"/>
              <a:gd name="connsiteY1" fmla="*/ 1348353 h 2592090"/>
              <a:gd name="connsiteX2" fmla="*/ 3456122 w 3456122"/>
              <a:gd name="connsiteY2" fmla="*/ 1600200 h 2592090"/>
              <a:gd name="connsiteX3" fmla="*/ 0 w 3456122"/>
              <a:gd name="connsiteY3" fmla="*/ 2592090 h 2592090"/>
              <a:gd name="connsiteX4" fmla="*/ 976393 w 3456122"/>
              <a:gd name="connsiteY4" fmla="*/ 0 h 2592090"/>
              <a:gd name="connsiteX0" fmla="*/ 232475 w 3456122"/>
              <a:gd name="connsiteY0" fmla="*/ 883403 h 1243737"/>
              <a:gd name="connsiteX1" fmla="*/ 3316637 w 3456122"/>
              <a:gd name="connsiteY1" fmla="*/ 0 h 1243737"/>
              <a:gd name="connsiteX2" fmla="*/ 3456122 w 3456122"/>
              <a:gd name="connsiteY2" fmla="*/ 251847 h 1243737"/>
              <a:gd name="connsiteX3" fmla="*/ 0 w 3456122"/>
              <a:gd name="connsiteY3" fmla="*/ 1243737 h 1243737"/>
              <a:gd name="connsiteX4" fmla="*/ 232475 w 3456122"/>
              <a:gd name="connsiteY4" fmla="*/ 883403 h 1243737"/>
              <a:gd name="connsiteX0" fmla="*/ 834417 w 4058064"/>
              <a:gd name="connsiteY0" fmla="*/ 1134477 h 1494811"/>
              <a:gd name="connsiteX1" fmla="*/ 3918579 w 4058064"/>
              <a:gd name="connsiteY1" fmla="*/ 251074 h 1494811"/>
              <a:gd name="connsiteX2" fmla="*/ 4058064 w 4058064"/>
              <a:gd name="connsiteY2" fmla="*/ 502921 h 1494811"/>
              <a:gd name="connsiteX3" fmla="*/ 601942 w 4058064"/>
              <a:gd name="connsiteY3" fmla="*/ 1494811 h 1494811"/>
              <a:gd name="connsiteX4" fmla="*/ 737 w 4058064"/>
              <a:gd name="connsiteY4" fmla="*/ 0 h 1494811"/>
              <a:gd name="connsiteX5" fmla="*/ 834417 w 4058064"/>
              <a:gd name="connsiteY5" fmla="*/ 1134477 h 1494811"/>
              <a:gd name="connsiteX0" fmla="*/ 834417 w 4058064"/>
              <a:gd name="connsiteY0" fmla="*/ 1194915 h 1555249"/>
              <a:gd name="connsiteX1" fmla="*/ 3918579 w 4058064"/>
              <a:gd name="connsiteY1" fmla="*/ 311512 h 1555249"/>
              <a:gd name="connsiteX2" fmla="*/ 4058064 w 4058064"/>
              <a:gd name="connsiteY2" fmla="*/ 563359 h 1555249"/>
              <a:gd name="connsiteX3" fmla="*/ 601942 w 4058064"/>
              <a:gd name="connsiteY3" fmla="*/ 1555249 h 1555249"/>
              <a:gd name="connsiteX4" fmla="*/ 737 w 4058064"/>
              <a:gd name="connsiteY4" fmla="*/ 60438 h 1555249"/>
              <a:gd name="connsiteX5" fmla="*/ 175997 w 4058064"/>
              <a:gd name="connsiteY5" fmla="*/ 90918 h 1555249"/>
              <a:gd name="connsiteX6" fmla="*/ 834417 w 4058064"/>
              <a:gd name="connsiteY6" fmla="*/ 1194915 h 1555249"/>
              <a:gd name="connsiteX0" fmla="*/ 836405 w 4060052"/>
              <a:gd name="connsiteY0" fmla="*/ 2094623 h 2454957"/>
              <a:gd name="connsiteX1" fmla="*/ 3920567 w 4060052"/>
              <a:gd name="connsiteY1" fmla="*/ 1211220 h 2454957"/>
              <a:gd name="connsiteX2" fmla="*/ 4060052 w 4060052"/>
              <a:gd name="connsiteY2" fmla="*/ 1463067 h 2454957"/>
              <a:gd name="connsiteX3" fmla="*/ 603930 w 4060052"/>
              <a:gd name="connsiteY3" fmla="*/ 2454957 h 2454957"/>
              <a:gd name="connsiteX4" fmla="*/ 2725 w 4060052"/>
              <a:gd name="connsiteY4" fmla="*/ 960146 h 2454957"/>
              <a:gd name="connsiteX5" fmla="*/ 2052505 w 4060052"/>
              <a:gd name="connsiteY5" fmla="*/ 26 h 2454957"/>
              <a:gd name="connsiteX6" fmla="*/ 177985 w 4060052"/>
              <a:gd name="connsiteY6" fmla="*/ 990626 h 2454957"/>
              <a:gd name="connsiteX7" fmla="*/ 836405 w 4060052"/>
              <a:gd name="connsiteY7" fmla="*/ 2094623 h 2454957"/>
              <a:gd name="connsiteX0" fmla="*/ 834787 w 5226009"/>
              <a:gd name="connsiteY0" fmla="*/ 3148707 h 3509041"/>
              <a:gd name="connsiteX1" fmla="*/ 3918949 w 5226009"/>
              <a:gd name="connsiteY1" fmla="*/ 2265304 h 3509041"/>
              <a:gd name="connsiteX2" fmla="*/ 4058434 w 5226009"/>
              <a:gd name="connsiteY2" fmla="*/ 2517151 h 3509041"/>
              <a:gd name="connsiteX3" fmla="*/ 602312 w 5226009"/>
              <a:gd name="connsiteY3" fmla="*/ 3509041 h 3509041"/>
              <a:gd name="connsiteX4" fmla="*/ 1107 w 5226009"/>
              <a:gd name="connsiteY4" fmla="*/ 2014230 h 3509041"/>
              <a:gd name="connsiteX5" fmla="*/ 5225887 w 5226009"/>
              <a:gd name="connsiteY5" fmla="*/ 10 h 3509041"/>
              <a:gd name="connsiteX6" fmla="*/ 176367 w 5226009"/>
              <a:gd name="connsiteY6" fmla="*/ 2044710 h 3509041"/>
              <a:gd name="connsiteX7" fmla="*/ 834787 w 5226009"/>
              <a:gd name="connsiteY7" fmla="*/ 3148707 h 3509041"/>
              <a:gd name="connsiteX0" fmla="*/ 834787 w 5657949"/>
              <a:gd name="connsiteY0" fmla="*/ 3273575 h 3633909"/>
              <a:gd name="connsiteX1" fmla="*/ 3918949 w 5657949"/>
              <a:gd name="connsiteY1" fmla="*/ 2390172 h 3633909"/>
              <a:gd name="connsiteX2" fmla="*/ 4058434 w 5657949"/>
              <a:gd name="connsiteY2" fmla="*/ 2642019 h 3633909"/>
              <a:gd name="connsiteX3" fmla="*/ 602312 w 5657949"/>
              <a:gd name="connsiteY3" fmla="*/ 3633909 h 3633909"/>
              <a:gd name="connsiteX4" fmla="*/ 1107 w 5657949"/>
              <a:gd name="connsiteY4" fmla="*/ 2139098 h 3633909"/>
              <a:gd name="connsiteX5" fmla="*/ 5225887 w 5657949"/>
              <a:gd name="connsiteY5" fmla="*/ 124878 h 3633909"/>
              <a:gd name="connsiteX6" fmla="*/ 5144607 w 5657949"/>
              <a:gd name="connsiteY6" fmla="*/ 254418 h 3633909"/>
              <a:gd name="connsiteX7" fmla="*/ 176367 w 5657949"/>
              <a:gd name="connsiteY7" fmla="*/ 2169578 h 3633909"/>
              <a:gd name="connsiteX8" fmla="*/ 834787 w 5657949"/>
              <a:gd name="connsiteY8" fmla="*/ 3273575 h 363390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5144607 w 5924185"/>
              <a:gd name="connsiteY7" fmla="*/ 187068 h 3566559"/>
              <a:gd name="connsiteX8" fmla="*/ 176367 w 5924185"/>
              <a:gd name="connsiteY8" fmla="*/ 2102228 h 3566559"/>
              <a:gd name="connsiteX9" fmla="*/ 834787 w 5924185"/>
              <a:gd name="connsiteY9" fmla="*/ 3206225 h 356655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5801832 w 5924185"/>
              <a:gd name="connsiteY7" fmla="*/ 1012568 h 3566559"/>
              <a:gd name="connsiteX8" fmla="*/ 5144607 w 5924185"/>
              <a:gd name="connsiteY8" fmla="*/ 187068 h 3566559"/>
              <a:gd name="connsiteX9" fmla="*/ 176367 w 5924185"/>
              <a:gd name="connsiteY9" fmla="*/ 2102228 h 3566559"/>
              <a:gd name="connsiteX10" fmla="*/ 834787 w 5924185"/>
              <a:gd name="connsiteY10" fmla="*/ 3206225 h 356655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5092220 w 5924185"/>
              <a:gd name="connsiteY7" fmla="*/ 1531681 h 3566559"/>
              <a:gd name="connsiteX8" fmla="*/ 5801832 w 5924185"/>
              <a:gd name="connsiteY8" fmla="*/ 1012568 h 3566559"/>
              <a:gd name="connsiteX9" fmla="*/ 5144607 w 5924185"/>
              <a:gd name="connsiteY9" fmla="*/ 187068 h 3566559"/>
              <a:gd name="connsiteX10" fmla="*/ 176367 w 5924185"/>
              <a:gd name="connsiteY10" fmla="*/ 2102228 h 3566559"/>
              <a:gd name="connsiteX11" fmla="*/ 834787 w 5924185"/>
              <a:gd name="connsiteY11" fmla="*/ 3206225 h 356655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2166140 w 5924185"/>
              <a:gd name="connsiteY7" fmla="*/ 2491801 h 3566559"/>
              <a:gd name="connsiteX8" fmla="*/ 5801832 w 5924185"/>
              <a:gd name="connsiteY8" fmla="*/ 1012568 h 3566559"/>
              <a:gd name="connsiteX9" fmla="*/ 5144607 w 5924185"/>
              <a:gd name="connsiteY9" fmla="*/ 187068 h 3566559"/>
              <a:gd name="connsiteX10" fmla="*/ 176367 w 5924185"/>
              <a:gd name="connsiteY10" fmla="*/ 2102228 h 3566559"/>
              <a:gd name="connsiteX11" fmla="*/ 834787 w 5924185"/>
              <a:gd name="connsiteY11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2454747 w 5975626"/>
              <a:gd name="connsiteY8" fmla="*/ 2330828 h 3566559"/>
              <a:gd name="connsiteX9" fmla="*/ 5801832 w 5975626"/>
              <a:gd name="connsiteY9" fmla="*/ 1012568 h 3566559"/>
              <a:gd name="connsiteX10" fmla="*/ 5144607 w 5975626"/>
              <a:gd name="connsiteY10" fmla="*/ 187068 h 3566559"/>
              <a:gd name="connsiteX11" fmla="*/ 176367 w 5975626"/>
              <a:gd name="connsiteY11" fmla="*/ 2102228 h 3566559"/>
              <a:gd name="connsiteX12" fmla="*/ 834787 w 5975626"/>
              <a:gd name="connsiteY12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2454747 w 5975626"/>
              <a:gd name="connsiteY9" fmla="*/ 2330828 h 3566559"/>
              <a:gd name="connsiteX10" fmla="*/ 5801832 w 5975626"/>
              <a:gd name="connsiteY10" fmla="*/ 1012568 h 3566559"/>
              <a:gd name="connsiteX11" fmla="*/ 5144607 w 5975626"/>
              <a:gd name="connsiteY11" fmla="*/ 187068 h 3566559"/>
              <a:gd name="connsiteX12" fmla="*/ 176367 w 5975626"/>
              <a:gd name="connsiteY12" fmla="*/ 2102228 h 3566559"/>
              <a:gd name="connsiteX13" fmla="*/ 834787 w 5975626"/>
              <a:gd name="connsiteY13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1959446 w 5975626"/>
              <a:gd name="connsiteY9" fmla="*/ 2003168 h 3566559"/>
              <a:gd name="connsiteX10" fmla="*/ 2454747 w 5975626"/>
              <a:gd name="connsiteY10" fmla="*/ 2330828 h 3566559"/>
              <a:gd name="connsiteX11" fmla="*/ 5801832 w 5975626"/>
              <a:gd name="connsiteY11" fmla="*/ 1012568 h 3566559"/>
              <a:gd name="connsiteX12" fmla="*/ 5144607 w 5975626"/>
              <a:gd name="connsiteY12" fmla="*/ 187068 h 3566559"/>
              <a:gd name="connsiteX13" fmla="*/ 176367 w 5975626"/>
              <a:gd name="connsiteY13" fmla="*/ 2102228 h 3566559"/>
              <a:gd name="connsiteX14" fmla="*/ 834787 w 5975626"/>
              <a:gd name="connsiteY14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1959446 w 5975626"/>
              <a:gd name="connsiteY10" fmla="*/ 2003168 h 3566559"/>
              <a:gd name="connsiteX11" fmla="*/ 2454747 w 5975626"/>
              <a:gd name="connsiteY11" fmla="*/ 2330828 h 3566559"/>
              <a:gd name="connsiteX12" fmla="*/ 5801832 w 5975626"/>
              <a:gd name="connsiteY12" fmla="*/ 1012568 h 3566559"/>
              <a:gd name="connsiteX13" fmla="*/ 5144607 w 5975626"/>
              <a:gd name="connsiteY13" fmla="*/ 187068 h 3566559"/>
              <a:gd name="connsiteX14" fmla="*/ 176367 w 5975626"/>
              <a:gd name="connsiteY14" fmla="*/ 2102228 h 3566559"/>
              <a:gd name="connsiteX15" fmla="*/ 834787 w 5975626"/>
              <a:gd name="connsiteY15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3592031 w 5975626"/>
              <a:gd name="connsiteY10" fmla="*/ 1360231 h 3566559"/>
              <a:gd name="connsiteX11" fmla="*/ 1959446 w 5975626"/>
              <a:gd name="connsiteY11" fmla="*/ 2003168 h 3566559"/>
              <a:gd name="connsiteX12" fmla="*/ 2454747 w 5975626"/>
              <a:gd name="connsiteY12" fmla="*/ 2330828 h 3566559"/>
              <a:gd name="connsiteX13" fmla="*/ 5801832 w 5975626"/>
              <a:gd name="connsiteY13" fmla="*/ 1012568 h 3566559"/>
              <a:gd name="connsiteX14" fmla="*/ 5144607 w 5975626"/>
              <a:gd name="connsiteY14" fmla="*/ 187068 h 3566559"/>
              <a:gd name="connsiteX15" fmla="*/ 176367 w 5975626"/>
              <a:gd name="connsiteY15" fmla="*/ 2102228 h 3566559"/>
              <a:gd name="connsiteX16" fmla="*/ 834787 w 5975626"/>
              <a:gd name="connsiteY16" fmla="*/ 3206225 h 3566559"/>
              <a:gd name="connsiteX0" fmla="*/ 834787 w 5975626"/>
              <a:gd name="connsiteY0" fmla="*/ 3206225 h 3566559"/>
              <a:gd name="connsiteX1" fmla="*/ 3949429 w 5975626"/>
              <a:gd name="connsiteY1" fmla="*/ 235330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3592031 w 5975626"/>
              <a:gd name="connsiteY10" fmla="*/ 1360231 h 3566559"/>
              <a:gd name="connsiteX11" fmla="*/ 1959446 w 5975626"/>
              <a:gd name="connsiteY11" fmla="*/ 2003168 h 3566559"/>
              <a:gd name="connsiteX12" fmla="*/ 2454747 w 5975626"/>
              <a:gd name="connsiteY12" fmla="*/ 2330828 h 3566559"/>
              <a:gd name="connsiteX13" fmla="*/ 5801832 w 5975626"/>
              <a:gd name="connsiteY13" fmla="*/ 1012568 h 3566559"/>
              <a:gd name="connsiteX14" fmla="*/ 5144607 w 5975626"/>
              <a:gd name="connsiteY14" fmla="*/ 187068 h 3566559"/>
              <a:gd name="connsiteX15" fmla="*/ 176367 w 5975626"/>
              <a:gd name="connsiteY15" fmla="*/ 2102228 h 3566559"/>
              <a:gd name="connsiteX16" fmla="*/ 834787 w 5975626"/>
              <a:gd name="connsiteY16" fmla="*/ 3206225 h 3566559"/>
              <a:gd name="connsiteX0" fmla="*/ 834787 w 5975626"/>
              <a:gd name="connsiteY0" fmla="*/ 3206225 h 3566559"/>
              <a:gd name="connsiteX1" fmla="*/ 3949429 w 5975626"/>
              <a:gd name="connsiteY1" fmla="*/ 2353302 h 3566559"/>
              <a:gd name="connsiteX2" fmla="*/ 4088914 w 5975626"/>
              <a:gd name="connsiteY2" fmla="*/ 254418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3592031 w 5975626"/>
              <a:gd name="connsiteY10" fmla="*/ 1360231 h 3566559"/>
              <a:gd name="connsiteX11" fmla="*/ 1959446 w 5975626"/>
              <a:gd name="connsiteY11" fmla="*/ 2003168 h 3566559"/>
              <a:gd name="connsiteX12" fmla="*/ 2454747 w 5975626"/>
              <a:gd name="connsiteY12" fmla="*/ 2330828 h 3566559"/>
              <a:gd name="connsiteX13" fmla="*/ 5801832 w 5975626"/>
              <a:gd name="connsiteY13" fmla="*/ 1012568 h 3566559"/>
              <a:gd name="connsiteX14" fmla="*/ 5144607 w 5975626"/>
              <a:gd name="connsiteY14" fmla="*/ 187068 h 3566559"/>
              <a:gd name="connsiteX15" fmla="*/ 176367 w 5975626"/>
              <a:gd name="connsiteY15" fmla="*/ 2102228 h 3566559"/>
              <a:gd name="connsiteX16" fmla="*/ 834787 w 5975626"/>
              <a:gd name="connsiteY16" fmla="*/ 3206225 h 3566559"/>
              <a:gd name="connsiteX0" fmla="*/ 834787 w 5975626"/>
              <a:gd name="connsiteY0" fmla="*/ 3206225 h 3551319"/>
              <a:gd name="connsiteX1" fmla="*/ 3949429 w 5975626"/>
              <a:gd name="connsiteY1" fmla="*/ 2353302 h 3551319"/>
              <a:gd name="connsiteX2" fmla="*/ 4088914 w 5975626"/>
              <a:gd name="connsiteY2" fmla="*/ 2544189 h 3551319"/>
              <a:gd name="connsiteX3" fmla="*/ 701372 w 5975626"/>
              <a:gd name="connsiteY3" fmla="*/ 3551319 h 3551319"/>
              <a:gd name="connsiteX4" fmla="*/ 1107 w 5975626"/>
              <a:gd name="connsiteY4" fmla="*/ 2071748 h 3551319"/>
              <a:gd name="connsiteX5" fmla="*/ 5225887 w 5975626"/>
              <a:gd name="connsiteY5" fmla="*/ 57528 h 3551319"/>
              <a:gd name="connsiteX6" fmla="*/ 5878032 w 5975626"/>
              <a:gd name="connsiteY6" fmla="*/ 1098293 h 3551319"/>
              <a:gd name="connsiteX7" fmla="*/ 2166140 w 5975626"/>
              <a:gd name="connsiteY7" fmla="*/ 2491801 h 3551319"/>
              <a:gd name="connsiteX8" fmla="*/ 1822286 w 5975626"/>
              <a:gd name="connsiteY8" fmla="*/ 1957448 h 3551319"/>
              <a:gd name="connsiteX9" fmla="*/ 3582506 w 5975626"/>
              <a:gd name="connsiteY9" fmla="*/ 1279268 h 3551319"/>
              <a:gd name="connsiteX10" fmla="*/ 3592031 w 5975626"/>
              <a:gd name="connsiteY10" fmla="*/ 1360231 h 3551319"/>
              <a:gd name="connsiteX11" fmla="*/ 1959446 w 5975626"/>
              <a:gd name="connsiteY11" fmla="*/ 2003168 h 3551319"/>
              <a:gd name="connsiteX12" fmla="*/ 2454747 w 5975626"/>
              <a:gd name="connsiteY12" fmla="*/ 2330828 h 3551319"/>
              <a:gd name="connsiteX13" fmla="*/ 5801832 w 5975626"/>
              <a:gd name="connsiteY13" fmla="*/ 1012568 h 3551319"/>
              <a:gd name="connsiteX14" fmla="*/ 5144607 w 5975626"/>
              <a:gd name="connsiteY14" fmla="*/ 187068 h 3551319"/>
              <a:gd name="connsiteX15" fmla="*/ 176367 w 5975626"/>
              <a:gd name="connsiteY15" fmla="*/ 2102228 h 3551319"/>
              <a:gd name="connsiteX16" fmla="*/ 834787 w 5975626"/>
              <a:gd name="connsiteY16" fmla="*/ 3206225 h 3551319"/>
              <a:gd name="connsiteX0" fmla="*/ 819547 w 5975626"/>
              <a:gd name="connsiteY0" fmla="*/ 3297665 h 3551319"/>
              <a:gd name="connsiteX1" fmla="*/ 3949429 w 5975626"/>
              <a:gd name="connsiteY1" fmla="*/ 2353302 h 3551319"/>
              <a:gd name="connsiteX2" fmla="*/ 4088914 w 5975626"/>
              <a:gd name="connsiteY2" fmla="*/ 2544189 h 3551319"/>
              <a:gd name="connsiteX3" fmla="*/ 701372 w 5975626"/>
              <a:gd name="connsiteY3" fmla="*/ 3551319 h 3551319"/>
              <a:gd name="connsiteX4" fmla="*/ 1107 w 5975626"/>
              <a:gd name="connsiteY4" fmla="*/ 2071748 h 3551319"/>
              <a:gd name="connsiteX5" fmla="*/ 5225887 w 5975626"/>
              <a:gd name="connsiteY5" fmla="*/ 57528 h 3551319"/>
              <a:gd name="connsiteX6" fmla="*/ 5878032 w 5975626"/>
              <a:gd name="connsiteY6" fmla="*/ 1098293 h 3551319"/>
              <a:gd name="connsiteX7" fmla="*/ 2166140 w 5975626"/>
              <a:gd name="connsiteY7" fmla="*/ 2491801 h 3551319"/>
              <a:gd name="connsiteX8" fmla="*/ 1822286 w 5975626"/>
              <a:gd name="connsiteY8" fmla="*/ 1957448 h 3551319"/>
              <a:gd name="connsiteX9" fmla="*/ 3582506 w 5975626"/>
              <a:gd name="connsiteY9" fmla="*/ 1279268 h 3551319"/>
              <a:gd name="connsiteX10" fmla="*/ 3592031 w 5975626"/>
              <a:gd name="connsiteY10" fmla="*/ 1360231 h 3551319"/>
              <a:gd name="connsiteX11" fmla="*/ 1959446 w 5975626"/>
              <a:gd name="connsiteY11" fmla="*/ 2003168 h 3551319"/>
              <a:gd name="connsiteX12" fmla="*/ 2454747 w 5975626"/>
              <a:gd name="connsiteY12" fmla="*/ 2330828 h 3551319"/>
              <a:gd name="connsiteX13" fmla="*/ 5801832 w 5975626"/>
              <a:gd name="connsiteY13" fmla="*/ 1012568 h 3551319"/>
              <a:gd name="connsiteX14" fmla="*/ 5144607 w 5975626"/>
              <a:gd name="connsiteY14" fmla="*/ 187068 h 3551319"/>
              <a:gd name="connsiteX15" fmla="*/ 176367 w 5975626"/>
              <a:gd name="connsiteY15" fmla="*/ 2102228 h 3551319"/>
              <a:gd name="connsiteX16" fmla="*/ 819547 w 5975626"/>
              <a:gd name="connsiteY16" fmla="*/ 3297665 h 3551319"/>
              <a:gd name="connsiteX0" fmla="*/ 819547 w 5975626"/>
              <a:gd name="connsiteY0" fmla="*/ 3297665 h 3574179"/>
              <a:gd name="connsiteX1" fmla="*/ 3949429 w 5975626"/>
              <a:gd name="connsiteY1" fmla="*/ 2353302 h 3574179"/>
              <a:gd name="connsiteX2" fmla="*/ 4088914 w 5975626"/>
              <a:gd name="connsiteY2" fmla="*/ 2544189 h 3574179"/>
              <a:gd name="connsiteX3" fmla="*/ 693752 w 5975626"/>
              <a:gd name="connsiteY3" fmla="*/ 3574179 h 3574179"/>
              <a:gd name="connsiteX4" fmla="*/ 1107 w 5975626"/>
              <a:gd name="connsiteY4" fmla="*/ 2071748 h 3574179"/>
              <a:gd name="connsiteX5" fmla="*/ 5225887 w 5975626"/>
              <a:gd name="connsiteY5" fmla="*/ 57528 h 3574179"/>
              <a:gd name="connsiteX6" fmla="*/ 5878032 w 5975626"/>
              <a:gd name="connsiteY6" fmla="*/ 1098293 h 3574179"/>
              <a:gd name="connsiteX7" fmla="*/ 2166140 w 5975626"/>
              <a:gd name="connsiteY7" fmla="*/ 2491801 h 3574179"/>
              <a:gd name="connsiteX8" fmla="*/ 1822286 w 5975626"/>
              <a:gd name="connsiteY8" fmla="*/ 1957448 h 3574179"/>
              <a:gd name="connsiteX9" fmla="*/ 3582506 w 5975626"/>
              <a:gd name="connsiteY9" fmla="*/ 1279268 h 3574179"/>
              <a:gd name="connsiteX10" fmla="*/ 3592031 w 5975626"/>
              <a:gd name="connsiteY10" fmla="*/ 1360231 h 3574179"/>
              <a:gd name="connsiteX11" fmla="*/ 1959446 w 5975626"/>
              <a:gd name="connsiteY11" fmla="*/ 2003168 h 3574179"/>
              <a:gd name="connsiteX12" fmla="*/ 2454747 w 5975626"/>
              <a:gd name="connsiteY12" fmla="*/ 2330828 h 3574179"/>
              <a:gd name="connsiteX13" fmla="*/ 5801832 w 5975626"/>
              <a:gd name="connsiteY13" fmla="*/ 1012568 h 3574179"/>
              <a:gd name="connsiteX14" fmla="*/ 5144607 w 5975626"/>
              <a:gd name="connsiteY14" fmla="*/ 187068 h 3574179"/>
              <a:gd name="connsiteX15" fmla="*/ 176367 w 5975626"/>
              <a:gd name="connsiteY15" fmla="*/ 2102228 h 3574179"/>
              <a:gd name="connsiteX16" fmla="*/ 819547 w 5975626"/>
              <a:gd name="connsiteY16" fmla="*/ 3297665 h 3574179"/>
              <a:gd name="connsiteX0" fmla="*/ 857965 w 6014044"/>
              <a:gd name="connsiteY0" fmla="*/ 3297665 h 3574179"/>
              <a:gd name="connsiteX1" fmla="*/ 3987847 w 6014044"/>
              <a:gd name="connsiteY1" fmla="*/ 2353302 h 3574179"/>
              <a:gd name="connsiteX2" fmla="*/ 4127332 w 6014044"/>
              <a:gd name="connsiteY2" fmla="*/ 2544189 h 3574179"/>
              <a:gd name="connsiteX3" fmla="*/ 732170 w 6014044"/>
              <a:gd name="connsiteY3" fmla="*/ 3574179 h 3574179"/>
              <a:gd name="connsiteX4" fmla="*/ 39525 w 6014044"/>
              <a:gd name="connsiteY4" fmla="*/ 2071748 h 3574179"/>
              <a:gd name="connsiteX5" fmla="*/ 5264305 w 6014044"/>
              <a:gd name="connsiteY5" fmla="*/ 57528 h 3574179"/>
              <a:gd name="connsiteX6" fmla="*/ 5916450 w 6014044"/>
              <a:gd name="connsiteY6" fmla="*/ 1098293 h 3574179"/>
              <a:gd name="connsiteX7" fmla="*/ 2204558 w 6014044"/>
              <a:gd name="connsiteY7" fmla="*/ 2491801 h 3574179"/>
              <a:gd name="connsiteX8" fmla="*/ 1860704 w 6014044"/>
              <a:gd name="connsiteY8" fmla="*/ 1957448 h 3574179"/>
              <a:gd name="connsiteX9" fmla="*/ 3620924 w 6014044"/>
              <a:gd name="connsiteY9" fmla="*/ 1279268 h 3574179"/>
              <a:gd name="connsiteX10" fmla="*/ 3630449 w 6014044"/>
              <a:gd name="connsiteY10" fmla="*/ 1360231 h 3574179"/>
              <a:gd name="connsiteX11" fmla="*/ 1997864 w 6014044"/>
              <a:gd name="connsiteY11" fmla="*/ 2003168 h 3574179"/>
              <a:gd name="connsiteX12" fmla="*/ 2493165 w 6014044"/>
              <a:gd name="connsiteY12" fmla="*/ 2330828 h 3574179"/>
              <a:gd name="connsiteX13" fmla="*/ 5840250 w 6014044"/>
              <a:gd name="connsiteY13" fmla="*/ 1012568 h 3574179"/>
              <a:gd name="connsiteX14" fmla="*/ 5183025 w 6014044"/>
              <a:gd name="connsiteY14" fmla="*/ 187068 h 3574179"/>
              <a:gd name="connsiteX15" fmla="*/ 214785 w 6014044"/>
              <a:gd name="connsiteY15" fmla="*/ 2102228 h 3574179"/>
              <a:gd name="connsiteX16" fmla="*/ 857965 w 6014044"/>
              <a:gd name="connsiteY16" fmla="*/ 3297665 h 3574179"/>
              <a:gd name="connsiteX0" fmla="*/ 857965 w 6014044"/>
              <a:gd name="connsiteY0" fmla="*/ 3297665 h 3536079"/>
              <a:gd name="connsiteX1" fmla="*/ 3987847 w 6014044"/>
              <a:gd name="connsiteY1" fmla="*/ 235330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857965 w 6014044"/>
              <a:gd name="connsiteY0" fmla="*/ 3297665 h 3536079"/>
              <a:gd name="connsiteX1" fmla="*/ 3987847 w 6014044"/>
              <a:gd name="connsiteY1" fmla="*/ 235330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857965 w 6014044"/>
              <a:gd name="connsiteY0" fmla="*/ 3297665 h 3536079"/>
              <a:gd name="connsiteX1" fmla="*/ 3987847 w 6014044"/>
              <a:gd name="connsiteY1" fmla="*/ 235330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857965 w 6014044"/>
              <a:gd name="connsiteY0" fmla="*/ 329766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63131 w 6003030"/>
              <a:gd name="connsiteY0" fmla="*/ 3457685 h 3536079"/>
              <a:gd name="connsiteX1" fmla="*/ 4060653 w 6003030"/>
              <a:gd name="connsiteY1" fmla="*/ 2498082 h 3536079"/>
              <a:gd name="connsiteX2" fmla="*/ 4116318 w 6003030"/>
              <a:gd name="connsiteY2" fmla="*/ 2544189 h 3536079"/>
              <a:gd name="connsiteX3" fmla="*/ 721156 w 6003030"/>
              <a:gd name="connsiteY3" fmla="*/ 3536079 h 3536079"/>
              <a:gd name="connsiteX4" fmla="*/ 43751 w 6003030"/>
              <a:gd name="connsiteY4" fmla="*/ 2102228 h 3536079"/>
              <a:gd name="connsiteX5" fmla="*/ 5253291 w 6003030"/>
              <a:gd name="connsiteY5" fmla="*/ 57528 h 3536079"/>
              <a:gd name="connsiteX6" fmla="*/ 5905436 w 6003030"/>
              <a:gd name="connsiteY6" fmla="*/ 1098293 h 3536079"/>
              <a:gd name="connsiteX7" fmla="*/ 2193544 w 6003030"/>
              <a:gd name="connsiteY7" fmla="*/ 2491801 h 3536079"/>
              <a:gd name="connsiteX8" fmla="*/ 1849690 w 6003030"/>
              <a:gd name="connsiteY8" fmla="*/ 1957448 h 3536079"/>
              <a:gd name="connsiteX9" fmla="*/ 3609910 w 6003030"/>
              <a:gd name="connsiteY9" fmla="*/ 1279268 h 3536079"/>
              <a:gd name="connsiteX10" fmla="*/ 3619435 w 6003030"/>
              <a:gd name="connsiteY10" fmla="*/ 1360231 h 3536079"/>
              <a:gd name="connsiteX11" fmla="*/ 1986850 w 6003030"/>
              <a:gd name="connsiteY11" fmla="*/ 2003168 h 3536079"/>
              <a:gd name="connsiteX12" fmla="*/ 2482151 w 6003030"/>
              <a:gd name="connsiteY12" fmla="*/ 2330828 h 3536079"/>
              <a:gd name="connsiteX13" fmla="*/ 5829236 w 6003030"/>
              <a:gd name="connsiteY13" fmla="*/ 1012568 h 3536079"/>
              <a:gd name="connsiteX14" fmla="*/ 5172011 w 6003030"/>
              <a:gd name="connsiteY14" fmla="*/ 187068 h 3536079"/>
              <a:gd name="connsiteX15" fmla="*/ 203771 w 6003030"/>
              <a:gd name="connsiteY15" fmla="*/ 2102228 h 3536079"/>
              <a:gd name="connsiteX16" fmla="*/ 763131 w 6003030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400002 w 6199261"/>
              <a:gd name="connsiteY15" fmla="*/ 2102228 h 3536079"/>
              <a:gd name="connsiteX16" fmla="*/ 959362 w 6199261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285702 w 6199261"/>
              <a:gd name="connsiteY15" fmla="*/ 2155568 h 3536079"/>
              <a:gd name="connsiteX16" fmla="*/ 959362 w 6199261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285702 w 6199261"/>
              <a:gd name="connsiteY15" fmla="*/ 2155568 h 3536079"/>
              <a:gd name="connsiteX16" fmla="*/ 959362 w 6199261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285702 w 6199261"/>
              <a:gd name="connsiteY15" fmla="*/ 2155568 h 3536079"/>
              <a:gd name="connsiteX16" fmla="*/ 959362 w 6199261"/>
              <a:gd name="connsiteY16" fmla="*/ 3457685 h 3536079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37332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40380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40380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40380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34553"/>
              <a:gd name="connsiteY0" fmla="*/ 3420978 h 3499372"/>
              <a:gd name="connsiteX1" fmla="*/ 4256884 w 6134553"/>
              <a:gd name="connsiteY1" fmla="*/ 2461375 h 3499372"/>
              <a:gd name="connsiteX2" fmla="*/ 4312549 w 6134553"/>
              <a:gd name="connsiteY2" fmla="*/ 2507482 h 3499372"/>
              <a:gd name="connsiteX3" fmla="*/ 917387 w 6134553"/>
              <a:gd name="connsiteY3" fmla="*/ 3499372 h 3499372"/>
              <a:gd name="connsiteX4" fmla="*/ 239982 w 6134553"/>
              <a:gd name="connsiteY4" fmla="*/ 2065521 h 3499372"/>
              <a:gd name="connsiteX5" fmla="*/ 5403802 w 6134553"/>
              <a:gd name="connsiteY5" fmla="*/ 58921 h 3499372"/>
              <a:gd name="connsiteX6" fmla="*/ 6101667 w 6134553"/>
              <a:gd name="connsiteY6" fmla="*/ 1061586 h 3499372"/>
              <a:gd name="connsiteX7" fmla="*/ 2389775 w 6134553"/>
              <a:gd name="connsiteY7" fmla="*/ 2455094 h 3499372"/>
              <a:gd name="connsiteX8" fmla="*/ 2045921 w 6134553"/>
              <a:gd name="connsiteY8" fmla="*/ 1920741 h 3499372"/>
              <a:gd name="connsiteX9" fmla="*/ 3806141 w 6134553"/>
              <a:gd name="connsiteY9" fmla="*/ 1242561 h 3499372"/>
              <a:gd name="connsiteX10" fmla="*/ 3815666 w 6134553"/>
              <a:gd name="connsiteY10" fmla="*/ 1323524 h 3499372"/>
              <a:gd name="connsiteX11" fmla="*/ 2183081 w 6134553"/>
              <a:gd name="connsiteY11" fmla="*/ 1966461 h 3499372"/>
              <a:gd name="connsiteX12" fmla="*/ 2678382 w 6134553"/>
              <a:gd name="connsiteY12" fmla="*/ 2294121 h 3499372"/>
              <a:gd name="connsiteX13" fmla="*/ 6025467 w 6134553"/>
              <a:gd name="connsiteY13" fmla="*/ 975861 h 3499372"/>
              <a:gd name="connsiteX14" fmla="*/ 5368242 w 6134553"/>
              <a:gd name="connsiteY14" fmla="*/ 150361 h 3499372"/>
              <a:gd name="connsiteX15" fmla="*/ 285702 w 6134553"/>
              <a:gd name="connsiteY15" fmla="*/ 2118861 h 3499372"/>
              <a:gd name="connsiteX16" fmla="*/ 959362 w 6134553"/>
              <a:gd name="connsiteY16" fmla="*/ 3420978 h 3499372"/>
              <a:gd name="connsiteX0" fmla="*/ 959362 w 6130947"/>
              <a:gd name="connsiteY0" fmla="*/ 3422141 h 3500535"/>
              <a:gd name="connsiteX1" fmla="*/ 4256884 w 6130947"/>
              <a:gd name="connsiteY1" fmla="*/ 2462538 h 3500535"/>
              <a:gd name="connsiteX2" fmla="*/ 4312549 w 6130947"/>
              <a:gd name="connsiteY2" fmla="*/ 2508645 h 3500535"/>
              <a:gd name="connsiteX3" fmla="*/ 917387 w 6130947"/>
              <a:gd name="connsiteY3" fmla="*/ 3500535 h 3500535"/>
              <a:gd name="connsiteX4" fmla="*/ 239982 w 6130947"/>
              <a:gd name="connsiteY4" fmla="*/ 2066684 h 3500535"/>
              <a:gd name="connsiteX5" fmla="*/ 5403802 w 6130947"/>
              <a:gd name="connsiteY5" fmla="*/ 60084 h 3500535"/>
              <a:gd name="connsiteX6" fmla="*/ 6071187 w 6130947"/>
              <a:gd name="connsiteY6" fmla="*/ 1032269 h 3500535"/>
              <a:gd name="connsiteX7" fmla="*/ 2389775 w 6130947"/>
              <a:gd name="connsiteY7" fmla="*/ 2456257 h 3500535"/>
              <a:gd name="connsiteX8" fmla="*/ 2045921 w 6130947"/>
              <a:gd name="connsiteY8" fmla="*/ 1921904 h 3500535"/>
              <a:gd name="connsiteX9" fmla="*/ 3806141 w 6130947"/>
              <a:gd name="connsiteY9" fmla="*/ 1243724 h 3500535"/>
              <a:gd name="connsiteX10" fmla="*/ 3815666 w 6130947"/>
              <a:gd name="connsiteY10" fmla="*/ 1324687 h 3500535"/>
              <a:gd name="connsiteX11" fmla="*/ 2183081 w 6130947"/>
              <a:gd name="connsiteY11" fmla="*/ 1967624 h 3500535"/>
              <a:gd name="connsiteX12" fmla="*/ 2678382 w 6130947"/>
              <a:gd name="connsiteY12" fmla="*/ 2295284 h 3500535"/>
              <a:gd name="connsiteX13" fmla="*/ 6025467 w 6130947"/>
              <a:gd name="connsiteY13" fmla="*/ 977024 h 3500535"/>
              <a:gd name="connsiteX14" fmla="*/ 5368242 w 6130947"/>
              <a:gd name="connsiteY14" fmla="*/ 151524 h 3500535"/>
              <a:gd name="connsiteX15" fmla="*/ 285702 w 6130947"/>
              <a:gd name="connsiteY15" fmla="*/ 2120024 h 3500535"/>
              <a:gd name="connsiteX16" fmla="*/ 959362 w 6130947"/>
              <a:gd name="connsiteY16" fmla="*/ 3422141 h 3500535"/>
              <a:gd name="connsiteX0" fmla="*/ 959362 w 6130947"/>
              <a:gd name="connsiteY0" fmla="*/ 3422141 h 3500535"/>
              <a:gd name="connsiteX1" fmla="*/ 4256884 w 6130947"/>
              <a:gd name="connsiteY1" fmla="*/ 2462538 h 3500535"/>
              <a:gd name="connsiteX2" fmla="*/ 4312549 w 6130947"/>
              <a:gd name="connsiteY2" fmla="*/ 2508645 h 3500535"/>
              <a:gd name="connsiteX3" fmla="*/ 917387 w 6130947"/>
              <a:gd name="connsiteY3" fmla="*/ 3500535 h 3500535"/>
              <a:gd name="connsiteX4" fmla="*/ 239982 w 6130947"/>
              <a:gd name="connsiteY4" fmla="*/ 2066684 h 3500535"/>
              <a:gd name="connsiteX5" fmla="*/ 5403802 w 6130947"/>
              <a:gd name="connsiteY5" fmla="*/ 60084 h 3500535"/>
              <a:gd name="connsiteX6" fmla="*/ 6071187 w 6130947"/>
              <a:gd name="connsiteY6" fmla="*/ 1032269 h 3500535"/>
              <a:gd name="connsiteX7" fmla="*/ 2389775 w 6130947"/>
              <a:gd name="connsiteY7" fmla="*/ 2456257 h 3500535"/>
              <a:gd name="connsiteX8" fmla="*/ 2045921 w 6130947"/>
              <a:gd name="connsiteY8" fmla="*/ 1921904 h 3500535"/>
              <a:gd name="connsiteX9" fmla="*/ 3806141 w 6130947"/>
              <a:gd name="connsiteY9" fmla="*/ 1243724 h 3500535"/>
              <a:gd name="connsiteX10" fmla="*/ 3815666 w 6130947"/>
              <a:gd name="connsiteY10" fmla="*/ 1324687 h 3500535"/>
              <a:gd name="connsiteX11" fmla="*/ 2183081 w 6130947"/>
              <a:gd name="connsiteY11" fmla="*/ 1967624 h 3500535"/>
              <a:gd name="connsiteX12" fmla="*/ 2678382 w 6130947"/>
              <a:gd name="connsiteY12" fmla="*/ 2295284 h 3500535"/>
              <a:gd name="connsiteX13" fmla="*/ 6025467 w 6130947"/>
              <a:gd name="connsiteY13" fmla="*/ 977024 h 3500535"/>
              <a:gd name="connsiteX14" fmla="*/ 5368242 w 6130947"/>
              <a:gd name="connsiteY14" fmla="*/ 151524 h 3500535"/>
              <a:gd name="connsiteX15" fmla="*/ 285702 w 6130947"/>
              <a:gd name="connsiteY15" fmla="*/ 2120024 h 3500535"/>
              <a:gd name="connsiteX16" fmla="*/ 959362 w 6130947"/>
              <a:gd name="connsiteY16" fmla="*/ 3422141 h 3500535"/>
              <a:gd name="connsiteX0" fmla="*/ 959362 w 6181710"/>
              <a:gd name="connsiteY0" fmla="*/ 3424293 h 3502687"/>
              <a:gd name="connsiteX1" fmla="*/ 4256884 w 6181710"/>
              <a:gd name="connsiteY1" fmla="*/ 2464690 h 3502687"/>
              <a:gd name="connsiteX2" fmla="*/ 4312549 w 6181710"/>
              <a:gd name="connsiteY2" fmla="*/ 2510797 h 3502687"/>
              <a:gd name="connsiteX3" fmla="*/ 917387 w 6181710"/>
              <a:gd name="connsiteY3" fmla="*/ 3502687 h 3502687"/>
              <a:gd name="connsiteX4" fmla="*/ 239982 w 6181710"/>
              <a:gd name="connsiteY4" fmla="*/ 2068836 h 3502687"/>
              <a:gd name="connsiteX5" fmla="*/ 5403802 w 6181710"/>
              <a:gd name="connsiteY5" fmla="*/ 62236 h 3502687"/>
              <a:gd name="connsiteX6" fmla="*/ 6162627 w 6181710"/>
              <a:gd name="connsiteY6" fmla="*/ 981081 h 3502687"/>
              <a:gd name="connsiteX7" fmla="*/ 2389775 w 6181710"/>
              <a:gd name="connsiteY7" fmla="*/ 2458409 h 3502687"/>
              <a:gd name="connsiteX8" fmla="*/ 2045921 w 6181710"/>
              <a:gd name="connsiteY8" fmla="*/ 1924056 h 3502687"/>
              <a:gd name="connsiteX9" fmla="*/ 3806141 w 6181710"/>
              <a:gd name="connsiteY9" fmla="*/ 1245876 h 3502687"/>
              <a:gd name="connsiteX10" fmla="*/ 3815666 w 6181710"/>
              <a:gd name="connsiteY10" fmla="*/ 1326839 h 3502687"/>
              <a:gd name="connsiteX11" fmla="*/ 2183081 w 6181710"/>
              <a:gd name="connsiteY11" fmla="*/ 1969776 h 3502687"/>
              <a:gd name="connsiteX12" fmla="*/ 2678382 w 6181710"/>
              <a:gd name="connsiteY12" fmla="*/ 2297436 h 3502687"/>
              <a:gd name="connsiteX13" fmla="*/ 6025467 w 6181710"/>
              <a:gd name="connsiteY13" fmla="*/ 979176 h 3502687"/>
              <a:gd name="connsiteX14" fmla="*/ 5368242 w 6181710"/>
              <a:gd name="connsiteY14" fmla="*/ 153676 h 3502687"/>
              <a:gd name="connsiteX15" fmla="*/ 285702 w 6181710"/>
              <a:gd name="connsiteY15" fmla="*/ 2122176 h 3502687"/>
              <a:gd name="connsiteX16" fmla="*/ 959362 w 6181710"/>
              <a:gd name="connsiteY16" fmla="*/ 3424293 h 3502687"/>
              <a:gd name="connsiteX0" fmla="*/ 959362 w 6215057"/>
              <a:gd name="connsiteY0" fmla="*/ 3427148 h 3505542"/>
              <a:gd name="connsiteX1" fmla="*/ 4256884 w 6215057"/>
              <a:gd name="connsiteY1" fmla="*/ 2467545 h 3505542"/>
              <a:gd name="connsiteX2" fmla="*/ 4312549 w 6215057"/>
              <a:gd name="connsiteY2" fmla="*/ 2513652 h 3505542"/>
              <a:gd name="connsiteX3" fmla="*/ 917387 w 6215057"/>
              <a:gd name="connsiteY3" fmla="*/ 3505542 h 3505542"/>
              <a:gd name="connsiteX4" fmla="*/ 239982 w 6215057"/>
              <a:gd name="connsiteY4" fmla="*/ 2071691 h 3505542"/>
              <a:gd name="connsiteX5" fmla="*/ 5403802 w 6215057"/>
              <a:gd name="connsiteY5" fmla="*/ 65091 h 3505542"/>
              <a:gd name="connsiteX6" fmla="*/ 6162627 w 6215057"/>
              <a:gd name="connsiteY6" fmla="*/ 983936 h 3505542"/>
              <a:gd name="connsiteX7" fmla="*/ 2389775 w 6215057"/>
              <a:gd name="connsiteY7" fmla="*/ 2461264 h 3505542"/>
              <a:gd name="connsiteX8" fmla="*/ 2045921 w 6215057"/>
              <a:gd name="connsiteY8" fmla="*/ 1926911 h 3505542"/>
              <a:gd name="connsiteX9" fmla="*/ 3806141 w 6215057"/>
              <a:gd name="connsiteY9" fmla="*/ 1248731 h 3505542"/>
              <a:gd name="connsiteX10" fmla="*/ 3815666 w 6215057"/>
              <a:gd name="connsiteY10" fmla="*/ 1329694 h 3505542"/>
              <a:gd name="connsiteX11" fmla="*/ 2183081 w 6215057"/>
              <a:gd name="connsiteY11" fmla="*/ 1972631 h 3505542"/>
              <a:gd name="connsiteX12" fmla="*/ 2678382 w 6215057"/>
              <a:gd name="connsiteY12" fmla="*/ 2300291 h 3505542"/>
              <a:gd name="connsiteX13" fmla="*/ 6025467 w 6215057"/>
              <a:gd name="connsiteY13" fmla="*/ 982031 h 3505542"/>
              <a:gd name="connsiteX14" fmla="*/ 5368242 w 6215057"/>
              <a:gd name="connsiteY14" fmla="*/ 156531 h 3505542"/>
              <a:gd name="connsiteX15" fmla="*/ 285702 w 6215057"/>
              <a:gd name="connsiteY15" fmla="*/ 2125031 h 3505542"/>
              <a:gd name="connsiteX16" fmla="*/ 959362 w 6215057"/>
              <a:gd name="connsiteY16" fmla="*/ 3427148 h 3505542"/>
              <a:gd name="connsiteX0" fmla="*/ 959362 w 6162824"/>
              <a:gd name="connsiteY0" fmla="*/ 3425789 h 3504183"/>
              <a:gd name="connsiteX1" fmla="*/ 4256884 w 6162824"/>
              <a:gd name="connsiteY1" fmla="*/ 2466186 h 3504183"/>
              <a:gd name="connsiteX2" fmla="*/ 4312549 w 6162824"/>
              <a:gd name="connsiteY2" fmla="*/ 2512293 h 3504183"/>
              <a:gd name="connsiteX3" fmla="*/ 917387 w 6162824"/>
              <a:gd name="connsiteY3" fmla="*/ 3504183 h 3504183"/>
              <a:gd name="connsiteX4" fmla="*/ 239982 w 6162824"/>
              <a:gd name="connsiteY4" fmla="*/ 2070332 h 3504183"/>
              <a:gd name="connsiteX5" fmla="*/ 5403802 w 6162824"/>
              <a:gd name="connsiteY5" fmla="*/ 63732 h 3504183"/>
              <a:gd name="connsiteX6" fmla="*/ 6094047 w 6162824"/>
              <a:gd name="connsiteY6" fmla="*/ 1013057 h 3504183"/>
              <a:gd name="connsiteX7" fmla="*/ 2389775 w 6162824"/>
              <a:gd name="connsiteY7" fmla="*/ 2459905 h 3504183"/>
              <a:gd name="connsiteX8" fmla="*/ 2045921 w 6162824"/>
              <a:gd name="connsiteY8" fmla="*/ 1925552 h 3504183"/>
              <a:gd name="connsiteX9" fmla="*/ 3806141 w 6162824"/>
              <a:gd name="connsiteY9" fmla="*/ 1247372 h 3504183"/>
              <a:gd name="connsiteX10" fmla="*/ 3815666 w 6162824"/>
              <a:gd name="connsiteY10" fmla="*/ 1328335 h 3504183"/>
              <a:gd name="connsiteX11" fmla="*/ 2183081 w 6162824"/>
              <a:gd name="connsiteY11" fmla="*/ 1971272 h 3504183"/>
              <a:gd name="connsiteX12" fmla="*/ 2678382 w 6162824"/>
              <a:gd name="connsiteY12" fmla="*/ 2298932 h 3504183"/>
              <a:gd name="connsiteX13" fmla="*/ 6025467 w 6162824"/>
              <a:gd name="connsiteY13" fmla="*/ 980672 h 3504183"/>
              <a:gd name="connsiteX14" fmla="*/ 5368242 w 6162824"/>
              <a:gd name="connsiteY14" fmla="*/ 155172 h 3504183"/>
              <a:gd name="connsiteX15" fmla="*/ 285702 w 6162824"/>
              <a:gd name="connsiteY15" fmla="*/ 2123672 h 3504183"/>
              <a:gd name="connsiteX16" fmla="*/ 959362 w 6162824"/>
              <a:gd name="connsiteY16" fmla="*/ 3425789 h 3504183"/>
              <a:gd name="connsiteX0" fmla="*/ 959362 w 6186523"/>
              <a:gd name="connsiteY0" fmla="*/ 3426754 h 3505148"/>
              <a:gd name="connsiteX1" fmla="*/ 4256884 w 6186523"/>
              <a:gd name="connsiteY1" fmla="*/ 2467151 h 3505148"/>
              <a:gd name="connsiteX2" fmla="*/ 4312549 w 6186523"/>
              <a:gd name="connsiteY2" fmla="*/ 2513258 h 3505148"/>
              <a:gd name="connsiteX3" fmla="*/ 917387 w 6186523"/>
              <a:gd name="connsiteY3" fmla="*/ 3505148 h 3505148"/>
              <a:gd name="connsiteX4" fmla="*/ 239982 w 6186523"/>
              <a:gd name="connsiteY4" fmla="*/ 2071297 h 3505148"/>
              <a:gd name="connsiteX5" fmla="*/ 5403802 w 6186523"/>
              <a:gd name="connsiteY5" fmla="*/ 64697 h 3505148"/>
              <a:gd name="connsiteX6" fmla="*/ 6094047 w 6186523"/>
              <a:gd name="connsiteY6" fmla="*/ 1014022 h 3505148"/>
              <a:gd name="connsiteX7" fmla="*/ 2389775 w 6186523"/>
              <a:gd name="connsiteY7" fmla="*/ 2460870 h 3505148"/>
              <a:gd name="connsiteX8" fmla="*/ 2045921 w 6186523"/>
              <a:gd name="connsiteY8" fmla="*/ 1926517 h 3505148"/>
              <a:gd name="connsiteX9" fmla="*/ 3806141 w 6186523"/>
              <a:gd name="connsiteY9" fmla="*/ 1248337 h 3505148"/>
              <a:gd name="connsiteX10" fmla="*/ 3815666 w 6186523"/>
              <a:gd name="connsiteY10" fmla="*/ 1329300 h 3505148"/>
              <a:gd name="connsiteX11" fmla="*/ 2183081 w 6186523"/>
              <a:gd name="connsiteY11" fmla="*/ 1972237 h 3505148"/>
              <a:gd name="connsiteX12" fmla="*/ 2678382 w 6186523"/>
              <a:gd name="connsiteY12" fmla="*/ 2299897 h 3505148"/>
              <a:gd name="connsiteX13" fmla="*/ 6025467 w 6186523"/>
              <a:gd name="connsiteY13" fmla="*/ 981637 h 3505148"/>
              <a:gd name="connsiteX14" fmla="*/ 5368242 w 6186523"/>
              <a:gd name="connsiteY14" fmla="*/ 156137 h 3505148"/>
              <a:gd name="connsiteX15" fmla="*/ 285702 w 6186523"/>
              <a:gd name="connsiteY15" fmla="*/ 2124637 h 3505148"/>
              <a:gd name="connsiteX16" fmla="*/ 959362 w 6186523"/>
              <a:gd name="connsiteY16" fmla="*/ 3426754 h 3505148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678382 w 6174183"/>
              <a:gd name="connsiteY12" fmla="*/ 2244528 h 3449779"/>
              <a:gd name="connsiteX13" fmla="*/ 6025467 w 6174183"/>
              <a:gd name="connsiteY13" fmla="*/ 926268 h 3449779"/>
              <a:gd name="connsiteX14" fmla="*/ 5368242 w 6174183"/>
              <a:gd name="connsiteY14" fmla="*/ 10076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678382 w 6174183"/>
              <a:gd name="connsiteY12" fmla="*/ 2244528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678382 w 6174183"/>
              <a:gd name="connsiteY12" fmla="*/ 2244528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67550 w 6174183"/>
              <a:gd name="connsiteY7" fmla="*/ 2421376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67550 w 6174183"/>
              <a:gd name="connsiteY7" fmla="*/ 2421376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67550 w 6174183"/>
              <a:gd name="connsiteY7" fmla="*/ 2421376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53339"/>
              <a:gd name="connsiteX1" fmla="*/ 4256884 w 6174183"/>
              <a:gd name="connsiteY1" fmla="*/ 2411782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56884 w 6174183"/>
              <a:gd name="connsiteY1" fmla="*/ 2411782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3721 w 6168542"/>
              <a:gd name="connsiteY0" fmla="*/ 3371385 h 3453339"/>
              <a:gd name="connsiteX1" fmla="*/ 4222668 w 6168542"/>
              <a:gd name="connsiteY1" fmla="*/ 2402257 h 3453339"/>
              <a:gd name="connsiteX2" fmla="*/ 4306908 w 6168542"/>
              <a:gd name="connsiteY2" fmla="*/ 2457889 h 3453339"/>
              <a:gd name="connsiteX3" fmla="*/ 911746 w 6168542"/>
              <a:gd name="connsiteY3" fmla="*/ 3449779 h 3453339"/>
              <a:gd name="connsiteX4" fmla="*/ 234341 w 6168542"/>
              <a:gd name="connsiteY4" fmla="*/ 2015928 h 3453339"/>
              <a:gd name="connsiteX5" fmla="*/ 5398161 w 6168542"/>
              <a:gd name="connsiteY5" fmla="*/ 9328 h 3453339"/>
              <a:gd name="connsiteX6" fmla="*/ 6088406 w 6168542"/>
              <a:gd name="connsiteY6" fmla="*/ 958653 h 3453339"/>
              <a:gd name="connsiteX7" fmla="*/ 2361909 w 6168542"/>
              <a:gd name="connsiteY7" fmla="*/ 2421376 h 3453339"/>
              <a:gd name="connsiteX8" fmla="*/ 2064092 w 6168542"/>
              <a:gd name="connsiteY8" fmla="*/ 1885436 h 3453339"/>
              <a:gd name="connsiteX9" fmla="*/ 3800500 w 6168542"/>
              <a:gd name="connsiteY9" fmla="*/ 1192968 h 3453339"/>
              <a:gd name="connsiteX10" fmla="*/ 3810025 w 6168542"/>
              <a:gd name="connsiteY10" fmla="*/ 1273931 h 3453339"/>
              <a:gd name="connsiteX11" fmla="*/ 2167915 w 6168542"/>
              <a:gd name="connsiteY11" fmla="*/ 1935918 h 3453339"/>
              <a:gd name="connsiteX12" fmla="*/ 2520341 w 6168542"/>
              <a:gd name="connsiteY12" fmla="*/ 2292153 h 3453339"/>
              <a:gd name="connsiteX13" fmla="*/ 6019826 w 6168542"/>
              <a:gd name="connsiteY13" fmla="*/ 926268 h 3453339"/>
              <a:gd name="connsiteX14" fmla="*/ 5391176 w 6168542"/>
              <a:gd name="connsiteY14" fmla="*/ 81718 h 3453339"/>
              <a:gd name="connsiteX15" fmla="*/ 280061 w 6168542"/>
              <a:gd name="connsiteY15" fmla="*/ 2069268 h 3453339"/>
              <a:gd name="connsiteX16" fmla="*/ 953721 w 6168542"/>
              <a:gd name="connsiteY16" fmla="*/ 3371385 h 3453339"/>
              <a:gd name="connsiteX0" fmla="*/ 967715 w 6182536"/>
              <a:gd name="connsiteY0" fmla="*/ 3371385 h 3453339"/>
              <a:gd name="connsiteX1" fmla="*/ 4236662 w 6182536"/>
              <a:gd name="connsiteY1" fmla="*/ 2402257 h 3453339"/>
              <a:gd name="connsiteX2" fmla="*/ 4320902 w 6182536"/>
              <a:gd name="connsiteY2" fmla="*/ 2457889 h 3453339"/>
              <a:gd name="connsiteX3" fmla="*/ 925740 w 6182536"/>
              <a:gd name="connsiteY3" fmla="*/ 3449779 h 3453339"/>
              <a:gd name="connsiteX4" fmla="*/ 229285 w 6182536"/>
              <a:gd name="connsiteY4" fmla="*/ 1990528 h 3453339"/>
              <a:gd name="connsiteX5" fmla="*/ 5412155 w 6182536"/>
              <a:gd name="connsiteY5" fmla="*/ 9328 h 3453339"/>
              <a:gd name="connsiteX6" fmla="*/ 6102400 w 6182536"/>
              <a:gd name="connsiteY6" fmla="*/ 958653 h 3453339"/>
              <a:gd name="connsiteX7" fmla="*/ 2375903 w 6182536"/>
              <a:gd name="connsiteY7" fmla="*/ 2421376 h 3453339"/>
              <a:gd name="connsiteX8" fmla="*/ 2078086 w 6182536"/>
              <a:gd name="connsiteY8" fmla="*/ 1885436 h 3453339"/>
              <a:gd name="connsiteX9" fmla="*/ 3814494 w 6182536"/>
              <a:gd name="connsiteY9" fmla="*/ 1192968 h 3453339"/>
              <a:gd name="connsiteX10" fmla="*/ 3824019 w 6182536"/>
              <a:gd name="connsiteY10" fmla="*/ 1273931 h 3453339"/>
              <a:gd name="connsiteX11" fmla="*/ 2181909 w 6182536"/>
              <a:gd name="connsiteY11" fmla="*/ 1935918 h 3453339"/>
              <a:gd name="connsiteX12" fmla="*/ 2534335 w 6182536"/>
              <a:gd name="connsiteY12" fmla="*/ 2292153 h 3453339"/>
              <a:gd name="connsiteX13" fmla="*/ 6033820 w 6182536"/>
              <a:gd name="connsiteY13" fmla="*/ 926268 h 3453339"/>
              <a:gd name="connsiteX14" fmla="*/ 5405170 w 6182536"/>
              <a:gd name="connsiteY14" fmla="*/ 81718 h 3453339"/>
              <a:gd name="connsiteX15" fmla="*/ 294055 w 6182536"/>
              <a:gd name="connsiteY15" fmla="*/ 2069268 h 3453339"/>
              <a:gd name="connsiteX16" fmla="*/ 967715 w 6182536"/>
              <a:gd name="connsiteY16" fmla="*/ 3371385 h 3453339"/>
              <a:gd name="connsiteX0" fmla="*/ 967715 w 6182536"/>
              <a:gd name="connsiteY0" fmla="*/ 3371385 h 3453339"/>
              <a:gd name="connsiteX1" fmla="*/ 4236662 w 6182536"/>
              <a:gd name="connsiteY1" fmla="*/ 2402257 h 3453339"/>
              <a:gd name="connsiteX2" fmla="*/ 4320902 w 6182536"/>
              <a:gd name="connsiteY2" fmla="*/ 2457889 h 3453339"/>
              <a:gd name="connsiteX3" fmla="*/ 925740 w 6182536"/>
              <a:gd name="connsiteY3" fmla="*/ 3449779 h 3453339"/>
              <a:gd name="connsiteX4" fmla="*/ 229285 w 6182536"/>
              <a:gd name="connsiteY4" fmla="*/ 1990528 h 3453339"/>
              <a:gd name="connsiteX5" fmla="*/ 5412155 w 6182536"/>
              <a:gd name="connsiteY5" fmla="*/ 9328 h 3453339"/>
              <a:gd name="connsiteX6" fmla="*/ 6102400 w 6182536"/>
              <a:gd name="connsiteY6" fmla="*/ 958653 h 3453339"/>
              <a:gd name="connsiteX7" fmla="*/ 2375903 w 6182536"/>
              <a:gd name="connsiteY7" fmla="*/ 2421376 h 3453339"/>
              <a:gd name="connsiteX8" fmla="*/ 2078086 w 6182536"/>
              <a:gd name="connsiteY8" fmla="*/ 1885436 h 3453339"/>
              <a:gd name="connsiteX9" fmla="*/ 3814494 w 6182536"/>
              <a:gd name="connsiteY9" fmla="*/ 1192968 h 3453339"/>
              <a:gd name="connsiteX10" fmla="*/ 3824019 w 6182536"/>
              <a:gd name="connsiteY10" fmla="*/ 1273931 h 3453339"/>
              <a:gd name="connsiteX11" fmla="*/ 2181909 w 6182536"/>
              <a:gd name="connsiteY11" fmla="*/ 1935918 h 3453339"/>
              <a:gd name="connsiteX12" fmla="*/ 2534335 w 6182536"/>
              <a:gd name="connsiteY12" fmla="*/ 2292153 h 3453339"/>
              <a:gd name="connsiteX13" fmla="*/ 6033820 w 6182536"/>
              <a:gd name="connsiteY13" fmla="*/ 926268 h 3453339"/>
              <a:gd name="connsiteX14" fmla="*/ 5405170 w 6182536"/>
              <a:gd name="connsiteY14" fmla="*/ 81718 h 3453339"/>
              <a:gd name="connsiteX15" fmla="*/ 294055 w 6182536"/>
              <a:gd name="connsiteY15" fmla="*/ 2069268 h 3453339"/>
              <a:gd name="connsiteX16" fmla="*/ 967715 w 6182536"/>
              <a:gd name="connsiteY16" fmla="*/ 3371385 h 3453339"/>
              <a:gd name="connsiteX0" fmla="*/ 962072 w 6176893"/>
              <a:gd name="connsiteY0" fmla="*/ 3371385 h 3453339"/>
              <a:gd name="connsiteX1" fmla="*/ 4231019 w 6176893"/>
              <a:gd name="connsiteY1" fmla="*/ 2402257 h 3453339"/>
              <a:gd name="connsiteX2" fmla="*/ 4315259 w 6176893"/>
              <a:gd name="connsiteY2" fmla="*/ 2457889 h 3453339"/>
              <a:gd name="connsiteX3" fmla="*/ 920097 w 6176893"/>
              <a:gd name="connsiteY3" fmla="*/ 3449779 h 3453339"/>
              <a:gd name="connsiteX4" fmla="*/ 223642 w 6176893"/>
              <a:gd name="connsiteY4" fmla="*/ 1990528 h 3453339"/>
              <a:gd name="connsiteX5" fmla="*/ 5406512 w 6176893"/>
              <a:gd name="connsiteY5" fmla="*/ 9328 h 3453339"/>
              <a:gd name="connsiteX6" fmla="*/ 6096757 w 6176893"/>
              <a:gd name="connsiteY6" fmla="*/ 958653 h 3453339"/>
              <a:gd name="connsiteX7" fmla="*/ 2370260 w 6176893"/>
              <a:gd name="connsiteY7" fmla="*/ 2421376 h 3453339"/>
              <a:gd name="connsiteX8" fmla="*/ 2072443 w 6176893"/>
              <a:gd name="connsiteY8" fmla="*/ 1885436 h 3453339"/>
              <a:gd name="connsiteX9" fmla="*/ 3808851 w 6176893"/>
              <a:gd name="connsiteY9" fmla="*/ 1192968 h 3453339"/>
              <a:gd name="connsiteX10" fmla="*/ 3818376 w 6176893"/>
              <a:gd name="connsiteY10" fmla="*/ 1273931 h 3453339"/>
              <a:gd name="connsiteX11" fmla="*/ 2176266 w 6176893"/>
              <a:gd name="connsiteY11" fmla="*/ 1935918 h 3453339"/>
              <a:gd name="connsiteX12" fmla="*/ 2528692 w 6176893"/>
              <a:gd name="connsiteY12" fmla="*/ 2292153 h 3453339"/>
              <a:gd name="connsiteX13" fmla="*/ 6028177 w 6176893"/>
              <a:gd name="connsiteY13" fmla="*/ 926268 h 3453339"/>
              <a:gd name="connsiteX14" fmla="*/ 5399527 w 6176893"/>
              <a:gd name="connsiteY14" fmla="*/ 81718 h 3453339"/>
              <a:gd name="connsiteX15" fmla="*/ 288412 w 6176893"/>
              <a:gd name="connsiteY15" fmla="*/ 2069268 h 3453339"/>
              <a:gd name="connsiteX16" fmla="*/ 962072 w 6176893"/>
              <a:gd name="connsiteY16" fmla="*/ 3371385 h 34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176893" h="3453339">
                <a:moveTo>
                  <a:pt x="962072" y="3371385"/>
                </a:moveTo>
                <a:cubicBezTo>
                  <a:pt x="1985046" y="3262972"/>
                  <a:pt x="3366160" y="2727840"/>
                  <a:pt x="4231019" y="2402257"/>
                </a:cubicBezTo>
                <a:lnTo>
                  <a:pt x="4315259" y="2457889"/>
                </a:lnTo>
                <a:cubicBezTo>
                  <a:pt x="3297838" y="2843764"/>
                  <a:pt x="1586998" y="3507769"/>
                  <a:pt x="920097" y="3449779"/>
                </a:cubicBezTo>
                <a:cubicBezTo>
                  <a:pt x="-14365" y="3352829"/>
                  <a:pt x="-218576" y="2364338"/>
                  <a:pt x="223642" y="1990528"/>
                </a:cubicBezTo>
                <a:cubicBezTo>
                  <a:pt x="531746" y="1580738"/>
                  <a:pt x="4524814" y="142360"/>
                  <a:pt x="5406512" y="9328"/>
                </a:cubicBezTo>
                <a:cubicBezTo>
                  <a:pt x="6284400" y="-103702"/>
                  <a:pt x="6239844" y="845623"/>
                  <a:pt x="6096757" y="958653"/>
                </a:cubicBezTo>
                <a:cubicBezTo>
                  <a:pt x="5909538" y="1390083"/>
                  <a:pt x="2382960" y="2435664"/>
                  <a:pt x="2370260" y="2421376"/>
                </a:cubicBezTo>
                <a:cubicBezTo>
                  <a:pt x="1814318" y="2433123"/>
                  <a:pt x="1895755" y="2045615"/>
                  <a:pt x="2072443" y="1885436"/>
                </a:cubicBezTo>
                <a:cubicBezTo>
                  <a:pt x="2402961" y="1530153"/>
                  <a:pt x="3785991" y="1185348"/>
                  <a:pt x="3808851" y="1192968"/>
                </a:cubicBezTo>
                <a:cubicBezTo>
                  <a:pt x="3824409" y="1186300"/>
                  <a:pt x="3845998" y="1258056"/>
                  <a:pt x="3818376" y="1273931"/>
                </a:cubicBezTo>
                <a:cubicBezTo>
                  <a:pt x="3171629" y="1427919"/>
                  <a:pt x="2356288" y="1717795"/>
                  <a:pt x="2176266" y="1935918"/>
                </a:cubicBezTo>
                <a:cubicBezTo>
                  <a:pt x="2002594" y="2084191"/>
                  <a:pt x="1998784" y="2431853"/>
                  <a:pt x="2528692" y="2292153"/>
                </a:cubicBezTo>
                <a:cubicBezTo>
                  <a:pt x="3733288" y="1873053"/>
                  <a:pt x="5231252" y="1524861"/>
                  <a:pt x="6028177" y="926268"/>
                </a:cubicBezTo>
                <a:cubicBezTo>
                  <a:pt x="6212327" y="689625"/>
                  <a:pt x="5943405" y="-59252"/>
                  <a:pt x="5399527" y="81718"/>
                </a:cubicBezTo>
                <a:cubicBezTo>
                  <a:pt x="3865049" y="458908"/>
                  <a:pt x="553749" y="1718475"/>
                  <a:pt x="288412" y="2069268"/>
                </a:cubicBezTo>
                <a:cubicBezTo>
                  <a:pt x="-20435" y="2300107"/>
                  <a:pt x="-32101" y="3216746"/>
                  <a:pt x="962072" y="3371385"/>
                </a:cubicBezTo>
                <a:close/>
              </a:path>
            </a:pathLst>
          </a:cu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EEFCB90-82C3-8055-56C3-B4EF0CA173D6}"/>
              </a:ext>
            </a:extLst>
          </p:cNvPr>
          <p:cNvSpPr/>
          <p:nvPr/>
        </p:nvSpPr>
        <p:spPr>
          <a:xfrm>
            <a:off x="1026221" y="1749243"/>
            <a:ext cx="6176893" cy="3453339"/>
          </a:xfrm>
          <a:custGeom>
            <a:avLst/>
            <a:gdLst>
              <a:gd name="connsiteX0" fmla="*/ 0 w 2231756"/>
              <a:gd name="connsiteY0" fmla="*/ 0 h 1011264"/>
              <a:gd name="connsiteX1" fmla="*/ 2231756 w 2231756"/>
              <a:gd name="connsiteY1" fmla="*/ 0 h 1011264"/>
              <a:gd name="connsiteX2" fmla="*/ 2231756 w 2231756"/>
              <a:gd name="connsiteY2" fmla="*/ 1011264 h 1011264"/>
              <a:gd name="connsiteX3" fmla="*/ 0 w 2231756"/>
              <a:gd name="connsiteY3" fmla="*/ 1011264 h 1011264"/>
              <a:gd name="connsiteX4" fmla="*/ 0 w 2231756"/>
              <a:gd name="connsiteY4" fmla="*/ 0 h 1011264"/>
              <a:gd name="connsiteX0" fmla="*/ 836908 w 3068664"/>
              <a:gd name="connsiteY0" fmla="*/ 0 h 1693189"/>
              <a:gd name="connsiteX1" fmla="*/ 3068664 w 3068664"/>
              <a:gd name="connsiteY1" fmla="*/ 0 h 1693189"/>
              <a:gd name="connsiteX2" fmla="*/ 3068664 w 3068664"/>
              <a:gd name="connsiteY2" fmla="*/ 1011264 h 1693189"/>
              <a:gd name="connsiteX3" fmla="*/ 0 w 3068664"/>
              <a:gd name="connsiteY3" fmla="*/ 1693189 h 1693189"/>
              <a:gd name="connsiteX4" fmla="*/ 836908 w 3068664"/>
              <a:gd name="connsiteY4" fmla="*/ 0 h 1693189"/>
              <a:gd name="connsiteX0" fmla="*/ 836908 w 3316637"/>
              <a:gd name="connsiteY0" fmla="*/ 0 h 1693189"/>
              <a:gd name="connsiteX1" fmla="*/ 3068664 w 3316637"/>
              <a:gd name="connsiteY1" fmla="*/ 0 h 1693189"/>
              <a:gd name="connsiteX2" fmla="*/ 3316637 w 3316637"/>
              <a:gd name="connsiteY2" fmla="*/ 1600200 h 1693189"/>
              <a:gd name="connsiteX3" fmla="*/ 0 w 3316637"/>
              <a:gd name="connsiteY3" fmla="*/ 1693189 h 1693189"/>
              <a:gd name="connsiteX4" fmla="*/ 836908 w 3316637"/>
              <a:gd name="connsiteY4" fmla="*/ 0 h 1693189"/>
              <a:gd name="connsiteX0" fmla="*/ 836908 w 3316637"/>
              <a:gd name="connsiteY0" fmla="*/ 0 h 1693189"/>
              <a:gd name="connsiteX1" fmla="*/ 3177152 w 3316637"/>
              <a:gd name="connsiteY1" fmla="*/ 1348353 h 1693189"/>
              <a:gd name="connsiteX2" fmla="*/ 3316637 w 3316637"/>
              <a:gd name="connsiteY2" fmla="*/ 1600200 h 1693189"/>
              <a:gd name="connsiteX3" fmla="*/ 0 w 3316637"/>
              <a:gd name="connsiteY3" fmla="*/ 1693189 h 1693189"/>
              <a:gd name="connsiteX4" fmla="*/ 836908 w 3316637"/>
              <a:gd name="connsiteY4" fmla="*/ 0 h 1693189"/>
              <a:gd name="connsiteX0" fmla="*/ 976393 w 3456122"/>
              <a:gd name="connsiteY0" fmla="*/ 0 h 2592090"/>
              <a:gd name="connsiteX1" fmla="*/ 3316637 w 3456122"/>
              <a:gd name="connsiteY1" fmla="*/ 1348353 h 2592090"/>
              <a:gd name="connsiteX2" fmla="*/ 3456122 w 3456122"/>
              <a:gd name="connsiteY2" fmla="*/ 1600200 h 2592090"/>
              <a:gd name="connsiteX3" fmla="*/ 0 w 3456122"/>
              <a:gd name="connsiteY3" fmla="*/ 2592090 h 2592090"/>
              <a:gd name="connsiteX4" fmla="*/ 976393 w 3456122"/>
              <a:gd name="connsiteY4" fmla="*/ 0 h 2592090"/>
              <a:gd name="connsiteX0" fmla="*/ 232475 w 3456122"/>
              <a:gd name="connsiteY0" fmla="*/ 883403 h 1243737"/>
              <a:gd name="connsiteX1" fmla="*/ 3316637 w 3456122"/>
              <a:gd name="connsiteY1" fmla="*/ 0 h 1243737"/>
              <a:gd name="connsiteX2" fmla="*/ 3456122 w 3456122"/>
              <a:gd name="connsiteY2" fmla="*/ 251847 h 1243737"/>
              <a:gd name="connsiteX3" fmla="*/ 0 w 3456122"/>
              <a:gd name="connsiteY3" fmla="*/ 1243737 h 1243737"/>
              <a:gd name="connsiteX4" fmla="*/ 232475 w 3456122"/>
              <a:gd name="connsiteY4" fmla="*/ 883403 h 1243737"/>
              <a:gd name="connsiteX0" fmla="*/ 834417 w 4058064"/>
              <a:gd name="connsiteY0" fmla="*/ 1134477 h 1494811"/>
              <a:gd name="connsiteX1" fmla="*/ 3918579 w 4058064"/>
              <a:gd name="connsiteY1" fmla="*/ 251074 h 1494811"/>
              <a:gd name="connsiteX2" fmla="*/ 4058064 w 4058064"/>
              <a:gd name="connsiteY2" fmla="*/ 502921 h 1494811"/>
              <a:gd name="connsiteX3" fmla="*/ 601942 w 4058064"/>
              <a:gd name="connsiteY3" fmla="*/ 1494811 h 1494811"/>
              <a:gd name="connsiteX4" fmla="*/ 737 w 4058064"/>
              <a:gd name="connsiteY4" fmla="*/ 0 h 1494811"/>
              <a:gd name="connsiteX5" fmla="*/ 834417 w 4058064"/>
              <a:gd name="connsiteY5" fmla="*/ 1134477 h 1494811"/>
              <a:gd name="connsiteX0" fmla="*/ 834417 w 4058064"/>
              <a:gd name="connsiteY0" fmla="*/ 1194915 h 1555249"/>
              <a:gd name="connsiteX1" fmla="*/ 3918579 w 4058064"/>
              <a:gd name="connsiteY1" fmla="*/ 311512 h 1555249"/>
              <a:gd name="connsiteX2" fmla="*/ 4058064 w 4058064"/>
              <a:gd name="connsiteY2" fmla="*/ 563359 h 1555249"/>
              <a:gd name="connsiteX3" fmla="*/ 601942 w 4058064"/>
              <a:gd name="connsiteY3" fmla="*/ 1555249 h 1555249"/>
              <a:gd name="connsiteX4" fmla="*/ 737 w 4058064"/>
              <a:gd name="connsiteY4" fmla="*/ 60438 h 1555249"/>
              <a:gd name="connsiteX5" fmla="*/ 175997 w 4058064"/>
              <a:gd name="connsiteY5" fmla="*/ 90918 h 1555249"/>
              <a:gd name="connsiteX6" fmla="*/ 834417 w 4058064"/>
              <a:gd name="connsiteY6" fmla="*/ 1194915 h 1555249"/>
              <a:gd name="connsiteX0" fmla="*/ 836405 w 4060052"/>
              <a:gd name="connsiteY0" fmla="*/ 2094623 h 2454957"/>
              <a:gd name="connsiteX1" fmla="*/ 3920567 w 4060052"/>
              <a:gd name="connsiteY1" fmla="*/ 1211220 h 2454957"/>
              <a:gd name="connsiteX2" fmla="*/ 4060052 w 4060052"/>
              <a:gd name="connsiteY2" fmla="*/ 1463067 h 2454957"/>
              <a:gd name="connsiteX3" fmla="*/ 603930 w 4060052"/>
              <a:gd name="connsiteY3" fmla="*/ 2454957 h 2454957"/>
              <a:gd name="connsiteX4" fmla="*/ 2725 w 4060052"/>
              <a:gd name="connsiteY4" fmla="*/ 960146 h 2454957"/>
              <a:gd name="connsiteX5" fmla="*/ 2052505 w 4060052"/>
              <a:gd name="connsiteY5" fmla="*/ 26 h 2454957"/>
              <a:gd name="connsiteX6" fmla="*/ 177985 w 4060052"/>
              <a:gd name="connsiteY6" fmla="*/ 990626 h 2454957"/>
              <a:gd name="connsiteX7" fmla="*/ 836405 w 4060052"/>
              <a:gd name="connsiteY7" fmla="*/ 2094623 h 2454957"/>
              <a:gd name="connsiteX0" fmla="*/ 834787 w 5226009"/>
              <a:gd name="connsiteY0" fmla="*/ 3148707 h 3509041"/>
              <a:gd name="connsiteX1" fmla="*/ 3918949 w 5226009"/>
              <a:gd name="connsiteY1" fmla="*/ 2265304 h 3509041"/>
              <a:gd name="connsiteX2" fmla="*/ 4058434 w 5226009"/>
              <a:gd name="connsiteY2" fmla="*/ 2517151 h 3509041"/>
              <a:gd name="connsiteX3" fmla="*/ 602312 w 5226009"/>
              <a:gd name="connsiteY3" fmla="*/ 3509041 h 3509041"/>
              <a:gd name="connsiteX4" fmla="*/ 1107 w 5226009"/>
              <a:gd name="connsiteY4" fmla="*/ 2014230 h 3509041"/>
              <a:gd name="connsiteX5" fmla="*/ 5225887 w 5226009"/>
              <a:gd name="connsiteY5" fmla="*/ 10 h 3509041"/>
              <a:gd name="connsiteX6" fmla="*/ 176367 w 5226009"/>
              <a:gd name="connsiteY6" fmla="*/ 2044710 h 3509041"/>
              <a:gd name="connsiteX7" fmla="*/ 834787 w 5226009"/>
              <a:gd name="connsiteY7" fmla="*/ 3148707 h 3509041"/>
              <a:gd name="connsiteX0" fmla="*/ 834787 w 5657949"/>
              <a:gd name="connsiteY0" fmla="*/ 3273575 h 3633909"/>
              <a:gd name="connsiteX1" fmla="*/ 3918949 w 5657949"/>
              <a:gd name="connsiteY1" fmla="*/ 2390172 h 3633909"/>
              <a:gd name="connsiteX2" fmla="*/ 4058434 w 5657949"/>
              <a:gd name="connsiteY2" fmla="*/ 2642019 h 3633909"/>
              <a:gd name="connsiteX3" fmla="*/ 602312 w 5657949"/>
              <a:gd name="connsiteY3" fmla="*/ 3633909 h 3633909"/>
              <a:gd name="connsiteX4" fmla="*/ 1107 w 5657949"/>
              <a:gd name="connsiteY4" fmla="*/ 2139098 h 3633909"/>
              <a:gd name="connsiteX5" fmla="*/ 5225887 w 5657949"/>
              <a:gd name="connsiteY5" fmla="*/ 124878 h 3633909"/>
              <a:gd name="connsiteX6" fmla="*/ 5144607 w 5657949"/>
              <a:gd name="connsiteY6" fmla="*/ 254418 h 3633909"/>
              <a:gd name="connsiteX7" fmla="*/ 176367 w 5657949"/>
              <a:gd name="connsiteY7" fmla="*/ 2169578 h 3633909"/>
              <a:gd name="connsiteX8" fmla="*/ 834787 w 5657949"/>
              <a:gd name="connsiteY8" fmla="*/ 3273575 h 363390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5144607 w 5924185"/>
              <a:gd name="connsiteY7" fmla="*/ 187068 h 3566559"/>
              <a:gd name="connsiteX8" fmla="*/ 176367 w 5924185"/>
              <a:gd name="connsiteY8" fmla="*/ 2102228 h 3566559"/>
              <a:gd name="connsiteX9" fmla="*/ 834787 w 5924185"/>
              <a:gd name="connsiteY9" fmla="*/ 3206225 h 356655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5801832 w 5924185"/>
              <a:gd name="connsiteY7" fmla="*/ 1012568 h 3566559"/>
              <a:gd name="connsiteX8" fmla="*/ 5144607 w 5924185"/>
              <a:gd name="connsiteY8" fmla="*/ 187068 h 3566559"/>
              <a:gd name="connsiteX9" fmla="*/ 176367 w 5924185"/>
              <a:gd name="connsiteY9" fmla="*/ 2102228 h 3566559"/>
              <a:gd name="connsiteX10" fmla="*/ 834787 w 5924185"/>
              <a:gd name="connsiteY10" fmla="*/ 3206225 h 356655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5092220 w 5924185"/>
              <a:gd name="connsiteY7" fmla="*/ 1531681 h 3566559"/>
              <a:gd name="connsiteX8" fmla="*/ 5801832 w 5924185"/>
              <a:gd name="connsiteY8" fmla="*/ 1012568 h 3566559"/>
              <a:gd name="connsiteX9" fmla="*/ 5144607 w 5924185"/>
              <a:gd name="connsiteY9" fmla="*/ 187068 h 3566559"/>
              <a:gd name="connsiteX10" fmla="*/ 176367 w 5924185"/>
              <a:gd name="connsiteY10" fmla="*/ 2102228 h 3566559"/>
              <a:gd name="connsiteX11" fmla="*/ 834787 w 5924185"/>
              <a:gd name="connsiteY11" fmla="*/ 3206225 h 356655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2166140 w 5924185"/>
              <a:gd name="connsiteY7" fmla="*/ 2491801 h 3566559"/>
              <a:gd name="connsiteX8" fmla="*/ 5801832 w 5924185"/>
              <a:gd name="connsiteY8" fmla="*/ 1012568 h 3566559"/>
              <a:gd name="connsiteX9" fmla="*/ 5144607 w 5924185"/>
              <a:gd name="connsiteY9" fmla="*/ 187068 h 3566559"/>
              <a:gd name="connsiteX10" fmla="*/ 176367 w 5924185"/>
              <a:gd name="connsiteY10" fmla="*/ 2102228 h 3566559"/>
              <a:gd name="connsiteX11" fmla="*/ 834787 w 5924185"/>
              <a:gd name="connsiteY11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2454747 w 5975626"/>
              <a:gd name="connsiteY8" fmla="*/ 2330828 h 3566559"/>
              <a:gd name="connsiteX9" fmla="*/ 5801832 w 5975626"/>
              <a:gd name="connsiteY9" fmla="*/ 1012568 h 3566559"/>
              <a:gd name="connsiteX10" fmla="*/ 5144607 w 5975626"/>
              <a:gd name="connsiteY10" fmla="*/ 187068 h 3566559"/>
              <a:gd name="connsiteX11" fmla="*/ 176367 w 5975626"/>
              <a:gd name="connsiteY11" fmla="*/ 2102228 h 3566559"/>
              <a:gd name="connsiteX12" fmla="*/ 834787 w 5975626"/>
              <a:gd name="connsiteY12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2454747 w 5975626"/>
              <a:gd name="connsiteY9" fmla="*/ 2330828 h 3566559"/>
              <a:gd name="connsiteX10" fmla="*/ 5801832 w 5975626"/>
              <a:gd name="connsiteY10" fmla="*/ 1012568 h 3566559"/>
              <a:gd name="connsiteX11" fmla="*/ 5144607 w 5975626"/>
              <a:gd name="connsiteY11" fmla="*/ 187068 h 3566559"/>
              <a:gd name="connsiteX12" fmla="*/ 176367 w 5975626"/>
              <a:gd name="connsiteY12" fmla="*/ 2102228 h 3566559"/>
              <a:gd name="connsiteX13" fmla="*/ 834787 w 5975626"/>
              <a:gd name="connsiteY13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1959446 w 5975626"/>
              <a:gd name="connsiteY9" fmla="*/ 2003168 h 3566559"/>
              <a:gd name="connsiteX10" fmla="*/ 2454747 w 5975626"/>
              <a:gd name="connsiteY10" fmla="*/ 2330828 h 3566559"/>
              <a:gd name="connsiteX11" fmla="*/ 5801832 w 5975626"/>
              <a:gd name="connsiteY11" fmla="*/ 1012568 h 3566559"/>
              <a:gd name="connsiteX12" fmla="*/ 5144607 w 5975626"/>
              <a:gd name="connsiteY12" fmla="*/ 187068 h 3566559"/>
              <a:gd name="connsiteX13" fmla="*/ 176367 w 5975626"/>
              <a:gd name="connsiteY13" fmla="*/ 2102228 h 3566559"/>
              <a:gd name="connsiteX14" fmla="*/ 834787 w 5975626"/>
              <a:gd name="connsiteY14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1959446 w 5975626"/>
              <a:gd name="connsiteY10" fmla="*/ 2003168 h 3566559"/>
              <a:gd name="connsiteX11" fmla="*/ 2454747 w 5975626"/>
              <a:gd name="connsiteY11" fmla="*/ 2330828 h 3566559"/>
              <a:gd name="connsiteX12" fmla="*/ 5801832 w 5975626"/>
              <a:gd name="connsiteY12" fmla="*/ 1012568 h 3566559"/>
              <a:gd name="connsiteX13" fmla="*/ 5144607 w 5975626"/>
              <a:gd name="connsiteY13" fmla="*/ 187068 h 3566559"/>
              <a:gd name="connsiteX14" fmla="*/ 176367 w 5975626"/>
              <a:gd name="connsiteY14" fmla="*/ 2102228 h 3566559"/>
              <a:gd name="connsiteX15" fmla="*/ 834787 w 5975626"/>
              <a:gd name="connsiteY15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3592031 w 5975626"/>
              <a:gd name="connsiteY10" fmla="*/ 1360231 h 3566559"/>
              <a:gd name="connsiteX11" fmla="*/ 1959446 w 5975626"/>
              <a:gd name="connsiteY11" fmla="*/ 2003168 h 3566559"/>
              <a:gd name="connsiteX12" fmla="*/ 2454747 w 5975626"/>
              <a:gd name="connsiteY12" fmla="*/ 2330828 h 3566559"/>
              <a:gd name="connsiteX13" fmla="*/ 5801832 w 5975626"/>
              <a:gd name="connsiteY13" fmla="*/ 1012568 h 3566559"/>
              <a:gd name="connsiteX14" fmla="*/ 5144607 w 5975626"/>
              <a:gd name="connsiteY14" fmla="*/ 187068 h 3566559"/>
              <a:gd name="connsiteX15" fmla="*/ 176367 w 5975626"/>
              <a:gd name="connsiteY15" fmla="*/ 2102228 h 3566559"/>
              <a:gd name="connsiteX16" fmla="*/ 834787 w 5975626"/>
              <a:gd name="connsiteY16" fmla="*/ 3206225 h 3566559"/>
              <a:gd name="connsiteX0" fmla="*/ 834787 w 5975626"/>
              <a:gd name="connsiteY0" fmla="*/ 3206225 h 3566559"/>
              <a:gd name="connsiteX1" fmla="*/ 3949429 w 5975626"/>
              <a:gd name="connsiteY1" fmla="*/ 235330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3592031 w 5975626"/>
              <a:gd name="connsiteY10" fmla="*/ 1360231 h 3566559"/>
              <a:gd name="connsiteX11" fmla="*/ 1959446 w 5975626"/>
              <a:gd name="connsiteY11" fmla="*/ 2003168 h 3566559"/>
              <a:gd name="connsiteX12" fmla="*/ 2454747 w 5975626"/>
              <a:gd name="connsiteY12" fmla="*/ 2330828 h 3566559"/>
              <a:gd name="connsiteX13" fmla="*/ 5801832 w 5975626"/>
              <a:gd name="connsiteY13" fmla="*/ 1012568 h 3566559"/>
              <a:gd name="connsiteX14" fmla="*/ 5144607 w 5975626"/>
              <a:gd name="connsiteY14" fmla="*/ 187068 h 3566559"/>
              <a:gd name="connsiteX15" fmla="*/ 176367 w 5975626"/>
              <a:gd name="connsiteY15" fmla="*/ 2102228 h 3566559"/>
              <a:gd name="connsiteX16" fmla="*/ 834787 w 5975626"/>
              <a:gd name="connsiteY16" fmla="*/ 3206225 h 3566559"/>
              <a:gd name="connsiteX0" fmla="*/ 834787 w 5975626"/>
              <a:gd name="connsiteY0" fmla="*/ 3206225 h 3566559"/>
              <a:gd name="connsiteX1" fmla="*/ 3949429 w 5975626"/>
              <a:gd name="connsiteY1" fmla="*/ 2353302 h 3566559"/>
              <a:gd name="connsiteX2" fmla="*/ 4088914 w 5975626"/>
              <a:gd name="connsiteY2" fmla="*/ 254418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3592031 w 5975626"/>
              <a:gd name="connsiteY10" fmla="*/ 1360231 h 3566559"/>
              <a:gd name="connsiteX11" fmla="*/ 1959446 w 5975626"/>
              <a:gd name="connsiteY11" fmla="*/ 2003168 h 3566559"/>
              <a:gd name="connsiteX12" fmla="*/ 2454747 w 5975626"/>
              <a:gd name="connsiteY12" fmla="*/ 2330828 h 3566559"/>
              <a:gd name="connsiteX13" fmla="*/ 5801832 w 5975626"/>
              <a:gd name="connsiteY13" fmla="*/ 1012568 h 3566559"/>
              <a:gd name="connsiteX14" fmla="*/ 5144607 w 5975626"/>
              <a:gd name="connsiteY14" fmla="*/ 187068 h 3566559"/>
              <a:gd name="connsiteX15" fmla="*/ 176367 w 5975626"/>
              <a:gd name="connsiteY15" fmla="*/ 2102228 h 3566559"/>
              <a:gd name="connsiteX16" fmla="*/ 834787 w 5975626"/>
              <a:gd name="connsiteY16" fmla="*/ 3206225 h 3566559"/>
              <a:gd name="connsiteX0" fmla="*/ 834787 w 5975626"/>
              <a:gd name="connsiteY0" fmla="*/ 3206225 h 3551319"/>
              <a:gd name="connsiteX1" fmla="*/ 3949429 w 5975626"/>
              <a:gd name="connsiteY1" fmla="*/ 2353302 h 3551319"/>
              <a:gd name="connsiteX2" fmla="*/ 4088914 w 5975626"/>
              <a:gd name="connsiteY2" fmla="*/ 2544189 h 3551319"/>
              <a:gd name="connsiteX3" fmla="*/ 701372 w 5975626"/>
              <a:gd name="connsiteY3" fmla="*/ 3551319 h 3551319"/>
              <a:gd name="connsiteX4" fmla="*/ 1107 w 5975626"/>
              <a:gd name="connsiteY4" fmla="*/ 2071748 h 3551319"/>
              <a:gd name="connsiteX5" fmla="*/ 5225887 w 5975626"/>
              <a:gd name="connsiteY5" fmla="*/ 57528 h 3551319"/>
              <a:gd name="connsiteX6" fmla="*/ 5878032 w 5975626"/>
              <a:gd name="connsiteY6" fmla="*/ 1098293 h 3551319"/>
              <a:gd name="connsiteX7" fmla="*/ 2166140 w 5975626"/>
              <a:gd name="connsiteY7" fmla="*/ 2491801 h 3551319"/>
              <a:gd name="connsiteX8" fmla="*/ 1822286 w 5975626"/>
              <a:gd name="connsiteY8" fmla="*/ 1957448 h 3551319"/>
              <a:gd name="connsiteX9" fmla="*/ 3582506 w 5975626"/>
              <a:gd name="connsiteY9" fmla="*/ 1279268 h 3551319"/>
              <a:gd name="connsiteX10" fmla="*/ 3592031 w 5975626"/>
              <a:gd name="connsiteY10" fmla="*/ 1360231 h 3551319"/>
              <a:gd name="connsiteX11" fmla="*/ 1959446 w 5975626"/>
              <a:gd name="connsiteY11" fmla="*/ 2003168 h 3551319"/>
              <a:gd name="connsiteX12" fmla="*/ 2454747 w 5975626"/>
              <a:gd name="connsiteY12" fmla="*/ 2330828 h 3551319"/>
              <a:gd name="connsiteX13" fmla="*/ 5801832 w 5975626"/>
              <a:gd name="connsiteY13" fmla="*/ 1012568 h 3551319"/>
              <a:gd name="connsiteX14" fmla="*/ 5144607 w 5975626"/>
              <a:gd name="connsiteY14" fmla="*/ 187068 h 3551319"/>
              <a:gd name="connsiteX15" fmla="*/ 176367 w 5975626"/>
              <a:gd name="connsiteY15" fmla="*/ 2102228 h 3551319"/>
              <a:gd name="connsiteX16" fmla="*/ 834787 w 5975626"/>
              <a:gd name="connsiteY16" fmla="*/ 3206225 h 3551319"/>
              <a:gd name="connsiteX0" fmla="*/ 819547 w 5975626"/>
              <a:gd name="connsiteY0" fmla="*/ 3297665 h 3551319"/>
              <a:gd name="connsiteX1" fmla="*/ 3949429 w 5975626"/>
              <a:gd name="connsiteY1" fmla="*/ 2353302 h 3551319"/>
              <a:gd name="connsiteX2" fmla="*/ 4088914 w 5975626"/>
              <a:gd name="connsiteY2" fmla="*/ 2544189 h 3551319"/>
              <a:gd name="connsiteX3" fmla="*/ 701372 w 5975626"/>
              <a:gd name="connsiteY3" fmla="*/ 3551319 h 3551319"/>
              <a:gd name="connsiteX4" fmla="*/ 1107 w 5975626"/>
              <a:gd name="connsiteY4" fmla="*/ 2071748 h 3551319"/>
              <a:gd name="connsiteX5" fmla="*/ 5225887 w 5975626"/>
              <a:gd name="connsiteY5" fmla="*/ 57528 h 3551319"/>
              <a:gd name="connsiteX6" fmla="*/ 5878032 w 5975626"/>
              <a:gd name="connsiteY6" fmla="*/ 1098293 h 3551319"/>
              <a:gd name="connsiteX7" fmla="*/ 2166140 w 5975626"/>
              <a:gd name="connsiteY7" fmla="*/ 2491801 h 3551319"/>
              <a:gd name="connsiteX8" fmla="*/ 1822286 w 5975626"/>
              <a:gd name="connsiteY8" fmla="*/ 1957448 h 3551319"/>
              <a:gd name="connsiteX9" fmla="*/ 3582506 w 5975626"/>
              <a:gd name="connsiteY9" fmla="*/ 1279268 h 3551319"/>
              <a:gd name="connsiteX10" fmla="*/ 3592031 w 5975626"/>
              <a:gd name="connsiteY10" fmla="*/ 1360231 h 3551319"/>
              <a:gd name="connsiteX11" fmla="*/ 1959446 w 5975626"/>
              <a:gd name="connsiteY11" fmla="*/ 2003168 h 3551319"/>
              <a:gd name="connsiteX12" fmla="*/ 2454747 w 5975626"/>
              <a:gd name="connsiteY12" fmla="*/ 2330828 h 3551319"/>
              <a:gd name="connsiteX13" fmla="*/ 5801832 w 5975626"/>
              <a:gd name="connsiteY13" fmla="*/ 1012568 h 3551319"/>
              <a:gd name="connsiteX14" fmla="*/ 5144607 w 5975626"/>
              <a:gd name="connsiteY14" fmla="*/ 187068 h 3551319"/>
              <a:gd name="connsiteX15" fmla="*/ 176367 w 5975626"/>
              <a:gd name="connsiteY15" fmla="*/ 2102228 h 3551319"/>
              <a:gd name="connsiteX16" fmla="*/ 819547 w 5975626"/>
              <a:gd name="connsiteY16" fmla="*/ 3297665 h 3551319"/>
              <a:gd name="connsiteX0" fmla="*/ 819547 w 5975626"/>
              <a:gd name="connsiteY0" fmla="*/ 3297665 h 3574179"/>
              <a:gd name="connsiteX1" fmla="*/ 3949429 w 5975626"/>
              <a:gd name="connsiteY1" fmla="*/ 2353302 h 3574179"/>
              <a:gd name="connsiteX2" fmla="*/ 4088914 w 5975626"/>
              <a:gd name="connsiteY2" fmla="*/ 2544189 h 3574179"/>
              <a:gd name="connsiteX3" fmla="*/ 693752 w 5975626"/>
              <a:gd name="connsiteY3" fmla="*/ 3574179 h 3574179"/>
              <a:gd name="connsiteX4" fmla="*/ 1107 w 5975626"/>
              <a:gd name="connsiteY4" fmla="*/ 2071748 h 3574179"/>
              <a:gd name="connsiteX5" fmla="*/ 5225887 w 5975626"/>
              <a:gd name="connsiteY5" fmla="*/ 57528 h 3574179"/>
              <a:gd name="connsiteX6" fmla="*/ 5878032 w 5975626"/>
              <a:gd name="connsiteY6" fmla="*/ 1098293 h 3574179"/>
              <a:gd name="connsiteX7" fmla="*/ 2166140 w 5975626"/>
              <a:gd name="connsiteY7" fmla="*/ 2491801 h 3574179"/>
              <a:gd name="connsiteX8" fmla="*/ 1822286 w 5975626"/>
              <a:gd name="connsiteY8" fmla="*/ 1957448 h 3574179"/>
              <a:gd name="connsiteX9" fmla="*/ 3582506 w 5975626"/>
              <a:gd name="connsiteY9" fmla="*/ 1279268 h 3574179"/>
              <a:gd name="connsiteX10" fmla="*/ 3592031 w 5975626"/>
              <a:gd name="connsiteY10" fmla="*/ 1360231 h 3574179"/>
              <a:gd name="connsiteX11" fmla="*/ 1959446 w 5975626"/>
              <a:gd name="connsiteY11" fmla="*/ 2003168 h 3574179"/>
              <a:gd name="connsiteX12" fmla="*/ 2454747 w 5975626"/>
              <a:gd name="connsiteY12" fmla="*/ 2330828 h 3574179"/>
              <a:gd name="connsiteX13" fmla="*/ 5801832 w 5975626"/>
              <a:gd name="connsiteY13" fmla="*/ 1012568 h 3574179"/>
              <a:gd name="connsiteX14" fmla="*/ 5144607 w 5975626"/>
              <a:gd name="connsiteY14" fmla="*/ 187068 h 3574179"/>
              <a:gd name="connsiteX15" fmla="*/ 176367 w 5975626"/>
              <a:gd name="connsiteY15" fmla="*/ 2102228 h 3574179"/>
              <a:gd name="connsiteX16" fmla="*/ 819547 w 5975626"/>
              <a:gd name="connsiteY16" fmla="*/ 3297665 h 3574179"/>
              <a:gd name="connsiteX0" fmla="*/ 857965 w 6014044"/>
              <a:gd name="connsiteY0" fmla="*/ 3297665 h 3574179"/>
              <a:gd name="connsiteX1" fmla="*/ 3987847 w 6014044"/>
              <a:gd name="connsiteY1" fmla="*/ 2353302 h 3574179"/>
              <a:gd name="connsiteX2" fmla="*/ 4127332 w 6014044"/>
              <a:gd name="connsiteY2" fmla="*/ 2544189 h 3574179"/>
              <a:gd name="connsiteX3" fmla="*/ 732170 w 6014044"/>
              <a:gd name="connsiteY3" fmla="*/ 3574179 h 3574179"/>
              <a:gd name="connsiteX4" fmla="*/ 39525 w 6014044"/>
              <a:gd name="connsiteY4" fmla="*/ 2071748 h 3574179"/>
              <a:gd name="connsiteX5" fmla="*/ 5264305 w 6014044"/>
              <a:gd name="connsiteY5" fmla="*/ 57528 h 3574179"/>
              <a:gd name="connsiteX6" fmla="*/ 5916450 w 6014044"/>
              <a:gd name="connsiteY6" fmla="*/ 1098293 h 3574179"/>
              <a:gd name="connsiteX7" fmla="*/ 2204558 w 6014044"/>
              <a:gd name="connsiteY7" fmla="*/ 2491801 h 3574179"/>
              <a:gd name="connsiteX8" fmla="*/ 1860704 w 6014044"/>
              <a:gd name="connsiteY8" fmla="*/ 1957448 h 3574179"/>
              <a:gd name="connsiteX9" fmla="*/ 3620924 w 6014044"/>
              <a:gd name="connsiteY9" fmla="*/ 1279268 h 3574179"/>
              <a:gd name="connsiteX10" fmla="*/ 3630449 w 6014044"/>
              <a:gd name="connsiteY10" fmla="*/ 1360231 h 3574179"/>
              <a:gd name="connsiteX11" fmla="*/ 1997864 w 6014044"/>
              <a:gd name="connsiteY11" fmla="*/ 2003168 h 3574179"/>
              <a:gd name="connsiteX12" fmla="*/ 2493165 w 6014044"/>
              <a:gd name="connsiteY12" fmla="*/ 2330828 h 3574179"/>
              <a:gd name="connsiteX13" fmla="*/ 5840250 w 6014044"/>
              <a:gd name="connsiteY13" fmla="*/ 1012568 h 3574179"/>
              <a:gd name="connsiteX14" fmla="*/ 5183025 w 6014044"/>
              <a:gd name="connsiteY14" fmla="*/ 187068 h 3574179"/>
              <a:gd name="connsiteX15" fmla="*/ 214785 w 6014044"/>
              <a:gd name="connsiteY15" fmla="*/ 2102228 h 3574179"/>
              <a:gd name="connsiteX16" fmla="*/ 857965 w 6014044"/>
              <a:gd name="connsiteY16" fmla="*/ 3297665 h 3574179"/>
              <a:gd name="connsiteX0" fmla="*/ 857965 w 6014044"/>
              <a:gd name="connsiteY0" fmla="*/ 3297665 h 3536079"/>
              <a:gd name="connsiteX1" fmla="*/ 3987847 w 6014044"/>
              <a:gd name="connsiteY1" fmla="*/ 235330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857965 w 6014044"/>
              <a:gd name="connsiteY0" fmla="*/ 3297665 h 3536079"/>
              <a:gd name="connsiteX1" fmla="*/ 3987847 w 6014044"/>
              <a:gd name="connsiteY1" fmla="*/ 235330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857965 w 6014044"/>
              <a:gd name="connsiteY0" fmla="*/ 3297665 h 3536079"/>
              <a:gd name="connsiteX1" fmla="*/ 3987847 w 6014044"/>
              <a:gd name="connsiteY1" fmla="*/ 235330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857965 w 6014044"/>
              <a:gd name="connsiteY0" fmla="*/ 329766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63131 w 6003030"/>
              <a:gd name="connsiteY0" fmla="*/ 3457685 h 3536079"/>
              <a:gd name="connsiteX1" fmla="*/ 4060653 w 6003030"/>
              <a:gd name="connsiteY1" fmla="*/ 2498082 h 3536079"/>
              <a:gd name="connsiteX2" fmla="*/ 4116318 w 6003030"/>
              <a:gd name="connsiteY2" fmla="*/ 2544189 h 3536079"/>
              <a:gd name="connsiteX3" fmla="*/ 721156 w 6003030"/>
              <a:gd name="connsiteY3" fmla="*/ 3536079 h 3536079"/>
              <a:gd name="connsiteX4" fmla="*/ 43751 w 6003030"/>
              <a:gd name="connsiteY4" fmla="*/ 2102228 h 3536079"/>
              <a:gd name="connsiteX5" fmla="*/ 5253291 w 6003030"/>
              <a:gd name="connsiteY5" fmla="*/ 57528 h 3536079"/>
              <a:gd name="connsiteX6" fmla="*/ 5905436 w 6003030"/>
              <a:gd name="connsiteY6" fmla="*/ 1098293 h 3536079"/>
              <a:gd name="connsiteX7" fmla="*/ 2193544 w 6003030"/>
              <a:gd name="connsiteY7" fmla="*/ 2491801 h 3536079"/>
              <a:gd name="connsiteX8" fmla="*/ 1849690 w 6003030"/>
              <a:gd name="connsiteY8" fmla="*/ 1957448 h 3536079"/>
              <a:gd name="connsiteX9" fmla="*/ 3609910 w 6003030"/>
              <a:gd name="connsiteY9" fmla="*/ 1279268 h 3536079"/>
              <a:gd name="connsiteX10" fmla="*/ 3619435 w 6003030"/>
              <a:gd name="connsiteY10" fmla="*/ 1360231 h 3536079"/>
              <a:gd name="connsiteX11" fmla="*/ 1986850 w 6003030"/>
              <a:gd name="connsiteY11" fmla="*/ 2003168 h 3536079"/>
              <a:gd name="connsiteX12" fmla="*/ 2482151 w 6003030"/>
              <a:gd name="connsiteY12" fmla="*/ 2330828 h 3536079"/>
              <a:gd name="connsiteX13" fmla="*/ 5829236 w 6003030"/>
              <a:gd name="connsiteY13" fmla="*/ 1012568 h 3536079"/>
              <a:gd name="connsiteX14" fmla="*/ 5172011 w 6003030"/>
              <a:gd name="connsiteY14" fmla="*/ 187068 h 3536079"/>
              <a:gd name="connsiteX15" fmla="*/ 203771 w 6003030"/>
              <a:gd name="connsiteY15" fmla="*/ 2102228 h 3536079"/>
              <a:gd name="connsiteX16" fmla="*/ 763131 w 6003030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400002 w 6199261"/>
              <a:gd name="connsiteY15" fmla="*/ 2102228 h 3536079"/>
              <a:gd name="connsiteX16" fmla="*/ 959362 w 6199261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285702 w 6199261"/>
              <a:gd name="connsiteY15" fmla="*/ 2155568 h 3536079"/>
              <a:gd name="connsiteX16" fmla="*/ 959362 w 6199261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285702 w 6199261"/>
              <a:gd name="connsiteY15" fmla="*/ 2155568 h 3536079"/>
              <a:gd name="connsiteX16" fmla="*/ 959362 w 6199261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285702 w 6199261"/>
              <a:gd name="connsiteY15" fmla="*/ 2155568 h 3536079"/>
              <a:gd name="connsiteX16" fmla="*/ 959362 w 6199261"/>
              <a:gd name="connsiteY16" fmla="*/ 3457685 h 3536079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37332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40380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40380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40380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34553"/>
              <a:gd name="connsiteY0" fmla="*/ 3420978 h 3499372"/>
              <a:gd name="connsiteX1" fmla="*/ 4256884 w 6134553"/>
              <a:gd name="connsiteY1" fmla="*/ 2461375 h 3499372"/>
              <a:gd name="connsiteX2" fmla="*/ 4312549 w 6134553"/>
              <a:gd name="connsiteY2" fmla="*/ 2507482 h 3499372"/>
              <a:gd name="connsiteX3" fmla="*/ 917387 w 6134553"/>
              <a:gd name="connsiteY3" fmla="*/ 3499372 h 3499372"/>
              <a:gd name="connsiteX4" fmla="*/ 239982 w 6134553"/>
              <a:gd name="connsiteY4" fmla="*/ 2065521 h 3499372"/>
              <a:gd name="connsiteX5" fmla="*/ 5403802 w 6134553"/>
              <a:gd name="connsiteY5" fmla="*/ 58921 h 3499372"/>
              <a:gd name="connsiteX6" fmla="*/ 6101667 w 6134553"/>
              <a:gd name="connsiteY6" fmla="*/ 1061586 h 3499372"/>
              <a:gd name="connsiteX7" fmla="*/ 2389775 w 6134553"/>
              <a:gd name="connsiteY7" fmla="*/ 2455094 h 3499372"/>
              <a:gd name="connsiteX8" fmla="*/ 2045921 w 6134553"/>
              <a:gd name="connsiteY8" fmla="*/ 1920741 h 3499372"/>
              <a:gd name="connsiteX9" fmla="*/ 3806141 w 6134553"/>
              <a:gd name="connsiteY9" fmla="*/ 1242561 h 3499372"/>
              <a:gd name="connsiteX10" fmla="*/ 3815666 w 6134553"/>
              <a:gd name="connsiteY10" fmla="*/ 1323524 h 3499372"/>
              <a:gd name="connsiteX11" fmla="*/ 2183081 w 6134553"/>
              <a:gd name="connsiteY11" fmla="*/ 1966461 h 3499372"/>
              <a:gd name="connsiteX12" fmla="*/ 2678382 w 6134553"/>
              <a:gd name="connsiteY12" fmla="*/ 2294121 h 3499372"/>
              <a:gd name="connsiteX13" fmla="*/ 6025467 w 6134553"/>
              <a:gd name="connsiteY13" fmla="*/ 975861 h 3499372"/>
              <a:gd name="connsiteX14" fmla="*/ 5368242 w 6134553"/>
              <a:gd name="connsiteY14" fmla="*/ 150361 h 3499372"/>
              <a:gd name="connsiteX15" fmla="*/ 285702 w 6134553"/>
              <a:gd name="connsiteY15" fmla="*/ 2118861 h 3499372"/>
              <a:gd name="connsiteX16" fmla="*/ 959362 w 6134553"/>
              <a:gd name="connsiteY16" fmla="*/ 3420978 h 3499372"/>
              <a:gd name="connsiteX0" fmla="*/ 959362 w 6130947"/>
              <a:gd name="connsiteY0" fmla="*/ 3422141 h 3500535"/>
              <a:gd name="connsiteX1" fmla="*/ 4256884 w 6130947"/>
              <a:gd name="connsiteY1" fmla="*/ 2462538 h 3500535"/>
              <a:gd name="connsiteX2" fmla="*/ 4312549 w 6130947"/>
              <a:gd name="connsiteY2" fmla="*/ 2508645 h 3500535"/>
              <a:gd name="connsiteX3" fmla="*/ 917387 w 6130947"/>
              <a:gd name="connsiteY3" fmla="*/ 3500535 h 3500535"/>
              <a:gd name="connsiteX4" fmla="*/ 239982 w 6130947"/>
              <a:gd name="connsiteY4" fmla="*/ 2066684 h 3500535"/>
              <a:gd name="connsiteX5" fmla="*/ 5403802 w 6130947"/>
              <a:gd name="connsiteY5" fmla="*/ 60084 h 3500535"/>
              <a:gd name="connsiteX6" fmla="*/ 6071187 w 6130947"/>
              <a:gd name="connsiteY6" fmla="*/ 1032269 h 3500535"/>
              <a:gd name="connsiteX7" fmla="*/ 2389775 w 6130947"/>
              <a:gd name="connsiteY7" fmla="*/ 2456257 h 3500535"/>
              <a:gd name="connsiteX8" fmla="*/ 2045921 w 6130947"/>
              <a:gd name="connsiteY8" fmla="*/ 1921904 h 3500535"/>
              <a:gd name="connsiteX9" fmla="*/ 3806141 w 6130947"/>
              <a:gd name="connsiteY9" fmla="*/ 1243724 h 3500535"/>
              <a:gd name="connsiteX10" fmla="*/ 3815666 w 6130947"/>
              <a:gd name="connsiteY10" fmla="*/ 1324687 h 3500535"/>
              <a:gd name="connsiteX11" fmla="*/ 2183081 w 6130947"/>
              <a:gd name="connsiteY11" fmla="*/ 1967624 h 3500535"/>
              <a:gd name="connsiteX12" fmla="*/ 2678382 w 6130947"/>
              <a:gd name="connsiteY12" fmla="*/ 2295284 h 3500535"/>
              <a:gd name="connsiteX13" fmla="*/ 6025467 w 6130947"/>
              <a:gd name="connsiteY13" fmla="*/ 977024 h 3500535"/>
              <a:gd name="connsiteX14" fmla="*/ 5368242 w 6130947"/>
              <a:gd name="connsiteY14" fmla="*/ 151524 h 3500535"/>
              <a:gd name="connsiteX15" fmla="*/ 285702 w 6130947"/>
              <a:gd name="connsiteY15" fmla="*/ 2120024 h 3500535"/>
              <a:gd name="connsiteX16" fmla="*/ 959362 w 6130947"/>
              <a:gd name="connsiteY16" fmla="*/ 3422141 h 3500535"/>
              <a:gd name="connsiteX0" fmla="*/ 959362 w 6130947"/>
              <a:gd name="connsiteY0" fmla="*/ 3422141 h 3500535"/>
              <a:gd name="connsiteX1" fmla="*/ 4256884 w 6130947"/>
              <a:gd name="connsiteY1" fmla="*/ 2462538 h 3500535"/>
              <a:gd name="connsiteX2" fmla="*/ 4312549 w 6130947"/>
              <a:gd name="connsiteY2" fmla="*/ 2508645 h 3500535"/>
              <a:gd name="connsiteX3" fmla="*/ 917387 w 6130947"/>
              <a:gd name="connsiteY3" fmla="*/ 3500535 h 3500535"/>
              <a:gd name="connsiteX4" fmla="*/ 239982 w 6130947"/>
              <a:gd name="connsiteY4" fmla="*/ 2066684 h 3500535"/>
              <a:gd name="connsiteX5" fmla="*/ 5403802 w 6130947"/>
              <a:gd name="connsiteY5" fmla="*/ 60084 h 3500535"/>
              <a:gd name="connsiteX6" fmla="*/ 6071187 w 6130947"/>
              <a:gd name="connsiteY6" fmla="*/ 1032269 h 3500535"/>
              <a:gd name="connsiteX7" fmla="*/ 2389775 w 6130947"/>
              <a:gd name="connsiteY7" fmla="*/ 2456257 h 3500535"/>
              <a:gd name="connsiteX8" fmla="*/ 2045921 w 6130947"/>
              <a:gd name="connsiteY8" fmla="*/ 1921904 h 3500535"/>
              <a:gd name="connsiteX9" fmla="*/ 3806141 w 6130947"/>
              <a:gd name="connsiteY9" fmla="*/ 1243724 h 3500535"/>
              <a:gd name="connsiteX10" fmla="*/ 3815666 w 6130947"/>
              <a:gd name="connsiteY10" fmla="*/ 1324687 h 3500535"/>
              <a:gd name="connsiteX11" fmla="*/ 2183081 w 6130947"/>
              <a:gd name="connsiteY11" fmla="*/ 1967624 h 3500535"/>
              <a:gd name="connsiteX12" fmla="*/ 2678382 w 6130947"/>
              <a:gd name="connsiteY12" fmla="*/ 2295284 h 3500535"/>
              <a:gd name="connsiteX13" fmla="*/ 6025467 w 6130947"/>
              <a:gd name="connsiteY13" fmla="*/ 977024 h 3500535"/>
              <a:gd name="connsiteX14" fmla="*/ 5368242 w 6130947"/>
              <a:gd name="connsiteY14" fmla="*/ 151524 h 3500535"/>
              <a:gd name="connsiteX15" fmla="*/ 285702 w 6130947"/>
              <a:gd name="connsiteY15" fmla="*/ 2120024 h 3500535"/>
              <a:gd name="connsiteX16" fmla="*/ 959362 w 6130947"/>
              <a:gd name="connsiteY16" fmla="*/ 3422141 h 3500535"/>
              <a:gd name="connsiteX0" fmla="*/ 959362 w 6181710"/>
              <a:gd name="connsiteY0" fmla="*/ 3424293 h 3502687"/>
              <a:gd name="connsiteX1" fmla="*/ 4256884 w 6181710"/>
              <a:gd name="connsiteY1" fmla="*/ 2464690 h 3502687"/>
              <a:gd name="connsiteX2" fmla="*/ 4312549 w 6181710"/>
              <a:gd name="connsiteY2" fmla="*/ 2510797 h 3502687"/>
              <a:gd name="connsiteX3" fmla="*/ 917387 w 6181710"/>
              <a:gd name="connsiteY3" fmla="*/ 3502687 h 3502687"/>
              <a:gd name="connsiteX4" fmla="*/ 239982 w 6181710"/>
              <a:gd name="connsiteY4" fmla="*/ 2068836 h 3502687"/>
              <a:gd name="connsiteX5" fmla="*/ 5403802 w 6181710"/>
              <a:gd name="connsiteY5" fmla="*/ 62236 h 3502687"/>
              <a:gd name="connsiteX6" fmla="*/ 6162627 w 6181710"/>
              <a:gd name="connsiteY6" fmla="*/ 981081 h 3502687"/>
              <a:gd name="connsiteX7" fmla="*/ 2389775 w 6181710"/>
              <a:gd name="connsiteY7" fmla="*/ 2458409 h 3502687"/>
              <a:gd name="connsiteX8" fmla="*/ 2045921 w 6181710"/>
              <a:gd name="connsiteY8" fmla="*/ 1924056 h 3502687"/>
              <a:gd name="connsiteX9" fmla="*/ 3806141 w 6181710"/>
              <a:gd name="connsiteY9" fmla="*/ 1245876 h 3502687"/>
              <a:gd name="connsiteX10" fmla="*/ 3815666 w 6181710"/>
              <a:gd name="connsiteY10" fmla="*/ 1326839 h 3502687"/>
              <a:gd name="connsiteX11" fmla="*/ 2183081 w 6181710"/>
              <a:gd name="connsiteY11" fmla="*/ 1969776 h 3502687"/>
              <a:gd name="connsiteX12" fmla="*/ 2678382 w 6181710"/>
              <a:gd name="connsiteY12" fmla="*/ 2297436 h 3502687"/>
              <a:gd name="connsiteX13" fmla="*/ 6025467 w 6181710"/>
              <a:gd name="connsiteY13" fmla="*/ 979176 h 3502687"/>
              <a:gd name="connsiteX14" fmla="*/ 5368242 w 6181710"/>
              <a:gd name="connsiteY14" fmla="*/ 153676 h 3502687"/>
              <a:gd name="connsiteX15" fmla="*/ 285702 w 6181710"/>
              <a:gd name="connsiteY15" fmla="*/ 2122176 h 3502687"/>
              <a:gd name="connsiteX16" fmla="*/ 959362 w 6181710"/>
              <a:gd name="connsiteY16" fmla="*/ 3424293 h 3502687"/>
              <a:gd name="connsiteX0" fmla="*/ 959362 w 6215057"/>
              <a:gd name="connsiteY0" fmla="*/ 3427148 h 3505542"/>
              <a:gd name="connsiteX1" fmla="*/ 4256884 w 6215057"/>
              <a:gd name="connsiteY1" fmla="*/ 2467545 h 3505542"/>
              <a:gd name="connsiteX2" fmla="*/ 4312549 w 6215057"/>
              <a:gd name="connsiteY2" fmla="*/ 2513652 h 3505542"/>
              <a:gd name="connsiteX3" fmla="*/ 917387 w 6215057"/>
              <a:gd name="connsiteY3" fmla="*/ 3505542 h 3505542"/>
              <a:gd name="connsiteX4" fmla="*/ 239982 w 6215057"/>
              <a:gd name="connsiteY4" fmla="*/ 2071691 h 3505542"/>
              <a:gd name="connsiteX5" fmla="*/ 5403802 w 6215057"/>
              <a:gd name="connsiteY5" fmla="*/ 65091 h 3505542"/>
              <a:gd name="connsiteX6" fmla="*/ 6162627 w 6215057"/>
              <a:gd name="connsiteY6" fmla="*/ 983936 h 3505542"/>
              <a:gd name="connsiteX7" fmla="*/ 2389775 w 6215057"/>
              <a:gd name="connsiteY7" fmla="*/ 2461264 h 3505542"/>
              <a:gd name="connsiteX8" fmla="*/ 2045921 w 6215057"/>
              <a:gd name="connsiteY8" fmla="*/ 1926911 h 3505542"/>
              <a:gd name="connsiteX9" fmla="*/ 3806141 w 6215057"/>
              <a:gd name="connsiteY9" fmla="*/ 1248731 h 3505542"/>
              <a:gd name="connsiteX10" fmla="*/ 3815666 w 6215057"/>
              <a:gd name="connsiteY10" fmla="*/ 1329694 h 3505542"/>
              <a:gd name="connsiteX11" fmla="*/ 2183081 w 6215057"/>
              <a:gd name="connsiteY11" fmla="*/ 1972631 h 3505542"/>
              <a:gd name="connsiteX12" fmla="*/ 2678382 w 6215057"/>
              <a:gd name="connsiteY12" fmla="*/ 2300291 h 3505542"/>
              <a:gd name="connsiteX13" fmla="*/ 6025467 w 6215057"/>
              <a:gd name="connsiteY13" fmla="*/ 982031 h 3505542"/>
              <a:gd name="connsiteX14" fmla="*/ 5368242 w 6215057"/>
              <a:gd name="connsiteY14" fmla="*/ 156531 h 3505542"/>
              <a:gd name="connsiteX15" fmla="*/ 285702 w 6215057"/>
              <a:gd name="connsiteY15" fmla="*/ 2125031 h 3505542"/>
              <a:gd name="connsiteX16" fmla="*/ 959362 w 6215057"/>
              <a:gd name="connsiteY16" fmla="*/ 3427148 h 3505542"/>
              <a:gd name="connsiteX0" fmla="*/ 959362 w 6162824"/>
              <a:gd name="connsiteY0" fmla="*/ 3425789 h 3504183"/>
              <a:gd name="connsiteX1" fmla="*/ 4256884 w 6162824"/>
              <a:gd name="connsiteY1" fmla="*/ 2466186 h 3504183"/>
              <a:gd name="connsiteX2" fmla="*/ 4312549 w 6162824"/>
              <a:gd name="connsiteY2" fmla="*/ 2512293 h 3504183"/>
              <a:gd name="connsiteX3" fmla="*/ 917387 w 6162824"/>
              <a:gd name="connsiteY3" fmla="*/ 3504183 h 3504183"/>
              <a:gd name="connsiteX4" fmla="*/ 239982 w 6162824"/>
              <a:gd name="connsiteY4" fmla="*/ 2070332 h 3504183"/>
              <a:gd name="connsiteX5" fmla="*/ 5403802 w 6162824"/>
              <a:gd name="connsiteY5" fmla="*/ 63732 h 3504183"/>
              <a:gd name="connsiteX6" fmla="*/ 6094047 w 6162824"/>
              <a:gd name="connsiteY6" fmla="*/ 1013057 h 3504183"/>
              <a:gd name="connsiteX7" fmla="*/ 2389775 w 6162824"/>
              <a:gd name="connsiteY7" fmla="*/ 2459905 h 3504183"/>
              <a:gd name="connsiteX8" fmla="*/ 2045921 w 6162824"/>
              <a:gd name="connsiteY8" fmla="*/ 1925552 h 3504183"/>
              <a:gd name="connsiteX9" fmla="*/ 3806141 w 6162824"/>
              <a:gd name="connsiteY9" fmla="*/ 1247372 h 3504183"/>
              <a:gd name="connsiteX10" fmla="*/ 3815666 w 6162824"/>
              <a:gd name="connsiteY10" fmla="*/ 1328335 h 3504183"/>
              <a:gd name="connsiteX11" fmla="*/ 2183081 w 6162824"/>
              <a:gd name="connsiteY11" fmla="*/ 1971272 h 3504183"/>
              <a:gd name="connsiteX12" fmla="*/ 2678382 w 6162824"/>
              <a:gd name="connsiteY12" fmla="*/ 2298932 h 3504183"/>
              <a:gd name="connsiteX13" fmla="*/ 6025467 w 6162824"/>
              <a:gd name="connsiteY13" fmla="*/ 980672 h 3504183"/>
              <a:gd name="connsiteX14" fmla="*/ 5368242 w 6162824"/>
              <a:gd name="connsiteY14" fmla="*/ 155172 h 3504183"/>
              <a:gd name="connsiteX15" fmla="*/ 285702 w 6162824"/>
              <a:gd name="connsiteY15" fmla="*/ 2123672 h 3504183"/>
              <a:gd name="connsiteX16" fmla="*/ 959362 w 6162824"/>
              <a:gd name="connsiteY16" fmla="*/ 3425789 h 3504183"/>
              <a:gd name="connsiteX0" fmla="*/ 959362 w 6186523"/>
              <a:gd name="connsiteY0" fmla="*/ 3426754 h 3505148"/>
              <a:gd name="connsiteX1" fmla="*/ 4256884 w 6186523"/>
              <a:gd name="connsiteY1" fmla="*/ 2467151 h 3505148"/>
              <a:gd name="connsiteX2" fmla="*/ 4312549 w 6186523"/>
              <a:gd name="connsiteY2" fmla="*/ 2513258 h 3505148"/>
              <a:gd name="connsiteX3" fmla="*/ 917387 w 6186523"/>
              <a:gd name="connsiteY3" fmla="*/ 3505148 h 3505148"/>
              <a:gd name="connsiteX4" fmla="*/ 239982 w 6186523"/>
              <a:gd name="connsiteY4" fmla="*/ 2071297 h 3505148"/>
              <a:gd name="connsiteX5" fmla="*/ 5403802 w 6186523"/>
              <a:gd name="connsiteY5" fmla="*/ 64697 h 3505148"/>
              <a:gd name="connsiteX6" fmla="*/ 6094047 w 6186523"/>
              <a:gd name="connsiteY6" fmla="*/ 1014022 h 3505148"/>
              <a:gd name="connsiteX7" fmla="*/ 2389775 w 6186523"/>
              <a:gd name="connsiteY7" fmla="*/ 2460870 h 3505148"/>
              <a:gd name="connsiteX8" fmla="*/ 2045921 w 6186523"/>
              <a:gd name="connsiteY8" fmla="*/ 1926517 h 3505148"/>
              <a:gd name="connsiteX9" fmla="*/ 3806141 w 6186523"/>
              <a:gd name="connsiteY9" fmla="*/ 1248337 h 3505148"/>
              <a:gd name="connsiteX10" fmla="*/ 3815666 w 6186523"/>
              <a:gd name="connsiteY10" fmla="*/ 1329300 h 3505148"/>
              <a:gd name="connsiteX11" fmla="*/ 2183081 w 6186523"/>
              <a:gd name="connsiteY11" fmla="*/ 1972237 h 3505148"/>
              <a:gd name="connsiteX12" fmla="*/ 2678382 w 6186523"/>
              <a:gd name="connsiteY12" fmla="*/ 2299897 h 3505148"/>
              <a:gd name="connsiteX13" fmla="*/ 6025467 w 6186523"/>
              <a:gd name="connsiteY13" fmla="*/ 981637 h 3505148"/>
              <a:gd name="connsiteX14" fmla="*/ 5368242 w 6186523"/>
              <a:gd name="connsiteY14" fmla="*/ 156137 h 3505148"/>
              <a:gd name="connsiteX15" fmla="*/ 285702 w 6186523"/>
              <a:gd name="connsiteY15" fmla="*/ 2124637 h 3505148"/>
              <a:gd name="connsiteX16" fmla="*/ 959362 w 6186523"/>
              <a:gd name="connsiteY16" fmla="*/ 3426754 h 3505148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678382 w 6174183"/>
              <a:gd name="connsiteY12" fmla="*/ 2244528 h 3449779"/>
              <a:gd name="connsiteX13" fmla="*/ 6025467 w 6174183"/>
              <a:gd name="connsiteY13" fmla="*/ 926268 h 3449779"/>
              <a:gd name="connsiteX14" fmla="*/ 5368242 w 6174183"/>
              <a:gd name="connsiteY14" fmla="*/ 10076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678382 w 6174183"/>
              <a:gd name="connsiteY12" fmla="*/ 2244528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678382 w 6174183"/>
              <a:gd name="connsiteY12" fmla="*/ 2244528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67550 w 6174183"/>
              <a:gd name="connsiteY7" fmla="*/ 2421376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67550 w 6174183"/>
              <a:gd name="connsiteY7" fmla="*/ 2421376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67550 w 6174183"/>
              <a:gd name="connsiteY7" fmla="*/ 2421376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53339"/>
              <a:gd name="connsiteX1" fmla="*/ 4256884 w 6174183"/>
              <a:gd name="connsiteY1" fmla="*/ 2411782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56884 w 6174183"/>
              <a:gd name="connsiteY1" fmla="*/ 2411782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3721 w 6168542"/>
              <a:gd name="connsiteY0" fmla="*/ 3371385 h 3453339"/>
              <a:gd name="connsiteX1" fmla="*/ 4222668 w 6168542"/>
              <a:gd name="connsiteY1" fmla="*/ 2402257 h 3453339"/>
              <a:gd name="connsiteX2" fmla="*/ 4306908 w 6168542"/>
              <a:gd name="connsiteY2" fmla="*/ 2457889 h 3453339"/>
              <a:gd name="connsiteX3" fmla="*/ 911746 w 6168542"/>
              <a:gd name="connsiteY3" fmla="*/ 3449779 h 3453339"/>
              <a:gd name="connsiteX4" fmla="*/ 234341 w 6168542"/>
              <a:gd name="connsiteY4" fmla="*/ 2015928 h 3453339"/>
              <a:gd name="connsiteX5" fmla="*/ 5398161 w 6168542"/>
              <a:gd name="connsiteY5" fmla="*/ 9328 h 3453339"/>
              <a:gd name="connsiteX6" fmla="*/ 6088406 w 6168542"/>
              <a:gd name="connsiteY6" fmla="*/ 958653 h 3453339"/>
              <a:gd name="connsiteX7" fmla="*/ 2361909 w 6168542"/>
              <a:gd name="connsiteY7" fmla="*/ 2421376 h 3453339"/>
              <a:gd name="connsiteX8" fmla="*/ 2064092 w 6168542"/>
              <a:gd name="connsiteY8" fmla="*/ 1885436 h 3453339"/>
              <a:gd name="connsiteX9" fmla="*/ 3800500 w 6168542"/>
              <a:gd name="connsiteY9" fmla="*/ 1192968 h 3453339"/>
              <a:gd name="connsiteX10" fmla="*/ 3810025 w 6168542"/>
              <a:gd name="connsiteY10" fmla="*/ 1273931 h 3453339"/>
              <a:gd name="connsiteX11" fmla="*/ 2167915 w 6168542"/>
              <a:gd name="connsiteY11" fmla="*/ 1935918 h 3453339"/>
              <a:gd name="connsiteX12" fmla="*/ 2520341 w 6168542"/>
              <a:gd name="connsiteY12" fmla="*/ 2292153 h 3453339"/>
              <a:gd name="connsiteX13" fmla="*/ 6019826 w 6168542"/>
              <a:gd name="connsiteY13" fmla="*/ 926268 h 3453339"/>
              <a:gd name="connsiteX14" fmla="*/ 5391176 w 6168542"/>
              <a:gd name="connsiteY14" fmla="*/ 81718 h 3453339"/>
              <a:gd name="connsiteX15" fmla="*/ 280061 w 6168542"/>
              <a:gd name="connsiteY15" fmla="*/ 2069268 h 3453339"/>
              <a:gd name="connsiteX16" fmla="*/ 953721 w 6168542"/>
              <a:gd name="connsiteY16" fmla="*/ 3371385 h 3453339"/>
              <a:gd name="connsiteX0" fmla="*/ 967715 w 6182536"/>
              <a:gd name="connsiteY0" fmla="*/ 3371385 h 3453339"/>
              <a:gd name="connsiteX1" fmla="*/ 4236662 w 6182536"/>
              <a:gd name="connsiteY1" fmla="*/ 2402257 h 3453339"/>
              <a:gd name="connsiteX2" fmla="*/ 4320902 w 6182536"/>
              <a:gd name="connsiteY2" fmla="*/ 2457889 h 3453339"/>
              <a:gd name="connsiteX3" fmla="*/ 925740 w 6182536"/>
              <a:gd name="connsiteY3" fmla="*/ 3449779 h 3453339"/>
              <a:gd name="connsiteX4" fmla="*/ 229285 w 6182536"/>
              <a:gd name="connsiteY4" fmla="*/ 1990528 h 3453339"/>
              <a:gd name="connsiteX5" fmla="*/ 5412155 w 6182536"/>
              <a:gd name="connsiteY5" fmla="*/ 9328 h 3453339"/>
              <a:gd name="connsiteX6" fmla="*/ 6102400 w 6182536"/>
              <a:gd name="connsiteY6" fmla="*/ 958653 h 3453339"/>
              <a:gd name="connsiteX7" fmla="*/ 2375903 w 6182536"/>
              <a:gd name="connsiteY7" fmla="*/ 2421376 h 3453339"/>
              <a:gd name="connsiteX8" fmla="*/ 2078086 w 6182536"/>
              <a:gd name="connsiteY8" fmla="*/ 1885436 h 3453339"/>
              <a:gd name="connsiteX9" fmla="*/ 3814494 w 6182536"/>
              <a:gd name="connsiteY9" fmla="*/ 1192968 h 3453339"/>
              <a:gd name="connsiteX10" fmla="*/ 3824019 w 6182536"/>
              <a:gd name="connsiteY10" fmla="*/ 1273931 h 3453339"/>
              <a:gd name="connsiteX11" fmla="*/ 2181909 w 6182536"/>
              <a:gd name="connsiteY11" fmla="*/ 1935918 h 3453339"/>
              <a:gd name="connsiteX12" fmla="*/ 2534335 w 6182536"/>
              <a:gd name="connsiteY12" fmla="*/ 2292153 h 3453339"/>
              <a:gd name="connsiteX13" fmla="*/ 6033820 w 6182536"/>
              <a:gd name="connsiteY13" fmla="*/ 926268 h 3453339"/>
              <a:gd name="connsiteX14" fmla="*/ 5405170 w 6182536"/>
              <a:gd name="connsiteY14" fmla="*/ 81718 h 3453339"/>
              <a:gd name="connsiteX15" fmla="*/ 294055 w 6182536"/>
              <a:gd name="connsiteY15" fmla="*/ 2069268 h 3453339"/>
              <a:gd name="connsiteX16" fmla="*/ 967715 w 6182536"/>
              <a:gd name="connsiteY16" fmla="*/ 3371385 h 3453339"/>
              <a:gd name="connsiteX0" fmla="*/ 967715 w 6182536"/>
              <a:gd name="connsiteY0" fmla="*/ 3371385 h 3453339"/>
              <a:gd name="connsiteX1" fmla="*/ 4236662 w 6182536"/>
              <a:gd name="connsiteY1" fmla="*/ 2402257 h 3453339"/>
              <a:gd name="connsiteX2" fmla="*/ 4320902 w 6182536"/>
              <a:gd name="connsiteY2" fmla="*/ 2457889 h 3453339"/>
              <a:gd name="connsiteX3" fmla="*/ 925740 w 6182536"/>
              <a:gd name="connsiteY3" fmla="*/ 3449779 h 3453339"/>
              <a:gd name="connsiteX4" fmla="*/ 229285 w 6182536"/>
              <a:gd name="connsiteY4" fmla="*/ 1990528 h 3453339"/>
              <a:gd name="connsiteX5" fmla="*/ 5412155 w 6182536"/>
              <a:gd name="connsiteY5" fmla="*/ 9328 h 3453339"/>
              <a:gd name="connsiteX6" fmla="*/ 6102400 w 6182536"/>
              <a:gd name="connsiteY6" fmla="*/ 958653 h 3453339"/>
              <a:gd name="connsiteX7" fmla="*/ 2375903 w 6182536"/>
              <a:gd name="connsiteY7" fmla="*/ 2421376 h 3453339"/>
              <a:gd name="connsiteX8" fmla="*/ 2078086 w 6182536"/>
              <a:gd name="connsiteY8" fmla="*/ 1885436 h 3453339"/>
              <a:gd name="connsiteX9" fmla="*/ 3814494 w 6182536"/>
              <a:gd name="connsiteY9" fmla="*/ 1192968 h 3453339"/>
              <a:gd name="connsiteX10" fmla="*/ 3824019 w 6182536"/>
              <a:gd name="connsiteY10" fmla="*/ 1273931 h 3453339"/>
              <a:gd name="connsiteX11" fmla="*/ 2181909 w 6182536"/>
              <a:gd name="connsiteY11" fmla="*/ 1935918 h 3453339"/>
              <a:gd name="connsiteX12" fmla="*/ 2534335 w 6182536"/>
              <a:gd name="connsiteY12" fmla="*/ 2292153 h 3453339"/>
              <a:gd name="connsiteX13" fmla="*/ 6033820 w 6182536"/>
              <a:gd name="connsiteY13" fmla="*/ 926268 h 3453339"/>
              <a:gd name="connsiteX14" fmla="*/ 5405170 w 6182536"/>
              <a:gd name="connsiteY14" fmla="*/ 81718 h 3453339"/>
              <a:gd name="connsiteX15" fmla="*/ 294055 w 6182536"/>
              <a:gd name="connsiteY15" fmla="*/ 2069268 h 3453339"/>
              <a:gd name="connsiteX16" fmla="*/ 967715 w 6182536"/>
              <a:gd name="connsiteY16" fmla="*/ 3371385 h 3453339"/>
              <a:gd name="connsiteX0" fmla="*/ 962072 w 6176893"/>
              <a:gd name="connsiteY0" fmla="*/ 3371385 h 3453339"/>
              <a:gd name="connsiteX1" fmla="*/ 4231019 w 6176893"/>
              <a:gd name="connsiteY1" fmla="*/ 2402257 h 3453339"/>
              <a:gd name="connsiteX2" fmla="*/ 4315259 w 6176893"/>
              <a:gd name="connsiteY2" fmla="*/ 2457889 h 3453339"/>
              <a:gd name="connsiteX3" fmla="*/ 920097 w 6176893"/>
              <a:gd name="connsiteY3" fmla="*/ 3449779 h 3453339"/>
              <a:gd name="connsiteX4" fmla="*/ 223642 w 6176893"/>
              <a:gd name="connsiteY4" fmla="*/ 1990528 h 3453339"/>
              <a:gd name="connsiteX5" fmla="*/ 5406512 w 6176893"/>
              <a:gd name="connsiteY5" fmla="*/ 9328 h 3453339"/>
              <a:gd name="connsiteX6" fmla="*/ 6096757 w 6176893"/>
              <a:gd name="connsiteY6" fmla="*/ 958653 h 3453339"/>
              <a:gd name="connsiteX7" fmla="*/ 2370260 w 6176893"/>
              <a:gd name="connsiteY7" fmla="*/ 2421376 h 3453339"/>
              <a:gd name="connsiteX8" fmla="*/ 2072443 w 6176893"/>
              <a:gd name="connsiteY8" fmla="*/ 1885436 h 3453339"/>
              <a:gd name="connsiteX9" fmla="*/ 3808851 w 6176893"/>
              <a:gd name="connsiteY9" fmla="*/ 1192968 h 3453339"/>
              <a:gd name="connsiteX10" fmla="*/ 3818376 w 6176893"/>
              <a:gd name="connsiteY10" fmla="*/ 1273931 h 3453339"/>
              <a:gd name="connsiteX11" fmla="*/ 2176266 w 6176893"/>
              <a:gd name="connsiteY11" fmla="*/ 1935918 h 3453339"/>
              <a:gd name="connsiteX12" fmla="*/ 2528692 w 6176893"/>
              <a:gd name="connsiteY12" fmla="*/ 2292153 h 3453339"/>
              <a:gd name="connsiteX13" fmla="*/ 6028177 w 6176893"/>
              <a:gd name="connsiteY13" fmla="*/ 926268 h 3453339"/>
              <a:gd name="connsiteX14" fmla="*/ 5399527 w 6176893"/>
              <a:gd name="connsiteY14" fmla="*/ 81718 h 3453339"/>
              <a:gd name="connsiteX15" fmla="*/ 288412 w 6176893"/>
              <a:gd name="connsiteY15" fmla="*/ 2069268 h 3453339"/>
              <a:gd name="connsiteX16" fmla="*/ 962072 w 6176893"/>
              <a:gd name="connsiteY16" fmla="*/ 3371385 h 34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176893" h="3453339">
                <a:moveTo>
                  <a:pt x="962072" y="3371385"/>
                </a:moveTo>
                <a:cubicBezTo>
                  <a:pt x="1985046" y="3262972"/>
                  <a:pt x="3366160" y="2727840"/>
                  <a:pt x="4231019" y="2402257"/>
                </a:cubicBezTo>
                <a:lnTo>
                  <a:pt x="4315259" y="2457889"/>
                </a:lnTo>
                <a:cubicBezTo>
                  <a:pt x="3297838" y="2843764"/>
                  <a:pt x="1586998" y="3507769"/>
                  <a:pt x="920097" y="3449779"/>
                </a:cubicBezTo>
                <a:cubicBezTo>
                  <a:pt x="-14365" y="3352829"/>
                  <a:pt x="-218576" y="2364338"/>
                  <a:pt x="223642" y="1990528"/>
                </a:cubicBezTo>
                <a:cubicBezTo>
                  <a:pt x="531746" y="1580738"/>
                  <a:pt x="4524814" y="142360"/>
                  <a:pt x="5406512" y="9328"/>
                </a:cubicBezTo>
                <a:cubicBezTo>
                  <a:pt x="6284400" y="-103702"/>
                  <a:pt x="6239844" y="845623"/>
                  <a:pt x="6096757" y="958653"/>
                </a:cubicBezTo>
                <a:cubicBezTo>
                  <a:pt x="5909538" y="1390083"/>
                  <a:pt x="2382960" y="2435664"/>
                  <a:pt x="2370260" y="2421376"/>
                </a:cubicBezTo>
                <a:cubicBezTo>
                  <a:pt x="1814318" y="2433123"/>
                  <a:pt x="1895755" y="2045615"/>
                  <a:pt x="2072443" y="1885436"/>
                </a:cubicBezTo>
                <a:cubicBezTo>
                  <a:pt x="2402961" y="1530153"/>
                  <a:pt x="3785991" y="1185348"/>
                  <a:pt x="3808851" y="1192968"/>
                </a:cubicBezTo>
                <a:cubicBezTo>
                  <a:pt x="3824409" y="1186300"/>
                  <a:pt x="3845998" y="1258056"/>
                  <a:pt x="3818376" y="1273931"/>
                </a:cubicBezTo>
                <a:cubicBezTo>
                  <a:pt x="3171629" y="1427919"/>
                  <a:pt x="2356288" y="1717795"/>
                  <a:pt x="2176266" y="1935918"/>
                </a:cubicBezTo>
                <a:cubicBezTo>
                  <a:pt x="2002594" y="2084191"/>
                  <a:pt x="1998784" y="2431853"/>
                  <a:pt x="2528692" y="2292153"/>
                </a:cubicBezTo>
                <a:cubicBezTo>
                  <a:pt x="3733288" y="1873053"/>
                  <a:pt x="5231252" y="1524861"/>
                  <a:pt x="6028177" y="926268"/>
                </a:cubicBezTo>
                <a:cubicBezTo>
                  <a:pt x="6212327" y="689625"/>
                  <a:pt x="5943405" y="-59252"/>
                  <a:pt x="5399527" y="81718"/>
                </a:cubicBezTo>
                <a:cubicBezTo>
                  <a:pt x="3865049" y="458908"/>
                  <a:pt x="553749" y="1718475"/>
                  <a:pt x="288412" y="2069268"/>
                </a:cubicBezTo>
                <a:cubicBezTo>
                  <a:pt x="-20435" y="2300107"/>
                  <a:pt x="-32101" y="3216746"/>
                  <a:pt x="962072" y="3371385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8878E7C-52CC-B374-6EE6-4493CB1C44F4}"/>
              </a:ext>
            </a:extLst>
          </p:cNvPr>
          <p:cNvSpPr/>
          <p:nvPr/>
        </p:nvSpPr>
        <p:spPr>
          <a:xfrm>
            <a:off x="-2389466" y="1406999"/>
            <a:ext cx="6176893" cy="3453339"/>
          </a:xfrm>
          <a:custGeom>
            <a:avLst/>
            <a:gdLst>
              <a:gd name="connsiteX0" fmla="*/ 0 w 2231756"/>
              <a:gd name="connsiteY0" fmla="*/ 0 h 1011264"/>
              <a:gd name="connsiteX1" fmla="*/ 2231756 w 2231756"/>
              <a:gd name="connsiteY1" fmla="*/ 0 h 1011264"/>
              <a:gd name="connsiteX2" fmla="*/ 2231756 w 2231756"/>
              <a:gd name="connsiteY2" fmla="*/ 1011264 h 1011264"/>
              <a:gd name="connsiteX3" fmla="*/ 0 w 2231756"/>
              <a:gd name="connsiteY3" fmla="*/ 1011264 h 1011264"/>
              <a:gd name="connsiteX4" fmla="*/ 0 w 2231756"/>
              <a:gd name="connsiteY4" fmla="*/ 0 h 1011264"/>
              <a:gd name="connsiteX0" fmla="*/ 836908 w 3068664"/>
              <a:gd name="connsiteY0" fmla="*/ 0 h 1693189"/>
              <a:gd name="connsiteX1" fmla="*/ 3068664 w 3068664"/>
              <a:gd name="connsiteY1" fmla="*/ 0 h 1693189"/>
              <a:gd name="connsiteX2" fmla="*/ 3068664 w 3068664"/>
              <a:gd name="connsiteY2" fmla="*/ 1011264 h 1693189"/>
              <a:gd name="connsiteX3" fmla="*/ 0 w 3068664"/>
              <a:gd name="connsiteY3" fmla="*/ 1693189 h 1693189"/>
              <a:gd name="connsiteX4" fmla="*/ 836908 w 3068664"/>
              <a:gd name="connsiteY4" fmla="*/ 0 h 1693189"/>
              <a:gd name="connsiteX0" fmla="*/ 836908 w 3316637"/>
              <a:gd name="connsiteY0" fmla="*/ 0 h 1693189"/>
              <a:gd name="connsiteX1" fmla="*/ 3068664 w 3316637"/>
              <a:gd name="connsiteY1" fmla="*/ 0 h 1693189"/>
              <a:gd name="connsiteX2" fmla="*/ 3316637 w 3316637"/>
              <a:gd name="connsiteY2" fmla="*/ 1600200 h 1693189"/>
              <a:gd name="connsiteX3" fmla="*/ 0 w 3316637"/>
              <a:gd name="connsiteY3" fmla="*/ 1693189 h 1693189"/>
              <a:gd name="connsiteX4" fmla="*/ 836908 w 3316637"/>
              <a:gd name="connsiteY4" fmla="*/ 0 h 1693189"/>
              <a:gd name="connsiteX0" fmla="*/ 836908 w 3316637"/>
              <a:gd name="connsiteY0" fmla="*/ 0 h 1693189"/>
              <a:gd name="connsiteX1" fmla="*/ 3177152 w 3316637"/>
              <a:gd name="connsiteY1" fmla="*/ 1348353 h 1693189"/>
              <a:gd name="connsiteX2" fmla="*/ 3316637 w 3316637"/>
              <a:gd name="connsiteY2" fmla="*/ 1600200 h 1693189"/>
              <a:gd name="connsiteX3" fmla="*/ 0 w 3316637"/>
              <a:gd name="connsiteY3" fmla="*/ 1693189 h 1693189"/>
              <a:gd name="connsiteX4" fmla="*/ 836908 w 3316637"/>
              <a:gd name="connsiteY4" fmla="*/ 0 h 1693189"/>
              <a:gd name="connsiteX0" fmla="*/ 976393 w 3456122"/>
              <a:gd name="connsiteY0" fmla="*/ 0 h 2592090"/>
              <a:gd name="connsiteX1" fmla="*/ 3316637 w 3456122"/>
              <a:gd name="connsiteY1" fmla="*/ 1348353 h 2592090"/>
              <a:gd name="connsiteX2" fmla="*/ 3456122 w 3456122"/>
              <a:gd name="connsiteY2" fmla="*/ 1600200 h 2592090"/>
              <a:gd name="connsiteX3" fmla="*/ 0 w 3456122"/>
              <a:gd name="connsiteY3" fmla="*/ 2592090 h 2592090"/>
              <a:gd name="connsiteX4" fmla="*/ 976393 w 3456122"/>
              <a:gd name="connsiteY4" fmla="*/ 0 h 2592090"/>
              <a:gd name="connsiteX0" fmla="*/ 232475 w 3456122"/>
              <a:gd name="connsiteY0" fmla="*/ 883403 h 1243737"/>
              <a:gd name="connsiteX1" fmla="*/ 3316637 w 3456122"/>
              <a:gd name="connsiteY1" fmla="*/ 0 h 1243737"/>
              <a:gd name="connsiteX2" fmla="*/ 3456122 w 3456122"/>
              <a:gd name="connsiteY2" fmla="*/ 251847 h 1243737"/>
              <a:gd name="connsiteX3" fmla="*/ 0 w 3456122"/>
              <a:gd name="connsiteY3" fmla="*/ 1243737 h 1243737"/>
              <a:gd name="connsiteX4" fmla="*/ 232475 w 3456122"/>
              <a:gd name="connsiteY4" fmla="*/ 883403 h 1243737"/>
              <a:gd name="connsiteX0" fmla="*/ 834417 w 4058064"/>
              <a:gd name="connsiteY0" fmla="*/ 1134477 h 1494811"/>
              <a:gd name="connsiteX1" fmla="*/ 3918579 w 4058064"/>
              <a:gd name="connsiteY1" fmla="*/ 251074 h 1494811"/>
              <a:gd name="connsiteX2" fmla="*/ 4058064 w 4058064"/>
              <a:gd name="connsiteY2" fmla="*/ 502921 h 1494811"/>
              <a:gd name="connsiteX3" fmla="*/ 601942 w 4058064"/>
              <a:gd name="connsiteY3" fmla="*/ 1494811 h 1494811"/>
              <a:gd name="connsiteX4" fmla="*/ 737 w 4058064"/>
              <a:gd name="connsiteY4" fmla="*/ 0 h 1494811"/>
              <a:gd name="connsiteX5" fmla="*/ 834417 w 4058064"/>
              <a:gd name="connsiteY5" fmla="*/ 1134477 h 1494811"/>
              <a:gd name="connsiteX0" fmla="*/ 834417 w 4058064"/>
              <a:gd name="connsiteY0" fmla="*/ 1194915 h 1555249"/>
              <a:gd name="connsiteX1" fmla="*/ 3918579 w 4058064"/>
              <a:gd name="connsiteY1" fmla="*/ 311512 h 1555249"/>
              <a:gd name="connsiteX2" fmla="*/ 4058064 w 4058064"/>
              <a:gd name="connsiteY2" fmla="*/ 563359 h 1555249"/>
              <a:gd name="connsiteX3" fmla="*/ 601942 w 4058064"/>
              <a:gd name="connsiteY3" fmla="*/ 1555249 h 1555249"/>
              <a:gd name="connsiteX4" fmla="*/ 737 w 4058064"/>
              <a:gd name="connsiteY4" fmla="*/ 60438 h 1555249"/>
              <a:gd name="connsiteX5" fmla="*/ 175997 w 4058064"/>
              <a:gd name="connsiteY5" fmla="*/ 90918 h 1555249"/>
              <a:gd name="connsiteX6" fmla="*/ 834417 w 4058064"/>
              <a:gd name="connsiteY6" fmla="*/ 1194915 h 1555249"/>
              <a:gd name="connsiteX0" fmla="*/ 836405 w 4060052"/>
              <a:gd name="connsiteY0" fmla="*/ 2094623 h 2454957"/>
              <a:gd name="connsiteX1" fmla="*/ 3920567 w 4060052"/>
              <a:gd name="connsiteY1" fmla="*/ 1211220 h 2454957"/>
              <a:gd name="connsiteX2" fmla="*/ 4060052 w 4060052"/>
              <a:gd name="connsiteY2" fmla="*/ 1463067 h 2454957"/>
              <a:gd name="connsiteX3" fmla="*/ 603930 w 4060052"/>
              <a:gd name="connsiteY3" fmla="*/ 2454957 h 2454957"/>
              <a:gd name="connsiteX4" fmla="*/ 2725 w 4060052"/>
              <a:gd name="connsiteY4" fmla="*/ 960146 h 2454957"/>
              <a:gd name="connsiteX5" fmla="*/ 2052505 w 4060052"/>
              <a:gd name="connsiteY5" fmla="*/ 26 h 2454957"/>
              <a:gd name="connsiteX6" fmla="*/ 177985 w 4060052"/>
              <a:gd name="connsiteY6" fmla="*/ 990626 h 2454957"/>
              <a:gd name="connsiteX7" fmla="*/ 836405 w 4060052"/>
              <a:gd name="connsiteY7" fmla="*/ 2094623 h 2454957"/>
              <a:gd name="connsiteX0" fmla="*/ 834787 w 5226009"/>
              <a:gd name="connsiteY0" fmla="*/ 3148707 h 3509041"/>
              <a:gd name="connsiteX1" fmla="*/ 3918949 w 5226009"/>
              <a:gd name="connsiteY1" fmla="*/ 2265304 h 3509041"/>
              <a:gd name="connsiteX2" fmla="*/ 4058434 w 5226009"/>
              <a:gd name="connsiteY2" fmla="*/ 2517151 h 3509041"/>
              <a:gd name="connsiteX3" fmla="*/ 602312 w 5226009"/>
              <a:gd name="connsiteY3" fmla="*/ 3509041 h 3509041"/>
              <a:gd name="connsiteX4" fmla="*/ 1107 w 5226009"/>
              <a:gd name="connsiteY4" fmla="*/ 2014230 h 3509041"/>
              <a:gd name="connsiteX5" fmla="*/ 5225887 w 5226009"/>
              <a:gd name="connsiteY5" fmla="*/ 10 h 3509041"/>
              <a:gd name="connsiteX6" fmla="*/ 176367 w 5226009"/>
              <a:gd name="connsiteY6" fmla="*/ 2044710 h 3509041"/>
              <a:gd name="connsiteX7" fmla="*/ 834787 w 5226009"/>
              <a:gd name="connsiteY7" fmla="*/ 3148707 h 3509041"/>
              <a:gd name="connsiteX0" fmla="*/ 834787 w 5657949"/>
              <a:gd name="connsiteY0" fmla="*/ 3273575 h 3633909"/>
              <a:gd name="connsiteX1" fmla="*/ 3918949 w 5657949"/>
              <a:gd name="connsiteY1" fmla="*/ 2390172 h 3633909"/>
              <a:gd name="connsiteX2" fmla="*/ 4058434 w 5657949"/>
              <a:gd name="connsiteY2" fmla="*/ 2642019 h 3633909"/>
              <a:gd name="connsiteX3" fmla="*/ 602312 w 5657949"/>
              <a:gd name="connsiteY3" fmla="*/ 3633909 h 3633909"/>
              <a:gd name="connsiteX4" fmla="*/ 1107 w 5657949"/>
              <a:gd name="connsiteY4" fmla="*/ 2139098 h 3633909"/>
              <a:gd name="connsiteX5" fmla="*/ 5225887 w 5657949"/>
              <a:gd name="connsiteY5" fmla="*/ 124878 h 3633909"/>
              <a:gd name="connsiteX6" fmla="*/ 5144607 w 5657949"/>
              <a:gd name="connsiteY6" fmla="*/ 254418 h 3633909"/>
              <a:gd name="connsiteX7" fmla="*/ 176367 w 5657949"/>
              <a:gd name="connsiteY7" fmla="*/ 2169578 h 3633909"/>
              <a:gd name="connsiteX8" fmla="*/ 834787 w 5657949"/>
              <a:gd name="connsiteY8" fmla="*/ 3273575 h 363390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5144607 w 5924185"/>
              <a:gd name="connsiteY7" fmla="*/ 187068 h 3566559"/>
              <a:gd name="connsiteX8" fmla="*/ 176367 w 5924185"/>
              <a:gd name="connsiteY8" fmla="*/ 2102228 h 3566559"/>
              <a:gd name="connsiteX9" fmla="*/ 834787 w 5924185"/>
              <a:gd name="connsiteY9" fmla="*/ 3206225 h 356655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5801832 w 5924185"/>
              <a:gd name="connsiteY7" fmla="*/ 1012568 h 3566559"/>
              <a:gd name="connsiteX8" fmla="*/ 5144607 w 5924185"/>
              <a:gd name="connsiteY8" fmla="*/ 187068 h 3566559"/>
              <a:gd name="connsiteX9" fmla="*/ 176367 w 5924185"/>
              <a:gd name="connsiteY9" fmla="*/ 2102228 h 3566559"/>
              <a:gd name="connsiteX10" fmla="*/ 834787 w 5924185"/>
              <a:gd name="connsiteY10" fmla="*/ 3206225 h 356655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5092220 w 5924185"/>
              <a:gd name="connsiteY7" fmla="*/ 1531681 h 3566559"/>
              <a:gd name="connsiteX8" fmla="*/ 5801832 w 5924185"/>
              <a:gd name="connsiteY8" fmla="*/ 1012568 h 3566559"/>
              <a:gd name="connsiteX9" fmla="*/ 5144607 w 5924185"/>
              <a:gd name="connsiteY9" fmla="*/ 187068 h 3566559"/>
              <a:gd name="connsiteX10" fmla="*/ 176367 w 5924185"/>
              <a:gd name="connsiteY10" fmla="*/ 2102228 h 3566559"/>
              <a:gd name="connsiteX11" fmla="*/ 834787 w 5924185"/>
              <a:gd name="connsiteY11" fmla="*/ 3206225 h 3566559"/>
              <a:gd name="connsiteX0" fmla="*/ 834787 w 5924185"/>
              <a:gd name="connsiteY0" fmla="*/ 3206225 h 3566559"/>
              <a:gd name="connsiteX1" fmla="*/ 3918949 w 5924185"/>
              <a:gd name="connsiteY1" fmla="*/ 2322822 h 3566559"/>
              <a:gd name="connsiteX2" fmla="*/ 4058434 w 5924185"/>
              <a:gd name="connsiteY2" fmla="*/ 2574669 h 3566559"/>
              <a:gd name="connsiteX3" fmla="*/ 602312 w 5924185"/>
              <a:gd name="connsiteY3" fmla="*/ 3566559 h 3566559"/>
              <a:gd name="connsiteX4" fmla="*/ 1107 w 5924185"/>
              <a:gd name="connsiteY4" fmla="*/ 2071748 h 3566559"/>
              <a:gd name="connsiteX5" fmla="*/ 5225887 w 5924185"/>
              <a:gd name="connsiteY5" fmla="*/ 57528 h 3566559"/>
              <a:gd name="connsiteX6" fmla="*/ 5878032 w 5924185"/>
              <a:gd name="connsiteY6" fmla="*/ 1098293 h 3566559"/>
              <a:gd name="connsiteX7" fmla="*/ 2166140 w 5924185"/>
              <a:gd name="connsiteY7" fmla="*/ 2491801 h 3566559"/>
              <a:gd name="connsiteX8" fmla="*/ 5801832 w 5924185"/>
              <a:gd name="connsiteY8" fmla="*/ 1012568 h 3566559"/>
              <a:gd name="connsiteX9" fmla="*/ 5144607 w 5924185"/>
              <a:gd name="connsiteY9" fmla="*/ 187068 h 3566559"/>
              <a:gd name="connsiteX10" fmla="*/ 176367 w 5924185"/>
              <a:gd name="connsiteY10" fmla="*/ 2102228 h 3566559"/>
              <a:gd name="connsiteX11" fmla="*/ 834787 w 5924185"/>
              <a:gd name="connsiteY11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2454747 w 5975626"/>
              <a:gd name="connsiteY8" fmla="*/ 2330828 h 3566559"/>
              <a:gd name="connsiteX9" fmla="*/ 5801832 w 5975626"/>
              <a:gd name="connsiteY9" fmla="*/ 1012568 h 3566559"/>
              <a:gd name="connsiteX10" fmla="*/ 5144607 w 5975626"/>
              <a:gd name="connsiteY10" fmla="*/ 187068 h 3566559"/>
              <a:gd name="connsiteX11" fmla="*/ 176367 w 5975626"/>
              <a:gd name="connsiteY11" fmla="*/ 2102228 h 3566559"/>
              <a:gd name="connsiteX12" fmla="*/ 834787 w 5975626"/>
              <a:gd name="connsiteY12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2454747 w 5975626"/>
              <a:gd name="connsiteY9" fmla="*/ 2330828 h 3566559"/>
              <a:gd name="connsiteX10" fmla="*/ 5801832 w 5975626"/>
              <a:gd name="connsiteY10" fmla="*/ 1012568 h 3566559"/>
              <a:gd name="connsiteX11" fmla="*/ 5144607 w 5975626"/>
              <a:gd name="connsiteY11" fmla="*/ 187068 h 3566559"/>
              <a:gd name="connsiteX12" fmla="*/ 176367 w 5975626"/>
              <a:gd name="connsiteY12" fmla="*/ 2102228 h 3566559"/>
              <a:gd name="connsiteX13" fmla="*/ 834787 w 5975626"/>
              <a:gd name="connsiteY13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1959446 w 5975626"/>
              <a:gd name="connsiteY9" fmla="*/ 2003168 h 3566559"/>
              <a:gd name="connsiteX10" fmla="*/ 2454747 w 5975626"/>
              <a:gd name="connsiteY10" fmla="*/ 2330828 h 3566559"/>
              <a:gd name="connsiteX11" fmla="*/ 5801832 w 5975626"/>
              <a:gd name="connsiteY11" fmla="*/ 1012568 h 3566559"/>
              <a:gd name="connsiteX12" fmla="*/ 5144607 w 5975626"/>
              <a:gd name="connsiteY12" fmla="*/ 187068 h 3566559"/>
              <a:gd name="connsiteX13" fmla="*/ 176367 w 5975626"/>
              <a:gd name="connsiteY13" fmla="*/ 2102228 h 3566559"/>
              <a:gd name="connsiteX14" fmla="*/ 834787 w 5975626"/>
              <a:gd name="connsiteY14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1959446 w 5975626"/>
              <a:gd name="connsiteY10" fmla="*/ 2003168 h 3566559"/>
              <a:gd name="connsiteX11" fmla="*/ 2454747 w 5975626"/>
              <a:gd name="connsiteY11" fmla="*/ 2330828 h 3566559"/>
              <a:gd name="connsiteX12" fmla="*/ 5801832 w 5975626"/>
              <a:gd name="connsiteY12" fmla="*/ 1012568 h 3566559"/>
              <a:gd name="connsiteX13" fmla="*/ 5144607 w 5975626"/>
              <a:gd name="connsiteY13" fmla="*/ 187068 h 3566559"/>
              <a:gd name="connsiteX14" fmla="*/ 176367 w 5975626"/>
              <a:gd name="connsiteY14" fmla="*/ 2102228 h 3566559"/>
              <a:gd name="connsiteX15" fmla="*/ 834787 w 5975626"/>
              <a:gd name="connsiteY15" fmla="*/ 3206225 h 3566559"/>
              <a:gd name="connsiteX0" fmla="*/ 834787 w 5975626"/>
              <a:gd name="connsiteY0" fmla="*/ 3206225 h 3566559"/>
              <a:gd name="connsiteX1" fmla="*/ 3918949 w 5975626"/>
              <a:gd name="connsiteY1" fmla="*/ 232282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3592031 w 5975626"/>
              <a:gd name="connsiteY10" fmla="*/ 1360231 h 3566559"/>
              <a:gd name="connsiteX11" fmla="*/ 1959446 w 5975626"/>
              <a:gd name="connsiteY11" fmla="*/ 2003168 h 3566559"/>
              <a:gd name="connsiteX12" fmla="*/ 2454747 w 5975626"/>
              <a:gd name="connsiteY12" fmla="*/ 2330828 h 3566559"/>
              <a:gd name="connsiteX13" fmla="*/ 5801832 w 5975626"/>
              <a:gd name="connsiteY13" fmla="*/ 1012568 h 3566559"/>
              <a:gd name="connsiteX14" fmla="*/ 5144607 w 5975626"/>
              <a:gd name="connsiteY14" fmla="*/ 187068 h 3566559"/>
              <a:gd name="connsiteX15" fmla="*/ 176367 w 5975626"/>
              <a:gd name="connsiteY15" fmla="*/ 2102228 h 3566559"/>
              <a:gd name="connsiteX16" fmla="*/ 834787 w 5975626"/>
              <a:gd name="connsiteY16" fmla="*/ 3206225 h 3566559"/>
              <a:gd name="connsiteX0" fmla="*/ 834787 w 5975626"/>
              <a:gd name="connsiteY0" fmla="*/ 3206225 h 3566559"/>
              <a:gd name="connsiteX1" fmla="*/ 3949429 w 5975626"/>
              <a:gd name="connsiteY1" fmla="*/ 2353302 h 3566559"/>
              <a:gd name="connsiteX2" fmla="*/ 4058434 w 5975626"/>
              <a:gd name="connsiteY2" fmla="*/ 257466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3592031 w 5975626"/>
              <a:gd name="connsiteY10" fmla="*/ 1360231 h 3566559"/>
              <a:gd name="connsiteX11" fmla="*/ 1959446 w 5975626"/>
              <a:gd name="connsiteY11" fmla="*/ 2003168 h 3566559"/>
              <a:gd name="connsiteX12" fmla="*/ 2454747 w 5975626"/>
              <a:gd name="connsiteY12" fmla="*/ 2330828 h 3566559"/>
              <a:gd name="connsiteX13" fmla="*/ 5801832 w 5975626"/>
              <a:gd name="connsiteY13" fmla="*/ 1012568 h 3566559"/>
              <a:gd name="connsiteX14" fmla="*/ 5144607 w 5975626"/>
              <a:gd name="connsiteY14" fmla="*/ 187068 h 3566559"/>
              <a:gd name="connsiteX15" fmla="*/ 176367 w 5975626"/>
              <a:gd name="connsiteY15" fmla="*/ 2102228 h 3566559"/>
              <a:gd name="connsiteX16" fmla="*/ 834787 w 5975626"/>
              <a:gd name="connsiteY16" fmla="*/ 3206225 h 3566559"/>
              <a:gd name="connsiteX0" fmla="*/ 834787 w 5975626"/>
              <a:gd name="connsiteY0" fmla="*/ 3206225 h 3566559"/>
              <a:gd name="connsiteX1" fmla="*/ 3949429 w 5975626"/>
              <a:gd name="connsiteY1" fmla="*/ 2353302 h 3566559"/>
              <a:gd name="connsiteX2" fmla="*/ 4088914 w 5975626"/>
              <a:gd name="connsiteY2" fmla="*/ 2544189 h 3566559"/>
              <a:gd name="connsiteX3" fmla="*/ 602312 w 5975626"/>
              <a:gd name="connsiteY3" fmla="*/ 3566559 h 3566559"/>
              <a:gd name="connsiteX4" fmla="*/ 1107 w 5975626"/>
              <a:gd name="connsiteY4" fmla="*/ 2071748 h 3566559"/>
              <a:gd name="connsiteX5" fmla="*/ 5225887 w 5975626"/>
              <a:gd name="connsiteY5" fmla="*/ 57528 h 3566559"/>
              <a:gd name="connsiteX6" fmla="*/ 5878032 w 5975626"/>
              <a:gd name="connsiteY6" fmla="*/ 1098293 h 3566559"/>
              <a:gd name="connsiteX7" fmla="*/ 2166140 w 5975626"/>
              <a:gd name="connsiteY7" fmla="*/ 2491801 h 3566559"/>
              <a:gd name="connsiteX8" fmla="*/ 1822286 w 5975626"/>
              <a:gd name="connsiteY8" fmla="*/ 1957448 h 3566559"/>
              <a:gd name="connsiteX9" fmla="*/ 3582506 w 5975626"/>
              <a:gd name="connsiteY9" fmla="*/ 1279268 h 3566559"/>
              <a:gd name="connsiteX10" fmla="*/ 3592031 w 5975626"/>
              <a:gd name="connsiteY10" fmla="*/ 1360231 h 3566559"/>
              <a:gd name="connsiteX11" fmla="*/ 1959446 w 5975626"/>
              <a:gd name="connsiteY11" fmla="*/ 2003168 h 3566559"/>
              <a:gd name="connsiteX12" fmla="*/ 2454747 w 5975626"/>
              <a:gd name="connsiteY12" fmla="*/ 2330828 h 3566559"/>
              <a:gd name="connsiteX13" fmla="*/ 5801832 w 5975626"/>
              <a:gd name="connsiteY13" fmla="*/ 1012568 h 3566559"/>
              <a:gd name="connsiteX14" fmla="*/ 5144607 w 5975626"/>
              <a:gd name="connsiteY14" fmla="*/ 187068 h 3566559"/>
              <a:gd name="connsiteX15" fmla="*/ 176367 w 5975626"/>
              <a:gd name="connsiteY15" fmla="*/ 2102228 h 3566559"/>
              <a:gd name="connsiteX16" fmla="*/ 834787 w 5975626"/>
              <a:gd name="connsiteY16" fmla="*/ 3206225 h 3566559"/>
              <a:gd name="connsiteX0" fmla="*/ 834787 w 5975626"/>
              <a:gd name="connsiteY0" fmla="*/ 3206225 h 3551319"/>
              <a:gd name="connsiteX1" fmla="*/ 3949429 w 5975626"/>
              <a:gd name="connsiteY1" fmla="*/ 2353302 h 3551319"/>
              <a:gd name="connsiteX2" fmla="*/ 4088914 w 5975626"/>
              <a:gd name="connsiteY2" fmla="*/ 2544189 h 3551319"/>
              <a:gd name="connsiteX3" fmla="*/ 701372 w 5975626"/>
              <a:gd name="connsiteY3" fmla="*/ 3551319 h 3551319"/>
              <a:gd name="connsiteX4" fmla="*/ 1107 w 5975626"/>
              <a:gd name="connsiteY4" fmla="*/ 2071748 h 3551319"/>
              <a:gd name="connsiteX5" fmla="*/ 5225887 w 5975626"/>
              <a:gd name="connsiteY5" fmla="*/ 57528 h 3551319"/>
              <a:gd name="connsiteX6" fmla="*/ 5878032 w 5975626"/>
              <a:gd name="connsiteY6" fmla="*/ 1098293 h 3551319"/>
              <a:gd name="connsiteX7" fmla="*/ 2166140 w 5975626"/>
              <a:gd name="connsiteY7" fmla="*/ 2491801 h 3551319"/>
              <a:gd name="connsiteX8" fmla="*/ 1822286 w 5975626"/>
              <a:gd name="connsiteY8" fmla="*/ 1957448 h 3551319"/>
              <a:gd name="connsiteX9" fmla="*/ 3582506 w 5975626"/>
              <a:gd name="connsiteY9" fmla="*/ 1279268 h 3551319"/>
              <a:gd name="connsiteX10" fmla="*/ 3592031 w 5975626"/>
              <a:gd name="connsiteY10" fmla="*/ 1360231 h 3551319"/>
              <a:gd name="connsiteX11" fmla="*/ 1959446 w 5975626"/>
              <a:gd name="connsiteY11" fmla="*/ 2003168 h 3551319"/>
              <a:gd name="connsiteX12" fmla="*/ 2454747 w 5975626"/>
              <a:gd name="connsiteY12" fmla="*/ 2330828 h 3551319"/>
              <a:gd name="connsiteX13" fmla="*/ 5801832 w 5975626"/>
              <a:gd name="connsiteY13" fmla="*/ 1012568 h 3551319"/>
              <a:gd name="connsiteX14" fmla="*/ 5144607 w 5975626"/>
              <a:gd name="connsiteY14" fmla="*/ 187068 h 3551319"/>
              <a:gd name="connsiteX15" fmla="*/ 176367 w 5975626"/>
              <a:gd name="connsiteY15" fmla="*/ 2102228 h 3551319"/>
              <a:gd name="connsiteX16" fmla="*/ 834787 w 5975626"/>
              <a:gd name="connsiteY16" fmla="*/ 3206225 h 3551319"/>
              <a:gd name="connsiteX0" fmla="*/ 819547 w 5975626"/>
              <a:gd name="connsiteY0" fmla="*/ 3297665 h 3551319"/>
              <a:gd name="connsiteX1" fmla="*/ 3949429 w 5975626"/>
              <a:gd name="connsiteY1" fmla="*/ 2353302 h 3551319"/>
              <a:gd name="connsiteX2" fmla="*/ 4088914 w 5975626"/>
              <a:gd name="connsiteY2" fmla="*/ 2544189 h 3551319"/>
              <a:gd name="connsiteX3" fmla="*/ 701372 w 5975626"/>
              <a:gd name="connsiteY3" fmla="*/ 3551319 h 3551319"/>
              <a:gd name="connsiteX4" fmla="*/ 1107 w 5975626"/>
              <a:gd name="connsiteY4" fmla="*/ 2071748 h 3551319"/>
              <a:gd name="connsiteX5" fmla="*/ 5225887 w 5975626"/>
              <a:gd name="connsiteY5" fmla="*/ 57528 h 3551319"/>
              <a:gd name="connsiteX6" fmla="*/ 5878032 w 5975626"/>
              <a:gd name="connsiteY6" fmla="*/ 1098293 h 3551319"/>
              <a:gd name="connsiteX7" fmla="*/ 2166140 w 5975626"/>
              <a:gd name="connsiteY7" fmla="*/ 2491801 h 3551319"/>
              <a:gd name="connsiteX8" fmla="*/ 1822286 w 5975626"/>
              <a:gd name="connsiteY8" fmla="*/ 1957448 h 3551319"/>
              <a:gd name="connsiteX9" fmla="*/ 3582506 w 5975626"/>
              <a:gd name="connsiteY9" fmla="*/ 1279268 h 3551319"/>
              <a:gd name="connsiteX10" fmla="*/ 3592031 w 5975626"/>
              <a:gd name="connsiteY10" fmla="*/ 1360231 h 3551319"/>
              <a:gd name="connsiteX11" fmla="*/ 1959446 w 5975626"/>
              <a:gd name="connsiteY11" fmla="*/ 2003168 h 3551319"/>
              <a:gd name="connsiteX12" fmla="*/ 2454747 w 5975626"/>
              <a:gd name="connsiteY12" fmla="*/ 2330828 h 3551319"/>
              <a:gd name="connsiteX13" fmla="*/ 5801832 w 5975626"/>
              <a:gd name="connsiteY13" fmla="*/ 1012568 h 3551319"/>
              <a:gd name="connsiteX14" fmla="*/ 5144607 w 5975626"/>
              <a:gd name="connsiteY14" fmla="*/ 187068 h 3551319"/>
              <a:gd name="connsiteX15" fmla="*/ 176367 w 5975626"/>
              <a:gd name="connsiteY15" fmla="*/ 2102228 h 3551319"/>
              <a:gd name="connsiteX16" fmla="*/ 819547 w 5975626"/>
              <a:gd name="connsiteY16" fmla="*/ 3297665 h 3551319"/>
              <a:gd name="connsiteX0" fmla="*/ 819547 w 5975626"/>
              <a:gd name="connsiteY0" fmla="*/ 3297665 h 3574179"/>
              <a:gd name="connsiteX1" fmla="*/ 3949429 w 5975626"/>
              <a:gd name="connsiteY1" fmla="*/ 2353302 h 3574179"/>
              <a:gd name="connsiteX2" fmla="*/ 4088914 w 5975626"/>
              <a:gd name="connsiteY2" fmla="*/ 2544189 h 3574179"/>
              <a:gd name="connsiteX3" fmla="*/ 693752 w 5975626"/>
              <a:gd name="connsiteY3" fmla="*/ 3574179 h 3574179"/>
              <a:gd name="connsiteX4" fmla="*/ 1107 w 5975626"/>
              <a:gd name="connsiteY4" fmla="*/ 2071748 h 3574179"/>
              <a:gd name="connsiteX5" fmla="*/ 5225887 w 5975626"/>
              <a:gd name="connsiteY5" fmla="*/ 57528 h 3574179"/>
              <a:gd name="connsiteX6" fmla="*/ 5878032 w 5975626"/>
              <a:gd name="connsiteY6" fmla="*/ 1098293 h 3574179"/>
              <a:gd name="connsiteX7" fmla="*/ 2166140 w 5975626"/>
              <a:gd name="connsiteY7" fmla="*/ 2491801 h 3574179"/>
              <a:gd name="connsiteX8" fmla="*/ 1822286 w 5975626"/>
              <a:gd name="connsiteY8" fmla="*/ 1957448 h 3574179"/>
              <a:gd name="connsiteX9" fmla="*/ 3582506 w 5975626"/>
              <a:gd name="connsiteY9" fmla="*/ 1279268 h 3574179"/>
              <a:gd name="connsiteX10" fmla="*/ 3592031 w 5975626"/>
              <a:gd name="connsiteY10" fmla="*/ 1360231 h 3574179"/>
              <a:gd name="connsiteX11" fmla="*/ 1959446 w 5975626"/>
              <a:gd name="connsiteY11" fmla="*/ 2003168 h 3574179"/>
              <a:gd name="connsiteX12" fmla="*/ 2454747 w 5975626"/>
              <a:gd name="connsiteY12" fmla="*/ 2330828 h 3574179"/>
              <a:gd name="connsiteX13" fmla="*/ 5801832 w 5975626"/>
              <a:gd name="connsiteY13" fmla="*/ 1012568 h 3574179"/>
              <a:gd name="connsiteX14" fmla="*/ 5144607 w 5975626"/>
              <a:gd name="connsiteY14" fmla="*/ 187068 h 3574179"/>
              <a:gd name="connsiteX15" fmla="*/ 176367 w 5975626"/>
              <a:gd name="connsiteY15" fmla="*/ 2102228 h 3574179"/>
              <a:gd name="connsiteX16" fmla="*/ 819547 w 5975626"/>
              <a:gd name="connsiteY16" fmla="*/ 3297665 h 3574179"/>
              <a:gd name="connsiteX0" fmla="*/ 857965 w 6014044"/>
              <a:gd name="connsiteY0" fmla="*/ 3297665 h 3574179"/>
              <a:gd name="connsiteX1" fmla="*/ 3987847 w 6014044"/>
              <a:gd name="connsiteY1" fmla="*/ 2353302 h 3574179"/>
              <a:gd name="connsiteX2" fmla="*/ 4127332 w 6014044"/>
              <a:gd name="connsiteY2" fmla="*/ 2544189 h 3574179"/>
              <a:gd name="connsiteX3" fmla="*/ 732170 w 6014044"/>
              <a:gd name="connsiteY3" fmla="*/ 3574179 h 3574179"/>
              <a:gd name="connsiteX4" fmla="*/ 39525 w 6014044"/>
              <a:gd name="connsiteY4" fmla="*/ 2071748 h 3574179"/>
              <a:gd name="connsiteX5" fmla="*/ 5264305 w 6014044"/>
              <a:gd name="connsiteY5" fmla="*/ 57528 h 3574179"/>
              <a:gd name="connsiteX6" fmla="*/ 5916450 w 6014044"/>
              <a:gd name="connsiteY6" fmla="*/ 1098293 h 3574179"/>
              <a:gd name="connsiteX7" fmla="*/ 2204558 w 6014044"/>
              <a:gd name="connsiteY7" fmla="*/ 2491801 h 3574179"/>
              <a:gd name="connsiteX8" fmla="*/ 1860704 w 6014044"/>
              <a:gd name="connsiteY8" fmla="*/ 1957448 h 3574179"/>
              <a:gd name="connsiteX9" fmla="*/ 3620924 w 6014044"/>
              <a:gd name="connsiteY9" fmla="*/ 1279268 h 3574179"/>
              <a:gd name="connsiteX10" fmla="*/ 3630449 w 6014044"/>
              <a:gd name="connsiteY10" fmla="*/ 1360231 h 3574179"/>
              <a:gd name="connsiteX11" fmla="*/ 1997864 w 6014044"/>
              <a:gd name="connsiteY11" fmla="*/ 2003168 h 3574179"/>
              <a:gd name="connsiteX12" fmla="*/ 2493165 w 6014044"/>
              <a:gd name="connsiteY12" fmla="*/ 2330828 h 3574179"/>
              <a:gd name="connsiteX13" fmla="*/ 5840250 w 6014044"/>
              <a:gd name="connsiteY13" fmla="*/ 1012568 h 3574179"/>
              <a:gd name="connsiteX14" fmla="*/ 5183025 w 6014044"/>
              <a:gd name="connsiteY14" fmla="*/ 187068 h 3574179"/>
              <a:gd name="connsiteX15" fmla="*/ 214785 w 6014044"/>
              <a:gd name="connsiteY15" fmla="*/ 2102228 h 3574179"/>
              <a:gd name="connsiteX16" fmla="*/ 857965 w 6014044"/>
              <a:gd name="connsiteY16" fmla="*/ 3297665 h 3574179"/>
              <a:gd name="connsiteX0" fmla="*/ 857965 w 6014044"/>
              <a:gd name="connsiteY0" fmla="*/ 3297665 h 3536079"/>
              <a:gd name="connsiteX1" fmla="*/ 3987847 w 6014044"/>
              <a:gd name="connsiteY1" fmla="*/ 235330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857965 w 6014044"/>
              <a:gd name="connsiteY0" fmla="*/ 3297665 h 3536079"/>
              <a:gd name="connsiteX1" fmla="*/ 3987847 w 6014044"/>
              <a:gd name="connsiteY1" fmla="*/ 235330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857965 w 6014044"/>
              <a:gd name="connsiteY0" fmla="*/ 3297665 h 3536079"/>
              <a:gd name="connsiteX1" fmla="*/ 3987847 w 6014044"/>
              <a:gd name="connsiteY1" fmla="*/ 235330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857965 w 6014044"/>
              <a:gd name="connsiteY0" fmla="*/ 329766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857965 w 6014044"/>
              <a:gd name="connsiteY16" fmla="*/ 329766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74145 w 6014044"/>
              <a:gd name="connsiteY0" fmla="*/ 3457685 h 3536079"/>
              <a:gd name="connsiteX1" fmla="*/ 4071667 w 6014044"/>
              <a:gd name="connsiteY1" fmla="*/ 2498082 h 3536079"/>
              <a:gd name="connsiteX2" fmla="*/ 4127332 w 6014044"/>
              <a:gd name="connsiteY2" fmla="*/ 2544189 h 3536079"/>
              <a:gd name="connsiteX3" fmla="*/ 732170 w 6014044"/>
              <a:gd name="connsiteY3" fmla="*/ 3536079 h 3536079"/>
              <a:gd name="connsiteX4" fmla="*/ 39525 w 6014044"/>
              <a:gd name="connsiteY4" fmla="*/ 2071748 h 3536079"/>
              <a:gd name="connsiteX5" fmla="*/ 5264305 w 6014044"/>
              <a:gd name="connsiteY5" fmla="*/ 57528 h 3536079"/>
              <a:gd name="connsiteX6" fmla="*/ 5916450 w 6014044"/>
              <a:gd name="connsiteY6" fmla="*/ 1098293 h 3536079"/>
              <a:gd name="connsiteX7" fmla="*/ 2204558 w 6014044"/>
              <a:gd name="connsiteY7" fmla="*/ 2491801 h 3536079"/>
              <a:gd name="connsiteX8" fmla="*/ 1860704 w 6014044"/>
              <a:gd name="connsiteY8" fmla="*/ 1957448 h 3536079"/>
              <a:gd name="connsiteX9" fmla="*/ 3620924 w 6014044"/>
              <a:gd name="connsiteY9" fmla="*/ 1279268 h 3536079"/>
              <a:gd name="connsiteX10" fmla="*/ 3630449 w 6014044"/>
              <a:gd name="connsiteY10" fmla="*/ 1360231 h 3536079"/>
              <a:gd name="connsiteX11" fmla="*/ 1997864 w 6014044"/>
              <a:gd name="connsiteY11" fmla="*/ 2003168 h 3536079"/>
              <a:gd name="connsiteX12" fmla="*/ 2493165 w 6014044"/>
              <a:gd name="connsiteY12" fmla="*/ 2330828 h 3536079"/>
              <a:gd name="connsiteX13" fmla="*/ 5840250 w 6014044"/>
              <a:gd name="connsiteY13" fmla="*/ 1012568 h 3536079"/>
              <a:gd name="connsiteX14" fmla="*/ 5183025 w 6014044"/>
              <a:gd name="connsiteY14" fmla="*/ 187068 h 3536079"/>
              <a:gd name="connsiteX15" fmla="*/ 214785 w 6014044"/>
              <a:gd name="connsiteY15" fmla="*/ 2102228 h 3536079"/>
              <a:gd name="connsiteX16" fmla="*/ 774145 w 6014044"/>
              <a:gd name="connsiteY16" fmla="*/ 3457685 h 3536079"/>
              <a:gd name="connsiteX0" fmla="*/ 763131 w 6003030"/>
              <a:gd name="connsiteY0" fmla="*/ 3457685 h 3536079"/>
              <a:gd name="connsiteX1" fmla="*/ 4060653 w 6003030"/>
              <a:gd name="connsiteY1" fmla="*/ 2498082 h 3536079"/>
              <a:gd name="connsiteX2" fmla="*/ 4116318 w 6003030"/>
              <a:gd name="connsiteY2" fmla="*/ 2544189 h 3536079"/>
              <a:gd name="connsiteX3" fmla="*/ 721156 w 6003030"/>
              <a:gd name="connsiteY3" fmla="*/ 3536079 h 3536079"/>
              <a:gd name="connsiteX4" fmla="*/ 43751 w 6003030"/>
              <a:gd name="connsiteY4" fmla="*/ 2102228 h 3536079"/>
              <a:gd name="connsiteX5" fmla="*/ 5253291 w 6003030"/>
              <a:gd name="connsiteY5" fmla="*/ 57528 h 3536079"/>
              <a:gd name="connsiteX6" fmla="*/ 5905436 w 6003030"/>
              <a:gd name="connsiteY6" fmla="*/ 1098293 h 3536079"/>
              <a:gd name="connsiteX7" fmla="*/ 2193544 w 6003030"/>
              <a:gd name="connsiteY7" fmla="*/ 2491801 h 3536079"/>
              <a:gd name="connsiteX8" fmla="*/ 1849690 w 6003030"/>
              <a:gd name="connsiteY8" fmla="*/ 1957448 h 3536079"/>
              <a:gd name="connsiteX9" fmla="*/ 3609910 w 6003030"/>
              <a:gd name="connsiteY9" fmla="*/ 1279268 h 3536079"/>
              <a:gd name="connsiteX10" fmla="*/ 3619435 w 6003030"/>
              <a:gd name="connsiteY10" fmla="*/ 1360231 h 3536079"/>
              <a:gd name="connsiteX11" fmla="*/ 1986850 w 6003030"/>
              <a:gd name="connsiteY11" fmla="*/ 2003168 h 3536079"/>
              <a:gd name="connsiteX12" fmla="*/ 2482151 w 6003030"/>
              <a:gd name="connsiteY12" fmla="*/ 2330828 h 3536079"/>
              <a:gd name="connsiteX13" fmla="*/ 5829236 w 6003030"/>
              <a:gd name="connsiteY13" fmla="*/ 1012568 h 3536079"/>
              <a:gd name="connsiteX14" fmla="*/ 5172011 w 6003030"/>
              <a:gd name="connsiteY14" fmla="*/ 187068 h 3536079"/>
              <a:gd name="connsiteX15" fmla="*/ 203771 w 6003030"/>
              <a:gd name="connsiteY15" fmla="*/ 2102228 h 3536079"/>
              <a:gd name="connsiteX16" fmla="*/ 763131 w 6003030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400002 w 6199261"/>
              <a:gd name="connsiteY15" fmla="*/ 2102228 h 3536079"/>
              <a:gd name="connsiteX16" fmla="*/ 959362 w 6199261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285702 w 6199261"/>
              <a:gd name="connsiteY15" fmla="*/ 2155568 h 3536079"/>
              <a:gd name="connsiteX16" fmla="*/ 959362 w 6199261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285702 w 6199261"/>
              <a:gd name="connsiteY15" fmla="*/ 2155568 h 3536079"/>
              <a:gd name="connsiteX16" fmla="*/ 959362 w 6199261"/>
              <a:gd name="connsiteY16" fmla="*/ 3457685 h 3536079"/>
              <a:gd name="connsiteX0" fmla="*/ 959362 w 6199261"/>
              <a:gd name="connsiteY0" fmla="*/ 3457685 h 3536079"/>
              <a:gd name="connsiteX1" fmla="*/ 4256884 w 6199261"/>
              <a:gd name="connsiteY1" fmla="*/ 2498082 h 3536079"/>
              <a:gd name="connsiteX2" fmla="*/ 4312549 w 6199261"/>
              <a:gd name="connsiteY2" fmla="*/ 2544189 h 3536079"/>
              <a:gd name="connsiteX3" fmla="*/ 917387 w 6199261"/>
              <a:gd name="connsiteY3" fmla="*/ 3536079 h 3536079"/>
              <a:gd name="connsiteX4" fmla="*/ 239982 w 6199261"/>
              <a:gd name="connsiteY4" fmla="*/ 2102228 h 3536079"/>
              <a:gd name="connsiteX5" fmla="*/ 5449522 w 6199261"/>
              <a:gd name="connsiteY5" fmla="*/ 57528 h 3536079"/>
              <a:gd name="connsiteX6" fmla="*/ 6101667 w 6199261"/>
              <a:gd name="connsiteY6" fmla="*/ 1098293 h 3536079"/>
              <a:gd name="connsiteX7" fmla="*/ 2389775 w 6199261"/>
              <a:gd name="connsiteY7" fmla="*/ 2491801 h 3536079"/>
              <a:gd name="connsiteX8" fmla="*/ 2045921 w 6199261"/>
              <a:gd name="connsiteY8" fmla="*/ 1957448 h 3536079"/>
              <a:gd name="connsiteX9" fmla="*/ 3806141 w 6199261"/>
              <a:gd name="connsiteY9" fmla="*/ 1279268 h 3536079"/>
              <a:gd name="connsiteX10" fmla="*/ 3815666 w 6199261"/>
              <a:gd name="connsiteY10" fmla="*/ 1360231 h 3536079"/>
              <a:gd name="connsiteX11" fmla="*/ 2183081 w 6199261"/>
              <a:gd name="connsiteY11" fmla="*/ 2003168 h 3536079"/>
              <a:gd name="connsiteX12" fmla="*/ 2678382 w 6199261"/>
              <a:gd name="connsiteY12" fmla="*/ 2330828 h 3536079"/>
              <a:gd name="connsiteX13" fmla="*/ 6025467 w 6199261"/>
              <a:gd name="connsiteY13" fmla="*/ 1012568 h 3536079"/>
              <a:gd name="connsiteX14" fmla="*/ 5368242 w 6199261"/>
              <a:gd name="connsiteY14" fmla="*/ 187068 h 3536079"/>
              <a:gd name="connsiteX15" fmla="*/ 285702 w 6199261"/>
              <a:gd name="connsiteY15" fmla="*/ 2155568 h 3536079"/>
              <a:gd name="connsiteX16" fmla="*/ 959362 w 6199261"/>
              <a:gd name="connsiteY16" fmla="*/ 3457685 h 3536079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37332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40380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40380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99261"/>
              <a:gd name="connsiteY0" fmla="*/ 3420978 h 3499372"/>
              <a:gd name="connsiteX1" fmla="*/ 4256884 w 6199261"/>
              <a:gd name="connsiteY1" fmla="*/ 2461375 h 3499372"/>
              <a:gd name="connsiteX2" fmla="*/ 4312549 w 6199261"/>
              <a:gd name="connsiteY2" fmla="*/ 2507482 h 3499372"/>
              <a:gd name="connsiteX3" fmla="*/ 917387 w 6199261"/>
              <a:gd name="connsiteY3" fmla="*/ 3499372 h 3499372"/>
              <a:gd name="connsiteX4" fmla="*/ 239982 w 6199261"/>
              <a:gd name="connsiteY4" fmla="*/ 2065521 h 3499372"/>
              <a:gd name="connsiteX5" fmla="*/ 5403802 w 6199261"/>
              <a:gd name="connsiteY5" fmla="*/ 58921 h 3499372"/>
              <a:gd name="connsiteX6" fmla="*/ 6101667 w 6199261"/>
              <a:gd name="connsiteY6" fmla="*/ 1061586 h 3499372"/>
              <a:gd name="connsiteX7" fmla="*/ 2389775 w 6199261"/>
              <a:gd name="connsiteY7" fmla="*/ 2455094 h 3499372"/>
              <a:gd name="connsiteX8" fmla="*/ 2045921 w 6199261"/>
              <a:gd name="connsiteY8" fmla="*/ 1920741 h 3499372"/>
              <a:gd name="connsiteX9" fmla="*/ 3806141 w 6199261"/>
              <a:gd name="connsiteY9" fmla="*/ 1242561 h 3499372"/>
              <a:gd name="connsiteX10" fmla="*/ 3815666 w 6199261"/>
              <a:gd name="connsiteY10" fmla="*/ 1323524 h 3499372"/>
              <a:gd name="connsiteX11" fmla="*/ 2183081 w 6199261"/>
              <a:gd name="connsiteY11" fmla="*/ 1966461 h 3499372"/>
              <a:gd name="connsiteX12" fmla="*/ 2678382 w 6199261"/>
              <a:gd name="connsiteY12" fmla="*/ 2294121 h 3499372"/>
              <a:gd name="connsiteX13" fmla="*/ 6025467 w 6199261"/>
              <a:gd name="connsiteY13" fmla="*/ 975861 h 3499372"/>
              <a:gd name="connsiteX14" fmla="*/ 5368242 w 6199261"/>
              <a:gd name="connsiteY14" fmla="*/ 150361 h 3499372"/>
              <a:gd name="connsiteX15" fmla="*/ 285702 w 6199261"/>
              <a:gd name="connsiteY15" fmla="*/ 2118861 h 3499372"/>
              <a:gd name="connsiteX16" fmla="*/ 959362 w 6199261"/>
              <a:gd name="connsiteY16" fmla="*/ 3420978 h 3499372"/>
              <a:gd name="connsiteX0" fmla="*/ 959362 w 6134553"/>
              <a:gd name="connsiteY0" fmla="*/ 3420978 h 3499372"/>
              <a:gd name="connsiteX1" fmla="*/ 4256884 w 6134553"/>
              <a:gd name="connsiteY1" fmla="*/ 2461375 h 3499372"/>
              <a:gd name="connsiteX2" fmla="*/ 4312549 w 6134553"/>
              <a:gd name="connsiteY2" fmla="*/ 2507482 h 3499372"/>
              <a:gd name="connsiteX3" fmla="*/ 917387 w 6134553"/>
              <a:gd name="connsiteY3" fmla="*/ 3499372 h 3499372"/>
              <a:gd name="connsiteX4" fmla="*/ 239982 w 6134553"/>
              <a:gd name="connsiteY4" fmla="*/ 2065521 h 3499372"/>
              <a:gd name="connsiteX5" fmla="*/ 5403802 w 6134553"/>
              <a:gd name="connsiteY5" fmla="*/ 58921 h 3499372"/>
              <a:gd name="connsiteX6" fmla="*/ 6101667 w 6134553"/>
              <a:gd name="connsiteY6" fmla="*/ 1061586 h 3499372"/>
              <a:gd name="connsiteX7" fmla="*/ 2389775 w 6134553"/>
              <a:gd name="connsiteY7" fmla="*/ 2455094 h 3499372"/>
              <a:gd name="connsiteX8" fmla="*/ 2045921 w 6134553"/>
              <a:gd name="connsiteY8" fmla="*/ 1920741 h 3499372"/>
              <a:gd name="connsiteX9" fmla="*/ 3806141 w 6134553"/>
              <a:gd name="connsiteY9" fmla="*/ 1242561 h 3499372"/>
              <a:gd name="connsiteX10" fmla="*/ 3815666 w 6134553"/>
              <a:gd name="connsiteY10" fmla="*/ 1323524 h 3499372"/>
              <a:gd name="connsiteX11" fmla="*/ 2183081 w 6134553"/>
              <a:gd name="connsiteY11" fmla="*/ 1966461 h 3499372"/>
              <a:gd name="connsiteX12" fmla="*/ 2678382 w 6134553"/>
              <a:gd name="connsiteY12" fmla="*/ 2294121 h 3499372"/>
              <a:gd name="connsiteX13" fmla="*/ 6025467 w 6134553"/>
              <a:gd name="connsiteY13" fmla="*/ 975861 h 3499372"/>
              <a:gd name="connsiteX14" fmla="*/ 5368242 w 6134553"/>
              <a:gd name="connsiteY14" fmla="*/ 150361 h 3499372"/>
              <a:gd name="connsiteX15" fmla="*/ 285702 w 6134553"/>
              <a:gd name="connsiteY15" fmla="*/ 2118861 h 3499372"/>
              <a:gd name="connsiteX16" fmla="*/ 959362 w 6134553"/>
              <a:gd name="connsiteY16" fmla="*/ 3420978 h 3499372"/>
              <a:gd name="connsiteX0" fmla="*/ 959362 w 6130947"/>
              <a:gd name="connsiteY0" fmla="*/ 3422141 h 3500535"/>
              <a:gd name="connsiteX1" fmla="*/ 4256884 w 6130947"/>
              <a:gd name="connsiteY1" fmla="*/ 2462538 h 3500535"/>
              <a:gd name="connsiteX2" fmla="*/ 4312549 w 6130947"/>
              <a:gd name="connsiteY2" fmla="*/ 2508645 h 3500535"/>
              <a:gd name="connsiteX3" fmla="*/ 917387 w 6130947"/>
              <a:gd name="connsiteY3" fmla="*/ 3500535 h 3500535"/>
              <a:gd name="connsiteX4" fmla="*/ 239982 w 6130947"/>
              <a:gd name="connsiteY4" fmla="*/ 2066684 h 3500535"/>
              <a:gd name="connsiteX5" fmla="*/ 5403802 w 6130947"/>
              <a:gd name="connsiteY5" fmla="*/ 60084 h 3500535"/>
              <a:gd name="connsiteX6" fmla="*/ 6071187 w 6130947"/>
              <a:gd name="connsiteY6" fmla="*/ 1032269 h 3500535"/>
              <a:gd name="connsiteX7" fmla="*/ 2389775 w 6130947"/>
              <a:gd name="connsiteY7" fmla="*/ 2456257 h 3500535"/>
              <a:gd name="connsiteX8" fmla="*/ 2045921 w 6130947"/>
              <a:gd name="connsiteY8" fmla="*/ 1921904 h 3500535"/>
              <a:gd name="connsiteX9" fmla="*/ 3806141 w 6130947"/>
              <a:gd name="connsiteY9" fmla="*/ 1243724 h 3500535"/>
              <a:gd name="connsiteX10" fmla="*/ 3815666 w 6130947"/>
              <a:gd name="connsiteY10" fmla="*/ 1324687 h 3500535"/>
              <a:gd name="connsiteX11" fmla="*/ 2183081 w 6130947"/>
              <a:gd name="connsiteY11" fmla="*/ 1967624 h 3500535"/>
              <a:gd name="connsiteX12" fmla="*/ 2678382 w 6130947"/>
              <a:gd name="connsiteY12" fmla="*/ 2295284 h 3500535"/>
              <a:gd name="connsiteX13" fmla="*/ 6025467 w 6130947"/>
              <a:gd name="connsiteY13" fmla="*/ 977024 h 3500535"/>
              <a:gd name="connsiteX14" fmla="*/ 5368242 w 6130947"/>
              <a:gd name="connsiteY14" fmla="*/ 151524 h 3500535"/>
              <a:gd name="connsiteX15" fmla="*/ 285702 w 6130947"/>
              <a:gd name="connsiteY15" fmla="*/ 2120024 h 3500535"/>
              <a:gd name="connsiteX16" fmla="*/ 959362 w 6130947"/>
              <a:gd name="connsiteY16" fmla="*/ 3422141 h 3500535"/>
              <a:gd name="connsiteX0" fmla="*/ 959362 w 6130947"/>
              <a:gd name="connsiteY0" fmla="*/ 3422141 h 3500535"/>
              <a:gd name="connsiteX1" fmla="*/ 4256884 w 6130947"/>
              <a:gd name="connsiteY1" fmla="*/ 2462538 h 3500535"/>
              <a:gd name="connsiteX2" fmla="*/ 4312549 w 6130947"/>
              <a:gd name="connsiteY2" fmla="*/ 2508645 h 3500535"/>
              <a:gd name="connsiteX3" fmla="*/ 917387 w 6130947"/>
              <a:gd name="connsiteY3" fmla="*/ 3500535 h 3500535"/>
              <a:gd name="connsiteX4" fmla="*/ 239982 w 6130947"/>
              <a:gd name="connsiteY4" fmla="*/ 2066684 h 3500535"/>
              <a:gd name="connsiteX5" fmla="*/ 5403802 w 6130947"/>
              <a:gd name="connsiteY5" fmla="*/ 60084 h 3500535"/>
              <a:gd name="connsiteX6" fmla="*/ 6071187 w 6130947"/>
              <a:gd name="connsiteY6" fmla="*/ 1032269 h 3500535"/>
              <a:gd name="connsiteX7" fmla="*/ 2389775 w 6130947"/>
              <a:gd name="connsiteY7" fmla="*/ 2456257 h 3500535"/>
              <a:gd name="connsiteX8" fmla="*/ 2045921 w 6130947"/>
              <a:gd name="connsiteY8" fmla="*/ 1921904 h 3500535"/>
              <a:gd name="connsiteX9" fmla="*/ 3806141 w 6130947"/>
              <a:gd name="connsiteY9" fmla="*/ 1243724 h 3500535"/>
              <a:gd name="connsiteX10" fmla="*/ 3815666 w 6130947"/>
              <a:gd name="connsiteY10" fmla="*/ 1324687 h 3500535"/>
              <a:gd name="connsiteX11" fmla="*/ 2183081 w 6130947"/>
              <a:gd name="connsiteY11" fmla="*/ 1967624 h 3500535"/>
              <a:gd name="connsiteX12" fmla="*/ 2678382 w 6130947"/>
              <a:gd name="connsiteY12" fmla="*/ 2295284 h 3500535"/>
              <a:gd name="connsiteX13" fmla="*/ 6025467 w 6130947"/>
              <a:gd name="connsiteY13" fmla="*/ 977024 h 3500535"/>
              <a:gd name="connsiteX14" fmla="*/ 5368242 w 6130947"/>
              <a:gd name="connsiteY14" fmla="*/ 151524 h 3500535"/>
              <a:gd name="connsiteX15" fmla="*/ 285702 w 6130947"/>
              <a:gd name="connsiteY15" fmla="*/ 2120024 h 3500535"/>
              <a:gd name="connsiteX16" fmla="*/ 959362 w 6130947"/>
              <a:gd name="connsiteY16" fmla="*/ 3422141 h 3500535"/>
              <a:gd name="connsiteX0" fmla="*/ 959362 w 6181710"/>
              <a:gd name="connsiteY0" fmla="*/ 3424293 h 3502687"/>
              <a:gd name="connsiteX1" fmla="*/ 4256884 w 6181710"/>
              <a:gd name="connsiteY1" fmla="*/ 2464690 h 3502687"/>
              <a:gd name="connsiteX2" fmla="*/ 4312549 w 6181710"/>
              <a:gd name="connsiteY2" fmla="*/ 2510797 h 3502687"/>
              <a:gd name="connsiteX3" fmla="*/ 917387 w 6181710"/>
              <a:gd name="connsiteY3" fmla="*/ 3502687 h 3502687"/>
              <a:gd name="connsiteX4" fmla="*/ 239982 w 6181710"/>
              <a:gd name="connsiteY4" fmla="*/ 2068836 h 3502687"/>
              <a:gd name="connsiteX5" fmla="*/ 5403802 w 6181710"/>
              <a:gd name="connsiteY5" fmla="*/ 62236 h 3502687"/>
              <a:gd name="connsiteX6" fmla="*/ 6162627 w 6181710"/>
              <a:gd name="connsiteY6" fmla="*/ 981081 h 3502687"/>
              <a:gd name="connsiteX7" fmla="*/ 2389775 w 6181710"/>
              <a:gd name="connsiteY7" fmla="*/ 2458409 h 3502687"/>
              <a:gd name="connsiteX8" fmla="*/ 2045921 w 6181710"/>
              <a:gd name="connsiteY8" fmla="*/ 1924056 h 3502687"/>
              <a:gd name="connsiteX9" fmla="*/ 3806141 w 6181710"/>
              <a:gd name="connsiteY9" fmla="*/ 1245876 h 3502687"/>
              <a:gd name="connsiteX10" fmla="*/ 3815666 w 6181710"/>
              <a:gd name="connsiteY10" fmla="*/ 1326839 h 3502687"/>
              <a:gd name="connsiteX11" fmla="*/ 2183081 w 6181710"/>
              <a:gd name="connsiteY11" fmla="*/ 1969776 h 3502687"/>
              <a:gd name="connsiteX12" fmla="*/ 2678382 w 6181710"/>
              <a:gd name="connsiteY12" fmla="*/ 2297436 h 3502687"/>
              <a:gd name="connsiteX13" fmla="*/ 6025467 w 6181710"/>
              <a:gd name="connsiteY13" fmla="*/ 979176 h 3502687"/>
              <a:gd name="connsiteX14" fmla="*/ 5368242 w 6181710"/>
              <a:gd name="connsiteY14" fmla="*/ 153676 h 3502687"/>
              <a:gd name="connsiteX15" fmla="*/ 285702 w 6181710"/>
              <a:gd name="connsiteY15" fmla="*/ 2122176 h 3502687"/>
              <a:gd name="connsiteX16" fmla="*/ 959362 w 6181710"/>
              <a:gd name="connsiteY16" fmla="*/ 3424293 h 3502687"/>
              <a:gd name="connsiteX0" fmla="*/ 959362 w 6215057"/>
              <a:gd name="connsiteY0" fmla="*/ 3427148 h 3505542"/>
              <a:gd name="connsiteX1" fmla="*/ 4256884 w 6215057"/>
              <a:gd name="connsiteY1" fmla="*/ 2467545 h 3505542"/>
              <a:gd name="connsiteX2" fmla="*/ 4312549 w 6215057"/>
              <a:gd name="connsiteY2" fmla="*/ 2513652 h 3505542"/>
              <a:gd name="connsiteX3" fmla="*/ 917387 w 6215057"/>
              <a:gd name="connsiteY3" fmla="*/ 3505542 h 3505542"/>
              <a:gd name="connsiteX4" fmla="*/ 239982 w 6215057"/>
              <a:gd name="connsiteY4" fmla="*/ 2071691 h 3505542"/>
              <a:gd name="connsiteX5" fmla="*/ 5403802 w 6215057"/>
              <a:gd name="connsiteY5" fmla="*/ 65091 h 3505542"/>
              <a:gd name="connsiteX6" fmla="*/ 6162627 w 6215057"/>
              <a:gd name="connsiteY6" fmla="*/ 983936 h 3505542"/>
              <a:gd name="connsiteX7" fmla="*/ 2389775 w 6215057"/>
              <a:gd name="connsiteY7" fmla="*/ 2461264 h 3505542"/>
              <a:gd name="connsiteX8" fmla="*/ 2045921 w 6215057"/>
              <a:gd name="connsiteY8" fmla="*/ 1926911 h 3505542"/>
              <a:gd name="connsiteX9" fmla="*/ 3806141 w 6215057"/>
              <a:gd name="connsiteY9" fmla="*/ 1248731 h 3505542"/>
              <a:gd name="connsiteX10" fmla="*/ 3815666 w 6215057"/>
              <a:gd name="connsiteY10" fmla="*/ 1329694 h 3505542"/>
              <a:gd name="connsiteX11" fmla="*/ 2183081 w 6215057"/>
              <a:gd name="connsiteY11" fmla="*/ 1972631 h 3505542"/>
              <a:gd name="connsiteX12" fmla="*/ 2678382 w 6215057"/>
              <a:gd name="connsiteY12" fmla="*/ 2300291 h 3505542"/>
              <a:gd name="connsiteX13" fmla="*/ 6025467 w 6215057"/>
              <a:gd name="connsiteY13" fmla="*/ 982031 h 3505542"/>
              <a:gd name="connsiteX14" fmla="*/ 5368242 w 6215057"/>
              <a:gd name="connsiteY14" fmla="*/ 156531 h 3505542"/>
              <a:gd name="connsiteX15" fmla="*/ 285702 w 6215057"/>
              <a:gd name="connsiteY15" fmla="*/ 2125031 h 3505542"/>
              <a:gd name="connsiteX16" fmla="*/ 959362 w 6215057"/>
              <a:gd name="connsiteY16" fmla="*/ 3427148 h 3505542"/>
              <a:gd name="connsiteX0" fmla="*/ 959362 w 6162824"/>
              <a:gd name="connsiteY0" fmla="*/ 3425789 h 3504183"/>
              <a:gd name="connsiteX1" fmla="*/ 4256884 w 6162824"/>
              <a:gd name="connsiteY1" fmla="*/ 2466186 h 3504183"/>
              <a:gd name="connsiteX2" fmla="*/ 4312549 w 6162824"/>
              <a:gd name="connsiteY2" fmla="*/ 2512293 h 3504183"/>
              <a:gd name="connsiteX3" fmla="*/ 917387 w 6162824"/>
              <a:gd name="connsiteY3" fmla="*/ 3504183 h 3504183"/>
              <a:gd name="connsiteX4" fmla="*/ 239982 w 6162824"/>
              <a:gd name="connsiteY4" fmla="*/ 2070332 h 3504183"/>
              <a:gd name="connsiteX5" fmla="*/ 5403802 w 6162824"/>
              <a:gd name="connsiteY5" fmla="*/ 63732 h 3504183"/>
              <a:gd name="connsiteX6" fmla="*/ 6094047 w 6162824"/>
              <a:gd name="connsiteY6" fmla="*/ 1013057 h 3504183"/>
              <a:gd name="connsiteX7" fmla="*/ 2389775 w 6162824"/>
              <a:gd name="connsiteY7" fmla="*/ 2459905 h 3504183"/>
              <a:gd name="connsiteX8" fmla="*/ 2045921 w 6162824"/>
              <a:gd name="connsiteY8" fmla="*/ 1925552 h 3504183"/>
              <a:gd name="connsiteX9" fmla="*/ 3806141 w 6162824"/>
              <a:gd name="connsiteY9" fmla="*/ 1247372 h 3504183"/>
              <a:gd name="connsiteX10" fmla="*/ 3815666 w 6162824"/>
              <a:gd name="connsiteY10" fmla="*/ 1328335 h 3504183"/>
              <a:gd name="connsiteX11" fmla="*/ 2183081 w 6162824"/>
              <a:gd name="connsiteY11" fmla="*/ 1971272 h 3504183"/>
              <a:gd name="connsiteX12" fmla="*/ 2678382 w 6162824"/>
              <a:gd name="connsiteY12" fmla="*/ 2298932 h 3504183"/>
              <a:gd name="connsiteX13" fmla="*/ 6025467 w 6162824"/>
              <a:gd name="connsiteY13" fmla="*/ 980672 h 3504183"/>
              <a:gd name="connsiteX14" fmla="*/ 5368242 w 6162824"/>
              <a:gd name="connsiteY14" fmla="*/ 155172 h 3504183"/>
              <a:gd name="connsiteX15" fmla="*/ 285702 w 6162824"/>
              <a:gd name="connsiteY15" fmla="*/ 2123672 h 3504183"/>
              <a:gd name="connsiteX16" fmla="*/ 959362 w 6162824"/>
              <a:gd name="connsiteY16" fmla="*/ 3425789 h 3504183"/>
              <a:gd name="connsiteX0" fmla="*/ 959362 w 6186523"/>
              <a:gd name="connsiteY0" fmla="*/ 3426754 h 3505148"/>
              <a:gd name="connsiteX1" fmla="*/ 4256884 w 6186523"/>
              <a:gd name="connsiteY1" fmla="*/ 2467151 h 3505148"/>
              <a:gd name="connsiteX2" fmla="*/ 4312549 w 6186523"/>
              <a:gd name="connsiteY2" fmla="*/ 2513258 h 3505148"/>
              <a:gd name="connsiteX3" fmla="*/ 917387 w 6186523"/>
              <a:gd name="connsiteY3" fmla="*/ 3505148 h 3505148"/>
              <a:gd name="connsiteX4" fmla="*/ 239982 w 6186523"/>
              <a:gd name="connsiteY4" fmla="*/ 2071297 h 3505148"/>
              <a:gd name="connsiteX5" fmla="*/ 5403802 w 6186523"/>
              <a:gd name="connsiteY5" fmla="*/ 64697 h 3505148"/>
              <a:gd name="connsiteX6" fmla="*/ 6094047 w 6186523"/>
              <a:gd name="connsiteY6" fmla="*/ 1014022 h 3505148"/>
              <a:gd name="connsiteX7" fmla="*/ 2389775 w 6186523"/>
              <a:gd name="connsiteY7" fmla="*/ 2460870 h 3505148"/>
              <a:gd name="connsiteX8" fmla="*/ 2045921 w 6186523"/>
              <a:gd name="connsiteY8" fmla="*/ 1926517 h 3505148"/>
              <a:gd name="connsiteX9" fmla="*/ 3806141 w 6186523"/>
              <a:gd name="connsiteY9" fmla="*/ 1248337 h 3505148"/>
              <a:gd name="connsiteX10" fmla="*/ 3815666 w 6186523"/>
              <a:gd name="connsiteY10" fmla="*/ 1329300 h 3505148"/>
              <a:gd name="connsiteX11" fmla="*/ 2183081 w 6186523"/>
              <a:gd name="connsiteY11" fmla="*/ 1972237 h 3505148"/>
              <a:gd name="connsiteX12" fmla="*/ 2678382 w 6186523"/>
              <a:gd name="connsiteY12" fmla="*/ 2299897 h 3505148"/>
              <a:gd name="connsiteX13" fmla="*/ 6025467 w 6186523"/>
              <a:gd name="connsiteY13" fmla="*/ 981637 h 3505148"/>
              <a:gd name="connsiteX14" fmla="*/ 5368242 w 6186523"/>
              <a:gd name="connsiteY14" fmla="*/ 156137 h 3505148"/>
              <a:gd name="connsiteX15" fmla="*/ 285702 w 6186523"/>
              <a:gd name="connsiteY15" fmla="*/ 2124637 h 3505148"/>
              <a:gd name="connsiteX16" fmla="*/ 959362 w 6186523"/>
              <a:gd name="connsiteY16" fmla="*/ 3426754 h 3505148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678382 w 6174183"/>
              <a:gd name="connsiteY12" fmla="*/ 2244528 h 3449779"/>
              <a:gd name="connsiteX13" fmla="*/ 6025467 w 6174183"/>
              <a:gd name="connsiteY13" fmla="*/ 926268 h 3449779"/>
              <a:gd name="connsiteX14" fmla="*/ 5368242 w 6174183"/>
              <a:gd name="connsiteY14" fmla="*/ 10076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678382 w 6174183"/>
              <a:gd name="connsiteY12" fmla="*/ 2244528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678382 w 6174183"/>
              <a:gd name="connsiteY12" fmla="*/ 2244528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83081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45921 w 6174183"/>
              <a:gd name="connsiteY8" fmla="*/ 1871148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89775 w 6174183"/>
              <a:gd name="connsiteY7" fmla="*/ 2405501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67550 w 6174183"/>
              <a:gd name="connsiteY7" fmla="*/ 2421376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67550 w 6174183"/>
              <a:gd name="connsiteY7" fmla="*/ 2421376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49779"/>
              <a:gd name="connsiteX1" fmla="*/ 4256884 w 6174183"/>
              <a:gd name="connsiteY1" fmla="*/ 2411782 h 3449779"/>
              <a:gd name="connsiteX2" fmla="*/ 4312549 w 6174183"/>
              <a:gd name="connsiteY2" fmla="*/ 2457889 h 3449779"/>
              <a:gd name="connsiteX3" fmla="*/ 917387 w 6174183"/>
              <a:gd name="connsiteY3" fmla="*/ 3449779 h 3449779"/>
              <a:gd name="connsiteX4" fmla="*/ 239982 w 6174183"/>
              <a:gd name="connsiteY4" fmla="*/ 2015928 h 3449779"/>
              <a:gd name="connsiteX5" fmla="*/ 5403802 w 6174183"/>
              <a:gd name="connsiteY5" fmla="*/ 9328 h 3449779"/>
              <a:gd name="connsiteX6" fmla="*/ 6094047 w 6174183"/>
              <a:gd name="connsiteY6" fmla="*/ 958653 h 3449779"/>
              <a:gd name="connsiteX7" fmla="*/ 2367550 w 6174183"/>
              <a:gd name="connsiteY7" fmla="*/ 2421376 h 3449779"/>
              <a:gd name="connsiteX8" fmla="*/ 2069733 w 6174183"/>
              <a:gd name="connsiteY8" fmla="*/ 1885436 h 3449779"/>
              <a:gd name="connsiteX9" fmla="*/ 3806141 w 6174183"/>
              <a:gd name="connsiteY9" fmla="*/ 1192968 h 3449779"/>
              <a:gd name="connsiteX10" fmla="*/ 3815666 w 6174183"/>
              <a:gd name="connsiteY10" fmla="*/ 1273931 h 3449779"/>
              <a:gd name="connsiteX11" fmla="*/ 2154506 w 6174183"/>
              <a:gd name="connsiteY11" fmla="*/ 1916868 h 3449779"/>
              <a:gd name="connsiteX12" fmla="*/ 2525982 w 6174183"/>
              <a:gd name="connsiteY12" fmla="*/ 2292153 h 3449779"/>
              <a:gd name="connsiteX13" fmla="*/ 6025467 w 6174183"/>
              <a:gd name="connsiteY13" fmla="*/ 926268 h 3449779"/>
              <a:gd name="connsiteX14" fmla="*/ 5396817 w 6174183"/>
              <a:gd name="connsiteY14" fmla="*/ 81718 h 3449779"/>
              <a:gd name="connsiteX15" fmla="*/ 285702 w 6174183"/>
              <a:gd name="connsiteY15" fmla="*/ 2069268 h 3449779"/>
              <a:gd name="connsiteX16" fmla="*/ 959362 w 6174183"/>
              <a:gd name="connsiteY16" fmla="*/ 3371385 h 3449779"/>
              <a:gd name="connsiteX0" fmla="*/ 959362 w 6174183"/>
              <a:gd name="connsiteY0" fmla="*/ 3371385 h 3453339"/>
              <a:gd name="connsiteX1" fmla="*/ 4256884 w 6174183"/>
              <a:gd name="connsiteY1" fmla="*/ 2411782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56884 w 6174183"/>
              <a:gd name="connsiteY1" fmla="*/ 2411782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54506 w 6174183"/>
              <a:gd name="connsiteY11" fmla="*/ 191686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9362 w 6174183"/>
              <a:gd name="connsiteY0" fmla="*/ 3371385 h 3453339"/>
              <a:gd name="connsiteX1" fmla="*/ 4228309 w 6174183"/>
              <a:gd name="connsiteY1" fmla="*/ 2402257 h 3453339"/>
              <a:gd name="connsiteX2" fmla="*/ 4312549 w 6174183"/>
              <a:gd name="connsiteY2" fmla="*/ 2457889 h 3453339"/>
              <a:gd name="connsiteX3" fmla="*/ 917387 w 6174183"/>
              <a:gd name="connsiteY3" fmla="*/ 3449779 h 3453339"/>
              <a:gd name="connsiteX4" fmla="*/ 239982 w 6174183"/>
              <a:gd name="connsiteY4" fmla="*/ 2015928 h 3453339"/>
              <a:gd name="connsiteX5" fmla="*/ 5403802 w 6174183"/>
              <a:gd name="connsiteY5" fmla="*/ 9328 h 3453339"/>
              <a:gd name="connsiteX6" fmla="*/ 6094047 w 6174183"/>
              <a:gd name="connsiteY6" fmla="*/ 958653 h 3453339"/>
              <a:gd name="connsiteX7" fmla="*/ 2367550 w 6174183"/>
              <a:gd name="connsiteY7" fmla="*/ 2421376 h 3453339"/>
              <a:gd name="connsiteX8" fmla="*/ 2069733 w 6174183"/>
              <a:gd name="connsiteY8" fmla="*/ 1885436 h 3453339"/>
              <a:gd name="connsiteX9" fmla="*/ 3806141 w 6174183"/>
              <a:gd name="connsiteY9" fmla="*/ 1192968 h 3453339"/>
              <a:gd name="connsiteX10" fmla="*/ 3815666 w 6174183"/>
              <a:gd name="connsiteY10" fmla="*/ 1273931 h 3453339"/>
              <a:gd name="connsiteX11" fmla="*/ 2173556 w 6174183"/>
              <a:gd name="connsiteY11" fmla="*/ 1935918 h 3453339"/>
              <a:gd name="connsiteX12" fmla="*/ 2525982 w 6174183"/>
              <a:gd name="connsiteY12" fmla="*/ 2292153 h 3453339"/>
              <a:gd name="connsiteX13" fmla="*/ 6025467 w 6174183"/>
              <a:gd name="connsiteY13" fmla="*/ 926268 h 3453339"/>
              <a:gd name="connsiteX14" fmla="*/ 5396817 w 6174183"/>
              <a:gd name="connsiteY14" fmla="*/ 81718 h 3453339"/>
              <a:gd name="connsiteX15" fmla="*/ 285702 w 6174183"/>
              <a:gd name="connsiteY15" fmla="*/ 2069268 h 3453339"/>
              <a:gd name="connsiteX16" fmla="*/ 959362 w 6174183"/>
              <a:gd name="connsiteY16" fmla="*/ 3371385 h 3453339"/>
              <a:gd name="connsiteX0" fmla="*/ 953721 w 6168542"/>
              <a:gd name="connsiteY0" fmla="*/ 3371385 h 3453339"/>
              <a:gd name="connsiteX1" fmla="*/ 4222668 w 6168542"/>
              <a:gd name="connsiteY1" fmla="*/ 2402257 h 3453339"/>
              <a:gd name="connsiteX2" fmla="*/ 4306908 w 6168542"/>
              <a:gd name="connsiteY2" fmla="*/ 2457889 h 3453339"/>
              <a:gd name="connsiteX3" fmla="*/ 911746 w 6168542"/>
              <a:gd name="connsiteY3" fmla="*/ 3449779 h 3453339"/>
              <a:gd name="connsiteX4" fmla="*/ 234341 w 6168542"/>
              <a:gd name="connsiteY4" fmla="*/ 2015928 h 3453339"/>
              <a:gd name="connsiteX5" fmla="*/ 5398161 w 6168542"/>
              <a:gd name="connsiteY5" fmla="*/ 9328 h 3453339"/>
              <a:gd name="connsiteX6" fmla="*/ 6088406 w 6168542"/>
              <a:gd name="connsiteY6" fmla="*/ 958653 h 3453339"/>
              <a:gd name="connsiteX7" fmla="*/ 2361909 w 6168542"/>
              <a:gd name="connsiteY7" fmla="*/ 2421376 h 3453339"/>
              <a:gd name="connsiteX8" fmla="*/ 2064092 w 6168542"/>
              <a:gd name="connsiteY8" fmla="*/ 1885436 h 3453339"/>
              <a:gd name="connsiteX9" fmla="*/ 3800500 w 6168542"/>
              <a:gd name="connsiteY9" fmla="*/ 1192968 h 3453339"/>
              <a:gd name="connsiteX10" fmla="*/ 3810025 w 6168542"/>
              <a:gd name="connsiteY10" fmla="*/ 1273931 h 3453339"/>
              <a:gd name="connsiteX11" fmla="*/ 2167915 w 6168542"/>
              <a:gd name="connsiteY11" fmla="*/ 1935918 h 3453339"/>
              <a:gd name="connsiteX12" fmla="*/ 2520341 w 6168542"/>
              <a:gd name="connsiteY12" fmla="*/ 2292153 h 3453339"/>
              <a:gd name="connsiteX13" fmla="*/ 6019826 w 6168542"/>
              <a:gd name="connsiteY13" fmla="*/ 926268 h 3453339"/>
              <a:gd name="connsiteX14" fmla="*/ 5391176 w 6168542"/>
              <a:gd name="connsiteY14" fmla="*/ 81718 h 3453339"/>
              <a:gd name="connsiteX15" fmla="*/ 280061 w 6168542"/>
              <a:gd name="connsiteY15" fmla="*/ 2069268 h 3453339"/>
              <a:gd name="connsiteX16" fmla="*/ 953721 w 6168542"/>
              <a:gd name="connsiteY16" fmla="*/ 3371385 h 3453339"/>
              <a:gd name="connsiteX0" fmla="*/ 967715 w 6182536"/>
              <a:gd name="connsiteY0" fmla="*/ 3371385 h 3453339"/>
              <a:gd name="connsiteX1" fmla="*/ 4236662 w 6182536"/>
              <a:gd name="connsiteY1" fmla="*/ 2402257 h 3453339"/>
              <a:gd name="connsiteX2" fmla="*/ 4320902 w 6182536"/>
              <a:gd name="connsiteY2" fmla="*/ 2457889 h 3453339"/>
              <a:gd name="connsiteX3" fmla="*/ 925740 w 6182536"/>
              <a:gd name="connsiteY3" fmla="*/ 3449779 h 3453339"/>
              <a:gd name="connsiteX4" fmla="*/ 229285 w 6182536"/>
              <a:gd name="connsiteY4" fmla="*/ 1990528 h 3453339"/>
              <a:gd name="connsiteX5" fmla="*/ 5412155 w 6182536"/>
              <a:gd name="connsiteY5" fmla="*/ 9328 h 3453339"/>
              <a:gd name="connsiteX6" fmla="*/ 6102400 w 6182536"/>
              <a:gd name="connsiteY6" fmla="*/ 958653 h 3453339"/>
              <a:gd name="connsiteX7" fmla="*/ 2375903 w 6182536"/>
              <a:gd name="connsiteY7" fmla="*/ 2421376 h 3453339"/>
              <a:gd name="connsiteX8" fmla="*/ 2078086 w 6182536"/>
              <a:gd name="connsiteY8" fmla="*/ 1885436 h 3453339"/>
              <a:gd name="connsiteX9" fmla="*/ 3814494 w 6182536"/>
              <a:gd name="connsiteY9" fmla="*/ 1192968 h 3453339"/>
              <a:gd name="connsiteX10" fmla="*/ 3824019 w 6182536"/>
              <a:gd name="connsiteY10" fmla="*/ 1273931 h 3453339"/>
              <a:gd name="connsiteX11" fmla="*/ 2181909 w 6182536"/>
              <a:gd name="connsiteY11" fmla="*/ 1935918 h 3453339"/>
              <a:gd name="connsiteX12" fmla="*/ 2534335 w 6182536"/>
              <a:gd name="connsiteY12" fmla="*/ 2292153 h 3453339"/>
              <a:gd name="connsiteX13" fmla="*/ 6033820 w 6182536"/>
              <a:gd name="connsiteY13" fmla="*/ 926268 h 3453339"/>
              <a:gd name="connsiteX14" fmla="*/ 5405170 w 6182536"/>
              <a:gd name="connsiteY14" fmla="*/ 81718 h 3453339"/>
              <a:gd name="connsiteX15" fmla="*/ 294055 w 6182536"/>
              <a:gd name="connsiteY15" fmla="*/ 2069268 h 3453339"/>
              <a:gd name="connsiteX16" fmla="*/ 967715 w 6182536"/>
              <a:gd name="connsiteY16" fmla="*/ 3371385 h 3453339"/>
              <a:gd name="connsiteX0" fmla="*/ 967715 w 6182536"/>
              <a:gd name="connsiteY0" fmla="*/ 3371385 h 3453339"/>
              <a:gd name="connsiteX1" fmla="*/ 4236662 w 6182536"/>
              <a:gd name="connsiteY1" fmla="*/ 2402257 h 3453339"/>
              <a:gd name="connsiteX2" fmla="*/ 4320902 w 6182536"/>
              <a:gd name="connsiteY2" fmla="*/ 2457889 h 3453339"/>
              <a:gd name="connsiteX3" fmla="*/ 925740 w 6182536"/>
              <a:gd name="connsiteY3" fmla="*/ 3449779 h 3453339"/>
              <a:gd name="connsiteX4" fmla="*/ 229285 w 6182536"/>
              <a:gd name="connsiteY4" fmla="*/ 1990528 h 3453339"/>
              <a:gd name="connsiteX5" fmla="*/ 5412155 w 6182536"/>
              <a:gd name="connsiteY5" fmla="*/ 9328 h 3453339"/>
              <a:gd name="connsiteX6" fmla="*/ 6102400 w 6182536"/>
              <a:gd name="connsiteY6" fmla="*/ 958653 h 3453339"/>
              <a:gd name="connsiteX7" fmla="*/ 2375903 w 6182536"/>
              <a:gd name="connsiteY7" fmla="*/ 2421376 h 3453339"/>
              <a:gd name="connsiteX8" fmla="*/ 2078086 w 6182536"/>
              <a:gd name="connsiteY8" fmla="*/ 1885436 h 3453339"/>
              <a:gd name="connsiteX9" fmla="*/ 3814494 w 6182536"/>
              <a:gd name="connsiteY9" fmla="*/ 1192968 h 3453339"/>
              <a:gd name="connsiteX10" fmla="*/ 3824019 w 6182536"/>
              <a:gd name="connsiteY10" fmla="*/ 1273931 h 3453339"/>
              <a:gd name="connsiteX11" fmla="*/ 2181909 w 6182536"/>
              <a:gd name="connsiteY11" fmla="*/ 1935918 h 3453339"/>
              <a:gd name="connsiteX12" fmla="*/ 2534335 w 6182536"/>
              <a:gd name="connsiteY12" fmla="*/ 2292153 h 3453339"/>
              <a:gd name="connsiteX13" fmla="*/ 6033820 w 6182536"/>
              <a:gd name="connsiteY13" fmla="*/ 926268 h 3453339"/>
              <a:gd name="connsiteX14" fmla="*/ 5405170 w 6182536"/>
              <a:gd name="connsiteY14" fmla="*/ 81718 h 3453339"/>
              <a:gd name="connsiteX15" fmla="*/ 294055 w 6182536"/>
              <a:gd name="connsiteY15" fmla="*/ 2069268 h 3453339"/>
              <a:gd name="connsiteX16" fmla="*/ 967715 w 6182536"/>
              <a:gd name="connsiteY16" fmla="*/ 3371385 h 3453339"/>
              <a:gd name="connsiteX0" fmla="*/ 962072 w 6176893"/>
              <a:gd name="connsiteY0" fmla="*/ 3371385 h 3453339"/>
              <a:gd name="connsiteX1" fmla="*/ 4231019 w 6176893"/>
              <a:gd name="connsiteY1" fmla="*/ 2402257 h 3453339"/>
              <a:gd name="connsiteX2" fmla="*/ 4315259 w 6176893"/>
              <a:gd name="connsiteY2" fmla="*/ 2457889 h 3453339"/>
              <a:gd name="connsiteX3" fmla="*/ 920097 w 6176893"/>
              <a:gd name="connsiteY3" fmla="*/ 3449779 h 3453339"/>
              <a:gd name="connsiteX4" fmla="*/ 223642 w 6176893"/>
              <a:gd name="connsiteY4" fmla="*/ 1990528 h 3453339"/>
              <a:gd name="connsiteX5" fmla="*/ 5406512 w 6176893"/>
              <a:gd name="connsiteY5" fmla="*/ 9328 h 3453339"/>
              <a:gd name="connsiteX6" fmla="*/ 6096757 w 6176893"/>
              <a:gd name="connsiteY6" fmla="*/ 958653 h 3453339"/>
              <a:gd name="connsiteX7" fmla="*/ 2370260 w 6176893"/>
              <a:gd name="connsiteY7" fmla="*/ 2421376 h 3453339"/>
              <a:gd name="connsiteX8" fmla="*/ 2072443 w 6176893"/>
              <a:gd name="connsiteY8" fmla="*/ 1885436 h 3453339"/>
              <a:gd name="connsiteX9" fmla="*/ 3808851 w 6176893"/>
              <a:gd name="connsiteY9" fmla="*/ 1192968 h 3453339"/>
              <a:gd name="connsiteX10" fmla="*/ 3818376 w 6176893"/>
              <a:gd name="connsiteY10" fmla="*/ 1273931 h 3453339"/>
              <a:gd name="connsiteX11" fmla="*/ 2176266 w 6176893"/>
              <a:gd name="connsiteY11" fmla="*/ 1935918 h 3453339"/>
              <a:gd name="connsiteX12" fmla="*/ 2528692 w 6176893"/>
              <a:gd name="connsiteY12" fmla="*/ 2292153 h 3453339"/>
              <a:gd name="connsiteX13" fmla="*/ 6028177 w 6176893"/>
              <a:gd name="connsiteY13" fmla="*/ 926268 h 3453339"/>
              <a:gd name="connsiteX14" fmla="*/ 5399527 w 6176893"/>
              <a:gd name="connsiteY14" fmla="*/ 81718 h 3453339"/>
              <a:gd name="connsiteX15" fmla="*/ 288412 w 6176893"/>
              <a:gd name="connsiteY15" fmla="*/ 2069268 h 3453339"/>
              <a:gd name="connsiteX16" fmla="*/ 962072 w 6176893"/>
              <a:gd name="connsiteY16" fmla="*/ 3371385 h 3453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176893" h="3453339">
                <a:moveTo>
                  <a:pt x="962072" y="3371385"/>
                </a:moveTo>
                <a:cubicBezTo>
                  <a:pt x="1985046" y="3262972"/>
                  <a:pt x="3366160" y="2727840"/>
                  <a:pt x="4231019" y="2402257"/>
                </a:cubicBezTo>
                <a:lnTo>
                  <a:pt x="4315259" y="2457889"/>
                </a:lnTo>
                <a:cubicBezTo>
                  <a:pt x="3297838" y="2843764"/>
                  <a:pt x="1586998" y="3507769"/>
                  <a:pt x="920097" y="3449779"/>
                </a:cubicBezTo>
                <a:cubicBezTo>
                  <a:pt x="-14365" y="3352829"/>
                  <a:pt x="-218576" y="2364338"/>
                  <a:pt x="223642" y="1990528"/>
                </a:cubicBezTo>
                <a:cubicBezTo>
                  <a:pt x="531746" y="1580738"/>
                  <a:pt x="4524814" y="142360"/>
                  <a:pt x="5406512" y="9328"/>
                </a:cubicBezTo>
                <a:cubicBezTo>
                  <a:pt x="6284400" y="-103702"/>
                  <a:pt x="6239844" y="845623"/>
                  <a:pt x="6096757" y="958653"/>
                </a:cubicBezTo>
                <a:cubicBezTo>
                  <a:pt x="5909538" y="1390083"/>
                  <a:pt x="2382960" y="2435664"/>
                  <a:pt x="2370260" y="2421376"/>
                </a:cubicBezTo>
                <a:cubicBezTo>
                  <a:pt x="1814318" y="2433123"/>
                  <a:pt x="1895755" y="2045615"/>
                  <a:pt x="2072443" y="1885436"/>
                </a:cubicBezTo>
                <a:cubicBezTo>
                  <a:pt x="2402961" y="1530153"/>
                  <a:pt x="3785991" y="1185348"/>
                  <a:pt x="3808851" y="1192968"/>
                </a:cubicBezTo>
                <a:cubicBezTo>
                  <a:pt x="3824409" y="1186300"/>
                  <a:pt x="3845998" y="1258056"/>
                  <a:pt x="3818376" y="1273931"/>
                </a:cubicBezTo>
                <a:cubicBezTo>
                  <a:pt x="3171629" y="1427919"/>
                  <a:pt x="2356288" y="1717795"/>
                  <a:pt x="2176266" y="1935918"/>
                </a:cubicBezTo>
                <a:cubicBezTo>
                  <a:pt x="2002594" y="2084191"/>
                  <a:pt x="1998784" y="2431853"/>
                  <a:pt x="2528692" y="2292153"/>
                </a:cubicBezTo>
                <a:cubicBezTo>
                  <a:pt x="3733288" y="1873053"/>
                  <a:pt x="5231252" y="1524861"/>
                  <a:pt x="6028177" y="926268"/>
                </a:cubicBezTo>
                <a:cubicBezTo>
                  <a:pt x="6212327" y="689625"/>
                  <a:pt x="5943405" y="-59252"/>
                  <a:pt x="5399527" y="81718"/>
                </a:cubicBezTo>
                <a:cubicBezTo>
                  <a:pt x="3865049" y="458908"/>
                  <a:pt x="553749" y="1718475"/>
                  <a:pt x="288412" y="2069268"/>
                </a:cubicBezTo>
                <a:cubicBezTo>
                  <a:pt x="-20435" y="2300107"/>
                  <a:pt x="-32101" y="3216746"/>
                  <a:pt x="962072" y="3371385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6651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1498</TotalTime>
  <Words>182</Words>
  <Application>Microsoft Office PowerPoint</Application>
  <PresentationFormat>Custom</PresentationFormat>
  <Paragraphs>101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Cooper Black</vt:lpstr>
      <vt:lpstr>Teaching Print Dotted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179</cp:revision>
  <dcterms:created xsi:type="dcterms:W3CDTF">2025-02-22T17:47:33Z</dcterms:created>
  <dcterms:modified xsi:type="dcterms:W3CDTF">2025-05-17T16:08:47Z</dcterms:modified>
</cp:coreProperties>
</file>